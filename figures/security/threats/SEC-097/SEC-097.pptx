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dba25493c1417b" /><Relationship Type="http://schemas.openxmlformats.org/officeDocument/2006/relationships/extended-properties" Target="/docProps/app.xml" Id="R2b169b6885014aca" /><Relationship Type="http://schemas.openxmlformats.org/officeDocument/2006/relationships/officeDocument" Target="/ppt/presentation.xml" Id="R7353bea75f3349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088318ffa64fdd"/>
  </p:sldMasterIdLst>
  <p:notesMasterIdLst>
    <p:notesMasterId xmlns:r="http://schemas.openxmlformats.org/officeDocument/2006/relationships" r:id="Ra96c06bfa7944fff"/>
  </p:notesMasterIdLst>
  <p:sldIdLst>
    <p:sldId xmlns:r="http://schemas.openxmlformats.org/officeDocument/2006/relationships" id="256" r:id="Rb29a425db8904696"/>
  </p:sldIdLst>
  <p:sldSz cx="6829425" cy="3543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4d2e719f0c49e2" /><Relationship Type="http://schemas.openxmlformats.org/officeDocument/2006/relationships/slideMaster" Target="/ppt/slideMasters/slideMaster1.xml" Id="R45088318ffa64fdd" /><Relationship Type="http://schemas.openxmlformats.org/officeDocument/2006/relationships/notesMaster" Target="/ppt/notesMasters/notesMaster1.xml" Id="Ra96c06bfa7944fff" /><Relationship Type="http://schemas.openxmlformats.org/officeDocument/2006/relationships/presProps" Target="/ppt/presProps.xml" Id="R07799def0c2b4e48" /><Relationship Type="http://schemas.openxmlformats.org/officeDocument/2006/relationships/tableStyles" Target="/ppt/tableStyles.xml" Id="R887a6332eb36406e" /><Relationship Type="http://schemas.openxmlformats.org/officeDocument/2006/relationships/slide" Target="/ppt/slides/slide1.xml" Id="Rb29a425db89046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7f5bf9594f42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97965f7e8e4286" /><Relationship Type="http://schemas.openxmlformats.org/officeDocument/2006/relationships/notesMaster" Target="/ppt/notesMasters/notesMaster1.xml" Id="Rc921c72ebd604523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素材ID：SEC-097</ns1:t>
            </ns1:r>
          </ns1:p>
          <ns1:p>
            <ns1:r>
              <ns1:t>论文：InSpectre Gadget: Inspecting the Residual Attack Surface of Cross-privilege Spectre v2</ns1:t>
            </ns1:r>
          </ns1:p>
          <ns1:p>
            <ns1:r>
              <ns1:t>会议：USENIX Security 2024</ns1:t>
            </ns1:r>
          </ns1:p>
          <ns1:p>
            <ns1:r>
              <ns1:t>奖项：Distinguished Paper Award</ns1:t>
            </ns1:r>
          </ns1:p>
          <ns1:p>
            <ns1:r>
              <ns1:t>图号：Figure 9，PDF第14页</ns1:t>
            </ns1:r>
          </ns1:p>
          <ns1:p>
            <ns1:r>
              <ns1:t>类型：威胁与攻击</ns1:t>
            </ns1:r>
          </ns1:p>
          <ns1:p>
            <ns1:r>
              <ns1:t>借鉴点：编号九步、黑色正常调用与红色推测跳转同时对应汇编片段，下方嵌套窗口显示不同保护机制生效范围。</ns1:t>
            </ns1:r>
          </ns1:p>
          <ns1:p>
            <ns1:r>
              <ns1:t>论文URL：https://www.usenix.org/system/files/usenixsecurity24-wiebing.pdf</ns1:t>
            </ns1:r>
          </ns1:p>
          <ns1:p>
            <ns1:r>
              <ns1:t>官方获奖URL：https://www.usenix.org/conference/usenixsecurity24/presentation/wiebing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82adaa83b47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4f303b7c0841d3" /><Relationship Type="http://schemas.openxmlformats.org/officeDocument/2006/relationships/slideLayout" Target="/ppt/slideLayouts/slideLayout1.xml" Id="Re3c7721537e545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c7721537e545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b22f823df4bc6" /><Relationship Type="http://schemas.openxmlformats.org/officeDocument/2006/relationships/notesSlide" Target="/ppt/notesSlides/notesSlide1.xml" Id="Rf3ca33c69aa345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23303-CBE3-4026-B32F-E9D79753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201"/>
            <a:ext cx="6829425" cy="3465063"/>
          </a:xfrm>
          <a:custGeom xmlns:a="http://schemas.openxmlformats.org/drawingml/2006/main">
            <a:pathLst>
              <a:path w="6829425" h="3465063">
                <a:moveTo>
                  <a:pt x="6829425" y="3465063"/>
                </a:moveTo>
                <a:lnTo>
                  <a:pt x="0" y="3465063"/>
                </a:lnTo>
                <a:lnTo>
                  <a:pt x="0" y="0"/>
                </a:lnTo>
                <a:lnTo>
                  <a:pt x="6829425" y="0"/>
                </a:lnTo>
                <a:lnTo>
                  <a:pt x="6829425" y="346506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9B68D-A088-4DAA-8B4B-23532E6C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" y="59102"/>
            <a:ext cx="6827501" cy="3463162"/>
          </a:xfrm>
          <a:custGeom xmlns:a="http://schemas.openxmlformats.org/drawingml/2006/main">
            <a:pathLst>
              <a:path w="6827501" h="3463162">
                <a:moveTo>
                  <a:pt x="0" y="0"/>
                </a:moveTo>
                <a:lnTo>
                  <a:pt x="6827501" y="0"/>
                </a:lnTo>
                <a:lnTo>
                  <a:pt x="6827501" y="3463162"/>
                </a:lnTo>
                <a:lnTo>
                  <a:pt x="0" y="34631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B0300-EDB7-4674-8FDB-06709FCD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769" y="2582190"/>
            <a:ext cx="1799288" cy="408125"/>
          </a:xfrm>
          <a:custGeom xmlns:a="http://schemas.openxmlformats.org/drawingml/2006/main">
            <a:pathLst>
              <a:path w="1799288" h="408125">
                <a:moveTo>
                  <a:pt x="60962" y="0"/>
                </a:moveTo>
                <a:lnTo>
                  <a:pt x="1737670" y="0"/>
                </a:lnTo>
                <a:cubicBezTo>
                  <a:pt x="1746023" y="0"/>
                  <a:pt x="1753720" y="1290"/>
                  <a:pt x="1761417" y="4505"/>
                </a:cubicBezTo>
                <a:cubicBezTo>
                  <a:pt x="1769113" y="7697"/>
                  <a:pt x="1775542" y="12201"/>
                  <a:pt x="1781315" y="17974"/>
                </a:cubicBezTo>
                <a:cubicBezTo>
                  <a:pt x="1787087" y="23746"/>
                  <a:pt x="1791592" y="30175"/>
                  <a:pt x="1794150" y="37872"/>
                </a:cubicBezTo>
                <a:cubicBezTo>
                  <a:pt x="1797364" y="45569"/>
                  <a:pt x="1799288" y="53265"/>
                  <a:pt x="1799288" y="60962"/>
                </a:cubicBezTo>
                <a:lnTo>
                  <a:pt x="1799288" y="347163"/>
                </a:lnTo>
                <a:cubicBezTo>
                  <a:pt x="1799288" y="355493"/>
                  <a:pt x="1797364" y="363190"/>
                  <a:pt x="1794150" y="370253"/>
                </a:cubicBezTo>
                <a:cubicBezTo>
                  <a:pt x="1791592" y="377949"/>
                  <a:pt x="1787087" y="384378"/>
                  <a:pt x="1781315" y="390151"/>
                </a:cubicBezTo>
                <a:cubicBezTo>
                  <a:pt x="1775542" y="395923"/>
                  <a:pt x="1769113" y="400405"/>
                  <a:pt x="1761417" y="403620"/>
                </a:cubicBezTo>
                <a:cubicBezTo>
                  <a:pt x="1753720" y="406834"/>
                  <a:pt x="1746023" y="408125"/>
                  <a:pt x="1737670" y="408125"/>
                </a:cubicBezTo>
                <a:lnTo>
                  <a:pt x="60962" y="408125"/>
                </a:lnTo>
                <a:cubicBezTo>
                  <a:pt x="53265" y="408125"/>
                  <a:pt x="45569" y="406834"/>
                  <a:pt x="37872" y="403620"/>
                </a:cubicBezTo>
                <a:cubicBezTo>
                  <a:pt x="30175" y="400405"/>
                  <a:pt x="23746" y="395923"/>
                  <a:pt x="17974" y="390151"/>
                </a:cubicBezTo>
                <a:cubicBezTo>
                  <a:pt x="12201" y="384378"/>
                  <a:pt x="7697" y="377949"/>
                  <a:pt x="4505" y="370253"/>
                </a:cubicBezTo>
                <a:cubicBezTo>
                  <a:pt x="1924" y="363190"/>
                  <a:pt x="0" y="355493"/>
                  <a:pt x="0" y="347163"/>
                </a:cubicBezTo>
                <a:lnTo>
                  <a:pt x="0" y="60962"/>
                </a:lnTo>
                <a:cubicBezTo>
                  <a:pt x="0" y="53265"/>
                  <a:pt x="1924" y="45569"/>
                  <a:pt x="4505" y="37872"/>
                </a:cubicBezTo>
                <a:cubicBezTo>
                  <a:pt x="7697" y="30175"/>
                  <a:pt x="12201" y="23746"/>
                  <a:pt x="17974" y="17974"/>
                </a:cubicBezTo>
                <a:cubicBezTo>
                  <a:pt x="23746" y="12201"/>
                  <a:pt x="30175" y="7697"/>
                  <a:pt x="37872" y="4505"/>
                </a:cubicBezTo>
                <a:cubicBezTo>
                  <a:pt x="45569" y="1290"/>
                  <a:pt x="53265" y="0"/>
                  <a:pt x="60962" y="0"/>
                </a:cubicBezTo>
                <a:close/>
              </a:path>
            </a:pathLst>
          </a:custGeom>
          <a:solidFill xmlns:a="http://schemas.openxmlformats.org/drawingml/2006/main">
            <a:srgbClr val="F19C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834CF7-0F0A-4FD6-8347-348EA56E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226" y="2259430"/>
            <a:ext cx="376659" cy="170684"/>
          </a:xfrm>
          <a:custGeom xmlns:a="http://schemas.openxmlformats.org/drawingml/2006/main">
            <a:pathLst>
              <a:path w="376659" h="170684">
                <a:moveTo>
                  <a:pt x="25670" y="0"/>
                </a:moveTo>
                <a:lnTo>
                  <a:pt x="351011" y="0"/>
                </a:lnTo>
                <a:cubicBezTo>
                  <a:pt x="354859" y="0"/>
                  <a:pt x="358051" y="634"/>
                  <a:pt x="361266" y="1924"/>
                </a:cubicBezTo>
                <a:cubicBezTo>
                  <a:pt x="364480" y="3214"/>
                  <a:pt x="367038" y="5139"/>
                  <a:pt x="369619" y="7697"/>
                </a:cubicBezTo>
                <a:cubicBezTo>
                  <a:pt x="371543" y="9621"/>
                  <a:pt x="373467" y="12835"/>
                  <a:pt x="374735" y="16050"/>
                </a:cubicBezTo>
                <a:cubicBezTo>
                  <a:pt x="376025" y="18608"/>
                  <a:pt x="376659" y="22456"/>
                  <a:pt x="376659" y="25670"/>
                </a:cubicBezTo>
                <a:lnTo>
                  <a:pt x="376659" y="145013"/>
                </a:lnTo>
                <a:cubicBezTo>
                  <a:pt x="376659" y="148228"/>
                  <a:pt x="376025" y="151442"/>
                  <a:pt x="374735" y="154657"/>
                </a:cubicBezTo>
                <a:cubicBezTo>
                  <a:pt x="373467" y="157849"/>
                  <a:pt x="371543" y="160429"/>
                  <a:pt x="369619" y="162987"/>
                </a:cubicBezTo>
                <a:cubicBezTo>
                  <a:pt x="367038" y="165545"/>
                  <a:pt x="364480" y="167469"/>
                  <a:pt x="361266" y="168760"/>
                </a:cubicBezTo>
                <a:cubicBezTo>
                  <a:pt x="358051" y="170050"/>
                  <a:pt x="354859" y="170684"/>
                  <a:pt x="351011" y="170684"/>
                </a:cubicBezTo>
                <a:lnTo>
                  <a:pt x="25670" y="170684"/>
                </a:lnTo>
                <a:cubicBezTo>
                  <a:pt x="22456" y="170684"/>
                  <a:pt x="19242" y="170050"/>
                  <a:pt x="16050" y="168760"/>
                </a:cubicBezTo>
                <a:cubicBezTo>
                  <a:pt x="12835" y="167469"/>
                  <a:pt x="9621" y="165545"/>
                  <a:pt x="7697" y="162987"/>
                </a:cubicBezTo>
                <a:cubicBezTo>
                  <a:pt x="5139" y="160429"/>
                  <a:pt x="3214" y="157849"/>
                  <a:pt x="1924" y="154657"/>
                </a:cubicBezTo>
                <a:cubicBezTo>
                  <a:pt x="634" y="151442"/>
                  <a:pt x="0" y="148228"/>
                  <a:pt x="0" y="145013"/>
                </a:cubicBezTo>
                <a:lnTo>
                  <a:pt x="0" y="25670"/>
                </a:lnTo>
                <a:cubicBezTo>
                  <a:pt x="0" y="22456"/>
                  <a:pt x="634" y="18608"/>
                  <a:pt x="1924" y="16050"/>
                </a:cubicBezTo>
                <a:cubicBezTo>
                  <a:pt x="3214" y="12835"/>
                  <a:pt x="5139" y="9621"/>
                  <a:pt x="7697" y="7697"/>
                </a:cubicBezTo>
                <a:cubicBezTo>
                  <a:pt x="9621" y="5139"/>
                  <a:pt x="12835" y="3214"/>
                  <a:pt x="16050" y="1924"/>
                </a:cubicBezTo>
                <a:cubicBezTo>
                  <a:pt x="19242" y="634"/>
                  <a:pt x="22456" y="0"/>
                  <a:pt x="25670" y="0"/>
                </a:cubicBezTo>
                <a:close/>
              </a:path>
            </a:pathLst>
          </a:custGeom>
          <a:solidFill xmlns:a="http://schemas.openxmlformats.org/drawingml/2006/main">
            <a:srgbClr val="9AC7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47EE5-D95A-44C0-9EF9-48CB3F2B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226" y="2259430"/>
            <a:ext cx="376659" cy="170684"/>
          </a:xfrm>
          <a:custGeom xmlns:a="http://schemas.openxmlformats.org/drawingml/2006/main">
            <a:pathLst>
              <a:path w="376659" h="170684" fill="none">
                <a:moveTo>
                  <a:pt x="25670" y="0"/>
                </a:moveTo>
                <a:lnTo>
                  <a:pt x="351011" y="0"/>
                </a:lnTo>
                <a:cubicBezTo>
                  <a:pt x="354859" y="0"/>
                  <a:pt x="358051" y="634"/>
                  <a:pt x="361266" y="1924"/>
                </a:cubicBezTo>
                <a:cubicBezTo>
                  <a:pt x="364480" y="3214"/>
                  <a:pt x="367038" y="5139"/>
                  <a:pt x="369619" y="7697"/>
                </a:cubicBezTo>
                <a:cubicBezTo>
                  <a:pt x="371543" y="9621"/>
                  <a:pt x="373467" y="12835"/>
                  <a:pt x="374735" y="16050"/>
                </a:cubicBezTo>
                <a:cubicBezTo>
                  <a:pt x="376025" y="18608"/>
                  <a:pt x="376659" y="22456"/>
                  <a:pt x="376659" y="25670"/>
                </a:cubicBezTo>
                <a:lnTo>
                  <a:pt x="376659" y="145013"/>
                </a:lnTo>
                <a:cubicBezTo>
                  <a:pt x="376659" y="148228"/>
                  <a:pt x="376025" y="151442"/>
                  <a:pt x="374735" y="154657"/>
                </a:cubicBezTo>
                <a:cubicBezTo>
                  <a:pt x="373467" y="157849"/>
                  <a:pt x="371543" y="160429"/>
                  <a:pt x="369619" y="162987"/>
                </a:cubicBezTo>
                <a:cubicBezTo>
                  <a:pt x="367038" y="165545"/>
                  <a:pt x="364480" y="167469"/>
                  <a:pt x="361266" y="168760"/>
                </a:cubicBezTo>
                <a:cubicBezTo>
                  <a:pt x="358051" y="170050"/>
                  <a:pt x="354859" y="170684"/>
                  <a:pt x="351011" y="170684"/>
                </a:cubicBezTo>
                <a:lnTo>
                  <a:pt x="25670" y="170684"/>
                </a:lnTo>
                <a:cubicBezTo>
                  <a:pt x="22456" y="170684"/>
                  <a:pt x="19242" y="170050"/>
                  <a:pt x="16050" y="168760"/>
                </a:cubicBezTo>
                <a:cubicBezTo>
                  <a:pt x="12835" y="167469"/>
                  <a:pt x="9621" y="165545"/>
                  <a:pt x="7697" y="162987"/>
                </a:cubicBezTo>
                <a:cubicBezTo>
                  <a:pt x="5139" y="160429"/>
                  <a:pt x="3214" y="157849"/>
                  <a:pt x="1924" y="154657"/>
                </a:cubicBezTo>
                <a:cubicBezTo>
                  <a:pt x="634" y="151442"/>
                  <a:pt x="0" y="148228"/>
                  <a:pt x="0" y="145013"/>
                </a:cubicBezTo>
                <a:lnTo>
                  <a:pt x="0" y="25670"/>
                </a:lnTo>
                <a:cubicBezTo>
                  <a:pt x="0" y="22456"/>
                  <a:pt x="634" y="18608"/>
                  <a:pt x="1924" y="16050"/>
                </a:cubicBezTo>
                <a:cubicBezTo>
                  <a:pt x="3214" y="12835"/>
                  <a:pt x="5139" y="9621"/>
                  <a:pt x="7697" y="7697"/>
                </a:cubicBezTo>
                <a:cubicBezTo>
                  <a:pt x="9621" y="5139"/>
                  <a:pt x="12835" y="3214"/>
                  <a:pt x="16050" y="1924"/>
                </a:cubicBezTo>
                <a:cubicBezTo>
                  <a:pt x="19242" y="634"/>
                  <a:pt x="22456" y="0"/>
                  <a:pt x="2567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9AC7BF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9B812-C6E4-4B53-B441-22E9E05D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061" y="2718239"/>
            <a:ext cx="376659" cy="170050"/>
          </a:xfrm>
          <a:custGeom xmlns:a="http://schemas.openxmlformats.org/drawingml/2006/main">
            <a:pathLst>
              <a:path w="376659" h="170050">
                <a:moveTo>
                  <a:pt x="25014" y="0"/>
                </a:moveTo>
                <a:lnTo>
                  <a:pt x="350988" y="0"/>
                </a:lnTo>
                <a:cubicBezTo>
                  <a:pt x="354203" y="0"/>
                  <a:pt x="357417" y="634"/>
                  <a:pt x="360632" y="1924"/>
                </a:cubicBezTo>
                <a:cubicBezTo>
                  <a:pt x="363824" y="3192"/>
                  <a:pt x="366404" y="5139"/>
                  <a:pt x="368962" y="7063"/>
                </a:cubicBezTo>
                <a:cubicBezTo>
                  <a:pt x="371520" y="9621"/>
                  <a:pt x="373444" y="12179"/>
                  <a:pt x="374735" y="15393"/>
                </a:cubicBezTo>
                <a:cubicBezTo>
                  <a:pt x="376025" y="18608"/>
                  <a:pt x="376659" y="21822"/>
                  <a:pt x="376659" y="25014"/>
                </a:cubicBezTo>
                <a:lnTo>
                  <a:pt x="376659" y="145013"/>
                </a:lnTo>
                <a:cubicBezTo>
                  <a:pt x="376659" y="148228"/>
                  <a:pt x="376025" y="151442"/>
                  <a:pt x="374735" y="154634"/>
                </a:cubicBezTo>
                <a:cubicBezTo>
                  <a:pt x="373444" y="157849"/>
                  <a:pt x="371520" y="160407"/>
                  <a:pt x="368962" y="162987"/>
                </a:cubicBezTo>
                <a:cubicBezTo>
                  <a:pt x="366404" y="165545"/>
                  <a:pt x="363824" y="166836"/>
                  <a:pt x="360632" y="168126"/>
                </a:cubicBezTo>
                <a:cubicBezTo>
                  <a:pt x="357417" y="169394"/>
                  <a:pt x="354203" y="170050"/>
                  <a:pt x="350988" y="170050"/>
                </a:cubicBezTo>
                <a:lnTo>
                  <a:pt x="25014" y="170050"/>
                </a:lnTo>
                <a:cubicBezTo>
                  <a:pt x="21822" y="170050"/>
                  <a:pt x="18608" y="169394"/>
                  <a:pt x="15393" y="168126"/>
                </a:cubicBezTo>
                <a:cubicBezTo>
                  <a:pt x="12179" y="166836"/>
                  <a:pt x="9621" y="165545"/>
                  <a:pt x="7063" y="162987"/>
                </a:cubicBezTo>
                <a:cubicBezTo>
                  <a:pt x="5139" y="160407"/>
                  <a:pt x="3214" y="157849"/>
                  <a:pt x="1924" y="154634"/>
                </a:cubicBezTo>
                <a:cubicBezTo>
                  <a:pt x="634" y="151442"/>
                  <a:pt x="0" y="148228"/>
                  <a:pt x="0" y="145013"/>
                </a:cubicBezTo>
                <a:lnTo>
                  <a:pt x="0" y="25014"/>
                </a:lnTo>
                <a:cubicBezTo>
                  <a:pt x="0" y="21822"/>
                  <a:pt x="634" y="18608"/>
                  <a:pt x="1924" y="15393"/>
                </a:cubicBezTo>
                <a:cubicBezTo>
                  <a:pt x="3214" y="12179"/>
                  <a:pt x="5139" y="9621"/>
                  <a:pt x="7063" y="7063"/>
                </a:cubicBezTo>
                <a:cubicBezTo>
                  <a:pt x="9621" y="5139"/>
                  <a:pt x="12179" y="3192"/>
                  <a:pt x="15393" y="1924"/>
                </a:cubicBezTo>
                <a:cubicBezTo>
                  <a:pt x="18608" y="634"/>
                  <a:pt x="21822" y="0"/>
                  <a:pt x="25014" y="0"/>
                </a:cubicBezTo>
                <a:close/>
              </a:path>
            </a:pathLst>
          </a:custGeom>
          <a:solidFill xmlns:a="http://schemas.openxmlformats.org/drawingml/2006/main">
            <a:srgbClr val="9AC7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8E4D0-9D30-4B13-B9DD-52E64958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061" y="2718239"/>
            <a:ext cx="376659" cy="170050"/>
          </a:xfrm>
          <a:custGeom xmlns:a="http://schemas.openxmlformats.org/drawingml/2006/main">
            <a:pathLst>
              <a:path w="376659" h="170050" fill="none">
                <a:moveTo>
                  <a:pt x="25014" y="0"/>
                </a:moveTo>
                <a:lnTo>
                  <a:pt x="350988" y="0"/>
                </a:lnTo>
                <a:cubicBezTo>
                  <a:pt x="354203" y="0"/>
                  <a:pt x="357417" y="634"/>
                  <a:pt x="360632" y="1924"/>
                </a:cubicBezTo>
                <a:cubicBezTo>
                  <a:pt x="363824" y="3192"/>
                  <a:pt x="366404" y="5139"/>
                  <a:pt x="368962" y="7063"/>
                </a:cubicBezTo>
                <a:cubicBezTo>
                  <a:pt x="371520" y="9621"/>
                  <a:pt x="373444" y="12179"/>
                  <a:pt x="374735" y="15393"/>
                </a:cubicBezTo>
                <a:cubicBezTo>
                  <a:pt x="376025" y="18608"/>
                  <a:pt x="376659" y="21822"/>
                  <a:pt x="376659" y="25014"/>
                </a:cubicBezTo>
                <a:lnTo>
                  <a:pt x="376659" y="145013"/>
                </a:lnTo>
                <a:cubicBezTo>
                  <a:pt x="376659" y="148228"/>
                  <a:pt x="376025" y="151442"/>
                  <a:pt x="374735" y="154634"/>
                </a:cubicBezTo>
                <a:cubicBezTo>
                  <a:pt x="373444" y="157849"/>
                  <a:pt x="371520" y="160407"/>
                  <a:pt x="368962" y="162987"/>
                </a:cubicBezTo>
                <a:cubicBezTo>
                  <a:pt x="366404" y="165545"/>
                  <a:pt x="363824" y="166836"/>
                  <a:pt x="360632" y="168126"/>
                </a:cubicBezTo>
                <a:cubicBezTo>
                  <a:pt x="357417" y="169394"/>
                  <a:pt x="354203" y="170050"/>
                  <a:pt x="350988" y="170050"/>
                </a:cubicBezTo>
                <a:lnTo>
                  <a:pt x="25014" y="170050"/>
                </a:lnTo>
                <a:cubicBezTo>
                  <a:pt x="21822" y="170050"/>
                  <a:pt x="18608" y="169394"/>
                  <a:pt x="15393" y="168126"/>
                </a:cubicBezTo>
                <a:cubicBezTo>
                  <a:pt x="12179" y="166836"/>
                  <a:pt x="9621" y="165545"/>
                  <a:pt x="7063" y="162987"/>
                </a:cubicBezTo>
                <a:cubicBezTo>
                  <a:pt x="5139" y="160407"/>
                  <a:pt x="3214" y="157849"/>
                  <a:pt x="1924" y="154634"/>
                </a:cubicBezTo>
                <a:cubicBezTo>
                  <a:pt x="634" y="151442"/>
                  <a:pt x="0" y="148228"/>
                  <a:pt x="0" y="145013"/>
                </a:cubicBezTo>
                <a:lnTo>
                  <a:pt x="0" y="25014"/>
                </a:lnTo>
                <a:cubicBezTo>
                  <a:pt x="0" y="21822"/>
                  <a:pt x="634" y="18608"/>
                  <a:pt x="1924" y="15393"/>
                </a:cubicBezTo>
                <a:cubicBezTo>
                  <a:pt x="3214" y="12179"/>
                  <a:pt x="5139" y="9621"/>
                  <a:pt x="7063" y="7063"/>
                </a:cubicBezTo>
                <a:cubicBezTo>
                  <a:pt x="9621" y="5139"/>
                  <a:pt x="12179" y="3192"/>
                  <a:pt x="15393" y="1924"/>
                </a:cubicBezTo>
                <a:cubicBezTo>
                  <a:pt x="18608" y="634"/>
                  <a:pt x="21822" y="0"/>
                  <a:pt x="2501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9AC7BF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835BD-6079-4410-B7A7-A9A10E8A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226" y="2038695"/>
            <a:ext cx="376659" cy="170684"/>
          </a:xfrm>
          <a:custGeom xmlns:a="http://schemas.openxmlformats.org/drawingml/2006/main">
            <a:pathLst>
              <a:path w="376659" h="170684">
                <a:moveTo>
                  <a:pt x="25670" y="0"/>
                </a:moveTo>
                <a:lnTo>
                  <a:pt x="351011" y="0"/>
                </a:lnTo>
                <a:cubicBezTo>
                  <a:pt x="354859" y="0"/>
                  <a:pt x="358051" y="634"/>
                  <a:pt x="361266" y="1924"/>
                </a:cubicBezTo>
                <a:cubicBezTo>
                  <a:pt x="364480" y="3214"/>
                  <a:pt x="367038" y="5139"/>
                  <a:pt x="369619" y="7697"/>
                </a:cubicBezTo>
                <a:cubicBezTo>
                  <a:pt x="371543" y="9621"/>
                  <a:pt x="373467" y="12835"/>
                  <a:pt x="374735" y="16050"/>
                </a:cubicBezTo>
                <a:cubicBezTo>
                  <a:pt x="376025" y="18608"/>
                  <a:pt x="376659" y="21822"/>
                  <a:pt x="376659" y="25670"/>
                </a:cubicBezTo>
                <a:lnTo>
                  <a:pt x="376659" y="145013"/>
                </a:lnTo>
                <a:cubicBezTo>
                  <a:pt x="376659" y="148228"/>
                  <a:pt x="376025" y="151442"/>
                  <a:pt x="374735" y="154634"/>
                </a:cubicBezTo>
                <a:cubicBezTo>
                  <a:pt x="373467" y="157849"/>
                  <a:pt x="371543" y="160407"/>
                  <a:pt x="369619" y="162987"/>
                </a:cubicBezTo>
                <a:cubicBezTo>
                  <a:pt x="367038" y="165545"/>
                  <a:pt x="364480" y="167469"/>
                  <a:pt x="361266" y="168760"/>
                </a:cubicBezTo>
                <a:cubicBezTo>
                  <a:pt x="358051" y="170050"/>
                  <a:pt x="354859" y="170684"/>
                  <a:pt x="351011" y="170684"/>
                </a:cubicBezTo>
                <a:lnTo>
                  <a:pt x="25670" y="170684"/>
                </a:lnTo>
                <a:cubicBezTo>
                  <a:pt x="22456" y="170684"/>
                  <a:pt x="19242" y="170050"/>
                  <a:pt x="16050" y="168760"/>
                </a:cubicBezTo>
                <a:cubicBezTo>
                  <a:pt x="12835" y="167469"/>
                  <a:pt x="9621" y="165545"/>
                  <a:pt x="7697" y="162987"/>
                </a:cubicBezTo>
                <a:cubicBezTo>
                  <a:pt x="5139" y="160407"/>
                  <a:pt x="3214" y="157849"/>
                  <a:pt x="1924" y="154634"/>
                </a:cubicBezTo>
                <a:cubicBezTo>
                  <a:pt x="634" y="151442"/>
                  <a:pt x="0" y="148228"/>
                  <a:pt x="0" y="145013"/>
                </a:cubicBezTo>
                <a:lnTo>
                  <a:pt x="0" y="25670"/>
                </a:lnTo>
                <a:cubicBezTo>
                  <a:pt x="0" y="21822"/>
                  <a:pt x="634" y="18608"/>
                  <a:pt x="1924" y="16050"/>
                </a:cubicBezTo>
                <a:cubicBezTo>
                  <a:pt x="3214" y="12835"/>
                  <a:pt x="5139" y="9621"/>
                  <a:pt x="7697" y="7697"/>
                </a:cubicBezTo>
                <a:cubicBezTo>
                  <a:pt x="9621" y="5139"/>
                  <a:pt x="12835" y="3214"/>
                  <a:pt x="16050" y="1924"/>
                </a:cubicBezTo>
                <a:cubicBezTo>
                  <a:pt x="19242" y="634"/>
                  <a:pt x="22456" y="0"/>
                  <a:pt x="25670" y="0"/>
                </a:cubicBezTo>
                <a:close/>
              </a:path>
            </a:pathLst>
          </a:custGeom>
          <a:solidFill xmlns:a="http://schemas.openxmlformats.org/drawingml/2006/main">
            <a:srgbClr val="FFB5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C95AAA-C3EE-4CE6-A44E-CB4D907E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226" y="2038695"/>
            <a:ext cx="376659" cy="170684"/>
          </a:xfrm>
          <a:custGeom xmlns:a="http://schemas.openxmlformats.org/drawingml/2006/main">
            <a:pathLst>
              <a:path w="376659" h="170684" fill="none">
                <a:moveTo>
                  <a:pt x="25670" y="0"/>
                </a:moveTo>
                <a:lnTo>
                  <a:pt x="351011" y="0"/>
                </a:lnTo>
                <a:cubicBezTo>
                  <a:pt x="354859" y="0"/>
                  <a:pt x="358051" y="634"/>
                  <a:pt x="361266" y="1924"/>
                </a:cubicBezTo>
                <a:cubicBezTo>
                  <a:pt x="364480" y="3214"/>
                  <a:pt x="367038" y="5139"/>
                  <a:pt x="369619" y="7697"/>
                </a:cubicBezTo>
                <a:cubicBezTo>
                  <a:pt x="371543" y="9621"/>
                  <a:pt x="373467" y="12835"/>
                  <a:pt x="374735" y="16050"/>
                </a:cubicBezTo>
                <a:cubicBezTo>
                  <a:pt x="376025" y="18608"/>
                  <a:pt x="376659" y="21822"/>
                  <a:pt x="376659" y="25670"/>
                </a:cubicBezTo>
                <a:lnTo>
                  <a:pt x="376659" y="145013"/>
                </a:lnTo>
                <a:cubicBezTo>
                  <a:pt x="376659" y="148228"/>
                  <a:pt x="376025" y="151442"/>
                  <a:pt x="374735" y="154634"/>
                </a:cubicBezTo>
                <a:cubicBezTo>
                  <a:pt x="373467" y="157849"/>
                  <a:pt x="371543" y="160407"/>
                  <a:pt x="369619" y="162987"/>
                </a:cubicBezTo>
                <a:cubicBezTo>
                  <a:pt x="367038" y="165545"/>
                  <a:pt x="364480" y="167469"/>
                  <a:pt x="361266" y="168760"/>
                </a:cubicBezTo>
                <a:cubicBezTo>
                  <a:pt x="358051" y="170050"/>
                  <a:pt x="354859" y="170684"/>
                  <a:pt x="351011" y="170684"/>
                </a:cubicBezTo>
                <a:lnTo>
                  <a:pt x="25670" y="170684"/>
                </a:lnTo>
                <a:cubicBezTo>
                  <a:pt x="22456" y="170684"/>
                  <a:pt x="19242" y="170050"/>
                  <a:pt x="16050" y="168760"/>
                </a:cubicBezTo>
                <a:cubicBezTo>
                  <a:pt x="12835" y="167469"/>
                  <a:pt x="9621" y="165545"/>
                  <a:pt x="7697" y="162987"/>
                </a:cubicBezTo>
                <a:cubicBezTo>
                  <a:pt x="5139" y="160407"/>
                  <a:pt x="3214" y="157849"/>
                  <a:pt x="1924" y="154634"/>
                </a:cubicBezTo>
                <a:cubicBezTo>
                  <a:pt x="634" y="151442"/>
                  <a:pt x="0" y="148228"/>
                  <a:pt x="0" y="145013"/>
                </a:cubicBezTo>
                <a:lnTo>
                  <a:pt x="0" y="25670"/>
                </a:lnTo>
                <a:cubicBezTo>
                  <a:pt x="0" y="21822"/>
                  <a:pt x="634" y="18608"/>
                  <a:pt x="1924" y="16050"/>
                </a:cubicBezTo>
                <a:cubicBezTo>
                  <a:pt x="3214" y="12835"/>
                  <a:pt x="5139" y="9621"/>
                  <a:pt x="7697" y="7697"/>
                </a:cubicBezTo>
                <a:cubicBezTo>
                  <a:pt x="9621" y="5139"/>
                  <a:pt x="12835" y="3214"/>
                  <a:pt x="16050" y="1924"/>
                </a:cubicBezTo>
                <a:cubicBezTo>
                  <a:pt x="19242" y="634"/>
                  <a:pt x="22456" y="0"/>
                  <a:pt x="2567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FFB570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ADEF8D-E271-42D9-BF8B-D09C752F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795" y="2259430"/>
            <a:ext cx="376659" cy="170684"/>
          </a:xfrm>
          <a:custGeom xmlns:a="http://schemas.openxmlformats.org/drawingml/2006/main">
            <a:pathLst>
              <a:path w="376659" h="170684">
                <a:moveTo>
                  <a:pt x="25037" y="0"/>
                </a:moveTo>
                <a:lnTo>
                  <a:pt x="351011" y="0"/>
                </a:lnTo>
                <a:cubicBezTo>
                  <a:pt x="354203" y="0"/>
                  <a:pt x="357417" y="634"/>
                  <a:pt x="360632" y="1924"/>
                </a:cubicBezTo>
                <a:cubicBezTo>
                  <a:pt x="363824" y="3214"/>
                  <a:pt x="366404" y="5139"/>
                  <a:pt x="368962" y="7697"/>
                </a:cubicBezTo>
                <a:cubicBezTo>
                  <a:pt x="371543" y="9621"/>
                  <a:pt x="373467" y="12835"/>
                  <a:pt x="374735" y="16050"/>
                </a:cubicBezTo>
                <a:cubicBezTo>
                  <a:pt x="376025" y="18608"/>
                  <a:pt x="376659" y="22456"/>
                  <a:pt x="376659" y="25670"/>
                </a:cubicBezTo>
                <a:lnTo>
                  <a:pt x="376659" y="145013"/>
                </a:lnTo>
                <a:cubicBezTo>
                  <a:pt x="376659" y="148228"/>
                  <a:pt x="376025" y="151442"/>
                  <a:pt x="374735" y="154657"/>
                </a:cubicBezTo>
                <a:cubicBezTo>
                  <a:pt x="373467" y="157849"/>
                  <a:pt x="371543" y="160429"/>
                  <a:pt x="368962" y="162987"/>
                </a:cubicBezTo>
                <a:cubicBezTo>
                  <a:pt x="366404" y="165545"/>
                  <a:pt x="363824" y="167469"/>
                  <a:pt x="360632" y="168760"/>
                </a:cubicBezTo>
                <a:cubicBezTo>
                  <a:pt x="357417" y="170050"/>
                  <a:pt x="354203" y="170684"/>
                  <a:pt x="351011" y="170684"/>
                </a:cubicBezTo>
                <a:lnTo>
                  <a:pt x="25037" y="170684"/>
                </a:lnTo>
                <a:cubicBezTo>
                  <a:pt x="21822" y="170684"/>
                  <a:pt x="18608" y="170050"/>
                  <a:pt x="15393" y="168760"/>
                </a:cubicBezTo>
                <a:cubicBezTo>
                  <a:pt x="12201" y="167469"/>
                  <a:pt x="9621" y="165545"/>
                  <a:pt x="7063" y="162987"/>
                </a:cubicBezTo>
                <a:cubicBezTo>
                  <a:pt x="5139" y="160429"/>
                  <a:pt x="3214" y="157849"/>
                  <a:pt x="1924" y="154657"/>
                </a:cubicBezTo>
                <a:cubicBezTo>
                  <a:pt x="634" y="151442"/>
                  <a:pt x="0" y="148228"/>
                  <a:pt x="0" y="145013"/>
                </a:cubicBezTo>
                <a:lnTo>
                  <a:pt x="0" y="25670"/>
                </a:lnTo>
                <a:cubicBezTo>
                  <a:pt x="0" y="22456"/>
                  <a:pt x="634" y="18608"/>
                  <a:pt x="1924" y="16050"/>
                </a:cubicBezTo>
                <a:cubicBezTo>
                  <a:pt x="3214" y="12835"/>
                  <a:pt x="5139" y="9621"/>
                  <a:pt x="7063" y="7697"/>
                </a:cubicBezTo>
                <a:cubicBezTo>
                  <a:pt x="9621" y="5139"/>
                  <a:pt x="12201" y="3214"/>
                  <a:pt x="15393" y="1924"/>
                </a:cubicBezTo>
                <a:cubicBezTo>
                  <a:pt x="18608" y="634"/>
                  <a:pt x="21822" y="0"/>
                  <a:pt x="25037" y="0"/>
                </a:cubicBezTo>
                <a:close/>
              </a:path>
            </a:pathLst>
          </a:custGeom>
          <a:solidFill xmlns:a="http://schemas.openxmlformats.org/drawingml/2006/main">
            <a:srgbClr val="EA6B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AFC61-2298-4397-BD64-9510F799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795" y="2259430"/>
            <a:ext cx="376659" cy="170684"/>
          </a:xfrm>
          <a:custGeom xmlns:a="http://schemas.openxmlformats.org/drawingml/2006/main">
            <a:pathLst>
              <a:path w="376659" h="170684" fill="none">
                <a:moveTo>
                  <a:pt x="25037" y="0"/>
                </a:moveTo>
                <a:lnTo>
                  <a:pt x="351011" y="0"/>
                </a:lnTo>
                <a:cubicBezTo>
                  <a:pt x="354203" y="0"/>
                  <a:pt x="357417" y="634"/>
                  <a:pt x="360632" y="1924"/>
                </a:cubicBezTo>
                <a:cubicBezTo>
                  <a:pt x="363824" y="3214"/>
                  <a:pt x="366404" y="5139"/>
                  <a:pt x="368962" y="7697"/>
                </a:cubicBezTo>
                <a:cubicBezTo>
                  <a:pt x="371543" y="9621"/>
                  <a:pt x="373467" y="12835"/>
                  <a:pt x="374735" y="16050"/>
                </a:cubicBezTo>
                <a:cubicBezTo>
                  <a:pt x="376025" y="18608"/>
                  <a:pt x="376659" y="22456"/>
                  <a:pt x="376659" y="25670"/>
                </a:cubicBezTo>
                <a:lnTo>
                  <a:pt x="376659" y="145013"/>
                </a:lnTo>
                <a:cubicBezTo>
                  <a:pt x="376659" y="148228"/>
                  <a:pt x="376025" y="151442"/>
                  <a:pt x="374735" y="154657"/>
                </a:cubicBezTo>
                <a:cubicBezTo>
                  <a:pt x="373467" y="157849"/>
                  <a:pt x="371543" y="160429"/>
                  <a:pt x="368962" y="162987"/>
                </a:cubicBezTo>
                <a:cubicBezTo>
                  <a:pt x="366404" y="165545"/>
                  <a:pt x="363824" y="167469"/>
                  <a:pt x="360632" y="168760"/>
                </a:cubicBezTo>
                <a:cubicBezTo>
                  <a:pt x="357417" y="170050"/>
                  <a:pt x="354203" y="170684"/>
                  <a:pt x="351011" y="170684"/>
                </a:cubicBezTo>
                <a:lnTo>
                  <a:pt x="25037" y="170684"/>
                </a:lnTo>
                <a:cubicBezTo>
                  <a:pt x="21822" y="170684"/>
                  <a:pt x="18608" y="170050"/>
                  <a:pt x="15393" y="168760"/>
                </a:cubicBezTo>
                <a:cubicBezTo>
                  <a:pt x="12201" y="167469"/>
                  <a:pt x="9621" y="165545"/>
                  <a:pt x="7063" y="162987"/>
                </a:cubicBezTo>
                <a:cubicBezTo>
                  <a:pt x="5139" y="160429"/>
                  <a:pt x="3214" y="157849"/>
                  <a:pt x="1924" y="154657"/>
                </a:cubicBezTo>
                <a:cubicBezTo>
                  <a:pt x="634" y="151442"/>
                  <a:pt x="0" y="148228"/>
                  <a:pt x="0" y="145013"/>
                </a:cubicBezTo>
                <a:lnTo>
                  <a:pt x="0" y="25670"/>
                </a:lnTo>
                <a:cubicBezTo>
                  <a:pt x="0" y="22456"/>
                  <a:pt x="634" y="18608"/>
                  <a:pt x="1924" y="16050"/>
                </a:cubicBezTo>
                <a:cubicBezTo>
                  <a:pt x="3214" y="12835"/>
                  <a:pt x="5139" y="9621"/>
                  <a:pt x="7063" y="7697"/>
                </a:cubicBezTo>
                <a:cubicBezTo>
                  <a:pt x="9621" y="5139"/>
                  <a:pt x="12201" y="3214"/>
                  <a:pt x="15393" y="1924"/>
                </a:cubicBezTo>
                <a:cubicBezTo>
                  <a:pt x="18608" y="634"/>
                  <a:pt x="21822" y="0"/>
                  <a:pt x="2503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EA6B66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3368E1-5C24-4D70-BC59-A05D5DEA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213" y="1155735"/>
            <a:ext cx="1703013" cy="204051"/>
          </a:xfrm>
          <a:custGeom xmlns:a="http://schemas.openxmlformats.org/drawingml/2006/main">
            <a:pathLst>
              <a:path w="1703013" h="204051">
                <a:moveTo>
                  <a:pt x="30786" y="0"/>
                </a:moveTo>
                <a:lnTo>
                  <a:pt x="1672226" y="0"/>
                </a:lnTo>
                <a:cubicBezTo>
                  <a:pt x="1676708" y="0"/>
                  <a:pt x="1680557" y="634"/>
                  <a:pt x="1684405" y="1924"/>
                </a:cubicBezTo>
                <a:cubicBezTo>
                  <a:pt x="1687620" y="3848"/>
                  <a:pt x="1691468" y="5772"/>
                  <a:pt x="1694026" y="8987"/>
                </a:cubicBezTo>
                <a:cubicBezTo>
                  <a:pt x="1697240" y="11545"/>
                  <a:pt x="1699164" y="14759"/>
                  <a:pt x="1700455" y="18608"/>
                </a:cubicBezTo>
                <a:cubicBezTo>
                  <a:pt x="1702379" y="23112"/>
                  <a:pt x="1703013" y="26961"/>
                  <a:pt x="1703013" y="30809"/>
                </a:cubicBezTo>
                <a:lnTo>
                  <a:pt x="1703013" y="173898"/>
                </a:lnTo>
                <a:cubicBezTo>
                  <a:pt x="1703013" y="177747"/>
                  <a:pt x="1702379" y="181595"/>
                  <a:pt x="1700455" y="185443"/>
                </a:cubicBezTo>
                <a:cubicBezTo>
                  <a:pt x="1699164" y="189292"/>
                  <a:pt x="1697240" y="192506"/>
                  <a:pt x="1694026" y="195064"/>
                </a:cubicBezTo>
                <a:cubicBezTo>
                  <a:pt x="1691468" y="198278"/>
                  <a:pt x="1687620" y="200203"/>
                  <a:pt x="1684405" y="202127"/>
                </a:cubicBezTo>
                <a:cubicBezTo>
                  <a:pt x="1680557" y="203417"/>
                  <a:pt x="1676708" y="204051"/>
                  <a:pt x="1672226" y="204051"/>
                </a:cubicBezTo>
                <a:lnTo>
                  <a:pt x="30786" y="204051"/>
                </a:lnTo>
                <a:cubicBezTo>
                  <a:pt x="26938" y="204051"/>
                  <a:pt x="23090" y="203417"/>
                  <a:pt x="19242" y="202127"/>
                </a:cubicBezTo>
                <a:cubicBezTo>
                  <a:pt x="15393" y="200203"/>
                  <a:pt x="12179" y="198278"/>
                  <a:pt x="8987" y="195064"/>
                </a:cubicBezTo>
                <a:cubicBezTo>
                  <a:pt x="6406" y="192506"/>
                  <a:pt x="3848" y="189292"/>
                  <a:pt x="2558" y="185443"/>
                </a:cubicBezTo>
                <a:cubicBezTo>
                  <a:pt x="1268" y="181595"/>
                  <a:pt x="0" y="177747"/>
                  <a:pt x="0" y="173898"/>
                </a:cubicBezTo>
                <a:lnTo>
                  <a:pt x="0" y="30809"/>
                </a:lnTo>
                <a:cubicBezTo>
                  <a:pt x="0" y="26961"/>
                  <a:pt x="1268" y="23112"/>
                  <a:pt x="2558" y="18608"/>
                </a:cubicBezTo>
                <a:cubicBezTo>
                  <a:pt x="3848" y="14759"/>
                  <a:pt x="6406" y="11545"/>
                  <a:pt x="8987" y="8987"/>
                </a:cubicBezTo>
                <a:cubicBezTo>
                  <a:pt x="12179" y="5772"/>
                  <a:pt x="15393" y="3848"/>
                  <a:pt x="19242" y="1924"/>
                </a:cubicBezTo>
                <a:cubicBezTo>
                  <a:pt x="23090" y="634"/>
                  <a:pt x="26938" y="0"/>
                  <a:pt x="30786" y="0"/>
                </a:cubicBezTo>
                <a:close/>
              </a:path>
            </a:pathLst>
          </a:custGeom>
          <a:solidFill xmlns:a="http://schemas.openxmlformats.org/drawingml/2006/main">
            <a:srgbClr val="CC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CD71C-EDB4-4F7F-BF6E-820226E7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213" y="1155735"/>
            <a:ext cx="1703013" cy="204051"/>
          </a:xfrm>
          <a:custGeom xmlns:a="http://schemas.openxmlformats.org/drawingml/2006/main">
            <a:pathLst>
              <a:path w="1703013" h="204051" fill="none">
                <a:moveTo>
                  <a:pt x="30786" y="0"/>
                </a:moveTo>
                <a:lnTo>
                  <a:pt x="1672226" y="0"/>
                </a:lnTo>
                <a:cubicBezTo>
                  <a:pt x="1676708" y="0"/>
                  <a:pt x="1680557" y="634"/>
                  <a:pt x="1684405" y="1924"/>
                </a:cubicBezTo>
                <a:cubicBezTo>
                  <a:pt x="1687620" y="3848"/>
                  <a:pt x="1691468" y="5772"/>
                  <a:pt x="1694026" y="8987"/>
                </a:cubicBezTo>
                <a:cubicBezTo>
                  <a:pt x="1697240" y="11545"/>
                  <a:pt x="1699164" y="14759"/>
                  <a:pt x="1700455" y="18608"/>
                </a:cubicBezTo>
                <a:cubicBezTo>
                  <a:pt x="1702379" y="23112"/>
                  <a:pt x="1703013" y="26961"/>
                  <a:pt x="1703013" y="30809"/>
                </a:cubicBezTo>
                <a:lnTo>
                  <a:pt x="1703013" y="173898"/>
                </a:lnTo>
                <a:cubicBezTo>
                  <a:pt x="1703013" y="177747"/>
                  <a:pt x="1702379" y="181595"/>
                  <a:pt x="1700455" y="185443"/>
                </a:cubicBezTo>
                <a:cubicBezTo>
                  <a:pt x="1699164" y="189292"/>
                  <a:pt x="1697240" y="192506"/>
                  <a:pt x="1694026" y="195064"/>
                </a:cubicBezTo>
                <a:cubicBezTo>
                  <a:pt x="1691468" y="198278"/>
                  <a:pt x="1687620" y="200203"/>
                  <a:pt x="1684405" y="202127"/>
                </a:cubicBezTo>
                <a:cubicBezTo>
                  <a:pt x="1680557" y="203417"/>
                  <a:pt x="1676708" y="204051"/>
                  <a:pt x="1672226" y="204051"/>
                </a:cubicBezTo>
                <a:lnTo>
                  <a:pt x="30786" y="204051"/>
                </a:lnTo>
                <a:cubicBezTo>
                  <a:pt x="26938" y="204051"/>
                  <a:pt x="23090" y="203417"/>
                  <a:pt x="19242" y="202127"/>
                </a:cubicBezTo>
                <a:cubicBezTo>
                  <a:pt x="15393" y="200203"/>
                  <a:pt x="12179" y="198278"/>
                  <a:pt x="8987" y="195064"/>
                </a:cubicBezTo>
                <a:cubicBezTo>
                  <a:pt x="6406" y="192506"/>
                  <a:pt x="3848" y="189292"/>
                  <a:pt x="2558" y="185443"/>
                </a:cubicBezTo>
                <a:cubicBezTo>
                  <a:pt x="1268" y="181595"/>
                  <a:pt x="0" y="177747"/>
                  <a:pt x="0" y="173898"/>
                </a:cubicBezTo>
                <a:lnTo>
                  <a:pt x="0" y="30809"/>
                </a:lnTo>
                <a:cubicBezTo>
                  <a:pt x="0" y="26961"/>
                  <a:pt x="1268" y="23112"/>
                  <a:pt x="2558" y="18608"/>
                </a:cubicBezTo>
                <a:cubicBezTo>
                  <a:pt x="3848" y="14759"/>
                  <a:pt x="6406" y="11545"/>
                  <a:pt x="8987" y="8987"/>
                </a:cubicBezTo>
                <a:cubicBezTo>
                  <a:pt x="12179" y="5772"/>
                  <a:pt x="15393" y="3848"/>
                  <a:pt x="19242" y="1924"/>
                </a:cubicBezTo>
                <a:cubicBezTo>
                  <a:pt x="23090" y="634"/>
                  <a:pt x="26938" y="0"/>
                  <a:pt x="3078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CCCCCC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4D59B4-09C7-4501-9CC7-0C601BAE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795" y="2038695"/>
            <a:ext cx="376659" cy="170684"/>
          </a:xfrm>
          <a:custGeom xmlns:a="http://schemas.openxmlformats.org/drawingml/2006/main">
            <a:pathLst>
              <a:path w="376659" h="170684">
                <a:moveTo>
                  <a:pt x="25037" y="0"/>
                </a:moveTo>
                <a:lnTo>
                  <a:pt x="351011" y="0"/>
                </a:lnTo>
                <a:cubicBezTo>
                  <a:pt x="354203" y="0"/>
                  <a:pt x="357417" y="634"/>
                  <a:pt x="360632" y="1924"/>
                </a:cubicBezTo>
                <a:cubicBezTo>
                  <a:pt x="363824" y="3214"/>
                  <a:pt x="366404" y="5139"/>
                  <a:pt x="368962" y="7697"/>
                </a:cubicBezTo>
                <a:cubicBezTo>
                  <a:pt x="371543" y="9621"/>
                  <a:pt x="373467" y="12835"/>
                  <a:pt x="374735" y="16050"/>
                </a:cubicBezTo>
                <a:cubicBezTo>
                  <a:pt x="376025" y="18608"/>
                  <a:pt x="376659" y="21822"/>
                  <a:pt x="376659" y="25670"/>
                </a:cubicBezTo>
                <a:lnTo>
                  <a:pt x="376659" y="145013"/>
                </a:lnTo>
                <a:cubicBezTo>
                  <a:pt x="376659" y="148228"/>
                  <a:pt x="376025" y="151442"/>
                  <a:pt x="374735" y="154634"/>
                </a:cubicBezTo>
                <a:cubicBezTo>
                  <a:pt x="373467" y="157849"/>
                  <a:pt x="371543" y="160407"/>
                  <a:pt x="368962" y="162987"/>
                </a:cubicBezTo>
                <a:cubicBezTo>
                  <a:pt x="366404" y="165545"/>
                  <a:pt x="363824" y="167469"/>
                  <a:pt x="360632" y="168760"/>
                </a:cubicBezTo>
                <a:cubicBezTo>
                  <a:pt x="357417" y="170050"/>
                  <a:pt x="354203" y="170684"/>
                  <a:pt x="351011" y="170684"/>
                </a:cubicBezTo>
                <a:lnTo>
                  <a:pt x="25037" y="170684"/>
                </a:lnTo>
                <a:cubicBezTo>
                  <a:pt x="21822" y="170684"/>
                  <a:pt x="18608" y="170050"/>
                  <a:pt x="15393" y="168760"/>
                </a:cubicBezTo>
                <a:cubicBezTo>
                  <a:pt x="12201" y="167469"/>
                  <a:pt x="9621" y="165545"/>
                  <a:pt x="7063" y="162987"/>
                </a:cubicBezTo>
                <a:cubicBezTo>
                  <a:pt x="5139" y="160407"/>
                  <a:pt x="3214" y="157849"/>
                  <a:pt x="1924" y="154634"/>
                </a:cubicBezTo>
                <a:cubicBezTo>
                  <a:pt x="634" y="151442"/>
                  <a:pt x="0" y="148228"/>
                  <a:pt x="0" y="145013"/>
                </a:cubicBezTo>
                <a:lnTo>
                  <a:pt x="0" y="25670"/>
                </a:lnTo>
                <a:cubicBezTo>
                  <a:pt x="0" y="21822"/>
                  <a:pt x="634" y="18608"/>
                  <a:pt x="1924" y="16050"/>
                </a:cubicBezTo>
                <a:cubicBezTo>
                  <a:pt x="3214" y="12835"/>
                  <a:pt x="5139" y="9621"/>
                  <a:pt x="7063" y="7697"/>
                </a:cubicBezTo>
                <a:cubicBezTo>
                  <a:pt x="9621" y="5139"/>
                  <a:pt x="12201" y="3214"/>
                  <a:pt x="15393" y="1924"/>
                </a:cubicBezTo>
                <a:cubicBezTo>
                  <a:pt x="18608" y="634"/>
                  <a:pt x="21822" y="0"/>
                  <a:pt x="25037" y="0"/>
                </a:cubicBezTo>
                <a:close/>
              </a:path>
            </a:pathLst>
          </a:custGeom>
          <a:solidFill xmlns:a="http://schemas.openxmlformats.org/drawingml/2006/main">
            <a:srgbClr val="EA6B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44B95-093D-4AE4-9807-2F78B315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795" y="2038695"/>
            <a:ext cx="376659" cy="170684"/>
          </a:xfrm>
          <a:custGeom xmlns:a="http://schemas.openxmlformats.org/drawingml/2006/main">
            <a:pathLst>
              <a:path w="376659" h="170684" fill="none">
                <a:moveTo>
                  <a:pt x="25037" y="0"/>
                </a:moveTo>
                <a:lnTo>
                  <a:pt x="351011" y="0"/>
                </a:lnTo>
                <a:cubicBezTo>
                  <a:pt x="354203" y="0"/>
                  <a:pt x="357417" y="634"/>
                  <a:pt x="360632" y="1924"/>
                </a:cubicBezTo>
                <a:cubicBezTo>
                  <a:pt x="363824" y="3214"/>
                  <a:pt x="366404" y="5139"/>
                  <a:pt x="368962" y="7697"/>
                </a:cubicBezTo>
                <a:cubicBezTo>
                  <a:pt x="371543" y="9621"/>
                  <a:pt x="373467" y="12835"/>
                  <a:pt x="374735" y="16050"/>
                </a:cubicBezTo>
                <a:cubicBezTo>
                  <a:pt x="376025" y="18608"/>
                  <a:pt x="376659" y="21822"/>
                  <a:pt x="376659" y="25670"/>
                </a:cubicBezTo>
                <a:lnTo>
                  <a:pt x="376659" y="145013"/>
                </a:lnTo>
                <a:cubicBezTo>
                  <a:pt x="376659" y="148228"/>
                  <a:pt x="376025" y="151442"/>
                  <a:pt x="374735" y="154634"/>
                </a:cubicBezTo>
                <a:cubicBezTo>
                  <a:pt x="373467" y="157849"/>
                  <a:pt x="371543" y="160407"/>
                  <a:pt x="368962" y="162987"/>
                </a:cubicBezTo>
                <a:cubicBezTo>
                  <a:pt x="366404" y="165545"/>
                  <a:pt x="363824" y="167469"/>
                  <a:pt x="360632" y="168760"/>
                </a:cubicBezTo>
                <a:cubicBezTo>
                  <a:pt x="357417" y="170050"/>
                  <a:pt x="354203" y="170684"/>
                  <a:pt x="351011" y="170684"/>
                </a:cubicBezTo>
                <a:lnTo>
                  <a:pt x="25037" y="170684"/>
                </a:lnTo>
                <a:cubicBezTo>
                  <a:pt x="21822" y="170684"/>
                  <a:pt x="18608" y="170050"/>
                  <a:pt x="15393" y="168760"/>
                </a:cubicBezTo>
                <a:cubicBezTo>
                  <a:pt x="12201" y="167469"/>
                  <a:pt x="9621" y="165545"/>
                  <a:pt x="7063" y="162987"/>
                </a:cubicBezTo>
                <a:cubicBezTo>
                  <a:pt x="5139" y="160407"/>
                  <a:pt x="3214" y="157849"/>
                  <a:pt x="1924" y="154634"/>
                </a:cubicBezTo>
                <a:cubicBezTo>
                  <a:pt x="634" y="151442"/>
                  <a:pt x="0" y="148228"/>
                  <a:pt x="0" y="145013"/>
                </a:cubicBezTo>
                <a:lnTo>
                  <a:pt x="0" y="25670"/>
                </a:lnTo>
                <a:cubicBezTo>
                  <a:pt x="0" y="21822"/>
                  <a:pt x="634" y="18608"/>
                  <a:pt x="1924" y="16050"/>
                </a:cubicBezTo>
                <a:cubicBezTo>
                  <a:pt x="3214" y="12835"/>
                  <a:pt x="5139" y="9621"/>
                  <a:pt x="7063" y="7697"/>
                </a:cubicBezTo>
                <a:cubicBezTo>
                  <a:pt x="9621" y="5139"/>
                  <a:pt x="12201" y="3214"/>
                  <a:pt x="15393" y="1924"/>
                </a:cubicBezTo>
                <a:cubicBezTo>
                  <a:pt x="18608" y="634"/>
                  <a:pt x="21822" y="0"/>
                  <a:pt x="2503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EA6B66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F1519-4C47-469A-8A06-F0371244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063" y="3273278"/>
            <a:ext cx="4484729" cy="131544"/>
          </a:xfrm>
          <a:custGeom xmlns:a="http://schemas.openxmlformats.org/drawingml/2006/main">
            <a:pathLst>
              <a:path w="4484729" h="131544">
                <a:moveTo>
                  <a:pt x="0" y="0"/>
                </a:moveTo>
                <a:lnTo>
                  <a:pt x="0" y="131544"/>
                </a:lnTo>
                <a:lnTo>
                  <a:pt x="0" y="0"/>
                </a:lnTo>
                <a:close/>
                <a:moveTo>
                  <a:pt x="4484729" y="0"/>
                </a:moveTo>
                <a:lnTo>
                  <a:pt x="4484729" y="131544"/>
                </a:lnTo>
                <a:lnTo>
                  <a:pt x="4484729" y="0"/>
                </a:lnTo>
                <a:close/>
                <a:moveTo>
                  <a:pt x="0" y="65467"/>
                </a:moveTo>
                <a:lnTo>
                  <a:pt x="4484729" y="65467"/>
                </a:lnTo>
                <a:lnTo>
                  <a:pt x="0" y="65467"/>
                </a:lnTo>
                <a:close/>
              </a:path>
            </a:pathLst>
          </a:custGeom>
          <a:solidFill xmlns:a="http://schemas.openxmlformats.org/drawingml/2006/main">
            <a:srgbClr val="F2CC8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5C2600-87C1-47B9-986F-109E7D4F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063" y="3273278"/>
            <a:ext cx="10" cy="131544"/>
          </a:xfrm>
          <a:custGeom xmlns:a="http://schemas.openxmlformats.org/drawingml/2006/main">
            <a:pathLst>
              <a:path w="1" h="131544" fill="none">
                <a:moveTo>
                  <a:pt x="0" y="0"/>
                </a:moveTo>
                <a:lnTo>
                  <a:pt x="0" y="131544"/>
                </a:lnTo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999999"/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3EBF6-0690-4768-ABF0-BB545093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792" y="3273278"/>
            <a:ext cx="10" cy="131544"/>
          </a:xfrm>
          <a:custGeom xmlns:a="http://schemas.openxmlformats.org/drawingml/2006/main">
            <a:pathLst>
              <a:path w="1" h="131544" fill="none">
                <a:moveTo>
                  <a:pt x="0" y="0"/>
                </a:moveTo>
                <a:lnTo>
                  <a:pt x="0" y="131544"/>
                </a:lnTo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999999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CCF62-B5F8-4D3A-B528-3223C1B0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063" y="3338745"/>
            <a:ext cx="4484729" cy="10"/>
          </a:xfrm>
          <a:custGeom xmlns:a="http://schemas.openxmlformats.org/drawingml/2006/main">
            <a:pathLst>
              <a:path w="4484729" h="1" fill="none">
                <a:moveTo>
                  <a:pt x="0" y="0"/>
                </a:moveTo>
                <a:lnTo>
                  <a:pt x="44847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999999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0440F5-274C-43AF-A02C-B854B46F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137" y="3180240"/>
            <a:ext cx="1971263" cy="323416"/>
          </a:xfrm>
          <a:custGeom xmlns:a="http://schemas.openxmlformats.org/drawingml/2006/main">
            <a:pathLst>
              <a:path w="1971263" h="323416">
                <a:moveTo>
                  <a:pt x="0" y="0"/>
                </a:moveTo>
                <a:lnTo>
                  <a:pt x="1971263" y="0"/>
                </a:lnTo>
                <a:lnTo>
                  <a:pt x="1971263" y="323416"/>
                </a:lnTo>
                <a:lnTo>
                  <a:pt x="0" y="3234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FineIBTWindow">
            <a:extLst xmlns:a="http://schemas.openxmlformats.org/drawingml/2006/main">
              <a:ext uri="{FF2B5EF4-FFF2-40B4-BE49-F238E27FC236}">
                <a16:creationId xmlns:a16="http://schemas.microsoft.com/office/drawing/2014/main" id="{12195E87-22C6-4852-BF26-7A9D9B67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143" y="3282224"/>
            <a:ext cx="1686484" cy="160586"/>
          </a:xfrm>
          <a:custGeom xmlns:a="http://schemas.openxmlformats.org/drawingml/2006/main">
            <a:pathLst>
              <a:path w="1686484" h="160586">
                <a:moveTo>
                  <a:pt x="169691" y="26020"/>
                </a:moveTo>
                <a:lnTo>
                  <a:pt x="170207" y="25966"/>
                </a:lnTo>
                <a:lnTo>
                  <a:pt x="170714" y="25900"/>
                </a:lnTo>
                <a:lnTo>
                  <a:pt x="171210" y="25822"/>
                </a:lnTo>
                <a:lnTo>
                  <a:pt x="171697" y="25731"/>
                </a:lnTo>
                <a:lnTo>
                  <a:pt x="172173" y="25629"/>
                </a:lnTo>
                <a:lnTo>
                  <a:pt x="172640" y="25514"/>
                </a:lnTo>
                <a:lnTo>
                  <a:pt x="173097" y="25388"/>
                </a:lnTo>
                <a:lnTo>
                  <a:pt x="173544" y="25249"/>
                </a:lnTo>
                <a:lnTo>
                  <a:pt x="173981" y="25099"/>
                </a:lnTo>
                <a:lnTo>
                  <a:pt x="174408" y="24936"/>
                </a:lnTo>
                <a:lnTo>
                  <a:pt x="174825" y="24762"/>
                </a:lnTo>
                <a:lnTo>
                  <a:pt x="175233" y="24575"/>
                </a:lnTo>
                <a:lnTo>
                  <a:pt x="175630" y="24376"/>
                </a:lnTo>
                <a:lnTo>
                  <a:pt x="176018" y="24166"/>
                </a:lnTo>
                <a:lnTo>
                  <a:pt x="176395" y="23943"/>
                </a:lnTo>
                <a:lnTo>
                  <a:pt x="176763" y="23708"/>
                </a:lnTo>
                <a:lnTo>
                  <a:pt x="177120" y="23461"/>
                </a:lnTo>
                <a:lnTo>
                  <a:pt x="177468" y="23202"/>
                </a:lnTo>
                <a:lnTo>
                  <a:pt x="177806" y="22931"/>
                </a:lnTo>
                <a:lnTo>
                  <a:pt x="178134" y="22648"/>
                </a:lnTo>
                <a:lnTo>
                  <a:pt x="178451" y="22355"/>
                </a:lnTo>
                <a:lnTo>
                  <a:pt x="178754" y="22053"/>
                </a:lnTo>
                <a:lnTo>
                  <a:pt x="179043" y="21743"/>
                </a:lnTo>
                <a:lnTo>
                  <a:pt x="179320" y="21424"/>
                </a:lnTo>
                <a:lnTo>
                  <a:pt x="179582" y="21097"/>
                </a:lnTo>
                <a:lnTo>
                  <a:pt x="179831" y="20761"/>
                </a:lnTo>
                <a:lnTo>
                  <a:pt x="180067" y="20416"/>
                </a:lnTo>
                <a:lnTo>
                  <a:pt x="180289" y="20063"/>
                </a:lnTo>
                <a:lnTo>
                  <a:pt x="180498" y="19702"/>
                </a:lnTo>
                <a:lnTo>
                  <a:pt x="180694" y="19332"/>
                </a:lnTo>
                <a:lnTo>
                  <a:pt x="180875" y="18954"/>
                </a:lnTo>
                <a:lnTo>
                  <a:pt x="181044" y="18567"/>
                </a:lnTo>
                <a:lnTo>
                  <a:pt x="181199" y="18172"/>
                </a:lnTo>
                <a:lnTo>
                  <a:pt x="181340" y="17768"/>
                </a:lnTo>
                <a:lnTo>
                  <a:pt x="181468" y="17355"/>
                </a:lnTo>
                <a:lnTo>
                  <a:pt x="181583" y="16934"/>
                </a:lnTo>
                <a:lnTo>
                  <a:pt x="181684" y="16505"/>
                </a:lnTo>
                <a:lnTo>
                  <a:pt x="181771" y="16067"/>
                </a:lnTo>
                <a:lnTo>
                  <a:pt x="181845" y="15621"/>
                </a:lnTo>
                <a:lnTo>
                  <a:pt x="181906" y="15166"/>
                </a:lnTo>
                <a:lnTo>
                  <a:pt x="181953" y="14702"/>
                </a:lnTo>
                <a:lnTo>
                  <a:pt x="181987" y="14230"/>
                </a:lnTo>
                <a:lnTo>
                  <a:pt x="182007" y="13750"/>
                </a:lnTo>
                <a:lnTo>
                  <a:pt x="182014" y="13261"/>
                </a:lnTo>
                <a:lnTo>
                  <a:pt x="182007" y="12755"/>
                </a:lnTo>
                <a:lnTo>
                  <a:pt x="181987" y="12258"/>
                </a:lnTo>
                <a:lnTo>
                  <a:pt x="181953" y="11770"/>
                </a:lnTo>
                <a:lnTo>
                  <a:pt x="181906" y="11291"/>
                </a:lnTo>
                <a:lnTo>
                  <a:pt x="181845" y="10821"/>
                </a:lnTo>
                <a:lnTo>
                  <a:pt x="181771" y="10360"/>
                </a:lnTo>
                <a:lnTo>
                  <a:pt x="181684" y="9907"/>
                </a:lnTo>
                <a:lnTo>
                  <a:pt x="181583" y="9464"/>
                </a:lnTo>
                <a:lnTo>
                  <a:pt x="181468" y="9029"/>
                </a:lnTo>
                <a:lnTo>
                  <a:pt x="181340" y="8603"/>
                </a:lnTo>
                <a:lnTo>
                  <a:pt x="181199" y="8186"/>
                </a:lnTo>
                <a:lnTo>
                  <a:pt x="181044" y="7778"/>
                </a:lnTo>
                <a:lnTo>
                  <a:pt x="180875" y="7378"/>
                </a:lnTo>
                <a:lnTo>
                  <a:pt x="180694" y="6988"/>
                </a:lnTo>
                <a:lnTo>
                  <a:pt x="180498" y="6606"/>
                </a:lnTo>
                <a:lnTo>
                  <a:pt x="180289" y="6234"/>
                </a:lnTo>
                <a:lnTo>
                  <a:pt x="180067" y="5870"/>
                </a:lnTo>
                <a:lnTo>
                  <a:pt x="179831" y="5515"/>
                </a:lnTo>
                <a:lnTo>
                  <a:pt x="179582" y="5169"/>
                </a:lnTo>
                <a:lnTo>
                  <a:pt x="179320" y="4832"/>
                </a:lnTo>
                <a:lnTo>
                  <a:pt x="179043" y="4503"/>
                </a:lnTo>
                <a:lnTo>
                  <a:pt x="178754" y="4184"/>
                </a:lnTo>
                <a:lnTo>
                  <a:pt x="178451" y="3873"/>
                </a:lnTo>
                <a:lnTo>
                  <a:pt x="178134" y="3571"/>
                </a:lnTo>
                <a:lnTo>
                  <a:pt x="177806" y="3280"/>
                </a:lnTo>
                <a:lnTo>
                  <a:pt x="177468" y="3001"/>
                </a:lnTo>
                <a:lnTo>
                  <a:pt x="177120" y="2734"/>
                </a:lnTo>
                <a:lnTo>
                  <a:pt x="176763" y="2480"/>
                </a:lnTo>
                <a:lnTo>
                  <a:pt x="176395" y="2238"/>
                </a:lnTo>
                <a:lnTo>
                  <a:pt x="176018" y="2009"/>
                </a:lnTo>
                <a:lnTo>
                  <a:pt x="175630" y="1792"/>
                </a:lnTo>
                <a:lnTo>
                  <a:pt x="175233" y="1587"/>
                </a:lnTo>
                <a:lnTo>
                  <a:pt x="174825" y="1395"/>
                </a:lnTo>
                <a:lnTo>
                  <a:pt x="174408" y="1215"/>
                </a:lnTo>
                <a:lnTo>
                  <a:pt x="173981" y="1048"/>
                </a:lnTo>
                <a:lnTo>
                  <a:pt x="173544" y="893"/>
                </a:lnTo>
                <a:lnTo>
                  <a:pt x="173097" y="750"/>
                </a:lnTo>
                <a:lnTo>
                  <a:pt x="172640" y="620"/>
                </a:lnTo>
                <a:lnTo>
                  <a:pt x="172173" y="502"/>
                </a:lnTo>
                <a:lnTo>
                  <a:pt x="171697" y="397"/>
                </a:lnTo>
                <a:lnTo>
                  <a:pt x="171210" y="304"/>
                </a:lnTo>
                <a:lnTo>
                  <a:pt x="170714" y="223"/>
                </a:lnTo>
                <a:lnTo>
                  <a:pt x="170207" y="155"/>
                </a:lnTo>
                <a:lnTo>
                  <a:pt x="169691" y="99"/>
                </a:lnTo>
                <a:lnTo>
                  <a:pt x="169164" y="56"/>
                </a:lnTo>
                <a:lnTo>
                  <a:pt x="168628" y="25"/>
                </a:lnTo>
                <a:lnTo>
                  <a:pt x="168082" y="6"/>
                </a:lnTo>
                <a:lnTo>
                  <a:pt x="167526" y="0"/>
                </a:lnTo>
                <a:lnTo>
                  <a:pt x="166970" y="6"/>
                </a:lnTo>
                <a:lnTo>
                  <a:pt x="166424" y="25"/>
                </a:lnTo>
                <a:lnTo>
                  <a:pt x="165887" y="56"/>
                </a:lnTo>
                <a:lnTo>
                  <a:pt x="165361" y="99"/>
                </a:lnTo>
                <a:lnTo>
                  <a:pt x="164844" y="155"/>
                </a:lnTo>
                <a:lnTo>
                  <a:pt x="164338" y="223"/>
                </a:lnTo>
                <a:lnTo>
                  <a:pt x="163841" y="304"/>
                </a:lnTo>
                <a:lnTo>
                  <a:pt x="163354" y="397"/>
                </a:lnTo>
                <a:lnTo>
                  <a:pt x="162877" y="502"/>
                </a:lnTo>
                <a:lnTo>
                  <a:pt x="162410" y="620"/>
                </a:lnTo>
                <a:lnTo>
                  <a:pt x="161953" y="750"/>
                </a:lnTo>
                <a:lnTo>
                  <a:pt x="161506" y="893"/>
                </a:lnTo>
                <a:lnTo>
                  <a:pt x="161069" y="1048"/>
                </a:lnTo>
                <a:lnTo>
                  <a:pt x="160642" y="1215"/>
                </a:lnTo>
                <a:lnTo>
                  <a:pt x="160224" y="1395"/>
                </a:lnTo>
                <a:lnTo>
                  <a:pt x="159817" y="1587"/>
                </a:lnTo>
                <a:lnTo>
                  <a:pt x="159420" y="1792"/>
                </a:lnTo>
                <a:lnTo>
                  <a:pt x="159032" y="2009"/>
                </a:lnTo>
                <a:lnTo>
                  <a:pt x="158654" y="2238"/>
                </a:lnTo>
                <a:lnTo>
                  <a:pt x="158287" y="2480"/>
                </a:lnTo>
                <a:lnTo>
                  <a:pt x="157929" y="2734"/>
                </a:lnTo>
                <a:lnTo>
                  <a:pt x="157581" y="3001"/>
                </a:lnTo>
                <a:lnTo>
                  <a:pt x="157243" y="3280"/>
                </a:lnTo>
                <a:lnTo>
                  <a:pt x="156915" y="3571"/>
                </a:lnTo>
                <a:lnTo>
                  <a:pt x="156599" y="3873"/>
                </a:lnTo>
                <a:lnTo>
                  <a:pt x="156296" y="4184"/>
                </a:lnTo>
                <a:lnTo>
                  <a:pt x="156007" y="4503"/>
                </a:lnTo>
                <a:lnTo>
                  <a:pt x="155731" y="4832"/>
                </a:lnTo>
                <a:lnTo>
                  <a:pt x="155468" y="5169"/>
                </a:lnTo>
                <a:lnTo>
                  <a:pt x="155219" y="5515"/>
                </a:lnTo>
                <a:lnTo>
                  <a:pt x="154984" y="5870"/>
                </a:lnTo>
                <a:lnTo>
                  <a:pt x="154762" y="6234"/>
                </a:lnTo>
                <a:lnTo>
                  <a:pt x="154553" y="6606"/>
                </a:lnTo>
                <a:lnTo>
                  <a:pt x="154358" y="6988"/>
                </a:lnTo>
                <a:lnTo>
                  <a:pt x="154176" y="7378"/>
                </a:lnTo>
                <a:lnTo>
                  <a:pt x="154008" y="7778"/>
                </a:lnTo>
                <a:lnTo>
                  <a:pt x="153853" y="8186"/>
                </a:lnTo>
                <a:lnTo>
                  <a:pt x="153712" y="8603"/>
                </a:lnTo>
                <a:lnTo>
                  <a:pt x="153584" y="9029"/>
                </a:lnTo>
                <a:lnTo>
                  <a:pt x="153469" y="9464"/>
                </a:lnTo>
                <a:lnTo>
                  <a:pt x="153369" y="9907"/>
                </a:lnTo>
                <a:lnTo>
                  <a:pt x="153281" y="10360"/>
                </a:lnTo>
                <a:lnTo>
                  <a:pt x="153207" y="10821"/>
                </a:lnTo>
                <a:lnTo>
                  <a:pt x="153146" y="11291"/>
                </a:lnTo>
                <a:lnTo>
                  <a:pt x="153099" y="11770"/>
                </a:lnTo>
                <a:lnTo>
                  <a:pt x="153066" y="12258"/>
                </a:lnTo>
                <a:lnTo>
                  <a:pt x="153046" y="12755"/>
                </a:lnTo>
                <a:lnTo>
                  <a:pt x="153039" y="13261"/>
                </a:lnTo>
                <a:lnTo>
                  <a:pt x="153046" y="13750"/>
                </a:lnTo>
                <a:lnTo>
                  <a:pt x="153066" y="14230"/>
                </a:lnTo>
                <a:lnTo>
                  <a:pt x="153099" y="14702"/>
                </a:lnTo>
                <a:lnTo>
                  <a:pt x="153146" y="15166"/>
                </a:lnTo>
                <a:lnTo>
                  <a:pt x="153207" y="15621"/>
                </a:lnTo>
                <a:lnTo>
                  <a:pt x="153281" y="16067"/>
                </a:lnTo>
                <a:lnTo>
                  <a:pt x="153369" y="16505"/>
                </a:lnTo>
                <a:lnTo>
                  <a:pt x="153469" y="16934"/>
                </a:lnTo>
                <a:lnTo>
                  <a:pt x="153584" y="17355"/>
                </a:lnTo>
                <a:lnTo>
                  <a:pt x="153712" y="17768"/>
                </a:lnTo>
                <a:lnTo>
                  <a:pt x="153853" y="18172"/>
                </a:lnTo>
                <a:lnTo>
                  <a:pt x="154008" y="18567"/>
                </a:lnTo>
                <a:lnTo>
                  <a:pt x="154176" y="18954"/>
                </a:lnTo>
                <a:lnTo>
                  <a:pt x="154358" y="19332"/>
                </a:lnTo>
                <a:lnTo>
                  <a:pt x="154553" y="19702"/>
                </a:lnTo>
                <a:lnTo>
                  <a:pt x="154762" y="20063"/>
                </a:lnTo>
                <a:lnTo>
                  <a:pt x="154984" y="20416"/>
                </a:lnTo>
                <a:lnTo>
                  <a:pt x="155219" y="20761"/>
                </a:lnTo>
                <a:lnTo>
                  <a:pt x="155468" y="21097"/>
                </a:lnTo>
                <a:lnTo>
                  <a:pt x="155731" y="21424"/>
                </a:lnTo>
                <a:lnTo>
                  <a:pt x="156007" y="21743"/>
                </a:lnTo>
                <a:lnTo>
                  <a:pt x="156296" y="22053"/>
                </a:lnTo>
                <a:lnTo>
                  <a:pt x="156599" y="22355"/>
                </a:lnTo>
                <a:lnTo>
                  <a:pt x="156915" y="22648"/>
                </a:lnTo>
                <a:lnTo>
                  <a:pt x="157243" y="22931"/>
                </a:lnTo>
                <a:lnTo>
                  <a:pt x="157581" y="23202"/>
                </a:lnTo>
                <a:lnTo>
                  <a:pt x="157929" y="23461"/>
                </a:lnTo>
                <a:lnTo>
                  <a:pt x="158287" y="23708"/>
                </a:lnTo>
                <a:lnTo>
                  <a:pt x="158654" y="23943"/>
                </a:lnTo>
                <a:lnTo>
                  <a:pt x="159032" y="24166"/>
                </a:lnTo>
                <a:lnTo>
                  <a:pt x="159420" y="24376"/>
                </a:lnTo>
                <a:lnTo>
                  <a:pt x="159817" y="24575"/>
                </a:lnTo>
                <a:lnTo>
                  <a:pt x="160224" y="24762"/>
                </a:lnTo>
                <a:lnTo>
                  <a:pt x="160642" y="24936"/>
                </a:lnTo>
                <a:lnTo>
                  <a:pt x="161069" y="25099"/>
                </a:lnTo>
                <a:lnTo>
                  <a:pt x="161506" y="25249"/>
                </a:lnTo>
                <a:lnTo>
                  <a:pt x="161953" y="25388"/>
                </a:lnTo>
                <a:lnTo>
                  <a:pt x="162410" y="25514"/>
                </a:lnTo>
                <a:lnTo>
                  <a:pt x="162877" y="25629"/>
                </a:lnTo>
                <a:lnTo>
                  <a:pt x="163354" y="25731"/>
                </a:lnTo>
                <a:lnTo>
                  <a:pt x="163841" y="25822"/>
                </a:lnTo>
                <a:lnTo>
                  <a:pt x="164338" y="25900"/>
                </a:lnTo>
                <a:lnTo>
                  <a:pt x="164844" y="25966"/>
                </a:lnTo>
                <a:lnTo>
                  <a:pt x="165361" y="26020"/>
                </a:lnTo>
                <a:lnTo>
                  <a:pt x="165887" y="26062"/>
                </a:lnTo>
                <a:lnTo>
                  <a:pt x="166424" y="26093"/>
                </a:lnTo>
                <a:lnTo>
                  <a:pt x="166970" y="26111"/>
                </a:lnTo>
                <a:lnTo>
                  <a:pt x="167526" y="26117"/>
                </a:lnTo>
                <a:lnTo>
                  <a:pt x="168082" y="26111"/>
                </a:lnTo>
                <a:lnTo>
                  <a:pt x="168628" y="26093"/>
                </a:lnTo>
                <a:lnTo>
                  <a:pt x="169164" y="26062"/>
                </a:lnTo>
                <a:lnTo>
                  <a:pt x="169691" y="26020"/>
                </a:lnTo>
                <a:close/>
                <a:moveTo>
                  <a:pt x="17956" y="75700"/>
                </a:moveTo>
                <a:lnTo>
                  <a:pt x="17956" y="26117"/>
                </a:lnTo>
                <a:lnTo>
                  <a:pt x="87740" y="26117"/>
                </a:lnTo>
                <a:lnTo>
                  <a:pt x="87740" y="9384"/>
                </a:lnTo>
                <a:lnTo>
                  <a:pt x="0" y="9384"/>
                </a:lnTo>
                <a:lnTo>
                  <a:pt x="0" y="158546"/>
                </a:lnTo>
                <a:lnTo>
                  <a:pt x="18364" y="158546"/>
                </a:lnTo>
                <a:lnTo>
                  <a:pt x="18364" y="92433"/>
                </a:lnTo>
                <a:lnTo>
                  <a:pt x="82435" y="92433"/>
                </a:lnTo>
                <a:lnTo>
                  <a:pt x="82435" y="75700"/>
                </a:lnTo>
                <a:lnTo>
                  <a:pt x="17956" y="75700"/>
                </a:lnTo>
                <a:close/>
                <a:moveTo>
                  <a:pt x="725809" y="9384"/>
                </a:moveTo>
                <a:lnTo>
                  <a:pt x="725809" y="26117"/>
                </a:lnTo>
                <a:lnTo>
                  <a:pt x="766621" y="26117"/>
                </a:lnTo>
                <a:lnTo>
                  <a:pt x="766621" y="158546"/>
                </a:lnTo>
                <a:lnTo>
                  <a:pt x="784985" y="158546"/>
                </a:lnTo>
                <a:lnTo>
                  <a:pt x="784985" y="26117"/>
                </a:lnTo>
                <a:lnTo>
                  <a:pt x="825795" y="26117"/>
                </a:lnTo>
                <a:lnTo>
                  <a:pt x="825795" y="9384"/>
                </a:lnTo>
                <a:lnTo>
                  <a:pt x="725809" y="9384"/>
                </a:lnTo>
                <a:close/>
                <a:moveTo>
                  <a:pt x="540530" y="26322"/>
                </a:moveTo>
                <a:lnTo>
                  <a:pt x="570934" y="26322"/>
                </a:lnTo>
                <a:lnTo>
                  <a:pt x="570934" y="9590"/>
                </a:lnTo>
                <a:lnTo>
                  <a:pt x="491354" y="9590"/>
                </a:lnTo>
                <a:lnTo>
                  <a:pt x="491354" y="26322"/>
                </a:lnTo>
                <a:lnTo>
                  <a:pt x="521758" y="26322"/>
                </a:lnTo>
                <a:lnTo>
                  <a:pt x="521758" y="141814"/>
                </a:lnTo>
                <a:lnTo>
                  <a:pt x="491354" y="141814"/>
                </a:lnTo>
                <a:lnTo>
                  <a:pt x="491354" y="158546"/>
                </a:lnTo>
                <a:lnTo>
                  <a:pt x="570934" y="158546"/>
                </a:lnTo>
                <a:lnTo>
                  <a:pt x="570934" y="141814"/>
                </a:lnTo>
                <a:lnTo>
                  <a:pt x="540530" y="141814"/>
                </a:lnTo>
                <a:lnTo>
                  <a:pt x="540530" y="26322"/>
                </a:lnTo>
                <a:close/>
                <a:moveTo>
                  <a:pt x="677405" y="79052"/>
                </a:moveTo>
                <a:lnTo>
                  <a:pt x="678109" y="78779"/>
                </a:lnTo>
                <a:lnTo>
                  <a:pt x="678802" y="78491"/>
                </a:lnTo>
                <a:lnTo>
                  <a:pt x="679484" y="78188"/>
                </a:lnTo>
                <a:lnTo>
                  <a:pt x="680155" y="77870"/>
                </a:lnTo>
                <a:lnTo>
                  <a:pt x="680816" y="77537"/>
                </a:lnTo>
                <a:lnTo>
                  <a:pt x="681464" y="77191"/>
                </a:lnTo>
                <a:lnTo>
                  <a:pt x="682100" y="76833"/>
                </a:lnTo>
                <a:lnTo>
                  <a:pt x="682724" y="76463"/>
                </a:lnTo>
                <a:lnTo>
                  <a:pt x="683335" y="76080"/>
                </a:lnTo>
                <a:lnTo>
                  <a:pt x="683934" y="75686"/>
                </a:lnTo>
                <a:lnTo>
                  <a:pt x="684520" y="75280"/>
                </a:lnTo>
                <a:lnTo>
                  <a:pt x="685094" y="74861"/>
                </a:lnTo>
                <a:lnTo>
                  <a:pt x="685656" y="74431"/>
                </a:lnTo>
                <a:lnTo>
                  <a:pt x="686205" y="73989"/>
                </a:lnTo>
                <a:lnTo>
                  <a:pt x="686742" y="73534"/>
                </a:lnTo>
                <a:lnTo>
                  <a:pt x="687266" y="73068"/>
                </a:lnTo>
                <a:lnTo>
                  <a:pt x="687778" y="72589"/>
                </a:lnTo>
                <a:lnTo>
                  <a:pt x="688278" y="72098"/>
                </a:lnTo>
                <a:lnTo>
                  <a:pt x="688765" y="71596"/>
                </a:lnTo>
                <a:lnTo>
                  <a:pt x="689240" y="71081"/>
                </a:lnTo>
                <a:lnTo>
                  <a:pt x="689702" y="70555"/>
                </a:lnTo>
                <a:lnTo>
                  <a:pt x="690152" y="70016"/>
                </a:lnTo>
                <a:lnTo>
                  <a:pt x="690590" y="69465"/>
                </a:lnTo>
                <a:lnTo>
                  <a:pt x="691015" y="68902"/>
                </a:lnTo>
                <a:lnTo>
                  <a:pt x="691428" y="68328"/>
                </a:lnTo>
                <a:lnTo>
                  <a:pt x="691829" y="67741"/>
                </a:lnTo>
                <a:lnTo>
                  <a:pt x="692217" y="67142"/>
                </a:lnTo>
                <a:lnTo>
                  <a:pt x="692592" y="66531"/>
                </a:lnTo>
                <a:lnTo>
                  <a:pt x="692955" y="65908"/>
                </a:lnTo>
                <a:lnTo>
                  <a:pt x="693305" y="65274"/>
                </a:lnTo>
                <a:lnTo>
                  <a:pt x="693640" y="64631"/>
                </a:lnTo>
                <a:lnTo>
                  <a:pt x="693960" y="63979"/>
                </a:lnTo>
                <a:lnTo>
                  <a:pt x="694265" y="63318"/>
                </a:lnTo>
                <a:lnTo>
                  <a:pt x="694556" y="62647"/>
                </a:lnTo>
                <a:lnTo>
                  <a:pt x="694831" y="61967"/>
                </a:lnTo>
                <a:lnTo>
                  <a:pt x="695092" y="61278"/>
                </a:lnTo>
                <a:lnTo>
                  <a:pt x="695337" y="60580"/>
                </a:lnTo>
                <a:lnTo>
                  <a:pt x="695568" y="59872"/>
                </a:lnTo>
                <a:lnTo>
                  <a:pt x="695784" y="59156"/>
                </a:lnTo>
                <a:lnTo>
                  <a:pt x="695985" y="58430"/>
                </a:lnTo>
                <a:lnTo>
                  <a:pt x="696171" y="57694"/>
                </a:lnTo>
                <a:lnTo>
                  <a:pt x="696342" y="56950"/>
                </a:lnTo>
                <a:lnTo>
                  <a:pt x="696498" y="56197"/>
                </a:lnTo>
                <a:lnTo>
                  <a:pt x="696640" y="55434"/>
                </a:lnTo>
                <a:lnTo>
                  <a:pt x="696766" y="54662"/>
                </a:lnTo>
                <a:lnTo>
                  <a:pt x="696878" y="53881"/>
                </a:lnTo>
                <a:lnTo>
                  <a:pt x="696975" y="53090"/>
                </a:lnTo>
                <a:lnTo>
                  <a:pt x="697057" y="52291"/>
                </a:lnTo>
                <a:lnTo>
                  <a:pt x="697124" y="51482"/>
                </a:lnTo>
                <a:lnTo>
                  <a:pt x="697176" y="50664"/>
                </a:lnTo>
                <a:lnTo>
                  <a:pt x="697213" y="49837"/>
                </a:lnTo>
                <a:lnTo>
                  <a:pt x="697235" y="49000"/>
                </a:lnTo>
                <a:lnTo>
                  <a:pt x="697243" y="48154"/>
                </a:lnTo>
                <a:lnTo>
                  <a:pt x="697223" y="46655"/>
                </a:lnTo>
                <a:lnTo>
                  <a:pt x="697163" y="45183"/>
                </a:lnTo>
                <a:lnTo>
                  <a:pt x="697063" y="43739"/>
                </a:lnTo>
                <a:lnTo>
                  <a:pt x="696923" y="42322"/>
                </a:lnTo>
                <a:lnTo>
                  <a:pt x="696742" y="40933"/>
                </a:lnTo>
                <a:lnTo>
                  <a:pt x="696522" y="39571"/>
                </a:lnTo>
                <a:lnTo>
                  <a:pt x="696262" y="38238"/>
                </a:lnTo>
                <a:lnTo>
                  <a:pt x="695962" y="36931"/>
                </a:lnTo>
                <a:lnTo>
                  <a:pt x="695621" y="35653"/>
                </a:lnTo>
                <a:lnTo>
                  <a:pt x="695241" y="34402"/>
                </a:lnTo>
                <a:lnTo>
                  <a:pt x="694821" y="33179"/>
                </a:lnTo>
                <a:lnTo>
                  <a:pt x="694360" y="31983"/>
                </a:lnTo>
                <a:lnTo>
                  <a:pt x="693860" y="30815"/>
                </a:lnTo>
                <a:lnTo>
                  <a:pt x="693320" y="29675"/>
                </a:lnTo>
                <a:lnTo>
                  <a:pt x="692739" y="28563"/>
                </a:lnTo>
                <a:lnTo>
                  <a:pt x="692119" y="27478"/>
                </a:lnTo>
                <a:lnTo>
                  <a:pt x="691458" y="26420"/>
                </a:lnTo>
                <a:lnTo>
                  <a:pt x="690757" y="25391"/>
                </a:lnTo>
                <a:lnTo>
                  <a:pt x="690017" y="24389"/>
                </a:lnTo>
                <a:lnTo>
                  <a:pt x="689236" y="23414"/>
                </a:lnTo>
                <a:lnTo>
                  <a:pt x="688415" y="22467"/>
                </a:lnTo>
                <a:lnTo>
                  <a:pt x="687555" y="21548"/>
                </a:lnTo>
                <a:lnTo>
                  <a:pt x="686654" y="20657"/>
                </a:lnTo>
                <a:lnTo>
                  <a:pt x="685713" y="19793"/>
                </a:lnTo>
                <a:lnTo>
                  <a:pt x="684737" y="18960"/>
                </a:lnTo>
                <a:lnTo>
                  <a:pt x="683730" y="18163"/>
                </a:lnTo>
                <a:lnTo>
                  <a:pt x="682692" y="17402"/>
                </a:lnTo>
                <a:lnTo>
                  <a:pt x="681624" y="16675"/>
                </a:lnTo>
                <a:lnTo>
                  <a:pt x="680524" y="15984"/>
                </a:lnTo>
                <a:lnTo>
                  <a:pt x="679394" y="15329"/>
                </a:lnTo>
                <a:lnTo>
                  <a:pt x="678233" y="14709"/>
                </a:lnTo>
                <a:lnTo>
                  <a:pt x="677041" y="14125"/>
                </a:lnTo>
                <a:lnTo>
                  <a:pt x="675818" y="13575"/>
                </a:lnTo>
                <a:lnTo>
                  <a:pt x="674565" y="13062"/>
                </a:lnTo>
                <a:lnTo>
                  <a:pt x="673280" y="12583"/>
                </a:lnTo>
                <a:lnTo>
                  <a:pt x="671965" y="12141"/>
                </a:lnTo>
                <a:lnTo>
                  <a:pt x="670619" y="11733"/>
                </a:lnTo>
                <a:lnTo>
                  <a:pt x="669243" y="11361"/>
                </a:lnTo>
                <a:lnTo>
                  <a:pt x="667835" y="11025"/>
                </a:lnTo>
                <a:lnTo>
                  <a:pt x="666397" y="10723"/>
                </a:lnTo>
                <a:lnTo>
                  <a:pt x="664927" y="10458"/>
                </a:lnTo>
                <a:lnTo>
                  <a:pt x="663427" y="10227"/>
                </a:lnTo>
                <a:lnTo>
                  <a:pt x="661897" y="10033"/>
                </a:lnTo>
                <a:lnTo>
                  <a:pt x="660335" y="9873"/>
                </a:lnTo>
                <a:lnTo>
                  <a:pt x="658743" y="9749"/>
                </a:lnTo>
                <a:lnTo>
                  <a:pt x="657119" y="9661"/>
                </a:lnTo>
                <a:lnTo>
                  <a:pt x="655465" y="9608"/>
                </a:lnTo>
                <a:lnTo>
                  <a:pt x="653780" y="9590"/>
                </a:lnTo>
                <a:lnTo>
                  <a:pt x="611542" y="9590"/>
                </a:lnTo>
                <a:lnTo>
                  <a:pt x="611542" y="158546"/>
                </a:lnTo>
                <a:lnTo>
                  <a:pt x="656841" y="158546"/>
                </a:lnTo>
                <a:lnTo>
                  <a:pt x="657974" y="158537"/>
                </a:lnTo>
                <a:lnTo>
                  <a:pt x="659093" y="158511"/>
                </a:lnTo>
                <a:lnTo>
                  <a:pt x="660198" y="158468"/>
                </a:lnTo>
                <a:lnTo>
                  <a:pt x="661291" y="158407"/>
                </a:lnTo>
                <a:lnTo>
                  <a:pt x="662369" y="158329"/>
                </a:lnTo>
                <a:lnTo>
                  <a:pt x="663434" y="158234"/>
                </a:lnTo>
                <a:lnTo>
                  <a:pt x="664486" y="158121"/>
                </a:lnTo>
                <a:lnTo>
                  <a:pt x="665524" y="157991"/>
                </a:lnTo>
                <a:lnTo>
                  <a:pt x="666549" y="157843"/>
                </a:lnTo>
                <a:lnTo>
                  <a:pt x="667561" y="157679"/>
                </a:lnTo>
                <a:lnTo>
                  <a:pt x="668559" y="157496"/>
                </a:lnTo>
                <a:lnTo>
                  <a:pt x="669543" y="157297"/>
                </a:lnTo>
                <a:lnTo>
                  <a:pt x="670514" y="157080"/>
                </a:lnTo>
                <a:lnTo>
                  <a:pt x="671471" y="156846"/>
                </a:lnTo>
                <a:lnTo>
                  <a:pt x="672415" y="156594"/>
                </a:lnTo>
                <a:lnTo>
                  <a:pt x="673346" y="156325"/>
                </a:lnTo>
                <a:lnTo>
                  <a:pt x="674263" y="156039"/>
                </a:lnTo>
                <a:lnTo>
                  <a:pt x="675166" y="155735"/>
                </a:lnTo>
                <a:lnTo>
                  <a:pt x="676057" y="155414"/>
                </a:lnTo>
                <a:lnTo>
                  <a:pt x="676933" y="155076"/>
                </a:lnTo>
                <a:lnTo>
                  <a:pt x="677796" y="154720"/>
                </a:lnTo>
                <a:lnTo>
                  <a:pt x="678646" y="154347"/>
                </a:lnTo>
                <a:lnTo>
                  <a:pt x="679482" y="153957"/>
                </a:lnTo>
                <a:lnTo>
                  <a:pt x="680305" y="153549"/>
                </a:lnTo>
                <a:lnTo>
                  <a:pt x="681113" y="153125"/>
                </a:lnTo>
                <a:lnTo>
                  <a:pt x="681906" y="152685"/>
                </a:lnTo>
                <a:lnTo>
                  <a:pt x="682684" y="152230"/>
                </a:lnTo>
                <a:lnTo>
                  <a:pt x="683445" y="151760"/>
                </a:lnTo>
                <a:lnTo>
                  <a:pt x="684191" y="151275"/>
                </a:lnTo>
                <a:lnTo>
                  <a:pt x="684922" y="150774"/>
                </a:lnTo>
                <a:lnTo>
                  <a:pt x="685637" y="150259"/>
                </a:lnTo>
                <a:lnTo>
                  <a:pt x="686336" y="149728"/>
                </a:lnTo>
                <a:lnTo>
                  <a:pt x="687020" y="149182"/>
                </a:lnTo>
                <a:lnTo>
                  <a:pt x="687688" y="148620"/>
                </a:lnTo>
                <a:lnTo>
                  <a:pt x="688341" y="148044"/>
                </a:lnTo>
                <a:lnTo>
                  <a:pt x="688978" y="147452"/>
                </a:lnTo>
                <a:lnTo>
                  <a:pt x="689599" y="146845"/>
                </a:lnTo>
                <a:lnTo>
                  <a:pt x="690205" y="146222"/>
                </a:lnTo>
                <a:lnTo>
                  <a:pt x="690795" y="145585"/>
                </a:lnTo>
                <a:lnTo>
                  <a:pt x="691370" y="144932"/>
                </a:lnTo>
                <a:lnTo>
                  <a:pt x="691929" y="144264"/>
                </a:lnTo>
                <a:lnTo>
                  <a:pt x="692472" y="143581"/>
                </a:lnTo>
                <a:lnTo>
                  <a:pt x="693000" y="142882"/>
                </a:lnTo>
                <a:lnTo>
                  <a:pt x="693513" y="142168"/>
                </a:lnTo>
                <a:lnTo>
                  <a:pt x="694009" y="141439"/>
                </a:lnTo>
                <a:lnTo>
                  <a:pt x="694490" y="140695"/>
                </a:lnTo>
                <a:lnTo>
                  <a:pt x="694956" y="139936"/>
                </a:lnTo>
                <a:lnTo>
                  <a:pt x="695406" y="139161"/>
                </a:lnTo>
                <a:lnTo>
                  <a:pt x="695839" y="138373"/>
                </a:lnTo>
                <a:lnTo>
                  <a:pt x="696253" y="137574"/>
                </a:lnTo>
                <a:lnTo>
                  <a:pt x="696649" y="136763"/>
                </a:lnTo>
                <a:lnTo>
                  <a:pt x="697027" y="135941"/>
                </a:lnTo>
                <a:lnTo>
                  <a:pt x="697386" y="135108"/>
                </a:lnTo>
                <a:lnTo>
                  <a:pt x="697727" y="134263"/>
                </a:lnTo>
                <a:lnTo>
                  <a:pt x="698049" y="133407"/>
                </a:lnTo>
                <a:lnTo>
                  <a:pt x="698353" y="132540"/>
                </a:lnTo>
                <a:lnTo>
                  <a:pt x="698639" y="131662"/>
                </a:lnTo>
                <a:lnTo>
                  <a:pt x="698906" y="130772"/>
                </a:lnTo>
                <a:lnTo>
                  <a:pt x="699155" y="129870"/>
                </a:lnTo>
                <a:lnTo>
                  <a:pt x="699385" y="128958"/>
                </a:lnTo>
                <a:lnTo>
                  <a:pt x="699597" y="128034"/>
                </a:lnTo>
                <a:lnTo>
                  <a:pt x="699790" y="127099"/>
                </a:lnTo>
                <a:lnTo>
                  <a:pt x="699965" y="126152"/>
                </a:lnTo>
                <a:lnTo>
                  <a:pt x="700122" y="125194"/>
                </a:lnTo>
                <a:lnTo>
                  <a:pt x="700260" y="124225"/>
                </a:lnTo>
                <a:lnTo>
                  <a:pt x="700380" y="123244"/>
                </a:lnTo>
                <a:lnTo>
                  <a:pt x="700481" y="122253"/>
                </a:lnTo>
                <a:lnTo>
                  <a:pt x="700564" y="121249"/>
                </a:lnTo>
                <a:lnTo>
                  <a:pt x="700628" y="120235"/>
                </a:lnTo>
                <a:lnTo>
                  <a:pt x="700674" y="119209"/>
                </a:lnTo>
                <a:lnTo>
                  <a:pt x="700702" y="118172"/>
                </a:lnTo>
                <a:lnTo>
                  <a:pt x="700711" y="117123"/>
                </a:lnTo>
                <a:lnTo>
                  <a:pt x="700703" y="116126"/>
                </a:lnTo>
                <a:lnTo>
                  <a:pt x="700678" y="115140"/>
                </a:lnTo>
                <a:lnTo>
                  <a:pt x="700636" y="114165"/>
                </a:lnTo>
                <a:lnTo>
                  <a:pt x="700578" y="113201"/>
                </a:lnTo>
                <a:lnTo>
                  <a:pt x="700503" y="112249"/>
                </a:lnTo>
                <a:lnTo>
                  <a:pt x="700412" y="111309"/>
                </a:lnTo>
                <a:lnTo>
                  <a:pt x="700303" y="110379"/>
                </a:lnTo>
                <a:lnTo>
                  <a:pt x="700179" y="109461"/>
                </a:lnTo>
                <a:lnTo>
                  <a:pt x="700037" y="108554"/>
                </a:lnTo>
                <a:lnTo>
                  <a:pt x="699879" y="107659"/>
                </a:lnTo>
                <a:lnTo>
                  <a:pt x="699704" y="106775"/>
                </a:lnTo>
                <a:lnTo>
                  <a:pt x="699513" y="105902"/>
                </a:lnTo>
                <a:lnTo>
                  <a:pt x="699304" y="105040"/>
                </a:lnTo>
                <a:lnTo>
                  <a:pt x="699080" y="104190"/>
                </a:lnTo>
                <a:lnTo>
                  <a:pt x="698838" y="103351"/>
                </a:lnTo>
                <a:lnTo>
                  <a:pt x="698580" y="102524"/>
                </a:lnTo>
                <a:lnTo>
                  <a:pt x="698306" y="101708"/>
                </a:lnTo>
                <a:lnTo>
                  <a:pt x="698014" y="100903"/>
                </a:lnTo>
                <a:lnTo>
                  <a:pt x="697706" y="100110"/>
                </a:lnTo>
                <a:lnTo>
                  <a:pt x="697382" y="99327"/>
                </a:lnTo>
                <a:lnTo>
                  <a:pt x="697040" y="98557"/>
                </a:lnTo>
                <a:lnTo>
                  <a:pt x="696682" y="97797"/>
                </a:lnTo>
                <a:lnTo>
                  <a:pt x="696308" y="97049"/>
                </a:lnTo>
                <a:lnTo>
                  <a:pt x="695916" y="96312"/>
                </a:lnTo>
                <a:lnTo>
                  <a:pt x="695510" y="95588"/>
                </a:lnTo>
                <a:lnTo>
                  <a:pt x="695090" y="94878"/>
                </a:lnTo>
                <a:lnTo>
                  <a:pt x="694657" y="94182"/>
                </a:lnTo>
                <a:lnTo>
                  <a:pt x="694210" y="93500"/>
                </a:lnTo>
                <a:lnTo>
                  <a:pt x="693750" y="92832"/>
                </a:lnTo>
                <a:lnTo>
                  <a:pt x="693276" y="92179"/>
                </a:lnTo>
                <a:lnTo>
                  <a:pt x="692789" y="91540"/>
                </a:lnTo>
                <a:lnTo>
                  <a:pt x="692289" y="90915"/>
                </a:lnTo>
                <a:lnTo>
                  <a:pt x="691775" y="90304"/>
                </a:lnTo>
                <a:lnTo>
                  <a:pt x="691247" y="89707"/>
                </a:lnTo>
                <a:lnTo>
                  <a:pt x="690706" y="89124"/>
                </a:lnTo>
                <a:lnTo>
                  <a:pt x="690152" y="88556"/>
                </a:lnTo>
                <a:lnTo>
                  <a:pt x="689584" y="88002"/>
                </a:lnTo>
                <a:lnTo>
                  <a:pt x="689002" y="87462"/>
                </a:lnTo>
                <a:lnTo>
                  <a:pt x="688407" y="86936"/>
                </a:lnTo>
                <a:lnTo>
                  <a:pt x="687799" y="86425"/>
                </a:lnTo>
                <a:lnTo>
                  <a:pt x="687177" y="85927"/>
                </a:lnTo>
                <a:lnTo>
                  <a:pt x="686542" y="85444"/>
                </a:lnTo>
                <a:lnTo>
                  <a:pt x="685893" y="84975"/>
                </a:lnTo>
                <a:lnTo>
                  <a:pt x="685231" y="84520"/>
                </a:lnTo>
                <a:lnTo>
                  <a:pt x="684555" y="84080"/>
                </a:lnTo>
                <a:lnTo>
                  <a:pt x="683866" y="83653"/>
                </a:lnTo>
                <a:lnTo>
                  <a:pt x="683163" y="83241"/>
                </a:lnTo>
                <a:lnTo>
                  <a:pt x="682447" y="82843"/>
                </a:lnTo>
                <a:lnTo>
                  <a:pt x="681719" y="82460"/>
                </a:lnTo>
                <a:lnTo>
                  <a:pt x="680980" y="82095"/>
                </a:lnTo>
                <a:lnTo>
                  <a:pt x="680230" y="81746"/>
                </a:lnTo>
                <a:lnTo>
                  <a:pt x="679469" y="81415"/>
                </a:lnTo>
                <a:lnTo>
                  <a:pt x="678697" y="81100"/>
                </a:lnTo>
                <a:lnTo>
                  <a:pt x="677914" y="80803"/>
                </a:lnTo>
                <a:lnTo>
                  <a:pt x="677120" y="80522"/>
                </a:lnTo>
                <a:lnTo>
                  <a:pt x="676315" y="80259"/>
                </a:lnTo>
                <a:lnTo>
                  <a:pt x="675499" y="80012"/>
                </a:lnTo>
                <a:lnTo>
                  <a:pt x="674953" y="79860"/>
                </a:lnTo>
                <a:lnTo>
                  <a:pt x="675227" y="79782"/>
                </a:lnTo>
                <a:lnTo>
                  <a:pt x="675964" y="79554"/>
                </a:lnTo>
                <a:lnTo>
                  <a:pt x="676690" y="79310"/>
                </a:lnTo>
                <a:lnTo>
                  <a:pt x="677405" y="79052"/>
                </a:lnTo>
                <a:close/>
                <a:moveTo>
                  <a:pt x="656904" y="89017"/>
                </a:moveTo>
                <a:lnTo>
                  <a:pt x="657928" y="89084"/>
                </a:lnTo>
                <a:lnTo>
                  <a:pt x="658934" y="89177"/>
                </a:lnTo>
                <a:lnTo>
                  <a:pt x="659920" y="89296"/>
                </a:lnTo>
                <a:lnTo>
                  <a:pt x="660889" y="89442"/>
                </a:lnTo>
                <a:lnTo>
                  <a:pt x="661838" y="89615"/>
                </a:lnTo>
                <a:lnTo>
                  <a:pt x="662768" y="89814"/>
                </a:lnTo>
                <a:lnTo>
                  <a:pt x="663680" y="90040"/>
                </a:lnTo>
                <a:lnTo>
                  <a:pt x="664573" y="90293"/>
                </a:lnTo>
                <a:lnTo>
                  <a:pt x="665447" y="90572"/>
                </a:lnTo>
                <a:lnTo>
                  <a:pt x="666302" y="90877"/>
                </a:lnTo>
                <a:lnTo>
                  <a:pt x="667139" y="91210"/>
                </a:lnTo>
                <a:lnTo>
                  <a:pt x="667957" y="91568"/>
                </a:lnTo>
                <a:lnTo>
                  <a:pt x="668756" y="91954"/>
                </a:lnTo>
                <a:lnTo>
                  <a:pt x="669536" y="92365"/>
                </a:lnTo>
                <a:lnTo>
                  <a:pt x="670298" y="92804"/>
                </a:lnTo>
                <a:lnTo>
                  <a:pt x="671040" y="93269"/>
                </a:lnTo>
                <a:lnTo>
                  <a:pt x="671764" y="93761"/>
                </a:lnTo>
                <a:lnTo>
                  <a:pt x="672469" y="94279"/>
                </a:lnTo>
                <a:lnTo>
                  <a:pt x="673156" y="94824"/>
                </a:lnTo>
                <a:lnTo>
                  <a:pt x="673823" y="95395"/>
                </a:lnTo>
                <a:lnTo>
                  <a:pt x="674472" y="95993"/>
                </a:lnTo>
                <a:lnTo>
                  <a:pt x="675102" y="96617"/>
                </a:lnTo>
                <a:lnTo>
                  <a:pt x="675710" y="97263"/>
                </a:lnTo>
                <a:lnTo>
                  <a:pt x="676292" y="97924"/>
                </a:lnTo>
                <a:lnTo>
                  <a:pt x="676848" y="98602"/>
                </a:lnTo>
                <a:lnTo>
                  <a:pt x="677378" y="99295"/>
                </a:lnTo>
                <a:lnTo>
                  <a:pt x="677882" y="100004"/>
                </a:lnTo>
                <a:lnTo>
                  <a:pt x="678361" y="100729"/>
                </a:lnTo>
                <a:lnTo>
                  <a:pt x="678813" y="101471"/>
                </a:lnTo>
                <a:lnTo>
                  <a:pt x="679240" y="102228"/>
                </a:lnTo>
                <a:lnTo>
                  <a:pt x="679641" y="103001"/>
                </a:lnTo>
                <a:lnTo>
                  <a:pt x="680016" y="103790"/>
                </a:lnTo>
                <a:lnTo>
                  <a:pt x="680365" y="104595"/>
                </a:lnTo>
                <a:lnTo>
                  <a:pt x="680688" y="105416"/>
                </a:lnTo>
                <a:lnTo>
                  <a:pt x="680985" y="106253"/>
                </a:lnTo>
                <a:lnTo>
                  <a:pt x="681257" y="107106"/>
                </a:lnTo>
                <a:lnTo>
                  <a:pt x="681503" y="107975"/>
                </a:lnTo>
                <a:lnTo>
                  <a:pt x="681722" y="108860"/>
                </a:lnTo>
                <a:lnTo>
                  <a:pt x="681916" y="109761"/>
                </a:lnTo>
                <a:lnTo>
                  <a:pt x="682084" y="110677"/>
                </a:lnTo>
                <a:lnTo>
                  <a:pt x="682227" y="111610"/>
                </a:lnTo>
                <a:lnTo>
                  <a:pt x="682343" y="112559"/>
                </a:lnTo>
                <a:lnTo>
                  <a:pt x="682433" y="113523"/>
                </a:lnTo>
                <a:lnTo>
                  <a:pt x="682498" y="114504"/>
                </a:lnTo>
                <a:lnTo>
                  <a:pt x="682537" y="115500"/>
                </a:lnTo>
                <a:lnTo>
                  <a:pt x="682550" y="116513"/>
                </a:lnTo>
                <a:lnTo>
                  <a:pt x="682537" y="117490"/>
                </a:lnTo>
                <a:lnTo>
                  <a:pt x="682498" y="118451"/>
                </a:lnTo>
                <a:lnTo>
                  <a:pt x="682433" y="119394"/>
                </a:lnTo>
                <a:lnTo>
                  <a:pt x="682343" y="120319"/>
                </a:lnTo>
                <a:lnTo>
                  <a:pt x="682227" y="121227"/>
                </a:lnTo>
                <a:lnTo>
                  <a:pt x="682084" y="122118"/>
                </a:lnTo>
                <a:lnTo>
                  <a:pt x="681916" y="122991"/>
                </a:lnTo>
                <a:lnTo>
                  <a:pt x="681722" y="123847"/>
                </a:lnTo>
                <a:lnTo>
                  <a:pt x="681503" y="124686"/>
                </a:lnTo>
                <a:lnTo>
                  <a:pt x="681257" y="125508"/>
                </a:lnTo>
                <a:lnTo>
                  <a:pt x="680985" y="126312"/>
                </a:lnTo>
                <a:lnTo>
                  <a:pt x="680688" y="127098"/>
                </a:lnTo>
                <a:lnTo>
                  <a:pt x="680365" y="127868"/>
                </a:lnTo>
                <a:lnTo>
                  <a:pt x="680016" y="128620"/>
                </a:lnTo>
                <a:lnTo>
                  <a:pt x="679641" y="129354"/>
                </a:lnTo>
                <a:lnTo>
                  <a:pt x="679240" y="130071"/>
                </a:lnTo>
                <a:lnTo>
                  <a:pt x="678813" y="130771"/>
                </a:lnTo>
                <a:lnTo>
                  <a:pt x="678361" y="131454"/>
                </a:lnTo>
                <a:lnTo>
                  <a:pt x="677882" y="132119"/>
                </a:lnTo>
                <a:lnTo>
                  <a:pt x="677378" y="132767"/>
                </a:lnTo>
                <a:lnTo>
                  <a:pt x="676848" y="133398"/>
                </a:lnTo>
                <a:lnTo>
                  <a:pt x="676292" y="134011"/>
                </a:lnTo>
                <a:lnTo>
                  <a:pt x="675710" y="134607"/>
                </a:lnTo>
                <a:lnTo>
                  <a:pt x="675102" y="135185"/>
                </a:lnTo>
                <a:lnTo>
                  <a:pt x="674472" y="135743"/>
                </a:lnTo>
                <a:lnTo>
                  <a:pt x="673823" y="136277"/>
                </a:lnTo>
                <a:lnTo>
                  <a:pt x="673156" y="136787"/>
                </a:lnTo>
                <a:lnTo>
                  <a:pt x="672469" y="137273"/>
                </a:lnTo>
                <a:lnTo>
                  <a:pt x="671764" y="137736"/>
                </a:lnTo>
                <a:lnTo>
                  <a:pt x="671040" y="138175"/>
                </a:lnTo>
                <a:lnTo>
                  <a:pt x="670298" y="138590"/>
                </a:lnTo>
                <a:lnTo>
                  <a:pt x="669536" y="138982"/>
                </a:lnTo>
                <a:lnTo>
                  <a:pt x="668756" y="139350"/>
                </a:lnTo>
                <a:lnTo>
                  <a:pt x="667957" y="139694"/>
                </a:lnTo>
                <a:lnTo>
                  <a:pt x="667139" y="140014"/>
                </a:lnTo>
                <a:lnTo>
                  <a:pt x="666302" y="140311"/>
                </a:lnTo>
                <a:lnTo>
                  <a:pt x="665447" y="140584"/>
                </a:lnTo>
                <a:lnTo>
                  <a:pt x="664573" y="140833"/>
                </a:lnTo>
                <a:lnTo>
                  <a:pt x="663680" y="141058"/>
                </a:lnTo>
                <a:lnTo>
                  <a:pt x="662768" y="141260"/>
                </a:lnTo>
                <a:lnTo>
                  <a:pt x="661838" y="141438"/>
                </a:lnTo>
                <a:lnTo>
                  <a:pt x="660889" y="141592"/>
                </a:lnTo>
                <a:lnTo>
                  <a:pt x="659920" y="141723"/>
                </a:lnTo>
                <a:lnTo>
                  <a:pt x="658934" y="141829"/>
                </a:lnTo>
                <a:lnTo>
                  <a:pt x="657928" y="141913"/>
                </a:lnTo>
                <a:lnTo>
                  <a:pt x="656904" y="141972"/>
                </a:lnTo>
                <a:lnTo>
                  <a:pt x="655861" y="142007"/>
                </a:lnTo>
                <a:lnTo>
                  <a:pt x="654799" y="142019"/>
                </a:lnTo>
                <a:lnTo>
                  <a:pt x="629498" y="142019"/>
                </a:lnTo>
                <a:lnTo>
                  <a:pt x="629498" y="88964"/>
                </a:lnTo>
                <a:lnTo>
                  <a:pt x="654799" y="88964"/>
                </a:lnTo>
                <a:lnTo>
                  <a:pt x="655861" y="88977"/>
                </a:lnTo>
                <a:lnTo>
                  <a:pt x="656904" y="89017"/>
                </a:lnTo>
                <a:close/>
                <a:moveTo>
                  <a:pt x="655717" y="26161"/>
                </a:moveTo>
                <a:lnTo>
                  <a:pt x="656659" y="26215"/>
                </a:lnTo>
                <a:lnTo>
                  <a:pt x="657584" y="26292"/>
                </a:lnTo>
                <a:lnTo>
                  <a:pt x="658490" y="26391"/>
                </a:lnTo>
                <a:lnTo>
                  <a:pt x="659379" y="26512"/>
                </a:lnTo>
                <a:lnTo>
                  <a:pt x="660250" y="26655"/>
                </a:lnTo>
                <a:lnTo>
                  <a:pt x="661103" y="26820"/>
                </a:lnTo>
                <a:lnTo>
                  <a:pt x="661939" y="27006"/>
                </a:lnTo>
                <a:lnTo>
                  <a:pt x="662757" y="27215"/>
                </a:lnTo>
                <a:lnTo>
                  <a:pt x="663557" y="27446"/>
                </a:lnTo>
                <a:lnTo>
                  <a:pt x="664339" y="27698"/>
                </a:lnTo>
                <a:lnTo>
                  <a:pt x="665104" y="27973"/>
                </a:lnTo>
                <a:lnTo>
                  <a:pt x="665851" y="28269"/>
                </a:lnTo>
                <a:lnTo>
                  <a:pt x="666580" y="28588"/>
                </a:lnTo>
                <a:lnTo>
                  <a:pt x="667292" y="28929"/>
                </a:lnTo>
                <a:lnTo>
                  <a:pt x="667986" y="29291"/>
                </a:lnTo>
                <a:lnTo>
                  <a:pt x="668662" y="29675"/>
                </a:lnTo>
                <a:lnTo>
                  <a:pt x="669320" y="30082"/>
                </a:lnTo>
                <a:lnTo>
                  <a:pt x="669961" y="30510"/>
                </a:lnTo>
                <a:lnTo>
                  <a:pt x="670584" y="30961"/>
                </a:lnTo>
                <a:lnTo>
                  <a:pt x="671189" y="31433"/>
                </a:lnTo>
                <a:lnTo>
                  <a:pt x="671777" y="31927"/>
                </a:lnTo>
                <a:lnTo>
                  <a:pt x="672347" y="32443"/>
                </a:lnTo>
                <a:lnTo>
                  <a:pt x="672896" y="32978"/>
                </a:lnTo>
                <a:lnTo>
                  <a:pt x="673422" y="33529"/>
                </a:lnTo>
                <a:lnTo>
                  <a:pt x="673925" y="34095"/>
                </a:lnTo>
                <a:lnTo>
                  <a:pt x="674404" y="34676"/>
                </a:lnTo>
                <a:lnTo>
                  <a:pt x="674860" y="35273"/>
                </a:lnTo>
                <a:lnTo>
                  <a:pt x="675293" y="35886"/>
                </a:lnTo>
                <a:lnTo>
                  <a:pt x="675702" y="36514"/>
                </a:lnTo>
                <a:lnTo>
                  <a:pt x="676088" y="37158"/>
                </a:lnTo>
                <a:lnTo>
                  <a:pt x="676451" y="37818"/>
                </a:lnTo>
                <a:lnTo>
                  <a:pt x="676790" y="38493"/>
                </a:lnTo>
                <a:lnTo>
                  <a:pt x="677105" y="39184"/>
                </a:lnTo>
                <a:lnTo>
                  <a:pt x="677398" y="39890"/>
                </a:lnTo>
                <a:lnTo>
                  <a:pt x="677667" y="40612"/>
                </a:lnTo>
                <a:lnTo>
                  <a:pt x="677912" y="41350"/>
                </a:lnTo>
                <a:lnTo>
                  <a:pt x="678134" y="42103"/>
                </a:lnTo>
                <a:lnTo>
                  <a:pt x="678333" y="42872"/>
                </a:lnTo>
                <a:lnTo>
                  <a:pt x="678508" y="43656"/>
                </a:lnTo>
                <a:lnTo>
                  <a:pt x="678660" y="44456"/>
                </a:lnTo>
                <a:lnTo>
                  <a:pt x="678789" y="45272"/>
                </a:lnTo>
                <a:lnTo>
                  <a:pt x="678894" y="46103"/>
                </a:lnTo>
                <a:lnTo>
                  <a:pt x="678976" y="46950"/>
                </a:lnTo>
                <a:lnTo>
                  <a:pt x="679035" y="47812"/>
                </a:lnTo>
                <a:lnTo>
                  <a:pt x="679070" y="48690"/>
                </a:lnTo>
                <a:lnTo>
                  <a:pt x="679081" y="49584"/>
                </a:lnTo>
                <a:lnTo>
                  <a:pt x="679069" y="50477"/>
                </a:lnTo>
                <a:lnTo>
                  <a:pt x="679034" y="51355"/>
                </a:lnTo>
                <a:lnTo>
                  <a:pt x="678974" y="52217"/>
                </a:lnTo>
                <a:lnTo>
                  <a:pt x="678891" y="53063"/>
                </a:lnTo>
                <a:lnTo>
                  <a:pt x="678785" y="53894"/>
                </a:lnTo>
                <a:lnTo>
                  <a:pt x="678654" y="54710"/>
                </a:lnTo>
                <a:lnTo>
                  <a:pt x="678500" y="55510"/>
                </a:lnTo>
                <a:lnTo>
                  <a:pt x="678322" y="56294"/>
                </a:lnTo>
                <a:lnTo>
                  <a:pt x="678120" y="57063"/>
                </a:lnTo>
                <a:lnTo>
                  <a:pt x="677894" y="57816"/>
                </a:lnTo>
                <a:lnTo>
                  <a:pt x="677645" y="58553"/>
                </a:lnTo>
                <a:lnTo>
                  <a:pt x="677372" y="59275"/>
                </a:lnTo>
                <a:lnTo>
                  <a:pt x="677075" y="59982"/>
                </a:lnTo>
                <a:lnTo>
                  <a:pt x="676755" y="60673"/>
                </a:lnTo>
                <a:lnTo>
                  <a:pt x="676410" y="61348"/>
                </a:lnTo>
                <a:lnTo>
                  <a:pt x="676042" y="62007"/>
                </a:lnTo>
                <a:lnTo>
                  <a:pt x="675651" y="62652"/>
                </a:lnTo>
                <a:lnTo>
                  <a:pt x="675235" y="63280"/>
                </a:lnTo>
                <a:lnTo>
                  <a:pt x="674796" y="63893"/>
                </a:lnTo>
                <a:lnTo>
                  <a:pt x="674333" y="64490"/>
                </a:lnTo>
                <a:lnTo>
                  <a:pt x="673846" y="65072"/>
                </a:lnTo>
                <a:lnTo>
                  <a:pt x="673336" y="65638"/>
                </a:lnTo>
                <a:lnTo>
                  <a:pt x="672802" y="66189"/>
                </a:lnTo>
                <a:lnTo>
                  <a:pt x="672244" y="66724"/>
                </a:lnTo>
                <a:lnTo>
                  <a:pt x="671666" y="67240"/>
                </a:lnTo>
                <a:lnTo>
                  <a:pt x="671070" y="67734"/>
                </a:lnTo>
                <a:lnTo>
                  <a:pt x="670457" y="68206"/>
                </a:lnTo>
                <a:lnTo>
                  <a:pt x="669827" y="68656"/>
                </a:lnTo>
                <a:lnTo>
                  <a:pt x="669179" y="69084"/>
                </a:lnTo>
                <a:lnTo>
                  <a:pt x="668514" y="69490"/>
                </a:lnTo>
                <a:lnTo>
                  <a:pt x="667832" y="69875"/>
                </a:lnTo>
                <a:lnTo>
                  <a:pt x="667132" y="70237"/>
                </a:lnTo>
                <a:lnTo>
                  <a:pt x="666415" y="70577"/>
                </a:lnTo>
                <a:lnTo>
                  <a:pt x="665681" y="70896"/>
                </a:lnTo>
                <a:lnTo>
                  <a:pt x="664929" y="71192"/>
                </a:lnTo>
                <a:lnTo>
                  <a:pt x="664160" y="71467"/>
                </a:lnTo>
                <a:lnTo>
                  <a:pt x="663373" y="71719"/>
                </a:lnTo>
                <a:lnTo>
                  <a:pt x="662569" y="71950"/>
                </a:lnTo>
                <a:lnTo>
                  <a:pt x="661748" y="72158"/>
                </a:lnTo>
                <a:lnTo>
                  <a:pt x="660909" y="72345"/>
                </a:lnTo>
                <a:lnTo>
                  <a:pt x="660053" y="72510"/>
                </a:lnTo>
                <a:lnTo>
                  <a:pt x="659180" y="72652"/>
                </a:lnTo>
                <a:lnTo>
                  <a:pt x="658289" y="72773"/>
                </a:lnTo>
                <a:lnTo>
                  <a:pt x="657381" y="72872"/>
                </a:lnTo>
                <a:lnTo>
                  <a:pt x="656455" y="72949"/>
                </a:lnTo>
                <a:lnTo>
                  <a:pt x="655513" y="73004"/>
                </a:lnTo>
                <a:lnTo>
                  <a:pt x="654552" y="73036"/>
                </a:lnTo>
                <a:lnTo>
                  <a:pt x="653575" y="73047"/>
                </a:lnTo>
                <a:lnTo>
                  <a:pt x="629498" y="73047"/>
                </a:lnTo>
                <a:lnTo>
                  <a:pt x="629498" y="26117"/>
                </a:lnTo>
                <a:lnTo>
                  <a:pt x="653780" y="26117"/>
                </a:lnTo>
                <a:lnTo>
                  <a:pt x="654758" y="26128"/>
                </a:lnTo>
                <a:lnTo>
                  <a:pt x="655717" y="26161"/>
                </a:lnTo>
                <a:close/>
                <a:moveTo>
                  <a:pt x="262411" y="158546"/>
                </a:moveTo>
                <a:lnTo>
                  <a:pt x="262411" y="87127"/>
                </a:lnTo>
                <a:lnTo>
                  <a:pt x="262423" y="86049"/>
                </a:lnTo>
                <a:lnTo>
                  <a:pt x="262457" y="84993"/>
                </a:lnTo>
                <a:lnTo>
                  <a:pt x="262515" y="83958"/>
                </a:lnTo>
                <a:lnTo>
                  <a:pt x="262595" y="82944"/>
                </a:lnTo>
                <a:lnTo>
                  <a:pt x="262699" y="81952"/>
                </a:lnTo>
                <a:lnTo>
                  <a:pt x="262826" y="80980"/>
                </a:lnTo>
                <a:lnTo>
                  <a:pt x="262975" y="80030"/>
                </a:lnTo>
                <a:lnTo>
                  <a:pt x="263148" y="79102"/>
                </a:lnTo>
                <a:lnTo>
                  <a:pt x="263343" y="78194"/>
                </a:lnTo>
                <a:lnTo>
                  <a:pt x="263562" y="77308"/>
                </a:lnTo>
                <a:lnTo>
                  <a:pt x="263804" y="76443"/>
                </a:lnTo>
                <a:lnTo>
                  <a:pt x="264068" y="75599"/>
                </a:lnTo>
                <a:lnTo>
                  <a:pt x="264356" y="74777"/>
                </a:lnTo>
                <a:lnTo>
                  <a:pt x="264667" y="73975"/>
                </a:lnTo>
                <a:lnTo>
                  <a:pt x="265001" y="73195"/>
                </a:lnTo>
                <a:lnTo>
                  <a:pt x="265357" y="72437"/>
                </a:lnTo>
                <a:lnTo>
                  <a:pt x="265737" y="71699"/>
                </a:lnTo>
                <a:lnTo>
                  <a:pt x="266140" y="70983"/>
                </a:lnTo>
                <a:lnTo>
                  <a:pt x="266566" y="70288"/>
                </a:lnTo>
                <a:lnTo>
                  <a:pt x="267015" y="69614"/>
                </a:lnTo>
                <a:lnTo>
                  <a:pt x="267486" y="68962"/>
                </a:lnTo>
                <a:lnTo>
                  <a:pt x="267981" y="68330"/>
                </a:lnTo>
                <a:lnTo>
                  <a:pt x="268499" y="67720"/>
                </a:lnTo>
                <a:lnTo>
                  <a:pt x="269040" y="67132"/>
                </a:lnTo>
                <a:lnTo>
                  <a:pt x="269601" y="66566"/>
                </a:lnTo>
                <a:lnTo>
                  <a:pt x="270179" y="66024"/>
                </a:lnTo>
                <a:lnTo>
                  <a:pt x="270773" y="65506"/>
                </a:lnTo>
                <a:lnTo>
                  <a:pt x="271384" y="65012"/>
                </a:lnTo>
                <a:lnTo>
                  <a:pt x="272011" y="64542"/>
                </a:lnTo>
                <a:lnTo>
                  <a:pt x="272656" y="64097"/>
                </a:lnTo>
                <a:lnTo>
                  <a:pt x="273317" y="63675"/>
                </a:lnTo>
                <a:lnTo>
                  <a:pt x="273994" y="63278"/>
                </a:lnTo>
                <a:lnTo>
                  <a:pt x="274688" y="62904"/>
                </a:lnTo>
                <a:lnTo>
                  <a:pt x="275399" y="62555"/>
                </a:lnTo>
                <a:lnTo>
                  <a:pt x="276127" y="62230"/>
                </a:lnTo>
                <a:lnTo>
                  <a:pt x="276871" y="61929"/>
                </a:lnTo>
                <a:lnTo>
                  <a:pt x="277631" y="61652"/>
                </a:lnTo>
                <a:lnTo>
                  <a:pt x="278409" y="61399"/>
                </a:lnTo>
                <a:lnTo>
                  <a:pt x="279203" y="61170"/>
                </a:lnTo>
                <a:lnTo>
                  <a:pt x="280014" y="60965"/>
                </a:lnTo>
                <a:lnTo>
                  <a:pt x="280841" y="60785"/>
                </a:lnTo>
                <a:lnTo>
                  <a:pt x="281685" y="60628"/>
                </a:lnTo>
                <a:lnTo>
                  <a:pt x="282546" y="60496"/>
                </a:lnTo>
                <a:lnTo>
                  <a:pt x="283423" y="60387"/>
                </a:lnTo>
                <a:lnTo>
                  <a:pt x="284317" y="60303"/>
                </a:lnTo>
                <a:lnTo>
                  <a:pt x="285228" y="60243"/>
                </a:lnTo>
                <a:lnTo>
                  <a:pt x="286155" y="60207"/>
                </a:lnTo>
                <a:lnTo>
                  <a:pt x="287099" y="60195"/>
                </a:lnTo>
                <a:lnTo>
                  <a:pt x="288009" y="60206"/>
                </a:lnTo>
                <a:lnTo>
                  <a:pt x="288903" y="60239"/>
                </a:lnTo>
                <a:lnTo>
                  <a:pt x="289782" y="60295"/>
                </a:lnTo>
                <a:lnTo>
                  <a:pt x="290644" y="60373"/>
                </a:lnTo>
                <a:lnTo>
                  <a:pt x="291491" y="60474"/>
                </a:lnTo>
                <a:lnTo>
                  <a:pt x="292321" y="60596"/>
                </a:lnTo>
                <a:lnTo>
                  <a:pt x="293136" y="60741"/>
                </a:lnTo>
                <a:lnTo>
                  <a:pt x="293934" y="60909"/>
                </a:lnTo>
                <a:lnTo>
                  <a:pt x="294717" y="61098"/>
                </a:lnTo>
                <a:lnTo>
                  <a:pt x="295484" y="61310"/>
                </a:lnTo>
                <a:lnTo>
                  <a:pt x="296235" y="61545"/>
                </a:lnTo>
                <a:lnTo>
                  <a:pt x="296970" y="61801"/>
                </a:lnTo>
                <a:lnTo>
                  <a:pt x="297689" y="62080"/>
                </a:lnTo>
                <a:lnTo>
                  <a:pt x="298391" y="62381"/>
                </a:lnTo>
                <a:lnTo>
                  <a:pt x="299079" y="62705"/>
                </a:lnTo>
                <a:lnTo>
                  <a:pt x="299750" y="63051"/>
                </a:lnTo>
                <a:lnTo>
                  <a:pt x="300405" y="63419"/>
                </a:lnTo>
                <a:lnTo>
                  <a:pt x="301044" y="63810"/>
                </a:lnTo>
                <a:lnTo>
                  <a:pt x="301667" y="64222"/>
                </a:lnTo>
                <a:lnTo>
                  <a:pt x="302274" y="64657"/>
                </a:lnTo>
                <a:lnTo>
                  <a:pt x="302866" y="65115"/>
                </a:lnTo>
                <a:lnTo>
                  <a:pt x="303441" y="65595"/>
                </a:lnTo>
                <a:lnTo>
                  <a:pt x="304001" y="66097"/>
                </a:lnTo>
                <a:lnTo>
                  <a:pt x="304544" y="66621"/>
                </a:lnTo>
                <a:lnTo>
                  <a:pt x="305069" y="67166"/>
                </a:lnTo>
                <a:lnTo>
                  <a:pt x="305571" y="67731"/>
                </a:lnTo>
                <a:lnTo>
                  <a:pt x="306051" y="68315"/>
                </a:lnTo>
                <a:lnTo>
                  <a:pt x="306509" y="68919"/>
                </a:lnTo>
                <a:lnTo>
                  <a:pt x="306944" y="69542"/>
                </a:lnTo>
                <a:lnTo>
                  <a:pt x="307357" y="70185"/>
                </a:lnTo>
                <a:lnTo>
                  <a:pt x="307748" y="70847"/>
                </a:lnTo>
                <a:lnTo>
                  <a:pt x="308116" y="71529"/>
                </a:lnTo>
                <a:lnTo>
                  <a:pt x="308462" y="72230"/>
                </a:lnTo>
                <a:lnTo>
                  <a:pt x="308786" y="72951"/>
                </a:lnTo>
                <a:lnTo>
                  <a:pt x="309087" y="73691"/>
                </a:lnTo>
                <a:lnTo>
                  <a:pt x="309366" y="74451"/>
                </a:lnTo>
                <a:lnTo>
                  <a:pt x="309623" y="75230"/>
                </a:lnTo>
                <a:lnTo>
                  <a:pt x="309857" y="76029"/>
                </a:lnTo>
                <a:lnTo>
                  <a:pt x="310070" y="76847"/>
                </a:lnTo>
                <a:lnTo>
                  <a:pt x="310259" y="77685"/>
                </a:lnTo>
                <a:lnTo>
                  <a:pt x="310427" y="78542"/>
                </a:lnTo>
                <a:lnTo>
                  <a:pt x="310572" y="79418"/>
                </a:lnTo>
                <a:lnTo>
                  <a:pt x="310695" y="80315"/>
                </a:lnTo>
                <a:lnTo>
                  <a:pt x="310795" y="81230"/>
                </a:lnTo>
                <a:lnTo>
                  <a:pt x="310873" y="82165"/>
                </a:lnTo>
                <a:lnTo>
                  <a:pt x="310929" y="83120"/>
                </a:lnTo>
                <a:lnTo>
                  <a:pt x="310963" y="84094"/>
                </a:lnTo>
                <a:lnTo>
                  <a:pt x="310974" y="85088"/>
                </a:lnTo>
                <a:lnTo>
                  <a:pt x="310974" y="158546"/>
                </a:lnTo>
                <a:lnTo>
                  <a:pt x="329337" y="158546"/>
                </a:lnTo>
                <a:lnTo>
                  <a:pt x="329337" y="83048"/>
                </a:lnTo>
                <a:lnTo>
                  <a:pt x="329320" y="81565"/>
                </a:lnTo>
                <a:lnTo>
                  <a:pt x="329268" y="80108"/>
                </a:lnTo>
                <a:lnTo>
                  <a:pt x="329181" y="78677"/>
                </a:lnTo>
                <a:lnTo>
                  <a:pt x="329060" y="77273"/>
                </a:lnTo>
                <a:lnTo>
                  <a:pt x="328904" y="75894"/>
                </a:lnTo>
                <a:lnTo>
                  <a:pt x="328713" y="74542"/>
                </a:lnTo>
                <a:lnTo>
                  <a:pt x="328487" y="73216"/>
                </a:lnTo>
                <a:lnTo>
                  <a:pt x="328227" y="71917"/>
                </a:lnTo>
                <a:lnTo>
                  <a:pt x="327932" y="70643"/>
                </a:lnTo>
                <a:lnTo>
                  <a:pt x="327602" y="69396"/>
                </a:lnTo>
                <a:lnTo>
                  <a:pt x="327237" y="68175"/>
                </a:lnTo>
                <a:lnTo>
                  <a:pt x="326838" y="66980"/>
                </a:lnTo>
                <a:lnTo>
                  <a:pt x="326404" y="65811"/>
                </a:lnTo>
                <a:lnTo>
                  <a:pt x="325936" y="64669"/>
                </a:lnTo>
                <a:lnTo>
                  <a:pt x="325432" y="63553"/>
                </a:lnTo>
                <a:lnTo>
                  <a:pt x="324894" y="62463"/>
                </a:lnTo>
                <a:lnTo>
                  <a:pt x="324321" y="61399"/>
                </a:lnTo>
                <a:lnTo>
                  <a:pt x="323714" y="60361"/>
                </a:lnTo>
                <a:lnTo>
                  <a:pt x="323072" y="59350"/>
                </a:lnTo>
                <a:lnTo>
                  <a:pt x="322395" y="58365"/>
                </a:lnTo>
                <a:lnTo>
                  <a:pt x="321683" y="57406"/>
                </a:lnTo>
                <a:lnTo>
                  <a:pt x="320937" y="56473"/>
                </a:lnTo>
                <a:lnTo>
                  <a:pt x="320156" y="55567"/>
                </a:lnTo>
                <a:lnTo>
                  <a:pt x="319340" y="54687"/>
                </a:lnTo>
                <a:lnTo>
                  <a:pt x="318495" y="53837"/>
                </a:lnTo>
                <a:lnTo>
                  <a:pt x="317625" y="53024"/>
                </a:lnTo>
                <a:lnTo>
                  <a:pt x="316732" y="52247"/>
                </a:lnTo>
                <a:lnTo>
                  <a:pt x="315814" y="51506"/>
                </a:lnTo>
                <a:lnTo>
                  <a:pt x="314873" y="50802"/>
                </a:lnTo>
                <a:lnTo>
                  <a:pt x="313907" y="50133"/>
                </a:lnTo>
                <a:lnTo>
                  <a:pt x="312917" y="49500"/>
                </a:lnTo>
                <a:lnTo>
                  <a:pt x="311904" y="48904"/>
                </a:lnTo>
                <a:lnTo>
                  <a:pt x="310866" y="48344"/>
                </a:lnTo>
                <a:lnTo>
                  <a:pt x="309804" y="47820"/>
                </a:lnTo>
                <a:lnTo>
                  <a:pt x="308717" y="47332"/>
                </a:lnTo>
                <a:lnTo>
                  <a:pt x="307607" y="46880"/>
                </a:lnTo>
                <a:lnTo>
                  <a:pt x="306473" y="46465"/>
                </a:lnTo>
                <a:lnTo>
                  <a:pt x="305314" y="46085"/>
                </a:lnTo>
                <a:lnTo>
                  <a:pt x="304132" y="45742"/>
                </a:lnTo>
                <a:lnTo>
                  <a:pt x="302925" y="45435"/>
                </a:lnTo>
                <a:lnTo>
                  <a:pt x="301694" y="45164"/>
                </a:lnTo>
                <a:lnTo>
                  <a:pt x="300439" y="44929"/>
                </a:lnTo>
                <a:lnTo>
                  <a:pt x="299161" y="44730"/>
                </a:lnTo>
                <a:lnTo>
                  <a:pt x="297857" y="44567"/>
                </a:lnTo>
                <a:lnTo>
                  <a:pt x="296530" y="44441"/>
                </a:lnTo>
                <a:lnTo>
                  <a:pt x="295179" y="44350"/>
                </a:lnTo>
                <a:lnTo>
                  <a:pt x="293804" y="44296"/>
                </a:lnTo>
                <a:lnTo>
                  <a:pt x="292404" y="44278"/>
                </a:lnTo>
                <a:lnTo>
                  <a:pt x="291242" y="44291"/>
                </a:lnTo>
                <a:lnTo>
                  <a:pt x="290100" y="44328"/>
                </a:lnTo>
                <a:lnTo>
                  <a:pt x="288980" y="44391"/>
                </a:lnTo>
                <a:lnTo>
                  <a:pt x="287881" y="44479"/>
                </a:lnTo>
                <a:lnTo>
                  <a:pt x="286804" y="44593"/>
                </a:lnTo>
                <a:lnTo>
                  <a:pt x="285747" y="44731"/>
                </a:lnTo>
                <a:lnTo>
                  <a:pt x="284712" y="44894"/>
                </a:lnTo>
                <a:lnTo>
                  <a:pt x="283698" y="45083"/>
                </a:lnTo>
                <a:lnTo>
                  <a:pt x="282705" y="45297"/>
                </a:lnTo>
                <a:lnTo>
                  <a:pt x="281734" y="45536"/>
                </a:lnTo>
                <a:lnTo>
                  <a:pt x="280784" y="45800"/>
                </a:lnTo>
                <a:lnTo>
                  <a:pt x="279855" y="46089"/>
                </a:lnTo>
                <a:lnTo>
                  <a:pt x="278947" y="46404"/>
                </a:lnTo>
                <a:lnTo>
                  <a:pt x="278061" y="46743"/>
                </a:lnTo>
                <a:lnTo>
                  <a:pt x="277196" y="47108"/>
                </a:lnTo>
                <a:lnTo>
                  <a:pt x="276352" y="47498"/>
                </a:lnTo>
                <a:lnTo>
                  <a:pt x="275530" y="47913"/>
                </a:lnTo>
                <a:lnTo>
                  <a:pt x="274728" y="48354"/>
                </a:lnTo>
                <a:lnTo>
                  <a:pt x="273948" y="48819"/>
                </a:lnTo>
                <a:lnTo>
                  <a:pt x="273189" y="49310"/>
                </a:lnTo>
                <a:lnTo>
                  <a:pt x="272452" y="49825"/>
                </a:lnTo>
                <a:lnTo>
                  <a:pt x="271735" y="50366"/>
                </a:lnTo>
                <a:lnTo>
                  <a:pt x="271040" y="50932"/>
                </a:lnTo>
                <a:lnTo>
                  <a:pt x="270366" y="51523"/>
                </a:lnTo>
                <a:lnTo>
                  <a:pt x="269717" y="52137"/>
                </a:lnTo>
                <a:lnTo>
                  <a:pt x="269096" y="52772"/>
                </a:lnTo>
                <a:lnTo>
                  <a:pt x="268502" y="53428"/>
                </a:lnTo>
                <a:lnTo>
                  <a:pt x="267936" y="54105"/>
                </a:lnTo>
                <a:lnTo>
                  <a:pt x="267397" y="54802"/>
                </a:lnTo>
                <a:lnTo>
                  <a:pt x="266886" y="55521"/>
                </a:lnTo>
                <a:lnTo>
                  <a:pt x="266403" y="56260"/>
                </a:lnTo>
                <a:lnTo>
                  <a:pt x="265947" y="57021"/>
                </a:lnTo>
                <a:lnTo>
                  <a:pt x="265519" y="57802"/>
                </a:lnTo>
                <a:lnTo>
                  <a:pt x="265118" y="58604"/>
                </a:lnTo>
                <a:lnTo>
                  <a:pt x="264745" y="59427"/>
                </a:lnTo>
                <a:lnTo>
                  <a:pt x="264400" y="60271"/>
                </a:lnTo>
                <a:lnTo>
                  <a:pt x="264082" y="61136"/>
                </a:lnTo>
                <a:lnTo>
                  <a:pt x="263792" y="62022"/>
                </a:lnTo>
                <a:lnTo>
                  <a:pt x="263530" y="62928"/>
                </a:lnTo>
                <a:lnTo>
                  <a:pt x="263295" y="63856"/>
                </a:lnTo>
                <a:lnTo>
                  <a:pt x="263088" y="64804"/>
                </a:lnTo>
                <a:lnTo>
                  <a:pt x="262909" y="65774"/>
                </a:lnTo>
                <a:lnTo>
                  <a:pt x="262757" y="66764"/>
                </a:lnTo>
                <a:lnTo>
                  <a:pt x="262636" y="67742"/>
                </a:lnTo>
                <a:lnTo>
                  <a:pt x="262411" y="67742"/>
                </a:lnTo>
                <a:lnTo>
                  <a:pt x="262411" y="46317"/>
                </a:lnTo>
                <a:lnTo>
                  <a:pt x="244044" y="46317"/>
                </a:lnTo>
                <a:lnTo>
                  <a:pt x="244044" y="158546"/>
                </a:lnTo>
                <a:lnTo>
                  <a:pt x="262411" y="158546"/>
                </a:lnTo>
                <a:close/>
                <a:moveTo>
                  <a:pt x="125695" y="46317"/>
                </a:moveTo>
                <a:lnTo>
                  <a:pt x="125695" y="63050"/>
                </a:lnTo>
                <a:lnTo>
                  <a:pt x="160384" y="63050"/>
                </a:lnTo>
                <a:lnTo>
                  <a:pt x="160384" y="141814"/>
                </a:lnTo>
                <a:lnTo>
                  <a:pt x="120595" y="141814"/>
                </a:lnTo>
                <a:lnTo>
                  <a:pt x="120595" y="158546"/>
                </a:lnTo>
                <a:lnTo>
                  <a:pt x="216496" y="158546"/>
                </a:lnTo>
                <a:lnTo>
                  <a:pt x="216496" y="141814"/>
                </a:lnTo>
                <a:lnTo>
                  <a:pt x="178748" y="141814"/>
                </a:lnTo>
                <a:lnTo>
                  <a:pt x="178748" y="46317"/>
                </a:lnTo>
                <a:lnTo>
                  <a:pt x="125695" y="46317"/>
                </a:lnTo>
                <a:close/>
                <a:moveTo>
                  <a:pt x="414878" y="160356"/>
                </a:moveTo>
                <a:lnTo>
                  <a:pt x="416267" y="160227"/>
                </a:lnTo>
                <a:lnTo>
                  <a:pt x="417635" y="160069"/>
                </a:lnTo>
                <a:lnTo>
                  <a:pt x="418983" y="159883"/>
                </a:lnTo>
                <a:lnTo>
                  <a:pt x="420311" y="159667"/>
                </a:lnTo>
                <a:lnTo>
                  <a:pt x="421618" y="159423"/>
                </a:lnTo>
                <a:lnTo>
                  <a:pt x="422906" y="159151"/>
                </a:lnTo>
                <a:lnTo>
                  <a:pt x="424173" y="158850"/>
                </a:lnTo>
                <a:lnTo>
                  <a:pt x="425420" y="158520"/>
                </a:lnTo>
                <a:lnTo>
                  <a:pt x="426647" y="158161"/>
                </a:lnTo>
                <a:lnTo>
                  <a:pt x="427854" y="157774"/>
                </a:lnTo>
                <a:lnTo>
                  <a:pt x="429040" y="157358"/>
                </a:lnTo>
                <a:lnTo>
                  <a:pt x="430207" y="156913"/>
                </a:lnTo>
                <a:lnTo>
                  <a:pt x="431353" y="156439"/>
                </a:lnTo>
                <a:lnTo>
                  <a:pt x="432479" y="155937"/>
                </a:lnTo>
                <a:lnTo>
                  <a:pt x="433585" y="155407"/>
                </a:lnTo>
                <a:lnTo>
                  <a:pt x="434670" y="154847"/>
                </a:lnTo>
                <a:lnTo>
                  <a:pt x="435736" y="154259"/>
                </a:lnTo>
                <a:lnTo>
                  <a:pt x="436781" y="153642"/>
                </a:lnTo>
                <a:lnTo>
                  <a:pt x="437806" y="152996"/>
                </a:lnTo>
                <a:lnTo>
                  <a:pt x="438811" y="152322"/>
                </a:lnTo>
                <a:lnTo>
                  <a:pt x="439788" y="151623"/>
                </a:lnTo>
                <a:lnTo>
                  <a:pt x="440730" y="150904"/>
                </a:lnTo>
                <a:lnTo>
                  <a:pt x="441637" y="150165"/>
                </a:lnTo>
                <a:lnTo>
                  <a:pt x="442509" y="149406"/>
                </a:lnTo>
                <a:lnTo>
                  <a:pt x="443346" y="148627"/>
                </a:lnTo>
                <a:lnTo>
                  <a:pt x="444148" y="147827"/>
                </a:lnTo>
                <a:lnTo>
                  <a:pt x="444915" y="147007"/>
                </a:lnTo>
                <a:lnTo>
                  <a:pt x="445647" y="146167"/>
                </a:lnTo>
                <a:lnTo>
                  <a:pt x="446344" y="145307"/>
                </a:lnTo>
                <a:lnTo>
                  <a:pt x="447005" y="144426"/>
                </a:lnTo>
                <a:lnTo>
                  <a:pt x="447632" y="143526"/>
                </a:lnTo>
                <a:lnTo>
                  <a:pt x="448223" y="142605"/>
                </a:lnTo>
                <a:lnTo>
                  <a:pt x="448780" y="141664"/>
                </a:lnTo>
                <a:lnTo>
                  <a:pt x="449301" y="140702"/>
                </a:lnTo>
                <a:lnTo>
                  <a:pt x="449787" y="139721"/>
                </a:lnTo>
                <a:lnTo>
                  <a:pt x="450238" y="138719"/>
                </a:lnTo>
                <a:lnTo>
                  <a:pt x="450655" y="137697"/>
                </a:lnTo>
                <a:lnTo>
                  <a:pt x="451036" y="136655"/>
                </a:lnTo>
                <a:lnTo>
                  <a:pt x="451382" y="135593"/>
                </a:lnTo>
                <a:lnTo>
                  <a:pt x="451692" y="134511"/>
                </a:lnTo>
                <a:lnTo>
                  <a:pt x="451968" y="133408"/>
                </a:lnTo>
                <a:lnTo>
                  <a:pt x="452209" y="132285"/>
                </a:lnTo>
                <a:lnTo>
                  <a:pt x="452415" y="131142"/>
                </a:lnTo>
                <a:lnTo>
                  <a:pt x="452585" y="129979"/>
                </a:lnTo>
                <a:lnTo>
                  <a:pt x="434222" y="129979"/>
                </a:lnTo>
                <a:lnTo>
                  <a:pt x="434094" y="130602"/>
                </a:lnTo>
                <a:lnTo>
                  <a:pt x="433948" y="131211"/>
                </a:lnTo>
                <a:lnTo>
                  <a:pt x="433785" y="131808"/>
                </a:lnTo>
                <a:lnTo>
                  <a:pt x="433603" y="132391"/>
                </a:lnTo>
                <a:lnTo>
                  <a:pt x="433405" y="132961"/>
                </a:lnTo>
                <a:lnTo>
                  <a:pt x="433188" y="133518"/>
                </a:lnTo>
                <a:lnTo>
                  <a:pt x="432954" y="134062"/>
                </a:lnTo>
                <a:lnTo>
                  <a:pt x="432702" y="134593"/>
                </a:lnTo>
                <a:lnTo>
                  <a:pt x="432432" y="135111"/>
                </a:lnTo>
                <a:lnTo>
                  <a:pt x="432145" y="135616"/>
                </a:lnTo>
                <a:lnTo>
                  <a:pt x="431840" y="136108"/>
                </a:lnTo>
                <a:lnTo>
                  <a:pt x="431517" y="136586"/>
                </a:lnTo>
                <a:lnTo>
                  <a:pt x="431177" y="137052"/>
                </a:lnTo>
                <a:lnTo>
                  <a:pt x="430819" y="137504"/>
                </a:lnTo>
                <a:lnTo>
                  <a:pt x="430443" y="137943"/>
                </a:lnTo>
                <a:lnTo>
                  <a:pt x="430049" y="138369"/>
                </a:lnTo>
                <a:lnTo>
                  <a:pt x="429638" y="138782"/>
                </a:lnTo>
                <a:lnTo>
                  <a:pt x="429209" y="139182"/>
                </a:lnTo>
                <a:lnTo>
                  <a:pt x="428762" y="139569"/>
                </a:lnTo>
                <a:lnTo>
                  <a:pt x="428298" y="139943"/>
                </a:lnTo>
                <a:lnTo>
                  <a:pt x="427816" y="140303"/>
                </a:lnTo>
                <a:lnTo>
                  <a:pt x="427316" y="140651"/>
                </a:lnTo>
                <a:lnTo>
                  <a:pt x="426798" y="140985"/>
                </a:lnTo>
                <a:lnTo>
                  <a:pt x="426263" y="141306"/>
                </a:lnTo>
                <a:lnTo>
                  <a:pt x="425712" y="141614"/>
                </a:lnTo>
                <a:lnTo>
                  <a:pt x="425147" y="141909"/>
                </a:lnTo>
                <a:lnTo>
                  <a:pt x="424567" y="142191"/>
                </a:lnTo>
                <a:lnTo>
                  <a:pt x="423973" y="142459"/>
                </a:lnTo>
                <a:lnTo>
                  <a:pt x="423366" y="142715"/>
                </a:lnTo>
                <a:lnTo>
                  <a:pt x="422744" y="142957"/>
                </a:lnTo>
                <a:lnTo>
                  <a:pt x="422107" y="143187"/>
                </a:lnTo>
                <a:lnTo>
                  <a:pt x="421457" y="143403"/>
                </a:lnTo>
                <a:lnTo>
                  <a:pt x="420792" y="143606"/>
                </a:lnTo>
                <a:lnTo>
                  <a:pt x="420114" y="143796"/>
                </a:lnTo>
                <a:lnTo>
                  <a:pt x="419421" y="143973"/>
                </a:lnTo>
                <a:lnTo>
                  <a:pt x="418714" y="144137"/>
                </a:lnTo>
                <a:lnTo>
                  <a:pt x="417992" y="144287"/>
                </a:lnTo>
                <a:lnTo>
                  <a:pt x="417257" y="144425"/>
                </a:lnTo>
                <a:lnTo>
                  <a:pt x="416507" y="144549"/>
                </a:lnTo>
                <a:lnTo>
                  <a:pt x="415744" y="144661"/>
                </a:lnTo>
                <a:lnTo>
                  <a:pt x="414966" y="144759"/>
                </a:lnTo>
                <a:lnTo>
                  <a:pt x="414173" y="144844"/>
                </a:lnTo>
                <a:lnTo>
                  <a:pt x="413367" y="144916"/>
                </a:lnTo>
                <a:lnTo>
                  <a:pt x="412547" y="144975"/>
                </a:lnTo>
                <a:lnTo>
                  <a:pt x="411712" y="145021"/>
                </a:lnTo>
                <a:lnTo>
                  <a:pt x="410863" y="145054"/>
                </a:lnTo>
                <a:lnTo>
                  <a:pt x="410000" y="145073"/>
                </a:lnTo>
                <a:lnTo>
                  <a:pt x="409123" y="145080"/>
                </a:lnTo>
                <a:lnTo>
                  <a:pt x="408096" y="145068"/>
                </a:lnTo>
                <a:lnTo>
                  <a:pt x="407088" y="145031"/>
                </a:lnTo>
                <a:lnTo>
                  <a:pt x="406100" y="144970"/>
                </a:lnTo>
                <a:lnTo>
                  <a:pt x="405132" y="144884"/>
                </a:lnTo>
                <a:lnTo>
                  <a:pt x="404184" y="144774"/>
                </a:lnTo>
                <a:lnTo>
                  <a:pt x="403256" y="144640"/>
                </a:lnTo>
                <a:lnTo>
                  <a:pt x="402348" y="144481"/>
                </a:lnTo>
                <a:lnTo>
                  <a:pt x="401459" y="144298"/>
                </a:lnTo>
                <a:lnTo>
                  <a:pt x="400590" y="144090"/>
                </a:lnTo>
                <a:lnTo>
                  <a:pt x="399742" y="143858"/>
                </a:lnTo>
                <a:lnTo>
                  <a:pt x="398913" y="143601"/>
                </a:lnTo>
                <a:lnTo>
                  <a:pt x="398103" y="143320"/>
                </a:lnTo>
                <a:lnTo>
                  <a:pt x="397314" y="143014"/>
                </a:lnTo>
                <a:lnTo>
                  <a:pt x="396544" y="142684"/>
                </a:lnTo>
                <a:lnTo>
                  <a:pt x="395795" y="142330"/>
                </a:lnTo>
                <a:lnTo>
                  <a:pt x="395065" y="141951"/>
                </a:lnTo>
                <a:lnTo>
                  <a:pt x="394355" y="141548"/>
                </a:lnTo>
                <a:lnTo>
                  <a:pt x="393665" y="141120"/>
                </a:lnTo>
                <a:lnTo>
                  <a:pt x="392994" y="140668"/>
                </a:lnTo>
                <a:lnTo>
                  <a:pt x="392344" y="140191"/>
                </a:lnTo>
                <a:lnTo>
                  <a:pt x="391713" y="139690"/>
                </a:lnTo>
                <a:lnTo>
                  <a:pt x="391102" y="139165"/>
                </a:lnTo>
                <a:lnTo>
                  <a:pt x="390511" y="138615"/>
                </a:lnTo>
                <a:lnTo>
                  <a:pt x="389940" y="138040"/>
                </a:lnTo>
                <a:lnTo>
                  <a:pt x="389391" y="137443"/>
                </a:lnTo>
                <a:lnTo>
                  <a:pt x="388865" y="136824"/>
                </a:lnTo>
                <a:lnTo>
                  <a:pt x="388363" y="136183"/>
                </a:lnTo>
                <a:lnTo>
                  <a:pt x="387883" y="135521"/>
                </a:lnTo>
                <a:lnTo>
                  <a:pt x="387428" y="134837"/>
                </a:lnTo>
                <a:lnTo>
                  <a:pt x="386995" y="134131"/>
                </a:lnTo>
                <a:lnTo>
                  <a:pt x="386586" y="133404"/>
                </a:lnTo>
                <a:lnTo>
                  <a:pt x="386201" y="132655"/>
                </a:lnTo>
                <a:lnTo>
                  <a:pt x="385838" y="131885"/>
                </a:lnTo>
                <a:lnTo>
                  <a:pt x="385499" y="131093"/>
                </a:lnTo>
                <a:lnTo>
                  <a:pt x="385184" y="130280"/>
                </a:lnTo>
                <a:lnTo>
                  <a:pt x="384892" y="129444"/>
                </a:lnTo>
                <a:lnTo>
                  <a:pt x="384623" y="128588"/>
                </a:lnTo>
                <a:lnTo>
                  <a:pt x="384377" y="127709"/>
                </a:lnTo>
                <a:lnTo>
                  <a:pt x="384155" y="126809"/>
                </a:lnTo>
                <a:lnTo>
                  <a:pt x="383957" y="125888"/>
                </a:lnTo>
                <a:lnTo>
                  <a:pt x="383781" y="124944"/>
                </a:lnTo>
                <a:lnTo>
                  <a:pt x="383629" y="123979"/>
                </a:lnTo>
                <a:lnTo>
                  <a:pt x="383501" y="122993"/>
                </a:lnTo>
                <a:lnTo>
                  <a:pt x="383396" y="121985"/>
                </a:lnTo>
                <a:lnTo>
                  <a:pt x="383314" y="120955"/>
                </a:lnTo>
                <a:lnTo>
                  <a:pt x="383256" y="119904"/>
                </a:lnTo>
                <a:lnTo>
                  <a:pt x="383220" y="118831"/>
                </a:lnTo>
                <a:lnTo>
                  <a:pt x="383209" y="117737"/>
                </a:lnTo>
                <a:lnTo>
                  <a:pt x="383209" y="106920"/>
                </a:lnTo>
                <a:lnTo>
                  <a:pt x="452993" y="106920"/>
                </a:lnTo>
                <a:lnTo>
                  <a:pt x="452993" y="87127"/>
                </a:lnTo>
                <a:lnTo>
                  <a:pt x="452984" y="86045"/>
                </a:lnTo>
                <a:lnTo>
                  <a:pt x="452956" y="84975"/>
                </a:lnTo>
                <a:lnTo>
                  <a:pt x="452909" y="83917"/>
                </a:lnTo>
                <a:lnTo>
                  <a:pt x="452843" y="82871"/>
                </a:lnTo>
                <a:lnTo>
                  <a:pt x="452758" y="81837"/>
                </a:lnTo>
                <a:lnTo>
                  <a:pt x="452655" y="80815"/>
                </a:lnTo>
                <a:lnTo>
                  <a:pt x="452533" y="79805"/>
                </a:lnTo>
                <a:lnTo>
                  <a:pt x="452392" y="78807"/>
                </a:lnTo>
                <a:lnTo>
                  <a:pt x="452233" y="77821"/>
                </a:lnTo>
                <a:lnTo>
                  <a:pt x="452054" y="76847"/>
                </a:lnTo>
                <a:lnTo>
                  <a:pt x="451857" y="75886"/>
                </a:lnTo>
                <a:lnTo>
                  <a:pt x="451641" y="74936"/>
                </a:lnTo>
                <a:lnTo>
                  <a:pt x="451406" y="73998"/>
                </a:lnTo>
                <a:lnTo>
                  <a:pt x="451153" y="73073"/>
                </a:lnTo>
                <a:lnTo>
                  <a:pt x="450881" y="72159"/>
                </a:lnTo>
                <a:lnTo>
                  <a:pt x="450590" y="71258"/>
                </a:lnTo>
                <a:lnTo>
                  <a:pt x="450280" y="70368"/>
                </a:lnTo>
                <a:lnTo>
                  <a:pt x="449951" y="69491"/>
                </a:lnTo>
                <a:lnTo>
                  <a:pt x="449604" y="68625"/>
                </a:lnTo>
                <a:lnTo>
                  <a:pt x="449237" y="67772"/>
                </a:lnTo>
                <a:lnTo>
                  <a:pt x="448853" y="66931"/>
                </a:lnTo>
                <a:lnTo>
                  <a:pt x="448449" y="66101"/>
                </a:lnTo>
                <a:lnTo>
                  <a:pt x="448026" y="65284"/>
                </a:lnTo>
                <a:lnTo>
                  <a:pt x="447585" y="64479"/>
                </a:lnTo>
                <a:lnTo>
                  <a:pt x="447127" y="63687"/>
                </a:lnTo>
                <a:lnTo>
                  <a:pt x="446653" y="62910"/>
                </a:lnTo>
                <a:lnTo>
                  <a:pt x="446163" y="62148"/>
                </a:lnTo>
                <a:lnTo>
                  <a:pt x="445658" y="61401"/>
                </a:lnTo>
                <a:lnTo>
                  <a:pt x="445138" y="60669"/>
                </a:lnTo>
                <a:lnTo>
                  <a:pt x="444602" y="59952"/>
                </a:lnTo>
                <a:lnTo>
                  <a:pt x="444050" y="59249"/>
                </a:lnTo>
                <a:lnTo>
                  <a:pt x="443482" y="58562"/>
                </a:lnTo>
                <a:lnTo>
                  <a:pt x="442899" y="57889"/>
                </a:lnTo>
                <a:lnTo>
                  <a:pt x="442301" y="57231"/>
                </a:lnTo>
                <a:lnTo>
                  <a:pt x="441686" y="56588"/>
                </a:lnTo>
                <a:lnTo>
                  <a:pt x="441057" y="55960"/>
                </a:lnTo>
                <a:lnTo>
                  <a:pt x="440411" y="55347"/>
                </a:lnTo>
                <a:lnTo>
                  <a:pt x="439750" y="54749"/>
                </a:lnTo>
                <a:lnTo>
                  <a:pt x="439073" y="54165"/>
                </a:lnTo>
                <a:lnTo>
                  <a:pt x="438381" y="53597"/>
                </a:lnTo>
                <a:lnTo>
                  <a:pt x="437673" y="53043"/>
                </a:lnTo>
                <a:lnTo>
                  <a:pt x="436950" y="52504"/>
                </a:lnTo>
                <a:lnTo>
                  <a:pt x="436211" y="51980"/>
                </a:lnTo>
                <a:lnTo>
                  <a:pt x="435456" y="51471"/>
                </a:lnTo>
                <a:lnTo>
                  <a:pt x="434686" y="50977"/>
                </a:lnTo>
                <a:lnTo>
                  <a:pt x="433900" y="50498"/>
                </a:lnTo>
                <a:lnTo>
                  <a:pt x="433099" y="50033"/>
                </a:lnTo>
                <a:lnTo>
                  <a:pt x="432282" y="49584"/>
                </a:lnTo>
                <a:lnTo>
                  <a:pt x="431451" y="49151"/>
                </a:lnTo>
                <a:lnTo>
                  <a:pt x="430609" y="48736"/>
                </a:lnTo>
                <a:lnTo>
                  <a:pt x="429755" y="48340"/>
                </a:lnTo>
                <a:lnTo>
                  <a:pt x="428890" y="47962"/>
                </a:lnTo>
                <a:lnTo>
                  <a:pt x="428013" y="47603"/>
                </a:lnTo>
                <a:lnTo>
                  <a:pt x="427124" y="47262"/>
                </a:lnTo>
                <a:lnTo>
                  <a:pt x="426223" y="46940"/>
                </a:lnTo>
                <a:lnTo>
                  <a:pt x="425311" y="46636"/>
                </a:lnTo>
                <a:lnTo>
                  <a:pt x="424387" y="46351"/>
                </a:lnTo>
                <a:lnTo>
                  <a:pt x="423451" y="46083"/>
                </a:lnTo>
                <a:lnTo>
                  <a:pt x="422504" y="45835"/>
                </a:lnTo>
                <a:lnTo>
                  <a:pt x="421545" y="45604"/>
                </a:lnTo>
                <a:lnTo>
                  <a:pt x="420574" y="45393"/>
                </a:lnTo>
                <a:lnTo>
                  <a:pt x="419591" y="45199"/>
                </a:lnTo>
                <a:lnTo>
                  <a:pt x="418597" y="45024"/>
                </a:lnTo>
                <a:lnTo>
                  <a:pt x="417591" y="44868"/>
                </a:lnTo>
                <a:lnTo>
                  <a:pt x="416574" y="44729"/>
                </a:lnTo>
                <a:lnTo>
                  <a:pt x="415544" y="44610"/>
                </a:lnTo>
                <a:lnTo>
                  <a:pt x="414503" y="44508"/>
                </a:lnTo>
                <a:lnTo>
                  <a:pt x="413451" y="44425"/>
                </a:lnTo>
                <a:lnTo>
                  <a:pt x="412386" y="44361"/>
                </a:lnTo>
                <a:lnTo>
                  <a:pt x="411310" y="44315"/>
                </a:lnTo>
                <a:lnTo>
                  <a:pt x="410222" y="44287"/>
                </a:lnTo>
                <a:lnTo>
                  <a:pt x="409123" y="44278"/>
                </a:lnTo>
                <a:lnTo>
                  <a:pt x="408024" y="44287"/>
                </a:lnTo>
                <a:lnTo>
                  <a:pt x="406936" y="44315"/>
                </a:lnTo>
                <a:lnTo>
                  <a:pt x="405860" y="44361"/>
                </a:lnTo>
                <a:lnTo>
                  <a:pt x="404795" y="44425"/>
                </a:lnTo>
                <a:lnTo>
                  <a:pt x="403743" y="44508"/>
                </a:lnTo>
                <a:lnTo>
                  <a:pt x="402701" y="44610"/>
                </a:lnTo>
                <a:lnTo>
                  <a:pt x="401672" y="44729"/>
                </a:lnTo>
                <a:lnTo>
                  <a:pt x="400654" y="44868"/>
                </a:lnTo>
                <a:lnTo>
                  <a:pt x="399648" y="45024"/>
                </a:lnTo>
                <a:lnTo>
                  <a:pt x="398654" y="45199"/>
                </a:lnTo>
                <a:lnTo>
                  <a:pt x="397672" y="45393"/>
                </a:lnTo>
                <a:lnTo>
                  <a:pt x="396701" y="45604"/>
                </a:lnTo>
                <a:lnTo>
                  <a:pt x="395741" y="45835"/>
                </a:lnTo>
                <a:lnTo>
                  <a:pt x="394794" y="46083"/>
                </a:lnTo>
                <a:lnTo>
                  <a:pt x="393858" y="46351"/>
                </a:lnTo>
                <a:lnTo>
                  <a:pt x="392934" y="46636"/>
                </a:lnTo>
                <a:lnTo>
                  <a:pt x="392021" y="46940"/>
                </a:lnTo>
                <a:lnTo>
                  <a:pt x="391121" y="47262"/>
                </a:lnTo>
                <a:lnTo>
                  <a:pt x="390231" y="47603"/>
                </a:lnTo>
                <a:lnTo>
                  <a:pt x="389354" y="47962"/>
                </a:lnTo>
                <a:lnTo>
                  <a:pt x="388488" y="48340"/>
                </a:lnTo>
                <a:lnTo>
                  <a:pt x="387634" y="48736"/>
                </a:lnTo>
                <a:lnTo>
                  <a:pt x="386792" y="49151"/>
                </a:lnTo>
                <a:lnTo>
                  <a:pt x="385961" y="49584"/>
                </a:lnTo>
                <a:lnTo>
                  <a:pt x="385144" y="50033"/>
                </a:lnTo>
                <a:lnTo>
                  <a:pt x="384343" y="50498"/>
                </a:lnTo>
                <a:lnTo>
                  <a:pt x="383558" y="50977"/>
                </a:lnTo>
                <a:lnTo>
                  <a:pt x="382787" y="51471"/>
                </a:lnTo>
                <a:lnTo>
                  <a:pt x="382033" y="51980"/>
                </a:lnTo>
                <a:lnTo>
                  <a:pt x="381294" y="52504"/>
                </a:lnTo>
                <a:lnTo>
                  <a:pt x="380571" y="53043"/>
                </a:lnTo>
                <a:lnTo>
                  <a:pt x="379863" y="53597"/>
                </a:lnTo>
                <a:lnTo>
                  <a:pt x="379171" y="54165"/>
                </a:lnTo>
                <a:lnTo>
                  <a:pt x="378494" y="54749"/>
                </a:lnTo>
                <a:lnTo>
                  <a:pt x="377833" y="55347"/>
                </a:lnTo>
                <a:lnTo>
                  <a:pt x="377188" y="55960"/>
                </a:lnTo>
                <a:lnTo>
                  <a:pt x="376558" y="56588"/>
                </a:lnTo>
                <a:lnTo>
                  <a:pt x="375944" y="57231"/>
                </a:lnTo>
                <a:lnTo>
                  <a:pt x="375345" y="57889"/>
                </a:lnTo>
                <a:lnTo>
                  <a:pt x="374762" y="58562"/>
                </a:lnTo>
                <a:lnTo>
                  <a:pt x="374194" y="59249"/>
                </a:lnTo>
                <a:lnTo>
                  <a:pt x="373643" y="59952"/>
                </a:lnTo>
                <a:lnTo>
                  <a:pt x="373106" y="60669"/>
                </a:lnTo>
                <a:lnTo>
                  <a:pt x="372585" y="61401"/>
                </a:lnTo>
                <a:lnTo>
                  <a:pt x="372080" y="62148"/>
                </a:lnTo>
                <a:lnTo>
                  <a:pt x="371590" y="62910"/>
                </a:lnTo>
                <a:lnTo>
                  <a:pt x="371116" y="63687"/>
                </a:lnTo>
                <a:lnTo>
                  <a:pt x="370658" y="64479"/>
                </a:lnTo>
                <a:lnTo>
                  <a:pt x="370217" y="65284"/>
                </a:lnTo>
                <a:lnTo>
                  <a:pt x="369795" y="66101"/>
                </a:lnTo>
                <a:lnTo>
                  <a:pt x="369391" y="66931"/>
                </a:lnTo>
                <a:lnTo>
                  <a:pt x="369006" y="67772"/>
                </a:lnTo>
                <a:lnTo>
                  <a:pt x="368640" y="68625"/>
                </a:lnTo>
                <a:lnTo>
                  <a:pt x="368293" y="69491"/>
                </a:lnTo>
                <a:lnTo>
                  <a:pt x="367965" y="70368"/>
                </a:lnTo>
                <a:lnTo>
                  <a:pt x="367655" y="71258"/>
                </a:lnTo>
                <a:lnTo>
                  <a:pt x="367364" y="72159"/>
                </a:lnTo>
                <a:lnTo>
                  <a:pt x="367092" y="73073"/>
                </a:lnTo>
                <a:lnTo>
                  <a:pt x="366839" y="73998"/>
                </a:lnTo>
                <a:lnTo>
                  <a:pt x="366604" y="74936"/>
                </a:lnTo>
                <a:lnTo>
                  <a:pt x="366388" y="75886"/>
                </a:lnTo>
                <a:lnTo>
                  <a:pt x="366191" y="76847"/>
                </a:lnTo>
                <a:lnTo>
                  <a:pt x="366013" y="77821"/>
                </a:lnTo>
                <a:lnTo>
                  <a:pt x="365853" y="78807"/>
                </a:lnTo>
                <a:lnTo>
                  <a:pt x="365713" y="79805"/>
                </a:lnTo>
                <a:lnTo>
                  <a:pt x="365591" y="80815"/>
                </a:lnTo>
                <a:lnTo>
                  <a:pt x="365487" y="81837"/>
                </a:lnTo>
                <a:lnTo>
                  <a:pt x="365403" y="82871"/>
                </a:lnTo>
                <a:lnTo>
                  <a:pt x="365337" y="83917"/>
                </a:lnTo>
                <a:lnTo>
                  <a:pt x="365290" y="84975"/>
                </a:lnTo>
                <a:lnTo>
                  <a:pt x="365262" y="86045"/>
                </a:lnTo>
                <a:lnTo>
                  <a:pt x="365253" y="87127"/>
                </a:lnTo>
                <a:lnTo>
                  <a:pt x="365253" y="117737"/>
                </a:lnTo>
                <a:lnTo>
                  <a:pt x="365262" y="118802"/>
                </a:lnTo>
                <a:lnTo>
                  <a:pt x="365290" y="119857"/>
                </a:lnTo>
                <a:lnTo>
                  <a:pt x="365337" y="120901"/>
                </a:lnTo>
                <a:lnTo>
                  <a:pt x="365403" y="121934"/>
                </a:lnTo>
                <a:lnTo>
                  <a:pt x="365487" y="122956"/>
                </a:lnTo>
                <a:lnTo>
                  <a:pt x="365591" y="123967"/>
                </a:lnTo>
                <a:lnTo>
                  <a:pt x="365713" y="124967"/>
                </a:lnTo>
                <a:lnTo>
                  <a:pt x="365853" y="125956"/>
                </a:lnTo>
                <a:lnTo>
                  <a:pt x="366013" y="126934"/>
                </a:lnTo>
                <a:lnTo>
                  <a:pt x="366191" y="127901"/>
                </a:lnTo>
                <a:lnTo>
                  <a:pt x="366388" y="128857"/>
                </a:lnTo>
                <a:lnTo>
                  <a:pt x="366604" y="129802"/>
                </a:lnTo>
                <a:lnTo>
                  <a:pt x="366839" y="130736"/>
                </a:lnTo>
                <a:lnTo>
                  <a:pt x="367092" y="131659"/>
                </a:lnTo>
                <a:lnTo>
                  <a:pt x="367364" y="132571"/>
                </a:lnTo>
                <a:lnTo>
                  <a:pt x="367655" y="133472"/>
                </a:lnTo>
                <a:lnTo>
                  <a:pt x="367965" y="134362"/>
                </a:lnTo>
                <a:lnTo>
                  <a:pt x="368293" y="135241"/>
                </a:lnTo>
                <a:lnTo>
                  <a:pt x="368640" y="136109"/>
                </a:lnTo>
                <a:lnTo>
                  <a:pt x="369006" y="136966"/>
                </a:lnTo>
                <a:lnTo>
                  <a:pt x="369391" y="137812"/>
                </a:lnTo>
                <a:lnTo>
                  <a:pt x="369795" y="138648"/>
                </a:lnTo>
                <a:lnTo>
                  <a:pt x="370217" y="139472"/>
                </a:lnTo>
                <a:lnTo>
                  <a:pt x="370658" y="140285"/>
                </a:lnTo>
                <a:lnTo>
                  <a:pt x="371116" y="141085"/>
                </a:lnTo>
                <a:lnTo>
                  <a:pt x="371590" y="141869"/>
                </a:lnTo>
                <a:lnTo>
                  <a:pt x="372080" y="142639"/>
                </a:lnTo>
                <a:lnTo>
                  <a:pt x="372585" y="143393"/>
                </a:lnTo>
                <a:lnTo>
                  <a:pt x="373106" y="144132"/>
                </a:lnTo>
                <a:lnTo>
                  <a:pt x="373643" y="144856"/>
                </a:lnTo>
                <a:lnTo>
                  <a:pt x="374194" y="145564"/>
                </a:lnTo>
                <a:lnTo>
                  <a:pt x="374762" y="146258"/>
                </a:lnTo>
                <a:lnTo>
                  <a:pt x="375345" y="146936"/>
                </a:lnTo>
                <a:lnTo>
                  <a:pt x="375944" y="147598"/>
                </a:lnTo>
                <a:lnTo>
                  <a:pt x="376558" y="148246"/>
                </a:lnTo>
                <a:lnTo>
                  <a:pt x="377188" y="148878"/>
                </a:lnTo>
                <a:lnTo>
                  <a:pt x="377833" y="149496"/>
                </a:lnTo>
                <a:lnTo>
                  <a:pt x="378494" y="150098"/>
                </a:lnTo>
                <a:lnTo>
                  <a:pt x="379171" y="150684"/>
                </a:lnTo>
                <a:lnTo>
                  <a:pt x="379863" y="151256"/>
                </a:lnTo>
                <a:lnTo>
                  <a:pt x="380571" y="151812"/>
                </a:lnTo>
                <a:lnTo>
                  <a:pt x="381294" y="152353"/>
                </a:lnTo>
                <a:lnTo>
                  <a:pt x="382033" y="152879"/>
                </a:lnTo>
                <a:lnTo>
                  <a:pt x="382787" y="153390"/>
                </a:lnTo>
                <a:lnTo>
                  <a:pt x="383558" y="153885"/>
                </a:lnTo>
                <a:lnTo>
                  <a:pt x="384343" y="154365"/>
                </a:lnTo>
                <a:lnTo>
                  <a:pt x="385144" y="154830"/>
                </a:lnTo>
                <a:lnTo>
                  <a:pt x="385961" y="155280"/>
                </a:lnTo>
                <a:lnTo>
                  <a:pt x="386792" y="155713"/>
                </a:lnTo>
                <a:lnTo>
                  <a:pt x="387634" y="156127"/>
                </a:lnTo>
                <a:lnTo>
                  <a:pt x="388488" y="156523"/>
                </a:lnTo>
                <a:lnTo>
                  <a:pt x="389354" y="156901"/>
                </a:lnTo>
                <a:lnTo>
                  <a:pt x="390231" y="157260"/>
                </a:lnTo>
                <a:lnTo>
                  <a:pt x="391121" y="157601"/>
                </a:lnTo>
                <a:lnTo>
                  <a:pt x="392021" y="157924"/>
                </a:lnTo>
                <a:lnTo>
                  <a:pt x="392934" y="158228"/>
                </a:lnTo>
                <a:lnTo>
                  <a:pt x="393858" y="158513"/>
                </a:lnTo>
                <a:lnTo>
                  <a:pt x="394794" y="158780"/>
                </a:lnTo>
                <a:lnTo>
                  <a:pt x="395741" y="159029"/>
                </a:lnTo>
                <a:lnTo>
                  <a:pt x="396701" y="159259"/>
                </a:lnTo>
                <a:lnTo>
                  <a:pt x="397672" y="159471"/>
                </a:lnTo>
                <a:lnTo>
                  <a:pt x="398654" y="159664"/>
                </a:lnTo>
                <a:lnTo>
                  <a:pt x="399648" y="159839"/>
                </a:lnTo>
                <a:lnTo>
                  <a:pt x="400654" y="159996"/>
                </a:lnTo>
                <a:lnTo>
                  <a:pt x="401672" y="160134"/>
                </a:lnTo>
                <a:lnTo>
                  <a:pt x="402701" y="160254"/>
                </a:lnTo>
                <a:lnTo>
                  <a:pt x="403743" y="160355"/>
                </a:lnTo>
                <a:lnTo>
                  <a:pt x="404795" y="160438"/>
                </a:lnTo>
                <a:lnTo>
                  <a:pt x="405860" y="160503"/>
                </a:lnTo>
                <a:lnTo>
                  <a:pt x="406936" y="160549"/>
                </a:lnTo>
                <a:lnTo>
                  <a:pt x="408024" y="160576"/>
                </a:lnTo>
                <a:lnTo>
                  <a:pt x="409123" y="160586"/>
                </a:lnTo>
                <a:lnTo>
                  <a:pt x="410592" y="160571"/>
                </a:lnTo>
                <a:lnTo>
                  <a:pt x="412041" y="160528"/>
                </a:lnTo>
                <a:lnTo>
                  <a:pt x="413470" y="160456"/>
                </a:lnTo>
                <a:lnTo>
                  <a:pt x="414878" y="160356"/>
                </a:lnTo>
                <a:close/>
                <a:moveTo>
                  <a:pt x="383209" y="87127"/>
                </a:moveTo>
                <a:lnTo>
                  <a:pt x="383220" y="86033"/>
                </a:lnTo>
                <a:lnTo>
                  <a:pt x="383256" y="84959"/>
                </a:lnTo>
                <a:lnTo>
                  <a:pt x="383314" y="83907"/>
                </a:lnTo>
                <a:lnTo>
                  <a:pt x="383396" y="82877"/>
                </a:lnTo>
                <a:lnTo>
                  <a:pt x="383501" y="81867"/>
                </a:lnTo>
                <a:lnTo>
                  <a:pt x="383629" y="80879"/>
                </a:lnTo>
                <a:lnTo>
                  <a:pt x="383781" y="79912"/>
                </a:lnTo>
                <a:lnTo>
                  <a:pt x="383957" y="78966"/>
                </a:lnTo>
                <a:lnTo>
                  <a:pt x="384155" y="78042"/>
                </a:lnTo>
                <a:lnTo>
                  <a:pt x="384377" y="77139"/>
                </a:lnTo>
                <a:lnTo>
                  <a:pt x="384623" y="76257"/>
                </a:lnTo>
                <a:lnTo>
                  <a:pt x="384892" y="75396"/>
                </a:lnTo>
                <a:lnTo>
                  <a:pt x="385184" y="74556"/>
                </a:lnTo>
                <a:lnTo>
                  <a:pt x="385499" y="73738"/>
                </a:lnTo>
                <a:lnTo>
                  <a:pt x="385838" y="72941"/>
                </a:lnTo>
                <a:lnTo>
                  <a:pt x="386201" y="72165"/>
                </a:lnTo>
                <a:lnTo>
                  <a:pt x="386586" y="71411"/>
                </a:lnTo>
                <a:lnTo>
                  <a:pt x="386995" y="70677"/>
                </a:lnTo>
                <a:lnTo>
                  <a:pt x="387428" y="69965"/>
                </a:lnTo>
                <a:lnTo>
                  <a:pt x="387883" y="69275"/>
                </a:lnTo>
                <a:lnTo>
                  <a:pt x="388363" y="68605"/>
                </a:lnTo>
                <a:lnTo>
                  <a:pt x="388865" y="67957"/>
                </a:lnTo>
                <a:lnTo>
                  <a:pt x="389391" y="67330"/>
                </a:lnTo>
                <a:lnTo>
                  <a:pt x="389940" y="66724"/>
                </a:lnTo>
                <a:lnTo>
                  <a:pt x="390511" y="66141"/>
                </a:lnTo>
                <a:lnTo>
                  <a:pt x="391102" y="65583"/>
                </a:lnTo>
                <a:lnTo>
                  <a:pt x="391713" y="65050"/>
                </a:lnTo>
                <a:lnTo>
                  <a:pt x="392344" y="64541"/>
                </a:lnTo>
                <a:lnTo>
                  <a:pt x="392994" y="64058"/>
                </a:lnTo>
                <a:lnTo>
                  <a:pt x="393665" y="63599"/>
                </a:lnTo>
                <a:lnTo>
                  <a:pt x="394355" y="63165"/>
                </a:lnTo>
                <a:lnTo>
                  <a:pt x="395065" y="62756"/>
                </a:lnTo>
                <a:lnTo>
                  <a:pt x="395795" y="62371"/>
                </a:lnTo>
                <a:lnTo>
                  <a:pt x="396544" y="62012"/>
                </a:lnTo>
                <a:lnTo>
                  <a:pt x="397314" y="61677"/>
                </a:lnTo>
                <a:lnTo>
                  <a:pt x="398103" y="61367"/>
                </a:lnTo>
                <a:lnTo>
                  <a:pt x="398913" y="61082"/>
                </a:lnTo>
                <a:lnTo>
                  <a:pt x="399742" y="60821"/>
                </a:lnTo>
                <a:lnTo>
                  <a:pt x="400590" y="60586"/>
                </a:lnTo>
                <a:lnTo>
                  <a:pt x="401459" y="60375"/>
                </a:lnTo>
                <a:lnTo>
                  <a:pt x="402348" y="60189"/>
                </a:lnTo>
                <a:lnTo>
                  <a:pt x="403256" y="60028"/>
                </a:lnTo>
                <a:lnTo>
                  <a:pt x="404184" y="59891"/>
                </a:lnTo>
                <a:lnTo>
                  <a:pt x="405132" y="59780"/>
                </a:lnTo>
                <a:lnTo>
                  <a:pt x="406100" y="59693"/>
                </a:lnTo>
                <a:lnTo>
                  <a:pt x="407088" y="59631"/>
                </a:lnTo>
                <a:lnTo>
                  <a:pt x="408096" y="59594"/>
                </a:lnTo>
                <a:lnTo>
                  <a:pt x="409123" y="59581"/>
                </a:lnTo>
                <a:lnTo>
                  <a:pt x="410167" y="59594"/>
                </a:lnTo>
                <a:lnTo>
                  <a:pt x="411190" y="59631"/>
                </a:lnTo>
                <a:lnTo>
                  <a:pt x="412192" y="59693"/>
                </a:lnTo>
                <a:lnTo>
                  <a:pt x="413173" y="59780"/>
                </a:lnTo>
                <a:lnTo>
                  <a:pt x="414133" y="59891"/>
                </a:lnTo>
                <a:lnTo>
                  <a:pt x="415072" y="60028"/>
                </a:lnTo>
                <a:lnTo>
                  <a:pt x="415990" y="60189"/>
                </a:lnTo>
                <a:lnTo>
                  <a:pt x="416888" y="60375"/>
                </a:lnTo>
                <a:lnTo>
                  <a:pt x="417764" y="60586"/>
                </a:lnTo>
                <a:lnTo>
                  <a:pt x="418620" y="60821"/>
                </a:lnTo>
                <a:lnTo>
                  <a:pt x="419455" y="61082"/>
                </a:lnTo>
                <a:lnTo>
                  <a:pt x="420269" y="61367"/>
                </a:lnTo>
                <a:lnTo>
                  <a:pt x="421062" y="61677"/>
                </a:lnTo>
                <a:lnTo>
                  <a:pt x="421834" y="62012"/>
                </a:lnTo>
                <a:lnTo>
                  <a:pt x="422585" y="62371"/>
                </a:lnTo>
                <a:lnTo>
                  <a:pt x="423315" y="62756"/>
                </a:lnTo>
                <a:lnTo>
                  <a:pt x="424025" y="63165"/>
                </a:lnTo>
                <a:lnTo>
                  <a:pt x="424713" y="63599"/>
                </a:lnTo>
                <a:lnTo>
                  <a:pt x="425381" y="64058"/>
                </a:lnTo>
                <a:lnTo>
                  <a:pt x="426028" y="64541"/>
                </a:lnTo>
                <a:lnTo>
                  <a:pt x="426653" y="65050"/>
                </a:lnTo>
                <a:lnTo>
                  <a:pt x="427258" y="65583"/>
                </a:lnTo>
                <a:lnTo>
                  <a:pt x="427842" y="66141"/>
                </a:lnTo>
                <a:lnTo>
                  <a:pt x="428405" y="66724"/>
                </a:lnTo>
                <a:lnTo>
                  <a:pt x="428947" y="67330"/>
                </a:lnTo>
                <a:lnTo>
                  <a:pt x="429465" y="67957"/>
                </a:lnTo>
                <a:lnTo>
                  <a:pt x="429960" y="68605"/>
                </a:lnTo>
                <a:lnTo>
                  <a:pt x="430432" y="69275"/>
                </a:lnTo>
                <a:lnTo>
                  <a:pt x="430881" y="69965"/>
                </a:lnTo>
                <a:lnTo>
                  <a:pt x="431307" y="70677"/>
                </a:lnTo>
                <a:lnTo>
                  <a:pt x="431710" y="71411"/>
                </a:lnTo>
                <a:lnTo>
                  <a:pt x="432090" y="72165"/>
                </a:lnTo>
                <a:lnTo>
                  <a:pt x="432447" y="72941"/>
                </a:lnTo>
                <a:lnTo>
                  <a:pt x="432781" y="73738"/>
                </a:lnTo>
                <a:lnTo>
                  <a:pt x="433091" y="74556"/>
                </a:lnTo>
                <a:lnTo>
                  <a:pt x="433379" y="75396"/>
                </a:lnTo>
                <a:lnTo>
                  <a:pt x="433644" y="76257"/>
                </a:lnTo>
                <a:lnTo>
                  <a:pt x="433886" y="77139"/>
                </a:lnTo>
                <a:lnTo>
                  <a:pt x="434105" y="78042"/>
                </a:lnTo>
                <a:lnTo>
                  <a:pt x="434300" y="78966"/>
                </a:lnTo>
                <a:lnTo>
                  <a:pt x="434473" y="79912"/>
                </a:lnTo>
                <a:lnTo>
                  <a:pt x="434623" y="80879"/>
                </a:lnTo>
                <a:lnTo>
                  <a:pt x="434749" y="81867"/>
                </a:lnTo>
                <a:lnTo>
                  <a:pt x="434853" y="82877"/>
                </a:lnTo>
                <a:lnTo>
                  <a:pt x="434934" y="83907"/>
                </a:lnTo>
                <a:lnTo>
                  <a:pt x="434991" y="84959"/>
                </a:lnTo>
                <a:lnTo>
                  <a:pt x="435026" y="86033"/>
                </a:lnTo>
                <a:lnTo>
                  <a:pt x="435037" y="87127"/>
                </a:lnTo>
                <a:lnTo>
                  <a:pt x="435037" y="93046"/>
                </a:lnTo>
                <a:lnTo>
                  <a:pt x="383209" y="93046"/>
                </a:lnTo>
                <a:lnTo>
                  <a:pt x="383209" y="87127"/>
                </a:lnTo>
                <a:close/>
                <a:moveTo>
                  <a:pt x="1148320" y="26020"/>
                </a:moveTo>
                <a:lnTo>
                  <a:pt x="1148837" y="25966"/>
                </a:lnTo>
                <a:lnTo>
                  <a:pt x="1149343" y="25900"/>
                </a:lnTo>
                <a:lnTo>
                  <a:pt x="1149840" y="25822"/>
                </a:lnTo>
                <a:lnTo>
                  <a:pt x="1150326" y="25731"/>
                </a:lnTo>
                <a:lnTo>
                  <a:pt x="1150803" y="25629"/>
                </a:lnTo>
                <a:lnTo>
                  <a:pt x="1151270" y="25514"/>
                </a:lnTo>
                <a:lnTo>
                  <a:pt x="1151727" y="25388"/>
                </a:lnTo>
                <a:lnTo>
                  <a:pt x="1152174" y="25249"/>
                </a:lnTo>
                <a:lnTo>
                  <a:pt x="1152611" y="25099"/>
                </a:lnTo>
                <a:lnTo>
                  <a:pt x="1153038" y="24936"/>
                </a:lnTo>
                <a:lnTo>
                  <a:pt x="1153455" y="24762"/>
                </a:lnTo>
                <a:lnTo>
                  <a:pt x="1153862" y="24575"/>
                </a:lnTo>
                <a:lnTo>
                  <a:pt x="1154260" y="24376"/>
                </a:lnTo>
                <a:lnTo>
                  <a:pt x="1154647" y="24166"/>
                </a:lnTo>
                <a:lnTo>
                  <a:pt x="1155025" y="23943"/>
                </a:lnTo>
                <a:lnTo>
                  <a:pt x="1155392" y="23708"/>
                </a:lnTo>
                <a:lnTo>
                  <a:pt x="1155750" y="23461"/>
                </a:lnTo>
                <a:lnTo>
                  <a:pt x="1156098" y="23202"/>
                </a:lnTo>
                <a:lnTo>
                  <a:pt x="1156436" y="22931"/>
                </a:lnTo>
                <a:lnTo>
                  <a:pt x="1156764" y="22648"/>
                </a:lnTo>
                <a:lnTo>
                  <a:pt x="1157080" y="22355"/>
                </a:lnTo>
                <a:lnTo>
                  <a:pt x="1157384" y="22053"/>
                </a:lnTo>
                <a:lnTo>
                  <a:pt x="1157673" y="21743"/>
                </a:lnTo>
                <a:lnTo>
                  <a:pt x="1157949" y="21424"/>
                </a:lnTo>
                <a:lnTo>
                  <a:pt x="1158212" y="21097"/>
                </a:lnTo>
                <a:lnTo>
                  <a:pt x="1158461" y="20761"/>
                </a:lnTo>
                <a:lnTo>
                  <a:pt x="1158697" y="20416"/>
                </a:lnTo>
                <a:lnTo>
                  <a:pt x="1158919" y="20063"/>
                </a:lnTo>
                <a:lnTo>
                  <a:pt x="1159128" y="19702"/>
                </a:lnTo>
                <a:lnTo>
                  <a:pt x="1159323" y="19332"/>
                </a:lnTo>
                <a:lnTo>
                  <a:pt x="1159505" y="18954"/>
                </a:lnTo>
                <a:lnTo>
                  <a:pt x="1159674" y="18567"/>
                </a:lnTo>
                <a:lnTo>
                  <a:pt x="1159828" y="18172"/>
                </a:lnTo>
                <a:lnTo>
                  <a:pt x="1159970" y="17768"/>
                </a:lnTo>
                <a:lnTo>
                  <a:pt x="1160098" y="17355"/>
                </a:lnTo>
                <a:lnTo>
                  <a:pt x="1160212" y="16934"/>
                </a:lnTo>
                <a:lnTo>
                  <a:pt x="1160313" y="16505"/>
                </a:lnTo>
                <a:lnTo>
                  <a:pt x="1160401" y="16067"/>
                </a:lnTo>
                <a:lnTo>
                  <a:pt x="1160475" y="15621"/>
                </a:lnTo>
                <a:lnTo>
                  <a:pt x="1160536" y="15166"/>
                </a:lnTo>
                <a:lnTo>
                  <a:pt x="1160583" y="14702"/>
                </a:lnTo>
                <a:lnTo>
                  <a:pt x="1160616" y="14230"/>
                </a:lnTo>
                <a:lnTo>
                  <a:pt x="1160637" y="13750"/>
                </a:lnTo>
                <a:lnTo>
                  <a:pt x="1160643" y="13261"/>
                </a:lnTo>
                <a:lnTo>
                  <a:pt x="1160637" y="12755"/>
                </a:lnTo>
                <a:lnTo>
                  <a:pt x="1160616" y="12258"/>
                </a:lnTo>
                <a:lnTo>
                  <a:pt x="1160583" y="11770"/>
                </a:lnTo>
                <a:lnTo>
                  <a:pt x="1160536" y="11291"/>
                </a:lnTo>
                <a:lnTo>
                  <a:pt x="1160475" y="10821"/>
                </a:lnTo>
                <a:lnTo>
                  <a:pt x="1160401" y="10360"/>
                </a:lnTo>
                <a:lnTo>
                  <a:pt x="1160313" y="9907"/>
                </a:lnTo>
                <a:lnTo>
                  <a:pt x="1160212" y="9464"/>
                </a:lnTo>
                <a:lnTo>
                  <a:pt x="1160098" y="9029"/>
                </a:lnTo>
                <a:lnTo>
                  <a:pt x="1159970" y="8603"/>
                </a:lnTo>
                <a:lnTo>
                  <a:pt x="1159828" y="8186"/>
                </a:lnTo>
                <a:lnTo>
                  <a:pt x="1159674" y="7778"/>
                </a:lnTo>
                <a:lnTo>
                  <a:pt x="1159505" y="7378"/>
                </a:lnTo>
                <a:lnTo>
                  <a:pt x="1159323" y="6988"/>
                </a:lnTo>
                <a:lnTo>
                  <a:pt x="1159128" y="6606"/>
                </a:lnTo>
                <a:lnTo>
                  <a:pt x="1158919" y="6234"/>
                </a:lnTo>
                <a:lnTo>
                  <a:pt x="1158697" y="5870"/>
                </a:lnTo>
                <a:lnTo>
                  <a:pt x="1158461" y="5515"/>
                </a:lnTo>
                <a:lnTo>
                  <a:pt x="1158212" y="5169"/>
                </a:lnTo>
                <a:lnTo>
                  <a:pt x="1157949" y="4832"/>
                </a:lnTo>
                <a:lnTo>
                  <a:pt x="1157673" y="4503"/>
                </a:lnTo>
                <a:lnTo>
                  <a:pt x="1157384" y="4184"/>
                </a:lnTo>
                <a:lnTo>
                  <a:pt x="1157080" y="3873"/>
                </a:lnTo>
                <a:lnTo>
                  <a:pt x="1156764" y="3571"/>
                </a:lnTo>
                <a:lnTo>
                  <a:pt x="1156436" y="3280"/>
                </a:lnTo>
                <a:lnTo>
                  <a:pt x="1156098" y="3001"/>
                </a:lnTo>
                <a:lnTo>
                  <a:pt x="1155750" y="2734"/>
                </a:lnTo>
                <a:lnTo>
                  <a:pt x="1155392" y="2480"/>
                </a:lnTo>
                <a:lnTo>
                  <a:pt x="1155025" y="2238"/>
                </a:lnTo>
                <a:lnTo>
                  <a:pt x="1154647" y="2009"/>
                </a:lnTo>
                <a:lnTo>
                  <a:pt x="1154260" y="1792"/>
                </a:lnTo>
                <a:lnTo>
                  <a:pt x="1153862" y="1587"/>
                </a:lnTo>
                <a:lnTo>
                  <a:pt x="1153455" y="1395"/>
                </a:lnTo>
                <a:lnTo>
                  <a:pt x="1153038" y="1215"/>
                </a:lnTo>
                <a:lnTo>
                  <a:pt x="1152611" y="1048"/>
                </a:lnTo>
                <a:lnTo>
                  <a:pt x="1152174" y="893"/>
                </a:lnTo>
                <a:lnTo>
                  <a:pt x="1151727" y="750"/>
                </a:lnTo>
                <a:lnTo>
                  <a:pt x="1151270" y="620"/>
                </a:lnTo>
                <a:lnTo>
                  <a:pt x="1150803" y="502"/>
                </a:lnTo>
                <a:lnTo>
                  <a:pt x="1150326" y="397"/>
                </a:lnTo>
                <a:lnTo>
                  <a:pt x="1149840" y="304"/>
                </a:lnTo>
                <a:lnTo>
                  <a:pt x="1149343" y="223"/>
                </a:lnTo>
                <a:lnTo>
                  <a:pt x="1148837" y="155"/>
                </a:lnTo>
                <a:lnTo>
                  <a:pt x="1148320" y="99"/>
                </a:lnTo>
                <a:lnTo>
                  <a:pt x="1147794" y="56"/>
                </a:lnTo>
                <a:lnTo>
                  <a:pt x="1147258" y="25"/>
                </a:lnTo>
                <a:lnTo>
                  <a:pt x="1146712" y="6"/>
                </a:lnTo>
                <a:lnTo>
                  <a:pt x="1146156" y="0"/>
                </a:lnTo>
                <a:lnTo>
                  <a:pt x="1145600" y="6"/>
                </a:lnTo>
                <a:lnTo>
                  <a:pt x="1145053" y="25"/>
                </a:lnTo>
                <a:lnTo>
                  <a:pt x="1144517" y="56"/>
                </a:lnTo>
                <a:lnTo>
                  <a:pt x="1143990" y="99"/>
                </a:lnTo>
                <a:lnTo>
                  <a:pt x="1143474" y="155"/>
                </a:lnTo>
                <a:lnTo>
                  <a:pt x="1142967" y="223"/>
                </a:lnTo>
                <a:lnTo>
                  <a:pt x="1142471" y="304"/>
                </a:lnTo>
                <a:lnTo>
                  <a:pt x="1141984" y="397"/>
                </a:lnTo>
                <a:lnTo>
                  <a:pt x="1141507" y="502"/>
                </a:lnTo>
                <a:lnTo>
                  <a:pt x="1141040" y="620"/>
                </a:lnTo>
                <a:lnTo>
                  <a:pt x="1140583" y="750"/>
                </a:lnTo>
                <a:lnTo>
                  <a:pt x="1140136" y="893"/>
                </a:lnTo>
                <a:lnTo>
                  <a:pt x="1139699" y="1048"/>
                </a:lnTo>
                <a:lnTo>
                  <a:pt x="1139271" y="1215"/>
                </a:lnTo>
                <a:lnTo>
                  <a:pt x="1138854" y="1395"/>
                </a:lnTo>
                <a:lnTo>
                  <a:pt x="1138447" y="1587"/>
                </a:lnTo>
                <a:lnTo>
                  <a:pt x="1138049" y="1792"/>
                </a:lnTo>
                <a:lnTo>
                  <a:pt x="1137662" y="2009"/>
                </a:lnTo>
                <a:lnTo>
                  <a:pt x="1137284" y="2238"/>
                </a:lnTo>
                <a:lnTo>
                  <a:pt x="1136916" y="2480"/>
                </a:lnTo>
                <a:lnTo>
                  <a:pt x="1136559" y="2734"/>
                </a:lnTo>
                <a:lnTo>
                  <a:pt x="1136211" y="3001"/>
                </a:lnTo>
                <a:lnTo>
                  <a:pt x="1135873" y="3280"/>
                </a:lnTo>
                <a:lnTo>
                  <a:pt x="1135545" y="3571"/>
                </a:lnTo>
                <a:lnTo>
                  <a:pt x="1135229" y="3873"/>
                </a:lnTo>
                <a:lnTo>
                  <a:pt x="1134926" y="4184"/>
                </a:lnTo>
                <a:lnTo>
                  <a:pt x="1134636" y="4503"/>
                </a:lnTo>
                <a:lnTo>
                  <a:pt x="1134360" y="4832"/>
                </a:lnTo>
                <a:lnTo>
                  <a:pt x="1134098" y="5169"/>
                </a:lnTo>
                <a:lnTo>
                  <a:pt x="1133849" y="5515"/>
                </a:lnTo>
                <a:lnTo>
                  <a:pt x="1133613" y="5870"/>
                </a:lnTo>
                <a:lnTo>
                  <a:pt x="1133391" y="6234"/>
                </a:lnTo>
                <a:lnTo>
                  <a:pt x="1133183" y="6606"/>
                </a:lnTo>
                <a:lnTo>
                  <a:pt x="1132988" y="6988"/>
                </a:lnTo>
                <a:lnTo>
                  <a:pt x="1132806" y="7378"/>
                </a:lnTo>
                <a:lnTo>
                  <a:pt x="1132638" y="7778"/>
                </a:lnTo>
                <a:lnTo>
                  <a:pt x="1132483" y="8186"/>
                </a:lnTo>
                <a:lnTo>
                  <a:pt x="1132342" y="8603"/>
                </a:lnTo>
                <a:lnTo>
                  <a:pt x="1132214" y="9029"/>
                </a:lnTo>
                <a:lnTo>
                  <a:pt x="1132099" y="9464"/>
                </a:lnTo>
                <a:lnTo>
                  <a:pt x="1131998" y="9907"/>
                </a:lnTo>
                <a:lnTo>
                  <a:pt x="1131911" y="10360"/>
                </a:lnTo>
                <a:lnTo>
                  <a:pt x="1131837" y="10821"/>
                </a:lnTo>
                <a:lnTo>
                  <a:pt x="1131776" y="11291"/>
                </a:lnTo>
                <a:lnTo>
                  <a:pt x="1131729" y="11770"/>
                </a:lnTo>
                <a:lnTo>
                  <a:pt x="1131695" y="12258"/>
                </a:lnTo>
                <a:lnTo>
                  <a:pt x="1131675" y="12755"/>
                </a:lnTo>
                <a:lnTo>
                  <a:pt x="1131669" y="13261"/>
                </a:lnTo>
                <a:lnTo>
                  <a:pt x="1131675" y="13750"/>
                </a:lnTo>
                <a:lnTo>
                  <a:pt x="1131695" y="14230"/>
                </a:lnTo>
                <a:lnTo>
                  <a:pt x="1131729" y="14702"/>
                </a:lnTo>
                <a:lnTo>
                  <a:pt x="1131776" y="15166"/>
                </a:lnTo>
                <a:lnTo>
                  <a:pt x="1131837" y="15621"/>
                </a:lnTo>
                <a:lnTo>
                  <a:pt x="1131911" y="16067"/>
                </a:lnTo>
                <a:lnTo>
                  <a:pt x="1131998" y="16505"/>
                </a:lnTo>
                <a:lnTo>
                  <a:pt x="1132099" y="16934"/>
                </a:lnTo>
                <a:lnTo>
                  <a:pt x="1132214" y="17355"/>
                </a:lnTo>
                <a:lnTo>
                  <a:pt x="1132342" y="17768"/>
                </a:lnTo>
                <a:lnTo>
                  <a:pt x="1132483" y="18172"/>
                </a:lnTo>
                <a:lnTo>
                  <a:pt x="1132638" y="18567"/>
                </a:lnTo>
                <a:lnTo>
                  <a:pt x="1132806" y="18954"/>
                </a:lnTo>
                <a:lnTo>
                  <a:pt x="1132988" y="19332"/>
                </a:lnTo>
                <a:lnTo>
                  <a:pt x="1133183" y="19702"/>
                </a:lnTo>
                <a:lnTo>
                  <a:pt x="1133391" y="20063"/>
                </a:lnTo>
                <a:lnTo>
                  <a:pt x="1133613" y="20416"/>
                </a:lnTo>
                <a:lnTo>
                  <a:pt x="1133849" y="20761"/>
                </a:lnTo>
                <a:lnTo>
                  <a:pt x="1134098" y="21097"/>
                </a:lnTo>
                <a:lnTo>
                  <a:pt x="1134360" y="21424"/>
                </a:lnTo>
                <a:lnTo>
                  <a:pt x="1134636" y="21743"/>
                </a:lnTo>
                <a:lnTo>
                  <a:pt x="1134926" y="22053"/>
                </a:lnTo>
                <a:lnTo>
                  <a:pt x="1135229" y="22355"/>
                </a:lnTo>
                <a:lnTo>
                  <a:pt x="1135545" y="22648"/>
                </a:lnTo>
                <a:lnTo>
                  <a:pt x="1135873" y="22931"/>
                </a:lnTo>
                <a:lnTo>
                  <a:pt x="1136211" y="23202"/>
                </a:lnTo>
                <a:lnTo>
                  <a:pt x="1136559" y="23461"/>
                </a:lnTo>
                <a:lnTo>
                  <a:pt x="1136916" y="23708"/>
                </a:lnTo>
                <a:lnTo>
                  <a:pt x="1137284" y="23943"/>
                </a:lnTo>
                <a:lnTo>
                  <a:pt x="1137662" y="24166"/>
                </a:lnTo>
                <a:lnTo>
                  <a:pt x="1138049" y="24376"/>
                </a:lnTo>
                <a:lnTo>
                  <a:pt x="1138447" y="24575"/>
                </a:lnTo>
                <a:lnTo>
                  <a:pt x="1138854" y="24762"/>
                </a:lnTo>
                <a:lnTo>
                  <a:pt x="1139271" y="24936"/>
                </a:lnTo>
                <a:lnTo>
                  <a:pt x="1139699" y="25099"/>
                </a:lnTo>
                <a:lnTo>
                  <a:pt x="1140136" y="25249"/>
                </a:lnTo>
                <a:lnTo>
                  <a:pt x="1140583" y="25388"/>
                </a:lnTo>
                <a:lnTo>
                  <a:pt x="1141040" y="25514"/>
                </a:lnTo>
                <a:lnTo>
                  <a:pt x="1141507" y="25629"/>
                </a:lnTo>
                <a:lnTo>
                  <a:pt x="1141984" y="25731"/>
                </a:lnTo>
                <a:lnTo>
                  <a:pt x="1142471" y="25822"/>
                </a:lnTo>
                <a:lnTo>
                  <a:pt x="1142967" y="25900"/>
                </a:lnTo>
                <a:lnTo>
                  <a:pt x="1143474" y="25966"/>
                </a:lnTo>
                <a:lnTo>
                  <a:pt x="1143990" y="26020"/>
                </a:lnTo>
                <a:lnTo>
                  <a:pt x="1144517" y="26062"/>
                </a:lnTo>
                <a:lnTo>
                  <a:pt x="1145053" y="26093"/>
                </a:lnTo>
                <a:lnTo>
                  <a:pt x="1145600" y="26111"/>
                </a:lnTo>
                <a:lnTo>
                  <a:pt x="1146156" y="26117"/>
                </a:lnTo>
                <a:lnTo>
                  <a:pt x="1146712" y="26111"/>
                </a:lnTo>
                <a:lnTo>
                  <a:pt x="1147258" y="26093"/>
                </a:lnTo>
                <a:lnTo>
                  <a:pt x="1147794" y="26062"/>
                </a:lnTo>
                <a:lnTo>
                  <a:pt x="1148320" y="26020"/>
                </a:lnTo>
                <a:close/>
                <a:moveTo>
                  <a:pt x="1018366" y="45148"/>
                </a:moveTo>
                <a:lnTo>
                  <a:pt x="1018414" y="44759"/>
                </a:lnTo>
                <a:lnTo>
                  <a:pt x="1018462" y="44371"/>
                </a:lnTo>
                <a:lnTo>
                  <a:pt x="1018510" y="43984"/>
                </a:lnTo>
                <a:lnTo>
                  <a:pt x="1018556" y="43598"/>
                </a:lnTo>
                <a:lnTo>
                  <a:pt x="1018602" y="43212"/>
                </a:lnTo>
                <a:lnTo>
                  <a:pt x="1018647" y="42827"/>
                </a:lnTo>
                <a:lnTo>
                  <a:pt x="1018691" y="42442"/>
                </a:lnTo>
                <a:lnTo>
                  <a:pt x="1018735" y="42059"/>
                </a:lnTo>
                <a:lnTo>
                  <a:pt x="1018778" y="41676"/>
                </a:lnTo>
                <a:lnTo>
                  <a:pt x="1018820" y="41294"/>
                </a:lnTo>
                <a:lnTo>
                  <a:pt x="1018861" y="40912"/>
                </a:lnTo>
                <a:lnTo>
                  <a:pt x="1018902" y="40531"/>
                </a:lnTo>
                <a:lnTo>
                  <a:pt x="1018942" y="40151"/>
                </a:lnTo>
                <a:lnTo>
                  <a:pt x="1018982" y="39772"/>
                </a:lnTo>
                <a:lnTo>
                  <a:pt x="1019020" y="39393"/>
                </a:lnTo>
                <a:lnTo>
                  <a:pt x="1019058" y="39015"/>
                </a:lnTo>
                <a:lnTo>
                  <a:pt x="1019095" y="38638"/>
                </a:lnTo>
                <a:lnTo>
                  <a:pt x="1019132" y="38261"/>
                </a:lnTo>
                <a:lnTo>
                  <a:pt x="1019168" y="37885"/>
                </a:lnTo>
                <a:lnTo>
                  <a:pt x="1019203" y="37510"/>
                </a:lnTo>
                <a:lnTo>
                  <a:pt x="1019237" y="37136"/>
                </a:lnTo>
                <a:lnTo>
                  <a:pt x="1019271" y="36762"/>
                </a:lnTo>
                <a:lnTo>
                  <a:pt x="1019306" y="36392"/>
                </a:lnTo>
                <a:lnTo>
                  <a:pt x="1019340" y="36023"/>
                </a:lnTo>
                <a:lnTo>
                  <a:pt x="1019376" y="35656"/>
                </a:lnTo>
                <a:lnTo>
                  <a:pt x="1019411" y="35291"/>
                </a:lnTo>
                <a:lnTo>
                  <a:pt x="1019447" y="34929"/>
                </a:lnTo>
                <a:lnTo>
                  <a:pt x="1019483" y="34569"/>
                </a:lnTo>
                <a:lnTo>
                  <a:pt x="1019520" y="34211"/>
                </a:lnTo>
                <a:lnTo>
                  <a:pt x="1019557" y="33854"/>
                </a:lnTo>
                <a:lnTo>
                  <a:pt x="1019594" y="33501"/>
                </a:lnTo>
                <a:lnTo>
                  <a:pt x="1019632" y="33149"/>
                </a:lnTo>
                <a:lnTo>
                  <a:pt x="1019670" y="32799"/>
                </a:lnTo>
                <a:lnTo>
                  <a:pt x="1019708" y="32452"/>
                </a:lnTo>
                <a:lnTo>
                  <a:pt x="1019747" y="32106"/>
                </a:lnTo>
                <a:lnTo>
                  <a:pt x="1019786" y="31763"/>
                </a:lnTo>
                <a:lnTo>
                  <a:pt x="1019825" y="31422"/>
                </a:lnTo>
                <a:lnTo>
                  <a:pt x="1019865" y="31083"/>
                </a:lnTo>
                <a:lnTo>
                  <a:pt x="1019905" y="30746"/>
                </a:lnTo>
                <a:lnTo>
                  <a:pt x="1019945" y="30411"/>
                </a:lnTo>
                <a:lnTo>
                  <a:pt x="1019986" y="30079"/>
                </a:lnTo>
                <a:lnTo>
                  <a:pt x="1020027" y="29748"/>
                </a:lnTo>
                <a:lnTo>
                  <a:pt x="1020068" y="29420"/>
                </a:lnTo>
                <a:lnTo>
                  <a:pt x="1020110" y="29093"/>
                </a:lnTo>
                <a:lnTo>
                  <a:pt x="1020152" y="28769"/>
                </a:lnTo>
                <a:lnTo>
                  <a:pt x="1020194" y="28449"/>
                </a:lnTo>
                <a:lnTo>
                  <a:pt x="1020235" y="28133"/>
                </a:lnTo>
                <a:lnTo>
                  <a:pt x="1020275" y="27823"/>
                </a:lnTo>
                <a:lnTo>
                  <a:pt x="1020314" y="27517"/>
                </a:lnTo>
                <a:lnTo>
                  <a:pt x="1020352" y="27216"/>
                </a:lnTo>
                <a:lnTo>
                  <a:pt x="1020389" y="26920"/>
                </a:lnTo>
                <a:lnTo>
                  <a:pt x="1020424" y="26629"/>
                </a:lnTo>
                <a:lnTo>
                  <a:pt x="1020459" y="26344"/>
                </a:lnTo>
                <a:lnTo>
                  <a:pt x="1020492" y="26063"/>
                </a:lnTo>
                <a:lnTo>
                  <a:pt x="1020525" y="25787"/>
                </a:lnTo>
                <a:lnTo>
                  <a:pt x="1020556" y="25516"/>
                </a:lnTo>
                <a:lnTo>
                  <a:pt x="1020587" y="25249"/>
                </a:lnTo>
                <a:lnTo>
                  <a:pt x="1020616" y="24988"/>
                </a:lnTo>
                <a:lnTo>
                  <a:pt x="1020644" y="24732"/>
                </a:lnTo>
                <a:lnTo>
                  <a:pt x="1020671" y="24481"/>
                </a:lnTo>
                <a:lnTo>
                  <a:pt x="1020698" y="24235"/>
                </a:lnTo>
                <a:lnTo>
                  <a:pt x="1020723" y="23993"/>
                </a:lnTo>
                <a:lnTo>
                  <a:pt x="1020747" y="23757"/>
                </a:lnTo>
                <a:lnTo>
                  <a:pt x="1020770" y="23525"/>
                </a:lnTo>
                <a:lnTo>
                  <a:pt x="1020791" y="23299"/>
                </a:lnTo>
                <a:lnTo>
                  <a:pt x="1020812" y="23077"/>
                </a:lnTo>
                <a:lnTo>
                  <a:pt x="1020832" y="22861"/>
                </a:lnTo>
                <a:lnTo>
                  <a:pt x="1020851" y="22649"/>
                </a:lnTo>
                <a:lnTo>
                  <a:pt x="1020868" y="22443"/>
                </a:lnTo>
                <a:lnTo>
                  <a:pt x="1020886" y="22649"/>
                </a:lnTo>
                <a:lnTo>
                  <a:pt x="1020904" y="22861"/>
                </a:lnTo>
                <a:lnTo>
                  <a:pt x="1020922" y="23077"/>
                </a:lnTo>
                <a:lnTo>
                  <a:pt x="1020942" y="23299"/>
                </a:lnTo>
                <a:lnTo>
                  <a:pt x="1020962" y="23525"/>
                </a:lnTo>
                <a:lnTo>
                  <a:pt x="1020982" y="23757"/>
                </a:lnTo>
                <a:lnTo>
                  <a:pt x="1021004" y="23993"/>
                </a:lnTo>
                <a:lnTo>
                  <a:pt x="1021026" y="24235"/>
                </a:lnTo>
                <a:lnTo>
                  <a:pt x="1021049" y="24481"/>
                </a:lnTo>
                <a:lnTo>
                  <a:pt x="1021073" y="24732"/>
                </a:lnTo>
                <a:lnTo>
                  <a:pt x="1021097" y="24988"/>
                </a:lnTo>
                <a:lnTo>
                  <a:pt x="1021122" y="25249"/>
                </a:lnTo>
                <a:lnTo>
                  <a:pt x="1021148" y="25516"/>
                </a:lnTo>
                <a:lnTo>
                  <a:pt x="1021174" y="25787"/>
                </a:lnTo>
                <a:lnTo>
                  <a:pt x="1021202" y="26063"/>
                </a:lnTo>
                <a:lnTo>
                  <a:pt x="1021230" y="26344"/>
                </a:lnTo>
                <a:lnTo>
                  <a:pt x="1021258" y="26629"/>
                </a:lnTo>
                <a:lnTo>
                  <a:pt x="1021288" y="26920"/>
                </a:lnTo>
                <a:lnTo>
                  <a:pt x="1021318" y="27216"/>
                </a:lnTo>
                <a:lnTo>
                  <a:pt x="1021348" y="27517"/>
                </a:lnTo>
                <a:lnTo>
                  <a:pt x="1021380" y="27823"/>
                </a:lnTo>
                <a:lnTo>
                  <a:pt x="1021412" y="28133"/>
                </a:lnTo>
                <a:lnTo>
                  <a:pt x="1021445" y="28449"/>
                </a:lnTo>
                <a:lnTo>
                  <a:pt x="1021479" y="28769"/>
                </a:lnTo>
                <a:lnTo>
                  <a:pt x="1021513" y="29093"/>
                </a:lnTo>
                <a:lnTo>
                  <a:pt x="1021548" y="29420"/>
                </a:lnTo>
                <a:lnTo>
                  <a:pt x="1021583" y="29748"/>
                </a:lnTo>
                <a:lnTo>
                  <a:pt x="1021618" y="30079"/>
                </a:lnTo>
                <a:lnTo>
                  <a:pt x="1021654" y="30411"/>
                </a:lnTo>
                <a:lnTo>
                  <a:pt x="1021690" y="30746"/>
                </a:lnTo>
                <a:lnTo>
                  <a:pt x="1021727" y="31083"/>
                </a:lnTo>
                <a:lnTo>
                  <a:pt x="1021763" y="31422"/>
                </a:lnTo>
                <a:lnTo>
                  <a:pt x="1021801" y="31763"/>
                </a:lnTo>
                <a:lnTo>
                  <a:pt x="1021838" y="32106"/>
                </a:lnTo>
                <a:lnTo>
                  <a:pt x="1021876" y="32452"/>
                </a:lnTo>
                <a:lnTo>
                  <a:pt x="1021914" y="32799"/>
                </a:lnTo>
                <a:lnTo>
                  <a:pt x="1021952" y="33149"/>
                </a:lnTo>
                <a:lnTo>
                  <a:pt x="1021991" y="33501"/>
                </a:lnTo>
                <a:lnTo>
                  <a:pt x="1022030" y="33854"/>
                </a:lnTo>
                <a:lnTo>
                  <a:pt x="1022070" y="34211"/>
                </a:lnTo>
                <a:lnTo>
                  <a:pt x="1022109" y="34569"/>
                </a:lnTo>
                <a:lnTo>
                  <a:pt x="1022149" y="34929"/>
                </a:lnTo>
                <a:lnTo>
                  <a:pt x="1022190" y="35291"/>
                </a:lnTo>
                <a:lnTo>
                  <a:pt x="1022231" y="35656"/>
                </a:lnTo>
                <a:lnTo>
                  <a:pt x="1022272" y="36023"/>
                </a:lnTo>
                <a:lnTo>
                  <a:pt x="1022313" y="36392"/>
                </a:lnTo>
                <a:lnTo>
                  <a:pt x="1022355" y="36762"/>
                </a:lnTo>
                <a:lnTo>
                  <a:pt x="1022397" y="37136"/>
                </a:lnTo>
                <a:lnTo>
                  <a:pt x="1022440" y="37510"/>
                </a:lnTo>
                <a:lnTo>
                  <a:pt x="1022482" y="37885"/>
                </a:lnTo>
                <a:lnTo>
                  <a:pt x="1022523" y="38261"/>
                </a:lnTo>
                <a:lnTo>
                  <a:pt x="1022565" y="38638"/>
                </a:lnTo>
                <a:lnTo>
                  <a:pt x="1022606" y="39015"/>
                </a:lnTo>
                <a:lnTo>
                  <a:pt x="1022646" y="39393"/>
                </a:lnTo>
                <a:lnTo>
                  <a:pt x="1022686" y="39772"/>
                </a:lnTo>
                <a:lnTo>
                  <a:pt x="1022726" y="40151"/>
                </a:lnTo>
                <a:lnTo>
                  <a:pt x="1022766" y="40531"/>
                </a:lnTo>
                <a:lnTo>
                  <a:pt x="1022805" y="40912"/>
                </a:lnTo>
                <a:lnTo>
                  <a:pt x="1022844" y="41294"/>
                </a:lnTo>
                <a:lnTo>
                  <a:pt x="1022882" y="41676"/>
                </a:lnTo>
                <a:lnTo>
                  <a:pt x="1022920" y="42059"/>
                </a:lnTo>
                <a:lnTo>
                  <a:pt x="1022958" y="42442"/>
                </a:lnTo>
                <a:lnTo>
                  <a:pt x="1022995" y="42827"/>
                </a:lnTo>
                <a:lnTo>
                  <a:pt x="1023032" y="43212"/>
                </a:lnTo>
                <a:lnTo>
                  <a:pt x="1023069" y="43598"/>
                </a:lnTo>
                <a:lnTo>
                  <a:pt x="1023105" y="43984"/>
                </a:lnTo>
                <a:lnTo>
                  <a:pt x="1023141" y="44371"/>
                </a:lnTo>
                <a:lnTo>
                  <a:pt x="1023177" y="44759"/>
                </a:lnTo>
                <a:lnTo>
                  <a:pt x="1023212" y="45148"/>
                </a:lnTo>
                <a:lnTo>
                  <a:pt x="1023247" y="45537"/>
                </a:lnTo>
                <a:lnTo>
                  <a:pt x="1023282" y="45927"/>
                </a:lnTo>
                <a:lnTo>
                  <a:pt x="1023316" y="46317"/>
                </a:lnTo>
                <a:lnTo>
                  <a:pt x="1035969" y="158546"/>
                </a:lnTo>
                <a:lnTo>
                  <a:pt x="1059025" y="158546"/>
                </a:lnTo>
                <a:lnTo>
                  <a:pt x="1076573" y="9590"/>
                </a:lnTo>
                <a:lnTo>
                  <a:pt x="1059841" y="9590"/>
                </a:lnTo>
                <a:lnTo>
                  <a:pt x="1048212" y="119776"/>
                </a:lnTo>
                <a:lnTo>
                  <a:pt x="1048178" y="120151"/>
                </a:lnTo>
                <a:lnTo>
                  <a:pt x="1048143" y="120526"/>
                </a:lnTo>
                <a:lnTo>
                  <a:pt x="1048108" y="120903"/>
                </a:lnTo>
                <a:lnTo>
                  <a:pt x="1048073" y="121281"/>
                </a:lnTo>
                <a:lnTo>
                  <a:pt x="1048037" y="121660"/>
                </a:lnTo>
                <a:lnTo>
                  <a:pt x="1048001" y="122040"/>
                </a:lnTo>
                <a:lnTo>
                  <a:pt x="1047965" y="122421"/>
                </a:lnTo>
                <a:lnTo>
                  <a:pt x="1047928" y="122803"/>
                </a:lnTo>
                <a:lnTo>
                  <a:pt x="1047891" y="123186"/>
                </a:lnTo>
                <a:lnTo>
                  <a:pt x="1047854" y="123570"/>
                </a:lnTo>
                <a:lnTo>
                  <a:pt x="1047816" y="123956"/>
                </a:lnTo>
                <a:lnTo>
                  <a:pt x="1047778" y="124342"/>
                </a:lnTo>
                <a:lnTo>
                  <a:pt x="1047740" y="124729"/>
                </a:lnTo>
                <a:lnTo>
                  <a:pt x="1047701" y="125118"/>
                </a:lnTo>
                <a:lnTo>
                  <a:pt x="1047662" y="125507"/>
                </a:lnTo>
                <a:lnTo>
                  <a:pt x="1047622" y="125898"/>
                </a:lnTo>
                <a:lnTo>
                  <a:pt x="1047582" y="126290"/>
                </a:lnTo>
                <a:lnTo>
                  <a:pt x="1047542" y="126682"/>
                </a:lnTo>
                <a:lnTo>
                  <a:pt x="1047502" y="127076"/>
                </a:lnTo>
                <a:lnTo>
                  <a:pt x="1047461" y="127471"/>
                </a:lnTo>
                <a:lnTo>
                  <a:pt x="1047419" y="127867"/>
                </a:lnTo>
                <a:lnTo>
                  <a:pt x="1047378" y="128264"/>
                </a:lnTo>
                <a:lnTo>
                  <a:pt x="1047336" y="128662"/>
                </a:lnTo>
                <a:lnTo>
                  <a:pt x="1047293" y="129061"/>
                </a:lnTo>
                <a:lnTo>
                  <a:pt x="1047251" y="129459"/>
                </a:lnTo>
                <a:lnTo>
                  <a:pt x="1047210" y="129856"/>
                </a:lnTo>
                <a:lnTo>
                  <a:pt x="1047169" y="130251"/>
                </a:lnTo>
                <a:lnTo>
                  <a:pt x="1047129" y="130645"/>
                </a:lnTo>
                <a:lnTo>
                  <a:pt x="1047089" y="131036"/>
                </a:lnTo>
                <a:lnTo>
                  <a:pt x="1047051" y="131426"/>
                </a:lnTo>
                <a:lnTo>
                  <a:pt x="1047013" y="131814"/>
                </a:lnTo>
                <a:lnTo>
                  <a:pt x="1046975" y="132201"/>
                </a:lnTo>
                <a:lnTo>
                  <a:pt x="1046939" y="132585"/>
                </a:lnTo>
                <a:lnTo>
                  <a:pt x="1046903" y="132968"/>
                </a:lnTo>
                <a:lnTo>
                  <a:pt x="1046868" y="133349"/>
                </a:lnTo>
                <a:lnTo>
                  <a:pt x="1046833" y="133729"/>
                </a:lnTo>
                <a:lnTo>
                  <a:pt x="1046800" y="134106"/>
                </a:lnTo>
                <a:lnTo>
                  <a:pt x="1046766" y="134482"/>
                </a:lnTo>
                <a:lnTo>
                  <a:pt x="1046734" y="134856"/>
                </a:lnTo>
                <a:lnTo>
                  <a:pt x="1046702" y="135228"/>
                </a:lnTo>
                <a:lnTo>
                  <a:pt x="1046671" y="135599"/>
                </a:lnTo>
                <a:lnTo>
                  <a:pt x="1046641" y="135967"/>
                </a:lnTo>
                <a:lnTo>
                  <a:pt x="1046612" y="136334"/>
                </a:lnTo>
                <a:lnTo>
                  <a:pt x="1046583" y="136700"/>
                </a:lnTo>
                <a:lnTo>
                  <a:pt x="1046555" y="137063"/>
                </a:lnTo>
                <a:lnTo>
                  <a:pt x="1046527" y="137425"/>
                </a:lnTo>
                <a:lnTo>
                  <a:pt x="1046500" y="137785"/>
                </a:lnTo>
                <a:lnTo>
                  <a:pt x="1046474" y="138143"/>
                </a:lnTo>
                <a:lnTo>
                  <a:pt x="1046449" y="138497"/>
                </a:lnTo>
                <a:lnTo>
                  <a:pt x="1046424" y="138847"/>
                </a:lnTo>
                <a:lnTo>
                  <a:pt x="1046400" y="139192"/>
                </a:lnTo>
                <a:lnTo>
                  <a:pt x="1046376" y="139531"/>
                </a:lnTo>
                <a:lnTo>
                  <a:pt x="1046352" y="139866"/>
                </a:lnTo>
                <a:lnTo>
                  <a:pt x="1046328" y="140196"/>
                </a:lnTo>
                <a:lnTo>
                  <a:pt x="1046305" y="140520"/>
                </a:lnTo>
                <a:lnTo>
                  <a:pt x="1046282" y="140840"/>
                </a:lnTo>
                <a:lnTo>
                  <a:pt x="1046260" y="141155"/>
                </a:lnTo>
                <a:lnTo>
                  <a:pt x="1046238" y="141465"/>
                </a:lnTo>
                <a:lnTo>
                  <a:pt x="1046216" y="141770"/>
                </a:lnTo>
                <a:lnTo>
                  <a:pt x="1046195" y="142070"/>
                </a:lnTo>
                <a:lnTo>
                  <a:pt x="1046174" y="142365"/>
                </a:lnTo>
                <a:lnTo>
                  <a:pt x="1046153" y="142655"/>
                </a:lnTo>
                <a:lnTo>
                  <a:pt x="1046133" y="142940"/>
                </a:lnTo>
                <a:lnTo>
                  <a:pt x="1046113" y="143220"/>
                </a:lnTo>
                <a:lnTo>
                  <a:pt x="1046094" y="143495"/>
                </a:lnTo>
                <a:lnTo>
                  <a:pt x="1046075" y="143765"/>
                </a:lnTo>
                <a:lnTo>
                  <a:pt x="1046056" y="144031"/>
                </a:lnTo>
                <a:lnTo>
                  <a:pt x="1046037" y="144291"/>
                </a:lnTo>
                <a:lnTo>
                  <a:pt x="1046019" y="144546"/>
                </a:lnTo>
                <a:lnTo>
                  <a:pt x="1046001" y="144797"/>
                </a:lnTo>
                <a:lnTo>
                  <a:pt x="1045984" y="145042"/>
                </a:lnTo>
                <a:lnTo>
                  <a:pt x="1045967" y="145282"/>
                </a:lnTo>
                <a:lnTo>
                  <a:pt x="1045949" y="145042"/>
                </a:lnTo>
                <a:lnTo>
                  <a:pt x="1045931" y="144797"/>
                </a:lnTo>
                <a:lnTo>
                  <a:pt x="1045911" y="144546"/>
                </a:lnTo>
                <a:lnTo>
                  <a:pt x="1045890" y="144291"/>
                </a:lnTo>
                <a:lnTo>
                  <a:pt x="1045868" y="144031"/>
                </a:lnTo>
                <a:lnTo>
                  <a:pt x="1045845" y="143765"/>
                </a:lnTo>
                <a:lnTo>
                  <a:pt x="1045821" y="143495"/>
                </a:lnTo>
                <a:lnTo>
                  <a:pt x="1045796" y="143220"/>
                </a:lnTo>
                <a:lnTo>
                  <a:pt x="1045770" y="142940"/>
                </a:lnTo>
                <a:lnTo>
                  <a:pt x="1045743" y="142655"/>
                </a:lnTo>
                <a:lnTo>
                  <a:pt x="1045714" y="142365"/>
                </a:lnTo>
                <a:lnTo>
                  <a:pt x="1045685" y="142070"/>
                </a:lnTo>
                <a:lnTo>
                  <a:pt x="1045655" y="141770"/>
                </a:lnTo>
                <a:lnTo>
                  <a:pt x="1045623" y="141465"/>
                </a:lnTo>
                <a:lnTo>
                  <a:pt x="1045591" y="141155"/>
                </a:lnTo>
                <a:lnTo>
                  <a:pt x="1045557" y="140840"/>
                </a:lnTo>
                <a:lnTo>
                  <a:pt x="1045523" y="140520"/>
                </a:lnTo>
                <a:lnTo>
                  <a:pt x="1045487" y="140196"/>
                </a:lnTo>
                <a:lnTo>
                  <a:pt x="1045450" y="139866"/>
                </a:lnTo>
                <a:lnTo>
                  <a:pt x="1045413" y="139531"/>
                </a:lnTo>
                <a:lnTo>
                  <a:pt x="1045374" y="139192"/>
                </a:lnTo>
                <a:lnTo>
                  <a:pt x="1045334" y="138847"/>
                </a:lnTo>
                <a:lnTo>
                  <a:pt x="1045293" y="138497"/>
                </a:lnTo>
                <a:lnTo>
                  <a:pt x="1045251" y="138143"/>
                </a:lnTo>
                <a:lnTo>
                  <a:pt x="1045209" y="137785"/>
                </a:lnTo>
                <a:lnTo>
                  <a:pt x="1045166" y="137425"/>
                </a:lnTo>
                <a:lnTo>
                  <a:pt x="1045124" y="137063"/>
                </a:lnTo>
                <a:lnTo>
                  <a:pt x="1045082" y="136700"/>
                </a:lnTo>
                <a:lnTo>
                  <a:pt x="1045039" y="136334"/>
                </a:lnTo>
                <a:lnTo>
                  <a:pt x="1044997" y="135967"/>
                </a:lnTo>
                <a:lnTo>
                  <a:pt x="1044955" y="135599"/>
                </a:lnTo>
                <a:lnTo>
                  <a:pt x="1044912" y="135228"/>
                </a:lnTo>
                <a:lnTo>
                  <a:pt x="1044870" y="134856"/>
                </a:lnTo>
                <a:lnTo>
                  <a:pt x="1044827" y="134482"/>
                </a:lnTo>
                <a:lnTo>
                  <a:pt x="1044785" y="134106"/>
                </a:lnTo>
                <a:lnTo>
                  <a:pt x="1044743" y="133729"/>
                </a:lnTo>
                <a:lnTo>
                  <a:pt x="1044700" y="133349"/>
                </a:lnTo>
                <a:lnTo>
                  <a:pt x="1044658" y="132968"/>
                </a:lnTo>
                <a:lnTo>
                  <a:pt x="1044615" y="132585"/>
                </a:lnTo>
                <a:lnTo>
                  <a:pt x="1044573" y="132201"/>
                </a:lnTo>
                <a:lnTo>
                  <a:pt x="1044530" y="131814"/>
                </a:lnTo>
                <a:lnTo>
                  <a:pt x="1044488" y="131426"/>
                </a:lnTo>
                <a:lnTo>
                  <a:pt x="1044445" y="131036"/>
                </a:lnTo>
                <a:lnTo>
                  <a:pt x="1044403" y="130645"/>
                </a:lnTo>
                <a:lnTo>
                  <a:pt x="1044360" y="130251"/>
                </a:lnTo>
                <a:lnTo>
                  <a:pt x="1044318" y="129856"/>
                </a:lnTo>
                <a:lnTo>
                  <a:pt x="1044275" y="129459"/>
                </a:lnTo>
                <a:lnTo>
                  <a:pt x="1044233" y="129061"/>
                </a:lnTo>
                <a:lnTo>
                  <a:pt x="1044190" y="128662"/>
                </a:lnTo>
                <a:lnTo>
                  <a:pt x="1044147" y="128264"/>
                </a:lnTo>
                <a:lnTo>
                  <a:pt x="1044103" y="127867"/>
                </a:lnTo>
                <a:lnTo>
                  <a:pt x="1044060" y="127471"/>
                </a:lnTo>
                <a:lnTo>
                  <a:pt x="1044015" y="127076"/>
                </a:lnTo>
                <a:lnTo>
                  <a:pt x="1043971" y="126682"/>
                </a:lnTo>
                <a:lnTo>
                  <a:pt x="1043926" y="126290"/>
                </a:lnTo>
                <a:lnTo>
                  <a:pt x="1043881" y="125898"/>
                </a:lnTo>
                <a:lnTo>
                  <a:pt x="1043835" y="125507"/>
                </a:lnTo>
                <a:lnTo>
                  <a:pt x="1043789" y="125118"/>
                </a:lnTo>
                <a:lnTo>
                  <a:pt x="1043743" y="124729"/>
                </a:lnTo>
                <a:lnTo>
                  <a:pt x="1043696" y="124342"/>
                </a:lnTo>
                <a:lnTo>
                  <a:pt x="1043649" y="123956"/>
                </a:lnTo>
                <a:lnTo>
                  <a:pt x="1043602" y="123570"/>
                </a:lnTo>
                <a:lnTo>
                  <a:pt x="1043554" y="123186"/>
                </a:lnTo>
                <a:lnTo>
                  <a:pt x="1043506" y="122803"/>
                </a:lnTo>
                <a:lnTo>
                  <a:pt x="1043458" y="122421"/>
                </a:lnTo>
                <a:lnTo>
                  <a:pt x="1043409" y="122040"/>
                </a:lnTo>
                <a:lnTo>
                  <a:pt x="1043360" y="121660"/>
                </a:lnTo>
                <a:lnTo>
                  <a:pt x="1043310" y="121281"/>
                </a:lnTo>
                <a:lnTo>
                  <a:pt x="1043260" y="120903"/>
                </a:lnTo>
                <a:lnTo>
                  <a:pt x="1043210" y="120526"/>
                </a:lnTo>
                <a:lnTo>
                  <a:pt x="1043160" y="120151"/>
                </a:lnTo>
                <a:lnTo>
                  <a:pt x="1043109" y="119776"/>
                </a:lnTo>
                <a:lnTo>
                  <a:pt x="1030458" y="9590"/>
                </a:lnTo>
                <a:lnTo>
                  <a:pt x="1011481" y="9590"/>
                </a:lnTo>
                <a:lnTo>
                  <a:pt x="997607" y="119776"/>
                </a:lnTo>
                <a:lnTo>
                  <a:pt x="997556" y="120151"/>
                </a:lnTo>
                <a:lnTo>
                  <a:pt x="997505" y="120526"/>
                </a:lnTo>
                <a:lnTo>
                  <a:pt x="997455" y="120903"/>
                </a:lnTo>
                <a:lnTo>
                  <a:pt x="997405" y="121281"/>
                </a:lnTo>
                <a:lnTo>
                  <a:pt x="997356" y="121660"/>
                </a:lnTo>
                <a:lnTo>
                  <a:pt x="997307" y="122040"/>
                </a:lnTo>
                <a:lnTo>
                  <a:pt x="997258" y="122421"/>
                </a:lnTo>
                <a:lnTo>
                  <a:pt x="997209" y="122803"/>
                </a:lnTo>
                <a:lnTo>
                  <a:pt x="997161" y="123186"/>
                </a:lnTo>
                <a:lnTo>
                  <a:pt x="997114" y="123570"/>
                </a:lnTo>
                <a:lnTo>
                  <a:pt x="997066" y="123956"/>
                </a:lnTo>
                <a:lnTo>
                  <a:pt x="997019" y="124342"/>
                </a:lnTo>
                <a:lnTo>
                  <a:pt x="996973" y="124729"/>
                </a:lnTo>
                <a:lnTo>
                  <a:pt x="996926" y="125118"/>
                </a:lnTo>
                <a:lnTo>
                  <a:pt x="996880" y="125507"/>
                </a:lnTo>
                <a:lnTo>
                  <a:pt x="996835" y="125898"/>
                </a:lnTo>
                <a:lnTo>
                  <a:pt x="996790" y="126290"/>
                </a:lnTo>
                <a:lnTo>
                  <a:pt x="996745" y="126682"/>
                </a:lnTo>
                <a:lnTo>
                  <a:pt x="996700" y="127076"/>
                </a:lnTo>
                <a:lnTo>
                  <a:pt x="996656" y="127471"/>
                </a:lnTo>
                <a:lnTo>
                  <a:pt x="996612" y="127867"/>
                </a:lnTo>
                <a:lnTo>
                  <a:pt x="996569" y="128264"/>
                </a:lnTo>
                <a:lnTo>
                  <a:pt x="996526" y="128662"/>
                </a:lnTo>
                <a:lnTo>
                  <a:pt x="996483" y="129061"/>
                </a:lnTo>
                <a:lnTo>
                  <a:pt x="996441" y="129459"/>
                </a:lnTo>
                <a:lnTo>
                  <a:pt x="996399" y="129856"/>
                </a:lnTo>
                <a:lnTo>
                  <a:pt x="996359" y="130251"/>
                </a:lnTo>
                <a:lnTo>
                  <a:pt x="996318" y="130645"/>
                </a:lnTo>
                <a:lnTo>
                  <a:pt x="996279" y="131036"/>
                </a:lnTo>
                <a:lnTo>
                  <a:pt x="996240" y="131426"/>
                </a:lnTo>
                <a:lnTo>
                  <a:pt x="996203" y="131814"/>
                </a:lnTo>
                <a:lnTo>
                  <a:pt x="996165" y="132201"/>
                </a:lnTo>
                <a:lnTo>
                  <a:pt x="996129" y="132585"/>
                </a:lnTo>
                <a:lnTo>
                  <a:pt x="996093" y="132968"/>
                </a:lnTo>
                <a:lnTo>
                  <a:pt x="996058" y="133349"/>
                </a:lnTo>
                <a:lnTo>
                  <a:pt x="996024" y="133729"/>
                </a:lnTo>
                <a:lnTo>
                  <a:pt x="995990" y="134106"/>
                </a:lnTo>
                <a:lnTo>
                  <a:pt x="995957" y="134482"/>
                </a:lnTo>
                <a:lnTo>
                  <a:pt x="995925" y="134856"/>
                </a:lnTo>
                <a:lnTo>
                  <a:pt x="995893" y="135228"/>
                </a:lnTo>
                <a:lnTo>
                  <a:pt x="995863" y="135599"/>
                </a:lnTo>
                <a:lnTo>
                  <a:pt x="995833" y="135967"/>
                </a:lnTo>
                <a:lnTo>
                  <a:pt x="995803" y="136334"/>
                </a:lnTo>
                <a:lnTo>
                  <a:pt x="995775" y="136700"/>
                </a:lnTo>
                <a:lnTo>
                  <a:pt x="995747" y="137063"/>
                </a:lnTo>
                <a:lnTo>
                  <a:pt x="995719" y="137425"/>
                </a:lnTo>
                <a:lnTo>
                  <a:pt x="995693" y="137785"/>
                </a:lnTo>
                <a:lnTo>
                  <a:pt x="995667" y="138143"/>
                </a:lnTo>
                <a:lnTo>
                  <a:pt x="995642" y="138497"/>
                </a:lnTo>
                <a:lnTo>
                  <a:pt x="995616" y="138847"/>
                </a:lnTo>
                <a:lnTo>
                  <a:pt x="995589" y="139192"/>
                </a:lnTo>
                <a:lnTo>
                  <a:pt x="995563" y="139531"/>
                </a:lnTo>
                <a:lnTo>
                  <a:pt x="995536" y="139866"/>
                </a:lnTo>
                <a:lnTo>
                  <a:pt x="995508" y="140196"/>
                </a:lnTo>
                <a:lnTo>
                  <a:pt x="995480" y="140520"/>
                </a:lnTo>
                <a:lnTo>
                  <a:pt x="995452" y="140840"/>
                </a:lnTo>
                <a:lnTo>
                  <a:pt x="995424" y="141155"/>
                </a:lnTo>
                <a:lnTo>
                  <a:pt x="995395" y="141465"/>
                </a:lnTo>
                <a:lnTo>
                  <a:pt x="995366" y="141770"/>
                </a:lnTo>
                <a:lnTo>
                  <a:pt x="995336" y="142070"/>
                </a:lnTo>
                <a:lnTo>
                  <a:pt x="995306" y="142365"/>
                </a:lnTo>
                <a:lnTo>
                  <a:pt x="995276" y="142655"/>
                </a:lnTo>
                <a:lnTo>
                  <a:pt x="995246" y="142940"/>
                </a:lnTo>
                <a:lnTo>
                  <a:pt x="995215" y="143220"/>
                </a:lnTo>
                <a:lnTo>
                  <a:pt x="995183" y="143495"/>
                </a:lnTo>
                <a:lnTo>
                  <a:pt x="995152" y="143765"/>
                </a:lnTo>
                <a:lnTo>
                  <a:pt x="995120" y="144031"/>
                </a:lnTo>
                <a:lnTo>
                  <a:pt x="995087" y="144291"/>
                </a:lnTo>
                <a:lnTo>
                  <a:pt x="995055" y="144546"/>
                </a:lnTo>
                <a:lnTo>
                  <a:pt x="995021" y="144797"/>
                </a:lnTo>
                <a:lnTo>
                  <a:pt x="994988" y="145042"/>
                </a:lnTo>
                <a:lnTo>
                  <a:pt x="994954" y="145282"/>
                </a:lnTo>
                <a:lnTo>
                  <a:pt x="994954" y="145042"/>
                </a:lnTo>
                <a:lnTo>
                  <a:pt x="994952" y="144797"/>
                </a:lnTo>
                <a:lnTo>
                  <a:pt x="994949" y="144546"/>
                </a:lnTo>
                <a:lnTo>
                  <a:pt x="994946" y="144291"/>
                </a:lnTo>
                <a:lnTo>
                  <a:pt x="994941" y="144031"/>
                </a:lnTo>
                <a:lnTo>
                  <a:pt x="994935" y="143765"/>
                </a:lnTo>
                <a:lnTo>
                  <a:pt x="994928" y="143495"/>
                </a:lnTo>
                <a:lnTo>
                  <a:pt x="994920" y="143220"/>
                </a:lnTo>
                <a:lnTo>
                  <a:pt x="994911" y="142940"/>
                </a:lnTo>
                <a:lnTo>
                  <a:pt x="994901" y="142655"/>
                </a:lnTo>
                <a:lnTo>
                  <a:pt x="994889" y="142365"/>
                </a:lnTo>
                <a:lnTo>
                  <a:pt x="994877" y="142070"/>
                </a:lnTo>
                <a:lnTo>
                  <a:pt x="994864" y="141770"/>
                </a:lnTo>
                <a:lnTo>
                  <a:pt x="994849" y="141465"/>
                </a:lnTo>
                <a:lnTo>
                  <a:pt x="994834" y="141155"/>
                </a:lnTo>
                <a:lnTo>
                  <a:pt x="994817" y="140840"/>
                </a:lnTo>
                <a:lnTo>
                  <a:pt x="994800" y="140520"/>
                </a:lnTo>
                <a:lnTo>
                  <a:pt x="994781" y="140196"/>
                </a:lnTo>
                <a:lnTo>
                  <a:pt x="994761" y="139866"/>
                </a:lnTo>
                <a:lnTo>
                  <a:pt x="994740" y="139531"/>
                </a:lnTo>
                <a:lnTo>
                  <a:pt x="994718" y="139192"/>
                </a:lnTo>
                <a:lnTo>
                  <a:pt x="994695" y="138847"/>
                </a:lnTo>
                <a:lnTo>
                  <a:pt x="994671" y="138497"/>
                </a:lnTo>
                <a:lnTo>
                  <a:pt x="994646" y="138143"/>
                </a:lnTo>
                <a:lnTo>
                  <a:pt x="994620" y="137785"/>
                </a:lnTo>
                <a:lnTo>
                  <a:pt x="994594" y="137425"/>
                </a:lnTo>
                <a:lnTo>
                  <a:pt x="994568" y="137063"/>
                </a:lnTo>
                <a:lnTo>
                  <a:pt x="994541" y="136700"/>
                </a:lnTo>
                <a:lnTo>
                  <a:pt x="994514" y="136334"/>
                </a:lnTo>
                <a:lnTo>
                  <a:pt x="994487" y="135967"/>
                </a:lnTo>
                <a:lnTo>
                  <a:pt x="994459" y="135599"/>
                </a:lnTo>
                <a:lnTo>
                  <a:pt x="994431" y="135228"/>
                </a:lnTo>
                <a:lnTo>
                  <a:pt x="994403" y="134856"/>
                </a:lnTo>
                <a:lnTo>
                  <a:pt x="994374" y="134482"/>
                </a:lnTo>
                <a:lnTo>
                  <a:pt x="994345" y="134106"/>
                </a:lnTo>
                <a:lnTo>
                  <a:pt x="994315" y="133729"/>
                </a:lnTo>
                <a:lnTo>
                  <a:pt x="994285" y="133349"/>
                </a:lnTo>
                <a:lnTo>
                  <a:pt x="994255" y="132968"/>
                </a:lnTo>
                <a:lnTo>
                  <a:pt x="994224" y="132585"/>
                </a:lnTo>
                <a:lnTo>
                  <a:pt x="994193" y="132201"/>
                </a:lnTo>
                <a:lnTo>
                  <a:pt x="994162" y="131814"/>
                </a:lnTo>
                <a:lnTo>
                  <a:pt x="994130" y="131426"/>
                </a:lnTo>
                <a:lnTo>
                  <a:pt x="994098" y="131036"/>
                </a:lnTo>
                <a:lnTo>
                  <a:pt x="994066" y="130645"/>
                </a:lnTo>
                <a:lnTo>
                  <a:pt x="994033" y="130251"/>
                </a:lnTo>
                <a:lnTo>
                  <a:pt x="994000" y="129856"/>
                </a:lnTo>
                <a:lnTo>
                  <a:pt x="993967" y="129459"/>
                </a:lnTo>
                <a:lnTo>
                  <a:pt x="993933" y="129061"/>
                </a:lnTo>
                <a:lnTo>
                  <a:pt x="993899" y="128662"/>
                </a:lnTo>
                <a:lnTo>
                  <a:pt x="993865" y="128264"/>
                </a:lnTo>
                <a:lnTo>
                  <a:pt x="993831" y="127867"/>
                </a:lnTo>
                <a:lnTo>
                  <a:pt x="993797" y="127471"/>
                </a:lnTo>
                <a:lnTo>
                  <a:pt x="993763" y="127076"/>
                </a:lnTo>
                <a:lnTo>
                  <a:pt x="993729" y="126682"/>
                </a:lnTo>
                <a:lnTo>
                  <a:pt x="993695" y="126290"/>
                </a:lnTo>
                <a:lnTo>
                  <a:pt x="993661" y="125898"/>
                </a:lnTo>
                <a:lnTo>
                  <a:pt x="993627" y="125507"/>
                </a:lnTo>
                <a:lnTo>
                  <a:pt x="993593" y="125118"/>
                </a:lnTo>
                <a:lnTo>
                  <a:pt x="993559" y="124729"/>
                </a:lnTo>
                <a:lnTo>
                  <a:pt x="993525" y="124342"/>
                </a:lnTo>
                <a:lnTo>
                  <a:pt x="993491" y="123956"/>
                </a:lnTo>
                <a:lnTo>
                  <a:pt x="993457" y="123570"/>
                </a:lnTo>
                <a:lnTo>
                  <a:pt x="993423" y="123186"/>
                </a:lnTo>
                <a:lnTo>
                  <a:pt x="993389" y="122803"/>
                </a:lnTo>
                <a:lnTo>
                  <a:pt x="993355" y="122421"/>
                </a:lnTo>
                <a:lnTo>
                  <a:pt x="993321" y="122040"/>
                </a:lnTo>
                <a:lnTo>
                  <a:pt x="993287" y="121660"/>
                </a:lnTo>
                <a:lnTo>
                  <a:pt x="993253" y="121281"/>
                </a:lnTo>
                <a:lnTo>
                  <a:pt x="993219" y="120903"/>
                </a:lnTo>
                <a:lnTo>
                  <a:pt x="993185" y="120526"/>
                </a:lnTo>
                <a:lnTo>
                  <a:pt x="993151" y="120151"/>
                </a:lnTo>
                <a:lnTo>
                  <a:pt x="993117" y="119776"/>
                </a:lnTo>
                <a:lnTo>
                  <a:pt x="981893" y="9590"/>
                </a:lnTo>
                <a:lnTo>
                  <a:pt x="964345" y="9590"/>
                </a:lnTo>
                <a:lnTo>
                  <a:pt x="981485" y="158546"/>
                </a:lnTo>
                <a:lnTo>
                  <a:pt x="1004544" y="158546"/>
                </a:lnTo>
                <a:lnTo>
                  <a:pt x="1018216" y="46317"/>
                </a:lnTo>
                <a:lnTo>
                  <a:pt x="1018266" y="45927"/>
                </a:lnTo>
                <a:lnTo>
                  <a:pt x="1018316" y="45537"/>
                </a:lnTo>
                <a:lnTo>
                  <a:pt x="1018366" y="45148"/>
                </a:lnTo>
                <a:close/>
                <a:moveTo>
                  <a:pt x="1410900" y="64162"/>
                </a:moveTo>
                <a:lnTo>
                  <a:pt x="1410654" y="63259"/>
                </a:lnTo>
                <a:lnTo>
                  <a:pt x="1410378" y="62373"/>
                </a:lnTo>
                <a:lnTo>
                  <a:pt x="1410073" y="61504"/>
                </a:lnTo>
                <a:lnTo>
                  <a:pt x="1409738" y="60654"/>
                </a:lnTo>
                <a:lnTo>
                  <a:pt x="1409375" y="59821"/>
                </a:lnTo>
                <a:lnTo>
                  <a:pt x="1408983" y="59006"/>
                </a:lnTo>
                <a:lnTo>
                  <a:pt x="1408562" y="58208"/>
                </a:lnTo>
                <a:lnTo>
                  <a:pt x="1408112" y="57429"/>
                </a:lnTo>
                <a:lnTo>
                  <a:pt x="1407632" y="56667"/>
                </a:lnTo>
                <a:lnTo>
                  <a:pt x="1407124" y="55922"/>
                </a:lnTo>
                <a:lnTo>
                  <a:pt x="1406587" y="55196"/>
                </a:lnTo>
                <a:lnTo>
                  <a:pt x="1406020" y="54487"/>
                </a:lnTo>
                <a:lnTo>
                  <a:pt x="1405425" y="53796"/>
                </a:lnTo>
                <a:lnTo>
                  <a:pt x="1404800" y="53122"/>
                </a:lnTo>
                <a:lnTo>
                  <a:pt x="1404146" y="52467"/>
                </a:lnTo>
                <a:lnTo>
                  <a:pt x="1403464" y="51828"/>
                </a:lnTo>
                <a:lnTo>
                  <a:pt x="1402757" y="51212"/>
                </a:lnTo>
                <a:lnTo>
                  <a:pt x="1402031" y="50623"/>
                </a:lnTo>
                <a:lnTo>
                  <a:pt x="1401286" y="50059"/>
                </a:lnTo>
                <a:lnTo>
                  <a:pt x="1400522" y="49521"/>
                </a:lnTo>
                <a:lnTo>
                  <a:pt x="1399739" y="49010"/>
                </a:lnTo>
                <a:lnTo>
                  <a:pt x="1398937" y="48525"/>
                </a:lnTo>
                <a:lnTo>
                  <a:pt x="1398115" y="48066"/>
                </a:lnTo>
                <a:lnTo>
                  <a:pt x="1397274" y="47634"/>
                </a:lnTo>
                <a:lnTo>
                  <a:pt x="1396415" y="47227"/>
                </a:lnTo>
                <a:lnTo>
                  <a:pt x="1395536" y="46847"/>
                </a:lnTo>
                <a:lnTo>
                  <a:pt x="1394638" y="46493"/>
                </a:lnTo>
                <a:lnTo>
                  <a:pt x="1393721" y="46166"/>
                </a:lnTo>
                <a:lnTo>
                  <a:pt x="1392784" y="45864"/>
                </a:lnTo>
                <a:lnTo>
                  <a:pt x="1391829" y="45589"/>
                </a:lnTo>
                <a:lnTo>
                  <a:pt x="1390855" y="45340"/>
                </a:lnTo>
                <a:lnTo>
                  <a:pt x="1389861" y="45117"/>
                </a:lnTo>
                <a:lnTo>
                  <a:pt x="1388848" y="44920"/>
                </a:lnTo>
                <a:lnTo>
                  <a:pt x="1387816" y="44750"/>
                </a:lnTo>
                <a:lnTo>
                  <a:pt x="1386765" y="44606"/>
                </a:lnTo>
                <a:lnTo>
                  <a:pt x="1385695" y="44488"/>
                </a:lnTo>
                <a:lnTo>
                  <a:pt x="1384606" y="44396"/>
                </a:lnTo>
                <a:lnTo>
                  <a:pt x="1383498" y="44331"/>
                </a:lnTo>
                <a:lnTo>
                  <a:pt x="1382370" y="44291"/>
                </a:lnTo>
                <a:lnTo>
                  <a:pt x="1381224" y="44278"/>
                </a:lnTo>
                <a:lnTo>
                  <a:pt x="1379824" y="44298"/>
                </a:lnTo>
                <a:lnTo>
                  <a:pt x="1378447" y="44356"/>
                </a:lnTo>
                <a:lnTo>
                  <a:pt x="1377094" y="44453"/>
                </a:lnTo>
                <a:lnTo>
                  <a:pt x="1375765" y="44590"/>
                </a:lnTo>
                <a:lnTo>
                  <a:pt x="1374458" y="44765"/>
                </a:lnTo>
                <a:lnTo>
                  <a:pt x="1373176" y="44980"/>
                </a:lnTo>
                <a:lnTo>
                  <a:pt x="1371916" y="45233"/>
                </a:lnTo>
                <a:lnTo>
                  <a:pt x="1370680" y="45525"/>
                </a:lnTo>
                <a:lnTo>
                  <a:pt x="1369467" y="45857"/>
                </a:lnTo>
                <a:lnTo>
                  <a:pt x="1368278" y="46227"/>
                </a:lnTo>
                <a:lnTo>
                  <a:pt x="1367112" y="46636"/>
                </a:lnTo>
                <a:lnTo>
                  <a:pt x="1365969" y="47084"/>
                </a:lnTo>
                <a:lnTo>
                  <a:pt x="1364850" y="47571"/>
                </a:lnTo>
                <a:lnTo>
                  <a:pt x="1363754" y="48098"/>
                </a:lnTo>
                <a:lnTo>
                  <a:pt x="1362682" y="48663"/>
                </a:lnTo>
                <a:lnTo>
                  <a:pt x="1361633" y="49267"/>
                </a:lnTo>
                <a:lnTo>
                  <a:pt x="1360607" y="49910"/>
                </a:lnTo>
                <a:lnTo>
                  <a:pt x="1359605" y="50592"/>
                </a:lnTo>
                <a:lnTo>
                  <a:pt x="1358626" y="51313"/>
                </a:lnTo>
                <a:lnTo>
                  <a:pt x="1357671" y="52073"/>
                </a:lnTo>
                <a:lnTo>
                  <a:pt x="1356739" y="52872"/>
                </a:lnTo>
                <a:lnTo>
                  <a:pt x="1355830" y="53710"/>
                </a:lnTo>
                <a:lnTo>
                  <a:pt x="1354945" y="54587"/>
                </a:lnTo>
                <a:lnTo>
                  <a:pt x="1354083" y="55503"/>
                </a:lnTo>
                <a:lnTo>
                  <a:pt x="1353250" y="56452"/>
                </a:lnTo>
                <a:lnTo>
                  <a:pt x="1352453" y="57429"/>
                </a:lnTo>
                <a:lnTo>
                  <a:pt x="1351692" y="58435"/>
                </a:lnTo>
                <a:lnTo>
                  <a:pt x="1350966" y="59470"/>
                </a:lnTo>
                <a:lnTo>
                  <a:pt x="1350275" y="60532"/>
                </a:lnTo>
                <a:lnTo>
                  <a:pt x="1349620" y="61623"/>
                </a:lnTo>
                <a:lnTo>
                  <a:pt x="1349000" y="62743"/>
                </a:lnTo>
                <a:lnTo>
                  <a:pt x="1348416" y="63890"/>
                </a:lnTo>
                <a:lnTo>
                  <a:pt x="1347867" y="65067"/>
                </a:lnTo>
                <a:lnTo>
                  <a:pt x="1347353" y="66271"/>
                </a:lnTo>
                <a:lnTo>
                  <a:pt x="1346875" y="67504"/>
                </a:lnTo>
                <a:lnTo>
                  <a:pt x="1346433" y="68765"/>
                </a:lnTo>
                <a:lnTo>
                  <a:pt x="1346025" y="70054"/>
                </a:lnTo>
                <a:lnTo>
                  <a:pt x="1345653" y="71372"/>
                </a:lnTo>
                <a:lnTo>
                  <a:pt x="1345317" y="72718"/>
                </a:lnTo>
                <a:lnTo>
                  <a:pt x="1345016" y="74093"/>
                </a:lnTo>
                <a:lnTo>
                  <a:pt x="1344750" y="75495"/>
                </a:lnTo>
                <a:lnTo>
                  <a:pt x="1344520" y="76927"/>
                </a:lnTo>
                <a:lnTo>
                  <a:pt x="1344325" y="78386"/>
                </a:lnTo>
                <a:lnTo>
                  <a:pt x="1344166" y="79874"/>
                </a:lnTo>
                <a:lnTo>
                  <a:pt x="1344042" y="81390"/>
                </a:lnTo>
                <a:lnTo>
                  <a:pt x="1343953" y="82935"/>
                </a:lnTo>
                <a:lnTo>
                  <a:pt x="1343900" y="84508"/>
                </a:lnTo>
                <a:lnTo>
                  <a:pt x="1343883" y="86109"/>
                </a:lnTo>
                <a:lnTo>
                  <a:pt x="1343883" y="118960"/>
                </a:lnTo>
                <a:lnTo>
                  <a:pt x="1343900" y="120545"/>
                </a:lnTo>
                <a:lnTo>
                  <a:pt x="1343954" y="122102"/>
                </a:lnTo>
                <a:lnTo>
                  <a:pt x="1344044" y="123631"/>
                </a:lnTo>
                <a:lnTo>
                  <a:pt x="1344169" y="125132"/>
                </a:lnTo>
                <a:lnTo>
                  <a:pt x="1344330" y="126606"/>
                </a:lnTo>
                <a:lnTo>
                  <a:pt x="1344526" y="128053"/>
                </a:lnTo>
                <a:lnTo>
                  <a:pt x="1344759" y="129472"/>
                </a:lnTo>
                <a:lnTo>
                  <a:pt x="1345027" y="130863"/>
                </a:lnTo>
                <a:lnTo>
                  <a:pt x="1345331" y="132226"/>
                </a:lnTo>
                <a:lnTo>
                  <a:pt x="1345671" y="133562"/>
                </a:lnTo>
                <a:lnTo>
                  <a:pt x="1346047" y="134870"/>
                </a:lnTo>
                <a:lnTo>
                  <a:pt x="1346458" y="136151"/>
                </a:lnTo>
                <a:lnTo>
                  <a:pt x="1346905" y="137404"/>
                </a:lnTo>
                <a:lnTo>
                  <a:pt x="1347388" y="138629"/>
                </a:lnTo>
                <a:lnTo>
                  <a:pt x="1347907" y="139827"/>
                </a:lnTo>
                <a:lnTo>
                  <a:pt x="1348462" y="140997"/>
                </a:lnTo>
                <a:lnTo>
                  <a:pt x="1349052" y="142140"/>
                </a:lnTo>
                <a:lnTo>
                  <a:pt x="1349678" y="143255"/>
                </a:lnTo>
                <a:lnTo>
                  <a:pt x="1350340" y="144342"/>
                </a:lnTo>
                <a:lnTo>
                  <a:pt x="1351037" y="145402"/>
                </a:lnTo>
                <a:lnTo>
                  <a:pt x="1351771" y="146434"/>
                </a:lnTo>
                <a:lnTo>
                  <a:pt x="1352540" y="147438"/>
                </a:lnTo>
                <a:lnTo>
                  <a:pt x="1353345" y="148415"/>
                </a:lnTo>
                <a:lnTo>
                  <a:pt x="1354185" y="149364"/>
                </a:lnTo>
                <a:lnTo>
                  <a:pt x="1355055" y="150280"/>
                </a:lnTo>
                <a:lnTo>
                  <a:pt x="1355948" y="151156"/>
                </a:lnTo>
                <a:lnTo>
                  <a:pt x="1356862" y="151994"/>
                </a:lnTo>
                <a:lnTo>
                  <a:pt x="1357799" y="152793"/>
                </a:lnTo>
                <a:lnTo>
                  <a:pt x="1358758" y="153553"/>
                </a:lnTo>
                <a:lnTo>
                  <a:pt x="1359740" y="154274"/>
                </a:lnTo>
                <a:lnTo>
                  <a:pt x="1360744" y="154955"/>
                </a:lnTo>
                <a:lnTo>
                  <a:pt x="1361770" y="155598"/>
                </a:lnTo>
                <a:lnTo>
                  <a:pt x="1362819" y="156202"/>
                </a:lnTo>
                <a:lnTo>
                  <a:pt x="1363889" y="156767"/>
                </a:lnTo>
                <a:lnTo>
                  <a:pt x="1364982" y="157293"/>
                </a:lnTo>
                <a:lnTo>
                  <a:pt x="1366098" y="157780"/>
                </a:lnTo>
                <a:lnTo>
                  <a:pt x="1367236" y="158228"/>
                </a:lnTo>
                <a:lnTo>
                  <a:pt x="1368396" y="158637"/>
                </a:lnTo>
                <a:lnTo>
                  <a:pt x="1369578" y="159008"/>
                </a:lnTo>
                <a:lnTo>
                  <a:pt x="1370783" y="159339"/>
                </a:lnTo>
                <a:lnTo>
                  <a:pt x="1372010" y="159631"/>
                </a:lnTo>
                <a:lnTo>
                  <a:pt x="1373259" y="159884"/>
                </a:lnTo>
                <a:lnTo>
                  <a:pt x="1374531" y="160098"/>
                </a:lnTo>
                <a:lnTo>
                  <a:pt x="1375825" y="160274"/>
                </a:lnTo>
                <a:lnTo>
                  <a:pt x="1377141" y="160410"/>
                </a:lnTo>
                <a:lnTo>
                  <a:pt x="1378480" y="160508"/>
                </a:lnTo>
                <a:lnTo>
                  <a:pt x="1379840" y="160566"/>
                </a:lnTo>
                <a:lnTo>
                  <a:pt x="1381224" y="160586"/>
                </a:lnTo>
                <a:lnTo>
                  <a:pt x="1382370" y="160573"/>
                </a:lnTo>
                <a:lnTo>
                  <a:pt x="1383498" y="160534"/>
                </a:lnTo>
                <a:lnTo>
                  <a:pt x="1384606" y="160469"/>
                </a:lnTo>
                <a:lnTo>
                  <a:pt x="1385695" y="160379"/>
                </a:lnTo>
                <a:lnTo>
                  <a:pt x="1386765" y="160262"/>
                </a:lnTo>
                <a:lnTo>
                  <a:pt x="1387816" y="160120"/>
                </a:lnTo>
                <a:lnTo>
                  <a:pt x="1388848" y="159952"/>
                </a:lnTo>
                <a:lnTo>
                  <a:pt x="1389861" y="159758"/>
                </a:lnTo>
                <a:lnTo>
                  <a:pt x="1390855" y="159538"/>
                </a:lnTo>
                <a:lnTo>
                  <a:pt x="1391829" y="159293"/>
                </a:lnTo>
                <a:lnTo>
                  <a:pt x="1392784" y="159021"/>
                </a:lnTo>
                <a:lnTo>
                  <a:pt x="1393721" y="158724"/>
                </a:lnTo>
                <a:lnTo>
                  <a:pt x="1394638" y="158400"/>
                </a:lnTo>
                <a:lnTo>
                  <a:pt x="1395536" y="158051"/>
                </a:lnTo>
                <a:lnTo>
                  <a:pt x="1396415" y="157676"/>
                </a:lnTo>
                <a:lnTo>
                  <a:pt x="1397274" y="157275"/>
                </a:lnTo>
                <a:lnTo>
                  <a:pt x="1398115" y="156849"/>
                </a:lnTo>
                <a:lnTo>
                  <a:pt x="1398937" y="156396"/>
                </a:lnTo>
                <a:lnTo>
                  <a:pt x="1399739" y="155918"/>
                </a:lnTo>
                <a:lnTo>
                  <a:pt x="1400522" y="155414"/>
                </a:lnTo>
                <a:lnTo>
                  <a:pt x="1401286" y="154883"/>
                </a:lnTo>
                <a:lnTo>
                  <a:pt x="1402031" y="154327"/>
                </a:lnTo>
                <a:lnTo>
                  <a:pt x="1402757" y="153746"/>
                </a:lnTo>
                <a:lnTo>
                  <a:pt x="1403464" y="153138"/>
                </a:lnTo>
                <a:lnTo>
                  <a:pt x="1404146" y="152508"/>
                </a:lnTo>
                <a:lnTo>
                  <a:pt x="1404800" y="151859"/>
                </a:lnTo>
                <a:lnTo>
                  <a:pt x="1405425" y="151191"/>
                </a:lnTo>
                <a:lnTo>
                  <a:pt x="1406020" y="150505"/>
                </a:lnTo>
                <a:lnTo>
                  <a:pt x="1406587" y="149800"/>
                </a:lnTo>
                <a:lnTo>
                  <a:pt x="1407124" y="149076"/>
                </a:lnTo>
                <a:lnTo>
                  <a:pt x="1407632" y="148333"/>
                </a:lnTo>
                <a:lnTo>
                  <a:pt x="1408112" y="147572"/>
                </a:lnTo>
                <a:lnTo>
                  <a:pt x="1408562" y="146792"/>
                </a:lnTo>
                <a:lnTo>
                  <a:pt x="1408983" y="145993"/>
                </a:lnTo>
                <a:lnTo>
                  <a:pt x="1409375" y="145175"/>
                </a:lnTo>
                <a:lnTo>
                  <a:pt x="1409738" y="144338"/>
                </a:lnTo>
                <a:lnTo>
                  <a:pt x="1410073" y="143483"/>
                </a:lnTo>
                <a:lnTo>
                  <a:pt x="1410378" y="142609"/>
                </a:lnTo>
                <a:lnTo>
                  <a:pt x="1410654" y="141716"/>
                </a:lnTo>
                <a:lnTo>
                  <a:pt x="1410900" y="140804"/>
                </a:lnTo>
                <a:lnTo>
                  <a:pt x="1411118" y="139873"/>
                </a:lnTo>
                <a:lnTo>
                  <a:pt x="1411307" y="138924"/>
                </a:lnTo>
                <a:lnTo>
                  <a:pt x="1411467" y="137956"/>
                </a:lnTo>
                <a:lnTo>
                  <a:pt x="1411577" y="137122"/>
                </a:lnTo>
                <a:lnTo>
                  <a:pt x="1411830" y="137122"/>
                </a:lnTo>
                <a:lnTo>
                  <a:pt x="1411830" y="158546"/>
                </a:lnTo>
                <a:lnTo>
                  <a:pt x="1430194" y="158546"/>
                </a:lnTo>
                <a:lnTo>
                  <a:pt x="1430194" y="9590"/>
                </a:lnTo>
                <a:lnTo>
                  <a:pt x="1411830" y="9590"/>
                </a:lnTo>
                <a:lnTo>
                  <a:pt x="1411830" y="42236"/>
                </a:lnTo>
                <a:lnTo>
                  <a:pt x="1412238" y="67742"/>
                </a:lnTo>
                <a:lnTo>
                  <a:pt x="1411569" y="67742"/>
                </a:lnTo>
                <a:lnTo>
                  <a:pt x="1411467" y="66980"/>
                </a:lnTo>
                <a:lnTo>
                  <a:pt x="1411307" y="66023"/>
                </a:lnTo>
                <a:lnTo>
                  <a:pt x="1411118" y="65084"/>
                </a:lnTo>
                <a:lnTo>
                  <a:pt x="1410900" y="64162"/>
                </a:lnTo>
                <a:close/>
                <a:moveTo>
                  <a:pt x="1383603" y="144479"/>
                </a:moveTo>
                <a:lnTo>
                  <a:pt x="1382711" y="144371"/>
                </a:lnTo>
                <a:lnTo>
                  <a:pt x="1381835" y="144238"/>
                </a:lnTo>
                <a:lnTo>
                  <a:pt x="1380976" y="144082"/>
                </a:lnTo>
                <a:lnTo>
                  <a:pt x="1380134" y="143901"/>
                </a:lnTo>
                <a:lnTo>
                  <a:pt x="1379309" y="143697"/>
                </a:lnTo>
                <a:lnTo>
                  <a:pt x="1378502" y="143468"/>
                </a:lnTo>
                <a:lnTo>
                  <a:pt x="1377711" y="143215"/>
                </a:lnTo>
                <a:lnTo>
                  <a:pt x="1376937" y="142938"/>
                </a:lnTo>
                <a:lnTo>
                  <a:pt x="1376180" y="142637"/>
                </a:lnTo>
                <a:lnTo>
                  <a:pt x="1375440" y="142312"/>
                </a:lnTo>
                <a:lnTo>
                  <a:pt x="1374718" y="141962"/>
                </a:lnTo>
                <a:lnTo>
                  <a:pt x="1374012" y="141589"/>
                </a:lnTo>
                <a:lnTo>
                  <a:pt x="1373323" y="141191"/>
                </a:lnTo>
                <a:lnTo>
                  <a:pt x="1372651" y="140770"/>
                </a:lnTo>
                <a:lnTo>
                  <a:pt x="1371997" y="140324"/>
                </a:lnTo>
                <a:lnTo>
                  <a:pt x="1371359" y="139855"/>
                </a:lnTo>
                <a:lnTo>
                  <a:pt x="1370738" y="139361"/>
                </a:lnTo>
                <a:lnTo>
                  <a:pt x="1370134" y="138843"/>
                </a:lnTo>
                <a:lnTo>
                  <a:pt x="1369548" y="138301"/>
                </a:lnTo>
                <a:lnTo>
                  <a:pt x="1368978" y="137735"/>
                </a:lnTo>
                <a:lnTo>
                  <a:pt x="1368429" y="137146"/>
                </a:lnTo>
                <a:lnTo>
                  <a:pt x="1367903" y="136536"/>
                </a:lnTo>
                <a:lnTo>
                  <a:pt x="1367400" y="135904"/>
                </a:lnTo>
                <a:lnTo>
                  <a:pt x="1366921" y="135252"/>
                </a:lnTo>
                <a:lnTo>
                  <a:pt x="1366465" y="134578"/>
                </a:lnTo>
                <a:lnTo>
                  <a:pt x="1366033" y="133883"/>
                </a:lnTo>
                <a:lnTo>
                  <a:pt x="1365624" y="133166"/>
                </a:lnTo>
                <a:lnTo>
                  <a:pt x="1365238" y="132428"/>
                </a:lnTo>
                <a:lnTo>
                  <a:pt x="1364876" y="131670"/>
                </a:lnTo>
                <a:lnTo>
                  <a:pt x="1364537" y="130889"/>
                </a:lnTo>
                <a:lnTo>
                  <a:pt x="1364221" y="130088"/>
                </a:lnTo>
                <a:lnTo>
                  <a:pt x="1363929" y="129265"/>
                </a:lnTo>
                <a:lnTo>
                  <a:pt x="1363660" y="128421"/>
                </a:lnTo>
                <a:lnTo>
                  <a:pt x="1363415" y="127556"/>
                </a:lnTo>
                <a:lnTo>
                  <a:pt x="1363193" y="126670"/>
                </a:lnTo>
                <a:lnTo>
                  <a:pt x="1362994" y="125762"/>
                </a:lnTo>
                <a:lnTo>
                  <a:pt x="1362819" y="124833"/>
                </a:lnTo>
                <a:lnTo>
                  <a:pt x="1362667" y="123883"/>
                </a:lnTo>
                <a:lnTo>
                  <a:pt x="1362539" y="122912"/>
                </a:lnTo>
                <a:lnTo>
                  <a:pt x="1362433" y="121919"/>
                </a:lnTo>
                <a:lnTo>
                  <a:pt x="1362352" y="120906"/>
                </a:lnTo>
                <a:lnTo>
                  <a:pt x="1362293" y="119870"/>
                </a:lnTo>
                <a:lnTo>
                  <a:pt x="1362258" y="118814"/>
                </a:lnTo>
                <a:lnTo>
                  <a:pt x="1362246" y="117737"/>
                </a:lnTo>
                <a:lnTo>
                  <a:pt x="1362246" y="87127"/>
                </a:lnTo>
                <a:lnTo>
                  <a:pt x="1362258" y="86049"/>
                </a:lnTo>
                <a:lnTo>
                  <a:pt x="1362293" y="84993"/>
                </a:lnTo>
                <a:lnTo>
                  <a:pt x="1362352" y="83958"/>
                </a:lnTo>
                <a:lnTo>
                  <a:pt x="1362433" y="82944"/>
                </a:lnTo>
                <a:lnTo>
                  <a:pt x="1362539" y="81952"/>
                </a:lnTo>
                <a:lnTo>
                  <a:pt x="1362667" y="80980"/>
                </a:lnTo>
                <a:lnTo>
                  <a:pt x="1362819" y="80030"/>
                </a:lnTo>
                <a:lnTo>
                  <a:pt x="1362994" y="79102"/>
                </a:lnTo>
                <a:lnTo>
                  <a:pt x="1363193" y="78194"/>
                </a:lnTo>
                <a:lnTo>
                  <a:pt x="1363415" y="77308"/>
                </a:lnTo>
                <a:lnTo>
                  <a:pt x="1363660" y="76443"/>
                </a:lnTo>
                <a:lnTo>
                  <a:pt x="1363929" y="75599"/>
                </a:lnTo>
                <a:lnTo>
                  <a:pt x="1364221" y="74777"/>
                </a:lnTo>
                <a:lnTo>
                  <a:pt x="1364537" y="73975"/>
                </a:lnTo>
                <a:lnTo>
                  <a:pt x="1364876" y="73195"/>
                </a:lnTo>
                <a:lnTo>
                  <a:pt x="1365238" y="72437"/>
                </a:lnTo>
                <a:lnTo>
                  <a:pt x="1365624" y="71699"/>
                </a:lnTo>
                <a:lnTo>
                  <a:pt x="1366033" y="70983"/>
                </a:lnTo>
                <a:lnTo>
                  <a:pt x="1366465" y="70288"/>
                </a:lnTo>
                <a:lnTo>
                  <a:pt x="1366921" y="69614"/>
                </a:lnTo>
                <a:lnTo>
                  <a:pt x="1367400" y="68962"/>
                </a:lnTo>
                <a:lnTo>
                  <a:pt x="1367903" y="68330"/>
                </a:lnTo>
                <a:lnTo>
                  <a:pt x="1368429" y="67720"/>
                </a:lnTo>
                <a:lnTo>
                  <a:pt x="1368978" y="67132"/>
                </a:lnTo>
                <a:lnTo>
                  <a:pt x="1369548" y="66566"/>
                </a:lnTo>
                <a:lnTo>
                  <a:pt x="1370134" y="66024"/>
                </a:lnTo>
                <a:lnTo>
                  <a:pt x="1370738" y="65506"/>
                </a:lnTo>
                <a:lnTo>
                  <a:pt x="1371359" y="65012"/>
                </a:lnTo>
                <a:lnTo>
                  <a:pt x="1371997" y="64542"/>
                </a:lnTo>
                <a:lnTo>
                  <a:pt x="1372651" y="64097"/>
                </a:lnTo>
                <a:lnTo>
                  <a:pt x="1373323" y="63675"/>
                </a:lnTo>
                <a:lnTo>
                  <a:pt x="1374012" y="63278"/>
                </a:lnTo>
                <a:lnTo>
                  <a:pt x="1374718" y="62904"/>
                </a:lnTo>
                <a:lnTo>
                  <a:pt x="1375440" y="62555"/>
                </a:lnTo>
                <a:lnTo>
                  <a:pt x="1376180" y="62230"/>
                </a:lnTo>
                <a:lnTo>
                  <a:pt x="1376937" y="61929"/>
                </a:lnTo>
                <a:lnTo>
                  <a:pt x="1377711" y="61652"/>
                </a:lnTo>
                <a:lnTo>
                  <a:pt x="1378502" y="61399"/>
                </a:lnTo>
                <a:lnTo>
                  <a:pt x="1379309" y="61170"/>
                </a:lnTo>
                <a:lnTo>
                  <a:pt x="1380134" y="60965"/>
                </a:lnTo>
                <a:lnTo>
                  <a:pt x="1380976" y="60785"/>
                </a:lnTo>
                <a:lnTo>
                  <a:pt x="1381835" y="60628"/>
                </a:lnTo>
                <a:lnTo>
                  <a:pt x="1382711" y="60496"/>
                </a:lnTo>
                <a:lnTo>
                  <a:pt x="1383603" y="60387"/>
                </a:lnTo>
                <a:lnTo>
                  <a:pt x="1384513" y="60303"/>
                </a:lnTo>
                <a:lnTo>
                  <a:pt x="1385440" y="60243"/>
                </a:lnTo>
                <a:lnTo>
                  <a:pt x="1386384" y="60207"/>
                </a:lnTo>
                <a:lnTo>
                  <a:pt x="1387345" y="60195"/>
                </a:lnTo>
                <a:lnTo>
                  <a:pt x="1388289" y="60207"/>
                </a:lnTo>
                <a:lnTo>
                  <a:pt x="1389215" y="60244"/>
                </a:lnTo>
                <a:lnTo>
                  <a:pt x="1390125" y="60306"/>
                </a:lnTo>
                <a:lnTo>
                  <a:pt x="1391018" y="60393"/>
                </a:lnTo>
                <a:lnTo>
                  <a:pt x="1391893" y="60505"/>
                </a:lnTo>
                <a:lnTo>
                  <a:pt x="1392752" y="60641"/>
                </a:lnTo>
                <a:lnTo>
                  <a:pt x="1393594" y="60802"/>
                </a:lnTo>
                <a:lnTo>
                  <a:pt x="1394419" y="60988"/>
                </a:lnTo>
                <a:lnTo>
                  <a:pt x="1395226" y="61199"/>
                </a:lnTo>
                <a:lnTo>
                  <a:pt x="1396017" y="61435"/>
                </a:lnTo>
                <a:lnTo>
                  <a:pt x="1396791" y="61695"/>
                </a:lnTo>
                <a:lnTo>
                  <a:pt x="1397547" y="61980"/>
                </a:lnTo>
                <a:lnTo>
                  <a:pt x="1398287" y="62290"/>
                </a:lnTo>
                <a:lnTo>
                  <a:pt x="1399010" y="62625"/>
                </a:lnTo>
                <a:lnTo>
                  <a:pt x="1399715" y="62985"/>
                </a:lnTo>
                <a:lnTo>
                  <a:pt x="1400404" y="63369"/>
                </a:lnTo>
                <a:lnTo>
                  <a:pt x="1401076" y="63778"/>
                </a:lnTo>
                <a:lnTo>
                  <a:pt x="1401730" y="64212"/>
                </a:lnTo>
                <a:lnTo>
                  <a:pt x="1402368" y="64671"/>
                </a:lnTo>
                <a:lnTo>
                  <a:pt x="1402988" y="65155"/>
                </a:lnTo>
                <a:lnTo>
                  <a:pt x="1403592" y="65663"/>
                </a:lnTo>
                <a:lnTo>
                  <a:pt x="1404179" y="66196"/>
                </a:lnTo>
                <a:lnTo>
                  <a:pt x="1404748" y="66754"/>
                </a:lnTo>
                <a:lnTo>
                  <a:pt x="1405301" y="67337"/>
                </a:lnTo>
                <a:lnTo>
                  <a:pt x="1405834" y="67942"/>
                </a:lnTo>
                <a:lnTo>
                  <a:pt x="1406344" y="68565"/>
                </a:lnTo>
                <a:lnTo>
                  <a:pt x="1406831" y="69208"/>
                </a:lnTo>
                <a:lnTo>
                  <a:pt x="1407296" y="69870"/>
                </a:lnTo>
                <a:lnTo>
                  <a:pt x="1407738" y="70551"/>
                </a:lnTo>
                <a:lnTo>
                  <a:pt x="1408157" y="71251"/>
                </a:lnTo>
                <a:lnTo>
                  <a:pt x="1408554" y="71971"/>
                </a:lnTo>
                <a:lnTo>
                  <a:pt x="1408928" y="72709"/>
                </a:lnTo>
                <a:lnTo>
                  <a:pt x="1409280" y="73467"/>
                </a:lnTo>
                <a:lnTo>
                  <a:pt x="1409608" y="74243"/>
                </a:lnTo>
                <a:lnTo>
                  <a:pt x="1409914" y="75039"/>
                </a:lnTo>
                <a:lnTo>
                  <a:pt x="1410198" y="75854"/>
                </a:lnTo>
                <a:lnTo>
                  <a:pt x="1410458" y="76689"/>
                </a:lnTo>
                <a:lnTo>
                  <a:pt x="1410696" y="77542"/>
                </a:lnTo>
                <a:lnTo>
                  <a:pt x="1410912" y="78414"/>
                </a:lnTo>
                <a:lnTo>
                  <a:pt x="1411105" y="79306"/>
                </a:lnTo>
                <a:lnTo>
                  <a:pt x="1411275" y="80216"/>
                </a:lnTo>
                <a:lnTo>
                  <a:pt x="1411422" y="81146"/>
                </a:lnTo>
                <a:lnTo>
                  <a:pt x="1411547" y="82095"/>
                </a:lnTo>
                <a:lnTo>
                  <a:pt x="1411649" y="83063"/>
                </a:lnTo>
                <a:lnTo>
                  <a:pt x="1411728" y="84051"/>
                </a:lnTo>
                <a:lnTo>
                  <a:pt x="1411785" y="85057"/>
                </a:lnTo>
                <a:lnTo>
                  <a:pt x="1411819" y="86082"/>
                </a:lnTo>
                <a:lnTo>
                  <a:pt x="1411830" y="87127"/>
                </a:lnTo>
                <a:lnTo>
                  <a:pt x="1411830" y="117737"/>
                </a:lnTo>
                <a:lnTo>
                  <a:pt x="1411819" y="118781"/>
                </a:lnTo>
                <a:lnTo>
                  <a:pt x="1411785" y="119807"/>
                </a:lnTo>
                <a:lnTo>
                  <a:pt x="1411728" y="120813"/>
                </a:lnTo>
                <a:lnTo>
                  <a:pt x="1411649" y="121800"/>
                </a:lnTo>
                <a:lnTo>
                  <a:pt x="1411547" y="122769"/>
                </a:lnTo>
                <a:lnTo>
                  <a:pt x="1411422" y="123718"/>
                </a:lnTo>
                <a:lnTo>
                  <a:pt x="1411275" y="124647"/>
                </a:lnTo>
                <a:lnTo>
                  <a:pt x="1411105" y="125558"/>
                </a:lnTo>
                <a:lnTo>
                  <a:pt x="1410912" y="126450"/>
                </a:lnTo>
                <a:lnTo>
                  <a:pt x="1410696" y="127322"/>
                </a:lnTo>
                <a:lnTo>
                  <a:pt x="1410458" y="128176"/>
                </a:lnTo>
                <a:lnTo>
                  <a:pt x="1410198" y="129010"/>
                </a:lnTo>
                <a:lnTo>
                  <a:pt x="1409914" y="129825"/>
                </a:lnTo>
                <a:lnTo>
                  <a:pt x="1409608" y="130621"/>
                </a:lnTo>
                <a:lnTo>
                  <a:pt x="1409280" y="131398"/>
                </a:lnTo>
                <a:lnTo>
                  <a:pt x="1408928" y="132156"/>
                </a:lnTo>
                <a:lnTo>
                  <a:pt x="1408554" y="132894"/>
                </a:lnTo>
                <a:lnTo>
                  <a:pt x="1408157" y="133614"/>
                </a:lnTo>
                <a:lnTo>
                  <a:pt x="1407738" y="134314"/>
                </a:lnTo>
                <a:lnTo>
                  <a:pt x="1407296" y="134996"/>
                </a:lnTo>
                <a:lnTo>
                  <a:pt x="1406831" y="135658"/>
                </a:lnTo>
                <a:lnTo>
                  <a:pt x="1406344" y="136301"/>
                </a:lnTo>
                <a:lnTo>
                  <a:pt x="1405834" y="136925"/>
                </a:lnTo>
                <a:lnTo>
                  <a:pt x="1405301" y="137530"/>
                </a:lnTo>
                <a:lnTo>
                  <a:pt x="1404748" y="138112"/>
                </a:lnTo>
                <a:lnTo>
                  <a:pt x="1404179" y="138670"/>
                </a:lnTo>
                <a:lnTo>
                  <a:pt x="1403592" y="139204"/>
                </a:lnTo>
                <a:lnTo>
                  <a:pt x="1402988" y="139712"/>
                </a:lnTo>
                <a:lnTo>
                  <a:pt x="1402368" y="140196"/>
                </a:lnTo>
                <a:lnTo>
                  <a:pt x="1401730" y="140654"/>
                </a:lnTo>
                <a:lnTo>
                  <a:pt x="1401076" y="141088"/>
                </a:lnTo>
                <a:lnTo>
                  <a:pt x="1400404" y="141498"/>
                </a:lnTo>
                <a:lnTo>
                  <a:pt x="1399715" y="141882"/>
                </a:lnTo>
                <a:lnTo>
                  <a:pt x="1399010" y="142242"/>
                </a:lnTo>
                <a:lnTo>
                  <a:pt x="1398287" y="142576"/>
                </a:lnTo>
                <a:lnTo>
                  <a:pt x="1397547" y="142886"/>
                </a:lnTo>
                <a:lnTo>
                  <a:pt x="1396791" y="143172"/>
                </a:lnTo>
                <a:lnTo>
                  <a:pt x="1396017" y="143432"/>
                </a:lnTo>
                <a:lnTo>
                  <a:pt x="1395226" y="143668"/>
                </a:lnTo>
                <a:lnTo>
                  <a:pt x="1394419" y="143878"/>
                </a:lnTo>
                <a:lnTo>
                  <a:pt x="1393594" y="144064"/>
                </a:lnTo>
                <a:lnTo>
                  <a:pt x="1392752" y="144226"/>
                </a:lnTo>
                <a:lnTo>
                  <a:pt x="1391893" y="144362"/>
                </a:lnTo>
                <a:lnTo>
                  <a:pt x="1391018" y="144474"/>
                </a:lnTo>
                <a:lnTo>
                  <a:pt x="1390125" y="144560"/>
                </a:lnTo>
                <a:lnTo>
                  <a:pt x="1389215" y="144622"/>
                </a:lnTo>
                <a:lnTo>
                  <a:pt x="1388289" y="144660"/>
                </a:lnTo>
                <a:lnTo>
                  <a:pt x="1387345" y="144672"/>
                </a:lnTo>
                <a:lnTo>
                  <a:pt x="1386384" y="144660"/>
                </a:lnTo>
                <a:lnTo>
                  <a:pt x="1385440" y="144624"/>
                </a:lnTo>
                <a:lnTo>
                  <a:pt x="1384513" y="144564"/>
                </a:lnTo>
                <a:lnTo>
                  <a:pt x="1383603" y="144479"/>
                </a:lnTo>
                <a:close/>
                <a:moveTo>
                  <a:pt x="1241041" y="158546"/>
                </a:moveTo>
                <a:lnTo>
                  <a:pt x="1241041" y="87127"/>
                </a:lnTo>
                <a:lnTo>
                  <a:pt x="1241053" y="86049"/>
                </a:lnTo>
                <a:lnTo>
                  <a:pt x="1241087" y="84993"/>
                </a:lnTo>
                <a:lnTo>
                  <a:pt x="1241145" y="83958"/>
                </a:lnTo>
                <a:lnTo>
                  <a:pt x="1241225" y="82944"/>
                </a:lnTo>
                <a:lnTo>
                  <a:pt x="1241329" y="81952"/>
                </a:lnTo>
                <a:lnTo>
                  <a:pt x="1241455" y="80980"/>
                </a:lnTo>
                <a:lnTo>
                  <a:pt x="1241605" y="80030"/>
                </a:lnTo>
                <a:lnTo>
                  <a:pt x="1241778" y="79102"/>
                </a:lnTo>
                <a:lnTo>
                  <a:pt x="1241973" y="78194"/>
                </a:lnTo>
                <a:lnTo>
                  <a:pt x="1242192" y="77308"/>
                </a:lnTo>
                <a:lnTo>
                  <a:pt x="1242434" y="76443"/>
                </a:lnTo>
                <a:lnTo>
                  <a:pt x="1242698" y="75599"/>
                </a:lnTo>
                <a:lnTo>
                  <a:pt x="1242986" y="74777"/>
                </a:lnTo>
                <a:lnTo>
                  <a:pt x="1243297" y="73975"/>
                </a:lnTo>
                <a:lnTo>
                  <a:pt x="1243630" y="73195"/>
                </a:lnTo>
                <a:lnTo>
                  <a:pt x="1243987" y="72437"/>
                </a:lnTo>
                <a:lnTo>
                  <a:pt x="1244367" y="71699"/>
                </a:lnTo>
                <a:lnTo>
                  <a:pt x="1244770" y="70983"/>
                </a:lnTo>
                <a:lnTo>
                  <a:pt x="1245196" y="70288"/>
                </a:lnTo>
                <a:lnTo>
                  <a:pt x="1245644" y="69614"/>
                </a:lnTo>
                <a:lnTo>
                  <a:pt x="1246116" y="68962"/>
                </a:lnTo>
                <a:lnTo>
                  <a:pt x="1246611" y="68330"/>
                </a:lnTo>
                <a:lnTo>
                  <a:pt x="1247129" y="67720"/>
                </a:lnTo>
                <a:lnTo>
                  <a:pt x="1247670" y="67132"/>
                </a:lnTo>
                <a:lnTo>
                  <a:pt x="1248231" y="66566"/>
                </a:lnTo>
                <a:lnTo>
                  <a:pt x="1248808" y="66024"/>
                </a:lnTo>
                <a:lnTo>
                  <a:pt x="1249403" y="65506"/>
                </a:lnTo>
                <a:lnTo>
                  <a:pt x="1250014" y="65012"/>
                </a:lnTo>
                <a:lnTo>
                  <a:pt x="1250641" y="64542"/>
                </a:lnTo>
                <a:lnTo>
                  <a:pt x="1251285" y="64097"/>
                </a:lnTo>
                <a:lnTo>
                  <a:pt x="1251946" y="63675"/>
                </a:lnTo>
                <a:lnTo>
                  <a:pt x="1252624" y="63278"/>
                </a:lnTo>
                <a:lnTo>
                  <a:pt x="1253318" y="62904"/>
                </a:lnTo>
                <a:lnTo>
                  <a:pt x="1254029" y="62555"/>
                </a:lnTo>
                <a:lnTo>
                  <a:pt x="1254756" y="62230"/>
                </a:lnTo>
                <a:lnTo>
                  <a:pt x="1255500" y="61929"/>
                </a:lnTo>
                <a:lnTo>
                  <a:pt x="1256261" y="61652"/>
                </a:lnTo>
                <a:lnTo>
                  <a:pt x="1257039" y="61399"/>
                </a:lnTo>
                <a:lnTo>
                  <a:pt x="1257833" y="61170"/>
                </a:lnTo>
                <a:lnTo>
                  <a:pt x="1258643" y="60965"/>
                </a:lnTo>
                <a:lnTo>
                  <a:pt x="1259471" y="60785"/>
                </a:lnTo>
                <a:lnTo>
                  <a:pt x="1260315" y="60628"/>
                </a:lnTo>
                <a:lnTo>
                  <a:pt x="1261175" y="60496"/>
                </a:lnTo>
                <a:lnTo>
                  <a:pt x="1262053" y="60387"/>
                </a:lnTo>
                <a:lnTo>
                  <a:pt x="1262947" y="60303"/>
                </a:lnTo>
                <a:lnTo>
                  <a:pt x="1263857" y="60243"/>
                </a:lnTo>
                <a:lnTo>
                  <a:pt x="1264785" y="60207"/>
                </a:lnTo>
                <a:lnTo>
                  <a:pt x="1265729" y="60195"/>
                </a:lnTo>
                <a:lnTo>
                  <a:pt x="1266639" y="60206"/>
                </a:lnTo>
                <a:lnTo>
                  <a:pt x="1267533" y="60239"/>
                </a:lnTo>
                <a:lnTo>
                  <a:pt x="1268412" y="60295"/>
                </a:lnTo>
                <a:lnTo>
                  <a:pt x="1269274" y="60373"/>
                </a:lnTo>
                <a:lnTo>
                  <a:pt x="1270120" y="60474"/>
                </a:lnTo>
                <a:lnTo>
                  <a:pt x="1270951" y="60596"/>
                </a:lnTo>
                <a:lnTo>
                  <a:pt x="1271766" y="60741"/>
                </a:lnTo>
                <a:lnTo>
                  <a:pt x="1272564" y="60909"/>
                </a:lnTo>
                <a:lnTo>
                  <a:pt x="1273347" y="61098"/>
                </a:lnTo>
                <a:lnTo>
                  <a:pt x="1274114" y="61310"/>
                </a:lnTo>
                <a:lnTo>
                  <a:pt x="1274864" y="61545"/>
                </a:lnTo>
                <a:lnTo>
                  <a:pt x="1275599" y="61801"/>
                </a:lnTo>
                <a:lnTo>
                  <a:pt x="1276318" y="62080"/>
                </a:lnTo>
                <a:lnTo>
                  <a:pt x="1277021" y="62381"/>
                </a:lnTo>
                <a:lnTo>
                  <a:pt x="1277708" y="62705"/>
                </a:lnTo>
                <a:lnTo>
                  <a:pt x="1278379" y="63051"/>
                </a:lnTo>
                <a:lnTo>
                  <a:pt x="1279034" y="63419"/>
                </a:lnTo>
                <a:lnTo>
                  <a:pt x="1279674" y="63810"/>
                </a:lnTo>
                <a:lnTo>
                  <a:pt x="1280297" y="64222"/>
                </a:lnTo>
                <a:lnTo>
                  <a:pt x="1280904" y="64657"/>
                </a:lnTo>
                <a:lnTo>
                  <a:pt x="1281496" y="65115"/>
                </a:lnTo>
                <a:lnTo>
                  <a:pt x="1282071" y="65595"/>
                </a:lnTo>
                <a:lnTo>
                  <a:pt x="1282630" y="66097"/>
                </a:lnTo>
                <a:lnTo>
                  <a:pt x="1283174" y="66621"/>
                </a:lnTo>
                <a:lnTo>
                  <a:pt x="1283699" y="67166"/>
                </a:lnTo>
                <a:lnTo>
                  <a:pt x="1284201" y="67731"/>
                </a:lnTo>
                <a:lnTo>
                  <a:pt x="1284681" y="68315"/>
                </a:lnTo>
                <a:lnTo>
                  <a:pt x="1285138" y="68919"/>
                </a:lnTo>
                <a:lnTo>
                  <a:pt x="1285574" y="69542"/>
                </a:lnTo>
                <a:lnTo>
                  <a:pt x="1285987" y="70185"/>
                </a:lnTo>
                <a:lnTo>
                  <a:pt x="1286377" y="70847"/>
                </a:lnTo>
                <a:lnTo>
                  <a:pt x="1286746" y="71529"/>
                </a:lnTo>
                <a:lnTo>
                  <a:pt x="1287092" y="72230"/>
                </a:lnTo>
                <a:lnTo>
                  <a:pt x="1287416" y="72951"/>
                </a:lnTo>
                <a:lnTo>
                  <a:pt x="1287717" y="73691"/>
                </a:lnTo>
                <a:lnTo>
                  <a:pt x="1287996" y="74451"/>
                </a:lnTo>
                <a:lnTo>
                  <a:pt x="1288253" y="75230"/>
                </a:lnTo>
                <a:lnTo>
                  <a:pt x="1288487" y="76029"/>
                </a:lnTo>
                <a:lnTo>
                  <a:pt x="1288699" y="76847"/>
                </a:lnTo>
                <a:lnTo>
                  <a:pt x="1288889" y="77685"/>
                </a:lnTo>
                <a:lnTo>
                  <a:pt x="1289056" y="78542"/>
                </a:lnTo>
                <a:lnTo>
                  <a:pt x="1289202" y="79418"/>
                </a:lnTo>
                <a:lnTo>
                  <a:pt x="1289324" y="80315"/>
                </a:lnTo>
                <a:lnTo>
                  <a:pt x="1289425" y="81230"/>
                </a:lnTo>
                <a:lnTo>
                  <a:pt x="1289503" y="82165"/>
                </a:lnTo>
                <a:lnTo>
                  <a:pt x="1289559" y="83120"/>
                </a:lnTo>
                <a:lnTo>
                  <a:pt x="1289592" y="84094"/>
                </a:lnTo>
                <a:lnTo>
                  <a:pt x="1289603" y="85088"/>
                </a:lnTo>
                <a:lnTo>
                  <a:pt x="1289603" y="158546"/>
                </a:lnTo>
                <a:lnTo>
                  <a:pt x="1307967" y="158546"/>
                </a:lnTo>
                <a:lnTo>
                  <a:pt x="1307967" y="83048"/>
                </a:lnTo>
                <a:lnTo>
                  <a:pt x="1307950" y="81565"/>
                </a:lnTo>
                <a:lnTo>
                  <a:pt x="1307898" y="80108"/>
                </a:lnTo>
                <a:lnTo>
                  <a:pt x="1307811" y="78677"/>
                </a:lnTo>
                <a:lnTo>
                  <a:pt x="1307690" y="77273"/>
                </a:lnTo>
                <a:lnTo>
                  <a:pt x="1307533" y="75894"/>
                </a:lnTo>
                <a:lnTo>
                  <a:pt x="1307342" y="74542"/>
                </a:lnTo>
                <a:lnTo>
                  <a:pt x="1307117" y="73216"/>
                </a:lnTo>
                <a:lnTo>
                  <a:pt x="1306856" y="71917"/>
                </a:lnTo>
                <a:lnTo>
                  <a:pt x="1306561" y="70643"/>
                </a:lnTo>
                <a:lnTo>
                  <a:pt x="1306232" y="69396"/>
                </a:lnTo>
                <a:lnTo>
                  <a:pt x="1305867" y="68175"/>
                </a:lnTo>
                <a:lnTo>
                  <a:pt x="1305468" y="66980"/>
                </a:lnTo>
                <a:lnTo>
                  <a:pt x="1305034" y="65811"/>
                </a:lnTo>
                <a:lnTo>
                  <a:pt x="1304565" y="64669"/>
                </a:lnTo>
                <a:lnTo>
                  <a:pt x="1304062" y="63553"/>
                </a:lnTo>
                <a:lnTo>
                  <a:pt x="1303524" y="62463"/>
                </a:lnTo>
                <a:lnTo>
                  <a:pt x="1302951" y="61399"/>
                </a:lnTo>
                <a:lnTo>
                  <a:pt x="1302344" y="60361"/>
                </a:lnTo>
                <a:lnTo>
                  <a:pt x="1301701" y="59350"/>
                </a:lnTo>
                <a:lnTo>
                  <a:pt x="1301024" y="58365"/>
                </a:lnTo>
                <a:lnTo>
                  <a:pt x="1300313" y="57406"/>
                </a:lnTo>
                <a:lnTo>
                  <a:pt x="1299566" y="56473"/>
                </a:lnTo>
                <a:lnTo>
                  <a:pt x="1298785" y="55567"/>
                </a:lnTo>
                <a:lnTo>
                  <a:pt x="1297970" y="54687"/>
                </a:lnTo>
                <a:lnTo>
                  <a:pt x="1297124" y="53837"/>
                </a:lnTo>
                <a:lnTo>
                  <a:pt x="1296255" y="53024"/>
                </a:lnTo>
                <a:lnTo>
                  <a:pt x="1295362" y="52247"/>
                </a:lnTo>
                <a:lnTo>
                  <a:pt x="1294444" y="51506"/>
                </a:lnTo>
                <a:lnTo>
                  <a:pt x="1293503" y="50802"/>
                </a:lnTo>
                <a:lnTo>
                  <a:pt x="1292537" y="50133"/>
                </a:lnTo>
                <a:lnTo>
                  <a:pt x="1291547" y="49500"/>
                </a:lnTo>
                <a:lnTo>
                  <a:pt x="1290533" y="48904"/>
                </a:lnTo>
                <a:lnTo>
                  <a:pt x="1289495" y="48344"/>
                </a:lnTo>
                <a:lnTo>
                  <a:pt x="1288433" y="47820"/>
                </a:lnTo>
                <a:lnTo>
                  <a:pt x="1287347" y="47332"/>
                </a:lnTo>
                <a:lnTo>
                  <a:pt x="1286237" y="46880"/>
                </a:lnTo>
                <a:lnTo>
                  <a:pt x="1285102" y="46465"/>
                </a:lnTo>
                <a:lnTo>
                  <a:pt x="1283944" y="46085"/>
                </a:lnTo>
                <a:lnTo>
                  <a:pt x="1282761" y="45742"/>
                </a:lnTo>
                <a:lnTo>
                  <a:pt x="1281555" y="45435"/>
                </a:lnTo>
                <a:lnTo>
                  <a:pt x="1280324" y="45164"/>
                </a:lnTo>
                <a:lnTo>
                  <a:pt x="1279069" y="44929"/>
                </a:lnTo>
                <a:lnTo>
                  <a:pt x="1277790" y="44730"/>
                </a:lnTo>
                <a:lnTo>
                  <a:pt x="1276487" y="44567"/>
                </a:lnTo>
                <a:lnTo>
                  <a:pt x="1275160" y="44441"/>
                </a:lnTo>
                <a:lnTo>
                  <a:pt x="1273809" y="44350"/>
                </a:lnTo>
                <a:lnTo>
                  <a:pt x="1272434" y="44296"/>
                </a:lnTo>
                <a:lnTo>
                  <a:pt x="1271034" y="44278"/>
                </a:lnTo>
                <a:lnTo>
                  <a:pt x="1269871" y="44291"/>
                </a:lnTo>
                <a:lnTo>
                  <a:pt x="1268730" y="44328"/>
                </a:lnTo>
                <a:lnTo>
                  <a:pt x="1267610" y="44391"/>
                </a:lnTo>
                <a:lnTo>
                  <a:pt x="1266511" y="44479"/>
                </a:lnTo>
                <a:lnTo>
                  <a:pt x="1265433" y="44593"/>
                </a:lnTo>
                <a:lnTo>
                  <a:pt x="1264377" y="44731"/>
                </a:lnTo>
                <a:lnTo>
                  <a:pt x="1263342" y="44894"/>
                </a:lnTo>
                <a:lnTo>
                  <a:pt x="1262328" y="45083"/>
                </a:lnTo>
                <a:lnTo>
                  <a:pt x="1261335" y="45297"/>
                </a:lnTo>
                <a:lnTo>
                  <a:pt x="1260364" y="45536"/>
                </a:lnTo>
                <a:lnTo>
                  <a:pt x="1259414" y="45800"/>
                </a:lnTo>
                <a:lnTo>
                  <a:pt x="1258485" y="46089"/>
                </a:lnTo>
                <a:lnTo>
                  <a:pt x="1257577" y="46404"/>
                </a:lnTo>
                <a:lnTo>
                  <a:pt x="1256691" y="46743"/>
                </a:lnTo>
                <a:lnTo>
                  <a:pt x="1255826" y="47108"/>
                </a:lnTo>
                <a:lnTo>
                  <a:pt x="1254982" y="47498"/>
                </a:lnTo>
                <a:lnTo>
                  <a:pt x="1254159" y="47913"/>
                </a:lnTo>
                <a:lnTo>
                  <a:pt x="1253358" y="48354"/>
                </a:lnTo>
                <a:lnTo>
                  <a:pt x="1252578" y="48819"/>
                </a:lnTo>
                <a:lnTo>
                  <a:pt x="1251819" y="49310"/>
                </a:lnTo>
                <a:lnTo>
                  <a:pt x="1251081" y="49825"/>
                </a:lnTo>
                <a:lnTo>
                  <a:pt x="1250365" y="50366"/>
                </a:lnTo>
                <a:lnTo>
                  <a:pt x="1249670" y="50932"/>
                </a:lnTo>
                <a:lnTo>
                  <a:pt x="1248996" y="51523"/>
                </a:lnTo>
                <a:lnTo>
                  <a:pt x="1248347" y="52137"/>
                </a:lnTo>
                <a:lnTo>
                  <a:pt x="1247726" y="52772"/>
                </a:lnTo>
                <a:lnTo>
                  <a:pt x="1247132" y="53428"/>
                </a:lnTo>
                <a:lnTo>
                  <a:pt x="1246565" y="54105"/>
                </a:lnTo>
                <a:lnTo>
                  <a:pt x="1246027" y="54802"/>
                </a:lnTo>
                <a:lnTo>
                  <a:pt x="1245516" y="55521"/>
                </a:lnTo>
                <a:lnTo>
                  <a:pt x="1245032" y="56260"/>
                </a:lnTo>
                <a:lnTo>
                  <a:pt x="1244577" y="57021"/>
                </a:lnTo>
                <a:lnTo>
                  <a:pt x="1244149" y="57802"/>
                </a:lnTo>
                <a:lnTo>
                  <a:pt x="1243748" y="58604"/>
                </a:lnTo>
                <a:lnTo>
                  <a:pt x="1243375" y="59427"/>
                </a:lnTo>
                <a:lnTo>
                  <a:pt x="1243030" y="60271"/>
                </a:lnTo>
                <a:lnTo>
                  <a:pt x="1242712" y="61136"/>
                </a:lnTo>
                <a:lnTo>
                  <a:pt x="1242422" y="62022"/>
                </a:lnTo>
                <a:lnTo>
                  <a:pt x="1242160" y="62928"/>
                </a:lnTo>
                <a:lnTo>
                  <a:pt x="1241925" y="63856"/>
                </a:lnTo>
                <a:lnTo>
                  <a:pt x="1241718" y="64804"/>
                </a:lnTo>
                <a:lnTo>
                  <a:pt x="1241538" y="65774"/>
                </a:lnTo>
                <a:lnTo>
                  <a:pt x="1241386" y="66764"/>
                </a:lnTo>
                <a:lnTo>
                  <a:pt x="1241266" y="67742"/>
                </a:lnTo>
                <a:lnTo>
                  <a:pt x="1241041" y="67742"/>
                </a:lnTo>
                <a:lnTo>
                  <a:pt x="1241041" y="46317"/>
                </a:lnTo>
                <a:lnTo>
                  <a:pt x="1222674" y="46317"/>
                </a:lnTo>
                <a:lnTo>
                  <a:pt x="1222674" y="158546"/>
                </a:lnTo>
                <a:lnTo>
                  <a:pt x="1241041" y="158546"/>
                </a:lnTo>
                <a:close/>
                <a:moveTo>
                  <a:pt x="1104325" y="46317"/>
                </a:moveTo>
                <a:lnTo>
                  <a:pt x="1104325" y="63050"/>
                </a:lnTo>
                <a:lnTo>
                  <a:pt x="1139013" y="63050"/>
                </a:lnTo>
                <a:lnTo>
                  <a:pt x="1139013" y="141814"/>
                </a:lnTo>
                <a:lnTo>
                  <a:pt x="1099225" y="141814"/>
                </a:lnTo>
                <a:lnTo>
                  <a:pt x="1099225" y="158546"/>
                </a:lnTo>
                <a:lnTo>
                  <a:pt x="1195126" y="158546"/>
                </a:lnTo>
                <a:lnTo>
                  <a:pt x="1195126" y="141814"/>
                </a:lnTo>
                <a:lnTo>
                  <a:pt x="1157377" y="141814"/>
                </a:lnTo>
                <a:lnTo>
                  <a:pt x="1157377" y="46317"/>
                </a:lnTo>
                <a:lnTo>
                  <a:pt x="1104325" y="46317"/>
                </a:lnTo>
                <a:close/>
                <a:moveTo>
                  <a:pt x="1629313" y="80054"/>
                </a:moveTo>
                <a:lnTo>
                  <a:pt x="1629396" y="79577"/>
                </a:lnTo>
                <a:lnTo>
                  <a:pt x="1629479" y="79101"/>
                </a:lnTo>
                <a:lnTo>
                  <a:pt x="1629561" y="78625"/>
                </a:lnTo>
                <a:lnTo>
                  <a:pt x="1629642" y="78149"/>
                </a:lnTo>
                <a:lnTo>
                  <a:pt x="1629723" y="77673"/>
                </a:lnTo>
                <a:lnTo>
                  <a:pt x="1629802" y="77197"/>
                </a:lnTo>
                <a:lnTo>
                  <a:pt x="1629881" y="76721"/>
                </a:lnTo>
                <a:lnTo>
                  <a:pt x="1629960" y="76245"/>
                </a:lnTo>
                <a:lnTo>
                  <a:pt x="1630037" y="75768"/>
                </a:lnTo>
                <a:lnTo>
                  <a:pt x="1630114" y="75292"/>
                </a:lnTo>
                <a:lnTo>
                  <a:pt x="1630190" y="74816"/>
                </a:lnTo>
                <a:lnTo>
                  <a:pt x="1630266" y="74340"/>
                </a:lnTo>
                <a:lnTo>
                  <a:pt x="1630341" y="73864"/>
                </a:lnTo>
                <a:lnTo>
                  <a:pt x="1630415" y="73388"/>
                </a:lnTo>
                <a:lnTo>
                  <a:pt x="1630488" y="72912"/>
                </a:lnTo>
                <a:lnTo>
                  <a:pt x="1630561" y="72436"/>
                </a:lnTo>
                <a:lnTo>
                  <a:pt x="1630633" y="71960"/>
                </a:lnTo>
                <a:lnTo>
                  <a:pt x="1630704" y="71483"/>
                </a:lnTo>
                <a:lnTo>
                  <a:pt x="1630774" y="71007"/>
                </a:lnTo>
                <a:lnTo>
                  <a:pt x="1630844" y="70531"/>
                </a:lnTo>
                <a:lnTo>
                  <a:pt x="1630913" y="70055"/>
                </a:lnTo>
                <a:lnTo>
                  <a:pt x="1630981" y="69579"/>
                </a:lnTo>
                <a:lnTo>
                  <a:pt x="1631049" y="69107"/>
                </a:lnTo>
                <a:lnTo>
                  <a:pt x="1631114" y="68644"/>
                </a:lnTo>
                <a:lnTo>
                  <a:pt x="1631179" y="68189"/>
                </a:lnTo>
                <a:lnTo>
                  <a:pt x="1631242" y="67743"/>
                </a:lnTo>
                <a:lnTo>
                  <a:pt x="1631304" y="67305"/>
                </a:lnTo>
                <a:lnTo>
                  <a:pt x="1631364" y="66875"/>
                </a:lnTo>
                <a:lnTo>
                  <a:pt x="1631423" y="66455"/>
                </a:lnTo>
                <a:lnTo>
                  <a:pt x="1631480" y="66042"/>
                </a:lnTo>
                <a:lnTo>
                  <a:pt x="1631536" y="65638"/>
                </a:lnTo>
                <a:lnTo>
                  <a:pt x="1631590" y="65243"/>
                </a:lnTo>
                <a:lnTo>
                  <a:pt x="1631643" y="64856"/>
                </a:lnTo>
                <a:lnTo>
                  <a:pt x="1631695" y="64478"/>
                </a:lnTo>
                <a:lnTo>
                  <a:pt x="1631745" y="64108"/>
                </a:lnTo>
                <a:lnTo>
                  <a:pt x="1631794" y="63747"/>
                </a:lnTo>
                <a:lnTo>
                  <a:pt x="1631842" y="63394"/>
                </a:lnTo>
                <a:lnTo>
                  <a:pt x="1631888" y="63050"/>
                </a:lnTo>
                <a:lnTo>
                  <a:pt x="1631932" y="62714"/>
                </a:lnTo>
                <a:lnTo>
                  <a:pt x="1631976" y="62387"/>
                </a:lnTo>
                <a:lnTo>
                  <a:pt x="1632017" y="62068"/>
                </a:lnTo>
                <a:lnTo>
                  <a:pt x="1632058" y="61758"/>
                </a:lnTo>
                <a:lnTo>
                  <a:pt x="1632097" y="61457"/>
                </a:lnTo>
                <a:lnTo>
                  <a:pt x="1632134" y="61163"/>
                </a:lnTo>
                <a:lnTo>
                  <a:pt x="1632170" y="60879"/>
                </a:lnTo>
                <a:lnTo>
                  <a:pt x="1632205" y="60603"/>
                </a:lnTo>
                <a:lnTo>
                  <a:pt x="1632240" y="60879"/>
                </a:lnTo>
                <a:lnTo>
                  <a:pt x="1632277" y="61163"/>
                </a:lnTo>
                <a:lnTo>
                  <a:pt x="1632317" y="61457"/>
                </a:lnTo>
                <a:lnTo>
                  <a:pt x="1632358" y="61758"/>
                </a:lnTo>
                <a:lnTo>
                  <a:pt x="1632402" y="62068"/>
                </a:lnTo>
                <a:lnTo>
                  <a:pt x="1632447" y="62387"/>
                </a:lnTo>
                <a:lnTo>
                  <a:pt x="1632495" y="62714"/>
                </a:lnTo>
                <a:lnTo>
                  <a:pt x="1632545" y="63050"/>
                </a:lnTo>
                <a:lnTo>
                  <a:pt x="1632597" y="63394"/>
                </a:lnTo>
                <a:lnTo>
                  <a:pt x="1632651" y="63747"/>
                </a:lnTo>
                <a:lnTo>
                  <a:pt x="1632708" y="64108"/>
                </a:lnTo>
                <a:lnTo>
                  <a:pt x="1632766" y="64478"/>
                </a:lnTo>
                <a:lnTo>
                  <a:pt x="1632827" y="64856"/>
                </a:lnTo>
                <a:lnTo>
                  <a:pt x="1632890" y="65243"/>
                </a:lnTo>
                <a:lnTo>
                  <a:pt x="1632954" y="65638"/>
                </a:lnTo>
                <a:lnTo>
                  <a:pt x="1633021" y="66042"/>
                </a:lnTo>
                <a:lnTo>
                  <a:pt x="1633091" y="66455"/>
                </a:lnTo>
                <a:lnTo>
                  <a:pt x="1633162" y="66875"/>
                </a:lnTo>
                <a:lnTo>
                  <a:pt x="1633235" y="67305"/>
                </a:lnTo>
                <a:lnTo>
                  <a:pt x="1633311" y="67743"/>
                </a:lnTo>
                <a:lnTo>
                  <a:pt x="1633388" y="68189"/>
                </a:lnTo>
                <a:lnTo>
                  <a:pt x="1633468" y="68644"/>
                </a:lnTo>
                <a:lnTo>
                  <a:pt x="1633550" y="69107"/>
                </a:lnTo>
                <a:lnTo>
                  <a:pt x="1633634" y="69579"/>
                </a:lnTo>
                <a:lnTo>
                  <a:pt x="1633719" y="70055"/>
                </a:lnTo>
                <a:lnTo>
                  <a:pt x="1633803" y="70531"/>
                </a:lnTo>
                <a:lnTo>
                  <a:pt x="1633886" y="71007"/>
                </a:lnTo>
                <a:lnTo>
                  <a:pt x="1633969" y="71483"/>
                </a:lnTo>
                <a:lnTo>
                  <a:pt x="1634051" y="71960"/>
                </a:lnTo>
                <a:lnTo>
                  <a:pt x="1634132" y="72436"/>
                </a:lnTo>
                <a:lnTo>
                  <a:pt x="1634212" y="72912"/>
                </a:lnTo>
                <a:lnTo>
                  <a:pt x="1634292" y="73388"/>
                </a:lnTo>
                <a:lnTo>
                  <a:pt x="1634371" y="73864"/>
                </a:lnTo>
                <a:lnTo>
                  <a:pt x="1634449" y="74340"/>
                </a:lnTo>
                <a:lnTo>
                  <a:pt x="1634527" y="74816"/>
                </a:lnTo>
                <a:lnTo>
                  <a:pt x="1634604" y="75292"/>
                </a:lnTo>
                <a:lnTo>
                  <a:pt x="1634680" y="75768"/>
                </a:lnTo>
                <a:lnTo>
                  <a:pt x="1634756" y="76245"/>
                </a:lnTo>
                <a:lnTo>
                  <a:pt x="1634830" y="76721"/>
                </a:lnTo>
                <a:lnTo>
                  <a:pt x="1634904" y="77197"/>
                </a:lnTo>
                <a:lnTo>
                  <a:pt x="1634978" y="77673"/>
                </a:lnTo>
                <a:lnTo>
                  <a:pt x="1635050" y="78149"/>
                </a:lnTo>
                <a:lnTo>
                  <a:pt x="1635122" y="78625"/>
                </a:lnTo>
                <a:lnTo>
                  <a:pt x="1635193" y="79101"/>
                </a:lnTo>
                <a:lnTo>
                  <a:pt x="1635264" y="79577"/>
                </a:lnTo>
                <a:lnTo>
                  <a:pt x="1635334" y="80054"/>
                </a:lnTo>
                <a:lnTo>
                  <a:pt x="1635403" y="80530"/>
                </a:lnTo>
                <a:lnTo>
                  <a:pt x="1635471" y="81006"/>
                </a:lnTo>
                <a:lnTo>
                  <a:pt x="1647508" y="158546"/>
                </a:lnTo>
                <a:lnTo>
                  <a:pt x="1667712" y="158546"/>
                </a:lnTo>
                <a:lnTo>
                  <a:pt x="1686484" y="46317"/>
                </a:lnTo>
                <a:lnTo>
                  <a:pt x="1670975" y="46317"/>
                </a:lnTo>
                <a:lnTo>
                  <a:pt x="1659346" y="125897"/>
                </a:lnTo>
                <a:lnTo>
                  <a:pt x="1659294" y="126273"/>
                </a:lnTo>
                <a:lnTo>
                  <a:pt x="1659242" y="126650"/>
                </a:lnTo>
                <a:lnTo>
                  <a:pt x="1659188" y="127031"/>
                </a:lnTo>
                <a:lnTo>
                  <a:pt x="1659133" y="127414"/>
                </a:lnTo>
                <a:lnTo>
                  <a:pt x="1659077" y="127799"/>
                </a:lnTo>
                <a:lnTo>
                  <a:pt x="1659020" y="128187"/>
                </a:lnTo>
                <a:lnTo>
                  <a:pt x="1658962" y="128577"/>
                </a:lnTo>
                <a:lnTo>
                  <a:pt x="1658903" y="128970"/>
                </a:lnTo>
                <a:lnTo>
                  <a:pt x="1658843" y="129365"/>
                </a:lnTo>
                <a:lnTo>
                  <a:pt x="1658782" y="129762"/>
                </a:lnTo>
                <a:lnTo>
                  <a:pt x="1658720" y="130163"/>
                </a:lnTo>
                <a:lnTo>
                  <a:pt x="1658656" y="130565"/>
                </a:lnTo>
                <a:lnTo>
                  <a:pt x="1658592" y="130970"/>
                </a:lnTo>
                <a:lnTo>
                  <a:pt x="1658527" y="131378"/>
                </a:lnTo>
                <a:lnTo>
                  <a:pt x="1658460" y="131788"/>
                </a:lnTo>
                <a:lnTo>
                  <a:pt x="1658393" y="132200"/>
                </a:lnTo>
                <a:lnTo>
                  <a:pt x="1658324" y="132615"/>
                </a:lnTo>
                <a:lnTo>
                  <a:pt x="1658254" y="133033"/>
                </a:lnTo>
                <a:lnTo>
                  <a:pt x="1658184" y="133453"/>
                </a:lnTo>
                <a:lnTo>
                  <a:pt x="1658112" y="133875"/>
                </a:lnTo>
                <a:lnTo>
                  <a:pt x="1658039" y="134300"/>
                </a:lnTo>
                <a:lnTo>
                  <a:pt x="1657965" y="134728"/>
                </a:lnTo>
                <a:lnTo>
                  <a:pt x="1657890" y="135157"/>
                </a:lnTo>
                <a:lnTo>
                  <a:pt x="1657814" y="135590"/>
                </a:lnTo>
                <a:lnTo>
                  <a:pt x="1657738" y="136020"/>
                </a:lnTo>
                <a:lnTo>
                  <a:pt x="1657665" y="136445"/>
                </a:lnTo>
                <a:lnTo>
                  <a:pt x="1657592" y="136863"/>
                </a:lnTo>
                <a:lnTo>
                  <a:pt x="1657522" y="137276"/>
                </a:lnTo>
                <a:lnTo>
                  <a:pt x="1657454" y="137682"/>
                </a:lnTo>
                <a:lnTo>
                  <a:pt x="1657387" y="138083"/>
                </a:lnTo>
                <a:lnTo>
                  <a:pt x="1657322" y="138477"/>
                </a:lnTo>
                <a:lnTo>
                  <a:pt x="1657259" y="138866"/>
                </a:lnTo>
                <a:lnTo>
                  <a:pt x="1657197" y="139248"/>
                </a:lnTo>
                <a:lnTo>
                  <a:pt x="1657137" y="139624"/>
                </a:lnTo>
                <a:lnTo>
                  <a:pt x="1657079" y="139995"/>
                </a:lnTo>
                <a:lnTo>
                  <a:pt x="1657023" y="140359"/>
                </a:lnTo>
                <a:lnTo>
                  <a:pt x="1656969" y="140717"/>
                </a:lnTo>
                <a:lnTo>
                  <a:pt x="1656916" y="141070"/>
                </a:lnTo>
                <a:lnTo>
                  <a:pt x="1656865" y="141416"/>
                </a:lnTo>
                <a:lnTo>
                  <a:pt x="1656816" y="141756"/>
                </a:lnTo>
                <a:lnTo>
                  <a:pt x="1656769" y="142090"/>
                </a:lnTo>
                <a:lnTo>
                  <a:pt x="1656724" y="142418"/>
                </a:lnTo>
                <a:lnTo>
                  <a:pt x="1656680" y="142741"/>
                </a:lnTo>
                <a:lnTo>
                  <a:pt x="1656638" y="143057"/>
                </a:lnTo>
                <a:lnTo>
                  <a:pt x="1656598" y="143367"/>
                </a:lnTo>
                <a:lnTo>
                  <a:pt x="1656559" y="143671"/>
                </a:lnTo>
                <a:lnTo>
                  <a:pt x="1656523" y="143969"/>
                </a:lnTo>
                <a:lnTo>
                  <a:pt x="1656488" y="144261"/>
                </a:lnTo>
                <a:lnTo>
                  <a:pt x="1656453" y="143969"/>
                </a:lnTo>
                <a:lnTo>
                  <a:pt x="1656416" y="143671"/>
                </a:lnTo>
                <a:lnTo>
                  <a:pt x="1656378" y="143367"/>
                </a:lnTo>
                <a:lnTo>
                  <a:pt x="1656338" y="143057"/>
                </a:lnTo>
                <a:lnTo>
                  <a:pt x="1656296" y="142741"/>
                </a:lnTo>
                <a:lnTo>
                  <a:pt x="1656252" y="142418"/>
                </a:lnTo>
                <a:lnTo>
                  <a:pt x="1656206" y="142090"/>
                </a:lnTo>
                <a:lnTo>
                  <a:pt x="1656159" y="141756"/>
                </a:lnTo>
                <a:lnTo>
                  <a:pt x="1656110" y="141416"/>
                </a:lnTo>
                <a:lnTo>
                  <a:pt x="1656059" y="141070"/>
                </a:lnTo>
                <a:lnTo>
                  <a:pt x="1656007" y="140717"/>
                </a:lnTo>
                <a:lnTo>
                  <a:pt x="1655952" y="140359"/>
                </a:lnTo>
                <a:lnTo>
                  <a:pt x="1655896" y="139995"/>
                </a:lnTo>
                <a:lnTo>
                  <a:pt x="1655838" y="139624"/>
                </a:lnTo>
                <a:lnTo>
                  <a:pt x="1655778" y="139248"/>
                </a:lnTo>
                <a:lnTo>
                  <a:pt x="1655717" y="138866"/>
                </a:lnTo>
                <a:lnTo>
                  <a:pt x="1655654" y="138477"/>
                </a:lnTo>
                <a:lnTo>
                  <a:pt x="1655589" y="138083"/>
                </a:lnTo>
                <a:lnTo>
                  <a:pt x="1655522" y="137682"/>
                </a:lnTo>
                <a:lnTo>
                  <a:pt x="1655453" y="137276"/>
                </a:lnTo>
                <a:lnTo>
                  <a:pt x="1655383" y="136863"/>
                </a:lnTo>
                <a:lnTo>
                  <a:pt x="1655311" y="136445"/>
                </a:lnTo>
                <a:lnTo>
                  <a:pt x="1655237" y="136020"/>
                </a:lnTo>
                <a:lnTo>
                  <a:pt x="1655161" y="135590"/>
                </a:lnTo>
                <a:lnTo>
                  <a:pt x="1655085" y="135157"/>
                </a:lnTo>
                <a:lnTo>
                  <a:pt x="1655010" y="134728"/>
                </a:lnTo>
                <a:lnTo>
                  <a:pt x="1654937" y="134300"/>
                </a:lnTo>
                <a:lnTo>
                  <a:pt x="1654864" y="133875"/>
                </a:lnTo>
                <a:lnTo>
                  <a:pt x="1654792" y="133453"/>
                </a:lnTo>
                <a:lnTo>
                  <a:pt x="1654721" y="133033"/>
                </a:lnTo>
                <a:lnTo>
                  <a:pt x="1654652" y="132615"/>
                </a:lnTo>
                <a:lnTo>
                  <a:pt x="1654583" y="132200"/>
                </a:lnTo>
                <a:lnTo>
                  <a:pt x="1654516" y="131788"/>
                </a:lnTo>
                <a:lnTo>
                  <a:pt x="1654449" y="131378"/>
                </a:lnTo>
                <a:lnTo>
                  <a:pt x="1654384" y="130970"/>
                </a:lnTo>
                <a:lnTo>
                  <a:pt x="1654320" y="130565"/>
                </a:lnTo>
                <a:lnTo>
                  <a:pt x="1654257" y="130163"/>
                </a:lnTo>
                <a:lnTo>
                  <a:pt x="1654195" y="129762"/>
                </a:lnTo>
                <a:lnTo>
                  <a:pt x="1654134" y="129365"/>
                </a:lnTo>
                <a:lnTo>
                  <a:pt x="1654074" y="128970"/>
                </a:lnTo>
                <a:lnTo>
                  <a:pt x="1654015" y="128577"/>
                </a:lnTo>
                <a:lnTo>
                  <a:pt x="1653957" y="128187"/>
                </a:lnTo>
                <a:lnTo>
                  <a:pt x="1653900" y="127799"/>
                </a:lnTo>
                <a:lnTo>
                  <a:pt x="1653845" y="127414"/>
                </a:lnTo>
                <a:lnTo>
                  <a:pt x="1653790" y="127031"/>
                </a:lnTo>
                <a:lnTo>
                  <a:pt x="1653736" y="126650"/>
                </a:lnTo>
                <a:lnTo>
                  <a:pt x="1653684" y="126273"/>
                </a:lnTo>
                <a:lnTo>
                  <a:pt x="1653633" y="125897"/>
                </a:lnTo>
                <a:lnTo>
                  <a:pt x="1641185" y="46317"/>
                </a:lnTo>
                <a:lnTo>
                  <a:pt x="1623636" y="46317"/>
                </a:lnTo>
                <a:lnTo>
                  <a:pt x="1611188" y="125897"/>
                </a:lnTo>
                <a:lnTo>
                  <a:pt x="1611137" y="126273"/>
                </a:lnTo>
                <a:lnTo>
                  <a:pt x="1611084" y="126650"/>
                </a:lnTo>
                <a:lnTo>
                  <a:pt x="1611030" y="127031"/>
                </a:lnTo>
                <a:lnTo>
                  <a:pt x="1610975" y="127414"/>
                </a:lnTo>
                <a:lnTo>
                  <a:pt x="1610920" y="127799"/>
                </a:lnTo>
                <a:lnTo>
                  <a:pt x="1610863" y="128187"/>
                </a:lnTo>
                <a:lnTo>
                  <a:pt x="1610805" y="128577"/>
                </a:lnTo>
                <a:lnTo>
                  <a:pt x="1610746" y="128970"/>
                </a:lnTo>
                <a:lnTo>
                  <a:pt x="1610685" y="129365"/>
                </a:lnTo>
                <a:lnTo>
                  <a:pt x="1610624" y="129762"/>
                </a:lnTo>
                <a:lnTo>
                  <a:pt x="1610562" y="130163"/>
                </a:lnTo>
                <a:lnTo>
                  <a:pt x="1610499" y="130565"/>
                </a:lnTo>
                <a:lnTo>
                  <a:pt x="1610434" y="130970"/>
                </a:lnTo>
                <a:lnTo>
                  <a:pt x="1610369" y="131378"/>
                </a:lnTo>
                <a:lnTo>
                  <a:pt x="1610302" y="131788"/>
                </a:lnTo>
                <a:lnTo>
                  <a:pt x="1610235" y="132200"/>
                </a:lnTo>
                <a:lnTo>
                  <a:pt x="1610166" y="132615"/>
                </a:lnTo>
                <a:lnTo>
                  <a:pt x="1610097" y="133033"/>
                </a:lnTo>
                <a:lnTo>
                  <a:pt x="1610026" y="133453"/>
                </a:lnTo>
                <a:lnTo>
                  <a:pt x="1609954" y="133875"/>
                </a:lnTo>
                <a:lnTo>
                  <a:pt x="1609881" y="134300"/>
                </a:lnTo>
                <a:lnTo>
                  <a:pt x="1609807" y="134728"/>
                </a:lnTo>
                <a:lnTo>
                  <a:pt x="1609733" y="135157"/>
                </a:lnTo>
                <a:lnTo>
                  <a:pt x="1609657" y="135590"/>
                </a:lnTo>
                <a:lnTo>
                  <a:pt x="1609581" y="136020"/>
                </a:lnTo>
                <a:lnTo>
                  <a:pt x="1609507" y="136445"/>
                </a:lnTo>
                <a:lnTo>
                  <a:pt x="1609436" y="136863"/>
                </a:lnTo>
                <a:lnTo>
                  <a:pt x="1609365" y="137276"/>
                </a:lnTo>
                <a:lnTo>
                  <a:pt x="1609297" y="137682"/>
                </a:lnTo>
                <a:lnTo>
                  <a:pt x="1609231" y="138083"/>
                </a:lnTo>
                <a:lnTo>
                  <a:pt x="1609166" y="138477"/>
                </a:lnTo>
                <a:lnTo>
                  <a:pt x="1609103" y="138866"/>
                </a:lnTo>
                <a:lnTo>
                  <a:pt x="1609041" y="139248"/>
                </a:lnTo>
                <a:lnTo>
                  <a:pt x="1608982" y="139624"/>
                </a:lnTo>
                <a:lnTo>
                  <a:pt x="1608924" y="139995"/>
                </a:lnTo>
                <a:lnTo>
                  <a:pt x="1608868" y="140359"/>
                </a:lnTo>
                <a:lnTo>
                  <a:pt x="1608814" y="140717"/>
                </a:lnTo>
                <a:lnTo>
                  <a:pt x="1608761" y="141070"/>
                </a:lnTo>
                <a:lnTo>
                  <a:pt x="1608711" y="141416"/>
                </a:lnTo>
                <a:lnTo>
                  <a:pt x="1608662" y="141756"/>
                </a:lnTo>
                <a:lnTo>
                  <a:pt x="1608614" y="142090"/>
                </a:lnTo>
                <a:lnTo>
                  <a:pt x="1608569" y="142418"/>
                </a:lnTo>
                <a:lnTo>
                  <a:pt x="1608525" y="142741"/>
                </a:lnTo>
                <a:lnTo>
                  <a:pt x="1608483" y="143057"/>
                </a:lnTo>
                <a:lnTo>
                  <a:pt x="1608443" y="143367"/>
                </a:lnTo>
                <a:lnTo>
                  <a:pt x="1608405" y="143671"/>
                </a:lnTo>
                <a:lnTo>
                  <a:pt x="1608368" y="143969"/>
                </a:lnTo>
                <a:lnTo>
                  <a:pt x="1608333" y="144261"/>
                </a:lnTo>
                <a:lnTo>
                  <a:pt x="1608298" y="143969"/>
                </a:lnTo>
                <a:lnTo>
                  <a:pt x="1608263" y="143671"/>
                </a:lnTo>
                <a:lnTo>
                  <a:pt x="1608226" y="143367"/>
                </a:lnTo>
                <a:lnTo>
                  <a:pt x="1608188" y="143057"/>
                </a:lnTo>
                <a:lnTo>
                  <a:pt x="1608149" y="142741"/>
                </a:lnTo>
                <a:lnTo>
                  <a:pt x="1608109" y="142418"/>
                </a:lnTo>
                <a:lnTo>
                  <a:pt x="1608068" y="142090"/>
                </a:lnTo>
                <a:lnTo>
                  <a:pt x="1608026" y="141756"/>
                </a:lnTo>
                <a:lnTo>
                  <a:pt x="1607983" y="141416"/>
                </a:lnTo>
                <a:lnTo>
                  <a:pt x="1607938" y="141070"/>
                </a:lnTo>
                <a:lnTo>
                  <a:pt x="1607893" y="140717"/>
                </a:lnTo>
                <a:lnTo>
                  <a:pt x="1607847" y="140359"/>
                </a:lnTo>
                <a:lnTo>
                  <a:pt x="1607799" y="139995"/>
                </a:lnTo>
                <a:lnTo>
                  <a:pt x="1607751" y="139624"/>
                </a:lnTo>
                <a:lnTo>
                  <a:pt x="1607702" y="139248"/>
                </a:lnTo>
                <a:lnTo>
                  <a:pt x="1607651" y="138866"/>
                </a:lnTo>
                <a:lnTo>
                  <a:pt x="1607599" y="138477"/>
                </a:lnTo>
                <a:lnTo>
                  <a:pt x="1607547" y="138083"/>
                </a:lnTo>
                <a:lnTo>
                  <a:pt x="1607493" y="137682"/>
                </a:lnTo>
                <a:lnTo>
                  <a:pt x="1607439" y="137276"/>
                </a:lnTo>
                <a:lnTo>
                  <a:pt x="1607383" y="136863"/>
                </a:lnTo>
                <a:lnTo>
                  <a:pt x="1607326" y="136445"/>
                </a:lnTo>
                <a:lnTo>
                  <a:pt x="1607268" y="136020"/>
                </a:lnTo>
                <a:lnTo>
                  <a:pt x="1607209" y="135590"/>
                </a:lnTo>
                <a:lnTo>
                  <a:pt x="1607150" y="135157"/>
                </a:lnTo>
                <a:lnTo>
                  <a:pt x="1607091" y="134728"/>
                </a:lnTo>
                <a:lnTo>
                  <a:pt x="1607033" y="134300"/>
                </a:lnTo>
                <a:lnTo>
                  <a:pt x="1606974" y="133875"/>
                </a:lnTo>
                <a:lnTo>
                  <a:pt x="1606916" y="133453"/>
                </a:lnTo>
                <a:lnTo>
                  <a:pt x="1606859" y="133033"/>
                </a:lnTo>
                <a:lnTo>
                  <a:pt x="1606802" y="132615"/>
                </a:lnTo>
                <a:lnTo>
                  <a:pt x="1606745" y="132200"/>
                </a:lnTo>
                <a:lnTo>
                  <a:pt x="1606688" y="131788"/>
                </a:lnTo>
                <a:lnTo>
                  <a:pt x="1606632" y="131378"/>
                </a:lnTo>
                <a:lnTo>
                  <a:pt x="1606577" y="130970"/>
                </a:lnTo>
                <a:lnTo>
                  <a:pt x="1606521" y="130565"/>
                </a:lnTo>
                <a:lnTo>
                  <a:pt x="1606466" y="130163"/>
                </a:lnTo>
                <a:lnTo>
                  <a:pt x="1606411" y="129762"/>
                </a:lnTo>
                <a:lnTo>
                  <a:pt x="1606357" y="129365"/>
                </a:lnTo>
                <a:lnTo>
                  <a:pt x="1606303" y="128970"/>
                </a:lnTo>
                <a:lnTo>
                  <a:pt x="1606249" y="128577"/>
                </a:lnTo>
                <a:lnTo>
                  <a:pt x="1606196" y="128187"/>
                </a:lnTo>
                <a:lnTo>
                  <a:pt x="1606143" y="127799"/>
                </a:lnTo>
                <a:lnTo>
                  <a:pt x="1606090" y="127414"/>
                </a:lnTo>
                <a:lnTo>
                  <a:pt x="1606038" y="127031"/>
                </a:lnTo>
                <a:lnTo>
                  <a:pt x="1605986" y="126650"/>
                </a:lnTo>
                <a:lnTo>
                  <a:pt x="1605934" y="126273"/>
                </a:lnTo>
                <a:lnTo>
                  <a:pt x="1605883" y="125897"/>
                </a:lnTo>
                <a:lnTo>
                  <a:pt x="1594662" y="46317"/>
                </a:lnTo>
                <a:lnTo>
                  <a:pt x="1578337" y="46317"/>
                </a:lnTo>
                <a:lnTo>
                  <a:pt x="1596293" y="158546"/>
                </a:lnTo>
                <a:lnTo>
                  <a:pt x="1616494" y="158546"/>
                </a:lnTo>
                <a:lnTo>
                  <a:pt x="1629144" y="81006"/>
                </a:lnTo>
                <a:lnTo>
                  <a:pt x="1629229" y="80530"/>
                </a:lnTo>
                <a:lnTo>
                  <a:pt x="1629313" y="80054"/>
                </a:lnTo>
                <a:close/>
                <a:moveTo>
                  <a:pt x="1515227" y="159956"/>
                </a:moveTo>
                <a:lnTo>
                  <a:pt x="1516279" y="159859"/>
                </a:lnTo>
                <a:lnTo>
                  <a:pt x="1517318" y="159744"/>
                </a:lnTo>
                <a:lnTo>
                  <a:pt x="1518345" y="159611"/>
                </a:lnTo>
                <a:lnTo>
                  <a:pt x="1519359" y="159460"/>
                </a:lnTo>
                <a:lnTo>
                  <a:pt x="1520360" y="159292"/>
                </a:lnTo>
                <a:lnTo>
                  <a:pt x="1521348" y="159106"/>
                </a:lnTo>
                <a:lnTo>
                  <a:pt x="1522324" y="158903"/>
                </a:lnTo>
                <a:lnTo>
                  <a:pt x="1523287" y="158681"/>
                </a:lnTo>
                <a:lnTo>
                  <a:pt x="1524237" y="158442"/>
                </a:lnTo>
                <a:lnTo>
                  <a:pt x="1525174" y="158185"/>
                </a:lnTo>
                <a:lnTo>
                  <a:pt x="1526099" y="157911"/>
                </a:lnTo>
                <a:lnTo>
                  <a:pt x="1527011" y="157619"/>
                </a:lnTo>
                <a:lnTo>
                  <a:pt x="1527910" y="157309"/>
                </a:lnTo>
                <a:lnTo>
                  <a:pt x="1528796" y="156981"/>
                </a:lnTo>
                <a:lnTo>
                  <a:pt x="1529670" y="156636"/>
                </a:lnTo>
                <a:lnTo>
                  <a:pt x="1530531" y="156273"/>
                </a:lnTo>
                <a:lnTo>
                  <a:pt x="1531379" y="155892"/>
                </a:lnTo>
                <a:lnTo>
                  <a:pt x="1532214" y="155494"/>
                </a:lnTo>
                <a:lnTo>
                  <a:pt x="1533037" y="155078"/>
                </a:lnTo>
                <a:lnTo>
                  <a:pt x="1533846" y="154644"/>
                </a:lnTo>
                <a:lnTo>
                  <a:pt x="1534639" y="154195"/>
                </a:lnTo>
                <a:lnTo>
                  <a:pt x="1535417" y="153730"/>
                </a:lnTo>
                <a:lnTo>
                  <a:pt x="1536180" y="153249"/>
                </a:lnTo>
                <a:lnTo>
                  <a:pt x="1536928" y="152752"/>
                </a:lnTo>
                <a:lnTo>
                  <a:pt x="1537660" y="152239"/>
                </a:lnTo>
                <a:lnTo>
                  <a:pt x="1538377" y="151711"/>
                </a:lnTo>
                <a:lnTo>
                  <a:pt x="1539079" y="151166"/>
                </a:lnTo>
                <a:lnTo>
                  <a:pt x="1539766" y="150605"/>
                </a:lnTo>
                <a:lnTo>
                  <a:pt x="1540437" y="150029"/>
                </a:lnTo>
                <a:lnTo>
                  <a:pt x="1541094" y="149436"/>
                </a:lnTo>
                <a:lnTo>
                  <a:pt x="1541735" y="148828"/>
                </a:lnTo>
                <a:lnTo>
                  <a:pt x="1542360" y="148204"/>
                </a:lnTo>
                <a:lnTo>
                  <a:pt x="1542971" y="147563"/>
                </a:lnTo>
                <a:lnTo>
                  <a:pt x="1543566" y="146907"/>
                </a:lnTo>
                <a:lnTo>
                  <a:pt x="1544146" y="146235"/>
                </a:lnTo>
                <a:lnTo>
                  <a:pt x="1544711" y="145547"/>
                </a:lnTo>
                <a:lnTo>
                  <a:pt x="1545260" y="144843"/>
                </a:lnTo>
                <a:lnTo>
                  <a:pt x="1545795" y="144123"/>
                </a:lnTo>
                <a:lnTo>
                  <a:pt x="1546314" y="143387"/>
                </a:lnTo>
                <a:lnTo>
                  <a:pt x="1546817" y="142636"/>
                </a:lnTo>
                <a:lnTo>
                  <a:pt x="1547306" y="141868"/>
                </a:lnTo>
                <a:lnTo>
                  <a:pt x="1547779" y="141085"/>
                </a:lnTo>
                <a:lnTo>
                  <a:pt x="1548237" y="140285"/>
                </a:lnTo>
                <a:lnTo>
                  <a:pt x="1548679" y="139471"/>
                </a:lnTo>
                <a:lnTo>
                  <a:pt x="1549101" y="138645"/>
                </a:lnTo>
                <a:lnTo>
                  <a:pt x="1549505" y="137806"/>
                </a:lnTo>
                <a:lnTo>
                  <a:pt x="1549890" y="136955"/>
                </a:lnTo>
                <a:lnTo>
                  <a:pt x="1550256" y="136091"/>
                </a:lnTo>
                <a:lnTo>
                  <a:pt x="1550603" y="135216"/>
                </a:lnTo>
                <a:lnTo>
                  <a:pt x="1550932" y="134327"/>
                </a:lnTo>
                <a:lnTo>
                  <a:pt x="1551242" y="133427"/>
                </a:lnTo>
                <a:lnTo>
                  <a:pt x="1551533" y="132513"/>
                </a:lnTo>
                <a:lnTo>
                  <a:pt x="1551805" y="131588"/>
                </a:lnTo>
                <a:lnTo>
                  <a:pt x="1552059" y="130650"/>
                </a:lnTo>
                <a:lnTo>
                  <a:pt x="1552294" y="129700"/>
                </a:lnTo>
                <a:lnTo>
                  <a:pt x="1552510" y="128737"/>
                </a:lnTo>
                <a:lnTo>
                  <a:pt x="1552707" y="127762"/>
                </a:lnTo>
                <a:lnTo>
                  <a:pt x="1552885" y="126774"/>
                </a:lnTo>
                <a:lnTo>
                  <a:pt x="1553045" y="125774"/>
                </a:lnTo>
                <a:lnTo>
                  <a:pt x="1553186" y="124762"/>
                </a:lnTo>
                <a:lnTo>
                  <a:pt x="1553308" y="123737"/>
                </a:lnTo>
                <a:lnTo>
                  <a:pt x="1553411" y="122700"/>
                </a:lnTo>
                <a:lnTo>
                  <a:pt x="1553495" y="121651"/>
                </a:lnTo>
                <a:lnTo>
                  <a:pt x="1553561" y="120589"/>
                </a:lnTo>
                <a:lnTo>
                  <a:pt x="1553608" y="119515"/>
                </a:lnTo>
                <a:lnTo>
                  <a:pt x="1553636" y="118428"/>
                </a:lnTo>
                <a:lnTo>
                  <a:pt x="1553646" y="117329"/>
                </a:lnTo>
                <a:lnTo>
                  <a:pt x="1553646" y="87333"/>
                </a:lnTo>
                <a:lnTo>
                  <a:pt x="1553636" y="86234"/>
                </a:lnTo>
                <a:lnTo>
                  <a:pt x="1553608" y="85147"/>
                </a:lnTo>
                <a:lnTo>
                  <a:pt x="1553561" y="84074"/>
                </a:lnTo>
                <a:lnTo>
                  <a:pt x="1553495" y="83013"/>
                </a:lnTo>
                <a:lnTo>
                  <a:pt x="1553411" y="81965"/>
                </a:lnTo>
                <a:lnTo>
                  <a:pt x="1553308" y="80930"/>
                </a:lnTo>
                <a:lnTo>
                  <a:pt x="1553186" y="79908"/>
                </a:lnTo>
                <a:lnTo>
                  <a:pt x="1553045" y="78898"/>
                </a:lnTo>
                <a:lnTo>
                  <a:pt x="1552885" y="77901"/>
                </a:lnTo>
                <a:lnTo>
                  <a:pt x="1552707" y="76917"/>
                </a:lnTo>
                <a:lnTo>
                  <a:pt x="1552510" y="75946"/>
                </a:lnTo>
                <a:lnTo>
                  <a:pt x="1552294" y="74987"/>
                </a:lnTo>
                <a:lnTo>
                  <a:pt x="1552059" y="74041"/>
                </a:lnTo>
                <a:lnTo>
                  <a:pt x="1551805" y="73108"/>
                </a:lnTo>
                <a:lnTo>
                  <a:pt x="1551533" y="72188"/>
                </a:lnTo>
                <a:lnTo>
                  <a:pt x="1551242" y="71280"/>
                </a:lnTo>
                <a:lnTo>
                  <a:pt x="1550932" y="70386"/>
                </a:lnTo>
                <a:lnTo>
                  <a:pt x="1550603" y="69503"/>
                </a:lnTo>
                <a:lnTo>
                  <a:pt x="1550256" y="68634"/>
                </a:lnTo>
                <a:lnTo>
                  <a:pt x="1549890" y="67778"/>
                </a:lnTo>
                <a:lnTo>
                  <a:pt x="1549505" y="66934"/>
                </a:lnTo>
                <a:lnTo>
                  <a:pt x="1549101" y="66103"/>
                </a:lnTo>
                <a:lnTo>
                  <a:pt x="1548679" y="65284"/>
                </a:lnTo>
                <a:lnTo>
                  <a:pt x="1548237" y="64479"/>
                </a:lnTo>
                <a:lnTo>
                  <a:pt x="1547779" y="63688"/>
                </a:lnTo>
                <a:lnTo>
                  <a:pt x="1547306" y="62912"/>
                </a:lnTo>
                <a:lnTo>
                  <a:pt x="1546817" y="62152"/>
                </a:lnTo>
                <a:lnTo>
                  <a:pt x="1546314" y="61407"/>
                </a:lnTo>
                <a:lnTo>
                  <a:pt x="1545795" y="60678"/>
                </a:lnTo>
                <a:lnTo>
                  <a:pt x="1545260" y="59965"/>
                </a:lnTo>
                <a:lnTo>
                  <a:pt x="1544711" y="59267"/>
                </a:lnTo>
                <a:lnTo>
                  <a:pt x="1544146" y="58585"/>
                </a:lnTo>
                <a:lnTo>
                  <a:pt x="1543566" y="57918"/>
                </a:lnTo>
                <a:lnTo>
                  <a:pt x="1542971" y="57267"/>
                </a:lnTo>
                <a:lnTo>
                  <a:pt x="1542360" y="56631"/>
                </a:lnTo>
                <a:lnTo>
                  <a:pt x="1541735" y="56012"/>
                </a:lnTo>
                <a:lnTo>
                  <a:pt x="1541094" y="55407"/>
                </a:lnTo>
                <a:lnTo>
                  <a:pt x="1540437" y="54819"/>
                </a:lnTo>
                <a:lnTo>
                  <a:pt x="1539766" y="54246"/>
                </a:lnTo>
                <a:lnTo>
                  <a:pt x="1539079" y="53688"/>
                </a:lnTo>
                <a:lnTo>
                  <a:pt x="1538377" y="53146"/>
                </a:lnTo>
                <a:lnTo>
                  <a:pt x="1537660" y="52620"/>
                </a:lnTo>
                <a:lnTo>
                  <a:pt x="1536928" y="52109"/>
                </a:lnTo>
                <a:lnTo>
                  <a:pt x="1536180" y="51614"/>
                </a:lnTo>
                <a:lnTo>
                  <a:pt x="1535417" y="51134"/>
                </a:lnTo>
                <a:lnTo>
                  <a:pt x="1534639" y="50670"/>
                </a:lnTo>
                <a:lnTo>
                  <a:pt x="1533846" y="50222"/>
                </a:lnTo>
                <a:lnTo>
                  <a:pt x="1533037" y="49789"/>
                </a:lnTo>
                <a:lnTo>
                  <a:pt x="1532214" y="49373"/>
                </a:lnTo>
                <a:lnTo>
                  <a:pt x="1531379" y="48974"/>
                </a:lnTo>
                <a:lnTo>
                  <a:pt x="1530531" y="48593"/>
                </a:lnTo>
                <a:lnTo>
                  <a:pt x="1529670" y="48230"/>
                </a:lnTo>
                <a:lnTo>
                  <a:pt x="1528796" y="47884"/>
                </a:lnTo>
                <a:lnTo>
                  <a:pt x="1527910" y="47556"/>
                </a:lnTo>
                <a:lnTo>
                  <a:pt x="1527011" y="47246"/>
                </a:lnTo>
                <a:lnTo>
                  <a:pt x="1526099" y="46954"/>
                </a:lnTo>
                <a:lnTo>
                  <a:pt x="1525174" y="46679"/>
                </a:lnTo>
                <a:lnTo>
                  <a:pt x="1524237" y="46422"/>
                </a:lnTo>
                <a:lnTo>
                  <a:pt x="1523287" y="46183"/>
                </a:lnTo>
                <a:lnTo>
                  <a:pt x="1522324" y="45962"/>
                </a:lnTo>
                <a:lnTo>
                  <a:pt x="1521348" y="45758"/>
                </a:lnTo>
                <a:lnTo>
                  <a:pt x="1520360" y="45572"/>
                </a:lnTo>
                <a:lnTo>
                  <a:pt x="1519359" y="45404"/>
                </a:lnTo>
                <a:lnTo>
                  <a:pt x="1518345" y="45253"/>
                </a:lnTo>
                <a:lnTo>
                  <a:pt x="1517318" y="45120"/>
                </a:lnTo>
                <a:lnTo>
                  <a:pt x="1516279" y="45005"/>
                </a:lnTo>
                <a:lnTo>
                  <a:pt x="1515227" y="44907"/>
                </a:lnTo>
                <a:lnTo>
                  <a:pt x="1514162" y="44828"/>
                </a:lnTo>
                <a:lnTo>
                  <a:pt x="1513085" y="44766"/>
                </a:lnTo>
                <a:lnTo>
                  <a:pt x="1511994" y="44721"/>
                </a:lnTo>
                <a:lnTo>
                  <a:pt x="1510891" y="44695"/>
                </a:lnTo>
                <a:lnTo>
                  <a:pt x="1509775" y="44686"/>
                </a:lnTo>
                <a:lnTo>
                  <a:pt x="1508659" y="44695"/>
                </a:lnTo>
                <a:lnTo>
                  <a:pt x="1507556" y="44721"/>
                </a:lnTo>
                <a:lnTo>
                  <a:pt x="1506466" y="44766"/>
                </a:lnTo>
                <a:lnTo>
                  <a:pt x="1505388" y="44828"/>
                </a:lnTo>
                <a:lnTo>
                  <a:pt x="1504323" y="44907"/>
                </a:lnTo>
                <a:lnTo>
                  <a:pt x="1503270" y="45005"/>
                </a:lnTo>
                <a:lnTo>
                  <a:pt x="1502231" y="45120"/>
                </a:lnTo>
                <a:lnTo>
                  <a:pt x="1501204" y="45253"/>
                </a:lnTo>
                <a:lnTo>
                  <a:pt x="1500190" y="45404"/>
                </a:lnTo>
                <a:lnTo>
                  <a:pt x="1499189" y="45572"/>
                </a:lnTo>
                <a:lnTo>
                  <a:pt x="1498200" y="45758"/>
                </a:lnTo>
                <a:lnTo>
                  <a:pt x="1497225" y="45962"/>
                </a:lnTo>
                <a:lnTo>
                  <a:pt x="1496262" y="46183"/>
                </a:lnTo>
                <a:lnTo>
                  <a:pt x="1495311" y="46422"/>
                </a:lnTo>
                <a:lnTo>
                  <a:pt x="1494374" y="46679"/>
                </a:lnTo>
                <a:lnTo>
                  <a:pt x="1493449" y="46954"/>
                </a:lnTo>
                <a:lnTo>
                  <a:pt x="1492537" y="47246"/>
                </a:lnTo>
                <a:lnTo>
                  <a:pt x="1491638" y="47556"/>
                </a:lnTo>
                <a:lnTo>
                  <a:pt x="1490752" y="47884"/>
                </a:lnTo>
                <a:lnTo>
                  <a:pt x="1489878" y="48230"/>
                </a:lnTo>
                <a:lnTo>
                  <a:pt x="1489017" y="48593"/>
                </a:lnTo>
                <a:lnTo>
                  <a:pt x="1488169" y="48974"/>
                </a:lnTo>
                <a:lnTo>
                  <a:pt x="1487333" y="49373"/>
                </a:lnTo>
                <a:lnTo>
                  <a:pt x="1486511" y="49789"/>
                </a:lnTo>
                <a:lnTo>
                  <a:pt x="1485702" y="50222"/>
                </a:lnTo>
                <a:lnTo>
                  <a:pt x="1484909" y="50670"/>
                </a:lnTo>
                <a:lnTo>
                  <a:pt x="1484131" y="51134"/>
                </a:lnTo>
                <a:lnTo>
                  <a:pt x="1483369" y="51614"/>
                </a:lnTo>
                <a:lnTo>
                  <a:pt x="1482621" y="52109"/>
                </a:lnTo>
                <a:lnTo>
                  <a:pt x="1481889" y="52620"/>
                </a:lnTo>
                <a:lnTo>
                  <a:pt x="1481172" y="53146"/>
                </a:lnTo>
                <a:lnTo>
                  <a:pt x="1480470" y="53688"/>
                </a:lnTo>
                <a:lnTo>
                  <a:pt x="1479783" y="54246"/>
                </a:lnTo>
                <a:lnTo>
                  <a:pt x="1479112" y="54819"/>
                </a:lnTo>
                <a:lnTo>
                  <a:pt x="1478456" y="55407"/>
                </a:lnTo>
                <a:lnTo>
                  <a:pt x="1477815" y="56012"/>
                </a:lnTo>
                <a:lnTo>
                  <a:pt x="1477189" y="56631"/>
                </a:lnTo>
                <a:lnTo>
                  <a:pt x="1476578" y="57267"/>
                </a:lnTo>
                <a:lnTo>
                  <a:pt x="1475983" y="57918"/>
                </a:lnTo>
                <a:lnTo>
                  <a:pt x="1475403" y="58585"/>
                </a:lnTo>
                <a:lnTo>
                  <a:pt x="1474838" y="59267"/>
                </a:lnTo>
                <a:lnTo>
                  <a:pt x="1474289" y="59965"/>
                </a:lnTo>
                <a:lnTo>
                  <a:pt x="1473754" y="60678"/>
                </a:lnTo>
                <a:lnTo>
                  <a:pt x="1473235" y="61407"/>
                </a:lnTo>
                <a:lnTo>
                  <a:pt x="1472731" y="62152"/>
                </a:lnTo>
                <a:lnTo>
                  <a:pt x="1472242" y="62912"/>
                </a:lnTo>
                <a:lnTo>
                  <a:pt x="1471769" y="63688"/>
                </a:lnTo>
                <a:lnTo>
                  <a:pt x="1471310" y="64479"/>
                </a:lnTo>
                <a:lnTo>
                  <a:pt x="1470869" y="65285"/>
                </a:lnTo>
                <a:lnTo>
                  <a:pt x="1470447" y="66104"/>
                </a:lnTo>
                <a:lnTo>
                  <a:pt x="1470044" y="66937"/>
                </a:lnTo>
                <a:lnTo>
                  <a:pt x="1469659" y="67783"/>
                </a:lnTo>
                <a:lnTo>
                  <a:pt x="1469293" y="68643"/>
                </a:lnTo>
                <a:lnTo>
                  <a:pt x="1468946" y="69516"/>
                </a:lnTo>
                <a:lnTo>
                  <a:pt x="1468617" y="70403"/>
                </a:lnTo>
                <a:lnTo>
                  <a:pt x="1468308" y="71303"/>
                </a:lnTo>
                <a:lnTo>
                  <a:pt x="1468017" y="72216"/>
                </a:lnTo>
                <a:lnTo>
                  <a:pt x="1467744" y="73143"/>
                </a:lnTo>
                <a:lnTo>
                  <a:pt x="1467491" y="74084"/>
                </a:lnTo>
                <a:lnTo>
                  <a:pt x="1467257" y="75038"/>
                </a:lnTo>
                <a:lnTo>
                  <a:pt x="1467041" y="76005"/>
                </a:lnTo>
                <a:lnTo>
                  <a:pt x="1466844" y="76986"/>
                </a:lnTo>
                <a:lnTo>
                  <a:pt x="1466665" y="77980"/>
                </a:lnTo>
                <a:lnTo>
                  <a:pt x="1466506" y="78988"/>
                </a:lnTo>
                <a:lnTo>
                  <a:pt x="1466365" y="80009"/>
                </a:lnTo>
                <a:lnTo>
                  <a:pt x="1466243" y="81044"/>
                </a:lnTo>
                <a:lnTo>
                  <a:pt x="1466140" y="82092"/>
                </a:lnTo>
                <a:lnTo>
                  <a:pt x="1466055" y="83154"/>
                </a:lnTo>
                <a:lnTo>
                  <a:pt x="1465990" y="84229"/>
                </a:lnTo>
                <a:lnTo>
                  <a:pt x="1465943" y="85317"/>
                </a:lnTo>
                <a:lnTo>
                  <a:pt x="1465915" y="86419"/>
                </a:lnTo>
                <a:lnTo>
                  <a:pt x="1465905" y="87535"/>
                </a:lnTo>
                <a:lnTo>
                  <a:pt x="1465905" y="117329"/>
                </a:lnTo>
                <a:lnTo>
                  <a:pt x="1465915" y="118428"/>
                </a:lnTo>
                <a:lnTo>
                  <a:pt x="1465943" y="119515"/>
                </a:lnTo>
                <a:lnTo>
                  <a:pt x="1465990" y="120589"/>
                </a:lnTo>
                <a:lnTo>
                  <a:pt x="1466055" y="121651"/>
                </a:lnTo>
                <a:lnTo>
                  <a:pt x="1466140" y="122700"/>
                </a:lnTo>
                <a:lnTo>
                  <a:pt x="1466243" y="123737"/>
                </a:lnTo>
                <a:lnTo>
                  <a:pt x="1466365" y="124762"/>
                </a:lnTo>
                <a:lnTo>
                  <a:pt x="1466506" y="125774"/>
                </a:lnTo>
                <a:lnTo>
                  <a:pt x="1466665" y="126774"/>
                </a:lnTo>
                <a:lnTo>
                  <a:pt x="1466844" y="127762"/>
                </a:lnTo>
                <a:lnTo>
                  <a:pt x="1467041" y="128737"/>
                </a:lnTo>
                <a:lnTo>
                  <a:pt x="1467257" y="129700"/>
                </a:lnTo>
                <a:lnTo>
                  <a:pt x="1467491" y="130650"/>
                </a:lnTo>
                <a:lnTo>
                  <a:pt x="1467744" y="131588"/>
                </a:lnTo>
                <a:lnTo>
                  <a:pt x="1468017" y="132513"/>
                </a:lnTo>
                <a:lnTo>
                  <a:pt x="1468308" y="133427"/>
                </a:lnTo>
                <a:lnTo>
                  <a:pt x="1468617" y="134327"/>
                </a:lnTo>
                <a:lnTo>
                  <a:pt x="1468946" y="135216"/>
                </a:lnTo>
                <a:lnTo>
                  <a:pt x="1469293" y="136091"/>
                </a:lnTo>
                <a:lnTo>
                  <a:pt x="1469659" y="136955"/>
                </a:lnTo>
                <a:lnTo>
                  <a:pt x="1470044" y="137806"/>
                </a:lnTo>
                <a:lnTo>
                  <a:pt x="1470447" y="138645"/>
                </a:lnTo>
                <a:lnTo>
                  <a:pt x="1470869" y="139471"/>
                </a:lnTo>
                <a:lnTo>
                  <a:pt x="1471310" y="140285"/>
                </a:lnTo>
                <a:lnTo>
                  <a:pt x="1471769" y="141085"/>
                </a:lnTo>
                <a:lnTo>
                  <a:pt x="1472242" y="141868"/>
                </a:lnTo>
                <a:lnTo>
                  <a:pt x="1472731" y="142636"/>
                </a:lnTo>
                <a:lnTo>
                  <a:pt x="1473235" y="143387"/>
                </a:lnTo>
                <a:lnTo>
                  <a:pt x="1473754" y="144123"/>
                </a:lnTo>
                <a:lnTo>
                  <a:pt x="1474289" y="144843"/>
                </a:lnTo>
                <a:lnTo>
                  <a:pt x="1474838" y="145547"/>
                </a:lnTo>
                <a:lnTo>
                  <a:pt x="1475403" y="146235"/>
                </a:lnTo>
                <a:lnTo>
                  <a:pt x="1475983" y="146907"/>
                </a:lnTo>
                <a:lnTo>
                  <a:pt x="1476578" y="147563"/>
                </a:lnTo>
                <a:lnTo>
                  <a:pt x="1477189" y="148204"/>
                </a:lnTo>
                <a:lnTo>
                  <a:pt x="1477815" y="148828"/>
                </a:lnTo>
                <a:lnTo>
                  <a:pt x="1478456" y="149436"/>
                </a:lnTo>
                <a:lnTo>
                  <a:pt x="1479112" y="150029"/>
                </a:lnTo>
                <a:lnTo>
                  <a:pt x="1479783" y="150605"/>
                </a:lnTo>
                <a:lnTo>
                  <a:pt x="1480470" y="151166"/>
                </a:lnTo>
                <a:lnTo>
                  <a:pt x="1481172" y="151711"/>
                </a:lnTo>
                <a:lnTo>
                  <a:pt x="1481889" y="152239"/>
                </a:lnTo>
                <a:lnTo>
                  <a:pt x="1482621" y="152752"/>
                </a:lnTo>
                <a:lnTo>
                  <a:pt x="1483369" y="153249"/>
                </a:lnTo>
                <a:lnTo>
                  <a:pt x="1484131" y="153730"/>
                </a:lnTo>
                <a:lnTo>
                  <a:pt x="1484909" y="154195"/>
                </a:lnTo>
                <a:lnTo>
                  <a:pt x="1485702" y="154644"/>
                </a:lnTo>
                <a:lnTo>
                  <a:pt x="1486511" y="155078"/>
                </a:lnTo>
                <a:lnTo>
                  <a:pt x="1487333" y="155494"/>
                </a:lnTo>
                <a:lnTo>
                  <a:pt x="1488169" y="155892"/>
                </a:lnTo>
                <a:lnTo>
                  <a:pt x="1489017" y="156273"/>
                </a:lnTo>
                <a:lnTo>
                  <a:pt x="1489878" y="156636"/>
                </a:lnTo>
                <a:lnTo>
                  <a:pt x="1490752" y="156981"/>
                </a:lnTo>
                <a:lnTo>
                  <a:pt x="1491638" y="157309"/>
                </a:lnTo>
                <a:lnTo>
                  <a:pt x="1492537" y="157619"/>
                </a:lnTo>
                <a:lnTo>
                  <a:pt x="1493449" y="157911"/>
                </a:lnTo>
                <a:lnTo>
                  <a:pt x="1494374" y="158185"/>
                </a:lnTo>
                <a:lnTo>
                  <a:pt x="1495311" y="158442"/>
                </a:lnTo>
                <a:lnTo>
                  <a:pt x="1496262" y="158681"/>
                </a:lnTo>
                <a:lnTo>
                  <a:pt x="1497225" y="158903"/>
                </a:lnTo>
                <a:lnTo>
                  <a:pt x="1498200" y="159106"/>
                </a:lnTo>
                <a:lnTo>
                  <a:pt x="1499189" y="159292"/>
                </a:lnTo>
                <a:lnTo>
                  <a:pt x="1500190" y="159460"/>
                </a:lnTo>
                <a:lnTo>
                  <a:pt x="1501204" y="159611"/>
                </a:lnTo>
                <a:lnTo>
                  <a:pt x="1502231" y="159744"/>
                </a:lnTo>
                <a:lnTo>
                  <a:pt x="1503270" y="159859"/>
                </a:lnTo>
                <a:lnTo>
                  <a:pt x="1504323" y="159956"/>
                </a:lnTo>
                <a:lnTo>
                  <a:pt x="1505388" y="160036"/>
                </a:lnTo>
                <a:lnTo>
                  <a:pt x="1506466" y="160098"/>
                </a:lnTo>
                <a:lnTo>
                  <a:pt x="1507556" y="160142"/>
                </a:lnTo>
                <a:lnTo>
                  <a:pt x="1508659" y="160169"/>
                </a:lnTo>
                <a:lnTo>
                  <a:pt x="1509775" y="160178"/>
                </a:lnTo>
                <a:lnTo>
                  <a:pt x="1510891" y="160169"/>
                </a:lnTo>
                <a:lnTo>
                  <a:pt x="1511994" y="160142"/>
                </a:lnTo>
                <a:lnTo>
                  <a:pt x="1513085" y="160098"/>
                </a:lnTo>
                <a:lnTo>
                  <a:pt x="1514162" y="160036"/>
                </a:lnTo>
                <a:lnTo>
                  <a:pt x="1515227" y="159956"/>
                </a:lnTo>
                <a:close/>
                <a:moveTo>
                  <a:pt x="1505061" y="143561"/>
                </a:moveTo>
                <a:lnTo>
                  <a:pt x="1504170" y="143432"/>
                </a:lnTo>
                <a:lnTo>
                  <a:pt x="1503297" y="143281"/>
                </a:lnTo>
                <a:lnTo>
                  <a:pt x="1502441" y="143105"/>
                </a:lnTo>
                <a:lnTo>
                  <a:pt x="1501602" y="142907"/>
                </a:lnTo>
                <a:lnTo>
                  <a:pt x="1500781" y="142685"/>
                </a:lnTo>
                <a:lnTo>
                  <a:pt x="1499977" y="142439"/>
                </a:lnTo>
                <a:lnTo>
                  <a:pt x="1499190" y="142170"/>
                </a:lnTo>
                <a:lnTo>
                  <a:pt x="1498421" y="141878"/>
                </a:lnTo>
                <a:lnTo>
                  <a:pt x="1497669" y="141563"/>
                </a:lnTo>
                <a:lnTo>
                  <a:pt x="1496934" y="141224"/>
                </a:lnTo>
                <a:lnTo>
                  <a:pt x="1496217" y="140861"/>
                </a:lnTo>
                <a:lnTo>
                  <a:pt x="1495517" y="140476"/>
                </a:lnTo>
                <a:lnTo>
                  <a:pt x="1494834" y="140067"/>
                </a:lnTo>
                <a:lnTo>
                  <a:pt x="1494169" y="139634"/>
                </a:lnTo>
                <a:lnTo>
                  <a:pt x="1493521" y="139179"/>
                </a:lnTo>
                <a:lnTo>
                  <a:pt x="1492891" y="138699"/>
                </a:lnTo>
                <a:lnTo>
                  <a:pt x="1492278" y="138197"/>
                </a:lnTo>
                <a:lnTo>
                  <a:pt x="1491682" y="137671"/>
                </a:lnTo>
                <a:lnTo>
                  <a:pt x="1491103" y="137122"/>
                </a:lnTo>
                <a:lnTo>
                  <a:pt x="1490546" y="136549"/>
                </a:lnTo>
                <a:lnTo>
                  <a:pt x="1490012" y="135955"/>
                </a:lnTo>
                <a:lnTo>
                  <a:pt x="1489502" y="135339"/>
                </a:lnTo>
                <a:lnTo>
                  <a:pt x="1489015" y="134701"/>
                </a:lnTo>
                <a:lnTo>
                  <a:pt x="1488552" y="134041"/>
                </a:lnTo>
                <a:lnTo>
                  <a:pt x="1488113" y="133359"/>
                </a:lnTo>
                <a:lnTo>
                  <a:pt x="1487698" y="132655"/>
                </a:lnTo>
                <a:lnTo>
                  <a:pt x="1487307" y="131929"/>
                </a:lnTo>
                <a:lnTo>
                  <a:pt x="1486939" y="131181"/>
                </a:lnTo>
                <a:lnTo>
                  <a:pt x="1486595" y="130412"/>
                </a:lnTo>
                <a:lnTo>
                  <a:pt x="1486274" y="129620"/>
                </a:lnTo>
                <a:lnTo>
                  <a:pt x="1485978" y="128806"/>
                </a:lnTo>
                <a:lnTo>
                  <a:pt x="1485705" y="127970"/>
                </a:lnTo>
                <a:lnTo>
                  <a:pt x="1485456" y="127113"/>
                </a:lnTo>
                <a:lnTo>
                  <a:pt x="1485230" y="126233"/>
                </a:lnTo>
                <a:lnTo>
                  <a:pt x="1485028" y="125332"/>
                </a:lnTo>
                <a:lnTo>
                  <a:pt x="1484850" y="124408"/>
                </a:lnTo>
                <a:lnTo>
                  <a:pt x="1484696" y="123463"/>
                </a:lnTo>
                <a:lnTo>
                  <a:pt x="1484566" y="122495"/>
                </a:lnTo>
                <a:lnTo>
                  <a:pt x="1484459" y="121506"/>
                </a:lnTo>
                <a:lnTo>
                  <a:pt x="1484376" y="120494"/>
                </a:lnTo>
                <a:lnTo>
                  <a:pt x="1484317" y="119461"/>
                </a:lnTo>
                <a:lnTo>
                  <a:pt x="1484281" y="118406"/>
                </a:lnTo>
                <a:lnTo>
                  <a:pt x="1484269" y="117329"/>
                </a:lnTo>
                <a:lnTo>
                  <a:pt x="1484269" y="87535"/>
                </a:lnTo>
                <a:lnTo>
                  <a:pt x="1484281" y="86458"/>
                </a:lnTo>
                <a:lnTo>
                  <a:pt x="1484317" y="85402"/>
                </a:lnTo>
                <a:lnTo>
                  <a:pt x="1484376" y="84369"/>
                </a:lnTo>
                <a:lnTo>
                  <a:pt x="1484459" y="83358"/>
                </a:lnTo>
                <a:lnTo>
                  <a:pt x="1484566" y="82369"/>
                </a:lnTo>
                <a:lnTo>
                  <a:pt x="1484696" y="81401"/>
                </a:lnTo>
                <a:lnTo>
                  <a:pt x="1484850" y="80456"/>
                </a:lnTo>
                <a:lnTo>
                  <a:pt x="1485028" y="79532"/>
                </a:lnTo>
                <a:lnTo>
                  <a:pt x="1485230" y="78631"/>
                </a:lnTo>
                <a:lnTo>
                  <a:pt x="1485456" y="77751"/>
                </a:lnTo>
                <a:lnTo>
                  <a:pt x="1485705" y="76894"/>
                </a:lnTo>
                <a:lnTo>
                  <a:pt x="1485978" y="76058"/>
                </a:lnTo>
                <a:lnTo>
                  <a:pt x="1486274" y="75245"/>
                </a:lnTo>
                <a:lnTo>
                  <a:pt x="1486595" y="74453"/>
                </a:lnTo>
                <a:lnTo>
                  <a:pt x="1486939" y="73683"/>
                </a:lnTo>
                <a:lnTo>
                  <a:pt x="1487307" y="72936"/>
                </a:lnTo>
                <a:lnTo>
                  <a:pt x="1487698" y="72210"/>
                </a:lnTo>
                <a:lnTo>
                  <a:pt x="1488113" y="71506"/>
                </a:lnTo>
                <a:lnTo>
                  <a:pt x="1488552" y="70824"/>
                </a:lnTo>
                <a:lnTo>
                  <a:pt x="1489015" y="70165"/>
                </a:lnTo>
                <a:lnTo>
                  <a:pt x="1489502" y="69527"/>
                </a:lnTo>
                <a:lnTo>
                  <a:pt x="1490012" y="68911"/>
                </a:lnTo>
                <a:lnTo>
                  <a:pt x="1490546" y="68317"/>
                </a:lnTo>
                <a:lnTo>
                  <a:pt x="1491103" y="67745"/>
                </a:lnTo>
                <a:lnTo>
                  <a:pt x="1491682" y="67196"/>
                </a:lnTo>
                <a:lnTo>
                  <a:pt x="1492278" y="66669"/>
                </a:lnTo>
                <a:lnTo>
                  <a:pt x="1492891" y="66167"/>
                </a:lnTo>
                <a:lnTo>
                  <a:pt x="1493521" y="65687"/>
                </a:lnTo>
                <a:lnTo>
                  <a:pt x="1494169" y="65231"/>
                </a:lnTo>
                <a:lnTo>
                  <a:pt x="1494834" y="64799"/>
                </a:lnTo>
                <a:lnTo>
                  <a:pt x="1495517" y="64389"/>
                </a:lnTo>
                <a:lnTo>
                  <a:pt x="1496217" y="64004"/>
                </a:lnTo>
                <a:lnTo>
                  <a:pt x="1496934" y="63641"/>
                </a:lnTo>
                <a:lnTo>
                  <a:pt x="1497669" y="63302"/>
                </a:lnTo>
                <a:lnTo>
                  <a:pt x="1498421" y="62986"/>
                </a:lnTo>
                <a:lnTo>
                  <a:pt x="1499190" y="62694"/>
                </a:lnTo>
                <a:lnTo>
                  <a:pt x="1499977" y="62425"/>
                </a:lnTo>
                <a:lnTo>
                  <a:pt x="1500781" y="62180"/>
                </a:lnTo>
                <a:lnTo>
                  <a:pt x="1501602" y="61957"/>
                </a:lnTo>
                <a:lnTo>
                  <a:pt x="1502441" y="61759"/>
                </a:lnTo>
                <a:lnTo>
                  <a:pt x="1503297" y="61583"/>
                </a:lnTo>
                <a:lnTo>
                  <a:pt x="1504170" y="61431"/>
                </a:lnTo>
                <a:lnTo>
                  <a:pt x="1505061" y="61303"/>
                </a:lnTo>
                <a:lnTo>
                  <a:pt x="1505969" y="61197"/>
                </a:lnTo>
                <a:lnTo>
                  <a:pt x="1506895" y="61116"/>
                </a:lnTo>
                <a:lnTo>
                  <a:pt x="1507838" y="61057"/>
                </a:lnTo>
                <a:lnTo>
                  <a:pt x="1508798" y="61022"/>
                </a:lnTo>
                <a:lnTo>
                  <a:pt x="1509775" y="61010"/>
                </a:lnTo>
                <a:lnTo>
                  <a:pt x="1510769" y="61022"/>
                </a:lnTo>
                <a:lnTo>
                  <a:pt x="1511745" y="61057"/>
                </a:lnTo>
                <a:lnTo>
                  <a:pt x="1512702" y="61116"/>
                </a:lnTo>
                <a:lnTo>
                  <a:pt x="1513641" y="61197"/>
                </a:lnTo>
                <a:lnTo>
                  <a:pt x="1514561" y="61303"/>
                </a:lnTo>
                <a:lnTo>
                  <a:pt x="1515463" y="61431"/>
                </a:lnTo>
                <a:lnTo>
                  <a:pt x="1516346" y="61583"/>
                </a:lnTo>
                <a:lnTo>
                  <a:pt x="1517211" y="61759"/>
                </a:lnTo>
                <a:lnTo>
                  <a:pt x="1518058" y="61957"/>
                </a:lnTo>
                <a:lnTo>
                  <a:pt x="1518886" y="62180"/>
                </a:lnTo>
                <a:lnTo>
                  <a:pt x="1519696" y="62425"/>
                </a:lnTo>
                <a:lnTo>
                  <a:pt x="1520487" y="62694"/>
                </a:lnTo>
                <a:lnTo>
                  <a:pt x="1521260" y="62986"/>
                </a:lnTo>
                <a:lnTo>
                  <a:pt x="1522014" y="63302"/>
                </a:lnTo>
                <a:lnTo>
                  <a:pt x="1522751" y="63641"/>
                </a:lnTo>
                <a:lnTo>
                  <a:pt x="1523468" y="64004"/>
                </a:lnTo>
                <a:lnTo>
                  <a:pt x="1524168" y="64389"/>
                </a:lnTo>
                <a:lnTo>
                  <a:pt x="1524848" y="64799"/>
                </a:lnTo>
                <a:lnTo>
                  <a:pt x="1525511" y="65231"/>
                </a:lnTo>
                <a:lnTo>
                  <a:pt x="1526155" y="65687"/>
                </a:lnTo>
                <a:lnTo>
                  <a:pt x="1526781" y="66167"/>
                </a:lnTo>
                <a:lnTo>
                  <a:pt x="1527388" y="66669"/>
                </a:lnTo>
                <a:lnTo>
                  <a:pt x="1527977" y="67196"/>
                </a:lnTo>
                <a:lnTo>
                  <a:pt x="1528547" y="67745"/>
                </a:lnTo>
                <a:lnTo>
                  <a:pt x="1529097" y="68317"/>
                </a:lnTo>
                <a:lnTo>
                  <a:pt x="1529623" y="68911"/>
                </a:lnTo>
                <a:lnTo>
                  <a:pt x="1530126" y="69527"/>
                </a:lnTo>
                <a:lnTo>
                  <a:pt x="1530605" y="70165"/>
                </a:lnTo>
                <a:lnTo>
                  <a:pt x="1531061" y="70824"/>
                </a:lnTo>
                <a:lnTo>
                  <a:pt x="1531494" y="71506"/>
                </a:lnTo>
                <a:lnTo>
                  <a:pt x="1531903" y="72210"/>
                </a:lnTo>
                <a:lnTo>
                  <a:pt x="1532289" y="72936"/>
                </a:lnTo>
                <a:lnTo>
                  <a:pt x="1532651" y="73683"/>
                </a:lnTo>
                <a:lnTo>
                  <a:pt x="1532990" y="74453"/>
                </a:lnTo>
                <a:lnTo>
                  <a:pt x="1533306" y="75245"/>
                </a:lnTo>
                <a:lnTo>
                  <a:pt x="1533598" y="76058"/>
                </a:lnTo>
                <a:lnTo>
                  <a:pt x="1533867" y="76894"/>
                </a:lnTo>
                <a:lnTo>
                  <a:pt x="1534113" y="77751"/>
                </a:lnTo>
                <a:lnTo>
                  <a:pt x="1534335" y="78631"/>
                </a:lnTo>
                <a:lnTo>
                  <a:pt x="1534534" y="79532"/>
                </a:lnTo>
                <a:lnTo>
                  <a:pt x="1534709" y="80456"/>
                </a:lnTo>
                <a:lnTo>
                  <a:pt x="1534861" y="81401"/>
                </a:lnTo>
                <a:lnTo>
                  <a:pt x="1534990" y="82369"/>
                </a:lnTo>
                <a:lnTo>
                  <a:pt x="1535095" y="83358"/>
                </a:lnTo>
                <a:lnTo>
                  <a:pt x="1535177" y="84369"/>
                </a:lnTo>
                <a:lnTo>
                  <a:pt x="1535235" y="85402"/>
                </a:lnTo>
                <a:lnTo>
                  <a:pt x="1535270" y="86458"/>
                </a:lnTo>
                <a:lnTo>
                  <a:pt x="1535282" y="87535"/>
                </a:lnTo>
                <a:lnTo>
                  <a:pt x="1535282" y="117329"/>
                </a:lnTo>
                <a:lnTo>
                  <a:pt x="1535270" y="118406"/>
                </a:lnTo>
                <a:lnTo>
                  <a:pt x="1535235" y="119461"/>
                </a:lnTo>
                <a:lnTo>
                  <a:pt x="1535177" y="120494"/>
                </a:lnTo>
                <a:lnTo>
                  <a:pt x="1535095" y="121506"/>
                </a:lnTo>
                <a:lnTo>
                  <a:pt x="1534990" y="122495"/>
                </a:lnTo>
                <a:lnTo>
                  <a:pt x="1534861" y="123463"/>
                </a:lnTo>
                <a:lnTo>
                  <a:pt x="1534709" y="124408"/>
                </a:lnTo>
                <a:lnTo>
                  <a:pt x="1534534" y="125332"/>
                </a:lnTo>
                <a:lnTo>
                  <a:pt x="1534335" y="126233"/>
                </a:lnTo>
                <a:lnTo>
                  <a:pt x="1534113" y="127113"/>
                </a:lnTo>
                <a:lnTo>
                  <a:pt x="1533867" y="127970"/>
                </a:lnTo>
                <a:lnTo>
                  <a:pt x="1533598" y="128806"/>
                </a:lnTo>
                <a:lnTo>
                  <a:pt x="1533306" y="129620"/>
                </a:lnTo>
                <a:lnTo>
                  <a:pt x="1532990" y="130412"/>
                </a:lnTo>
                <a:lnTo>
                  <a:pt x="1532651" y="131181"/>
                </a:lnTo>
                <a:lnTo>
                  <a:pt x="1532289" y="131929"/>
                </a:lnTo>
                <a:lnTo>
                  <a:pt x="1531903" y="132655"/>
                </a:lnTo>
                <a:lnTo>
                  <a:pt x="1531494" y="133359"/>
                </a:lnTo>
                <a:lnTo>
                  <a:pt x="1531061" y="134041"/>
                </a:lnTo>
                <a:lnTo>
                  <a:pt x="1530605" y="134701"/>
                </a:lnTo>
                <a:lnTo>
                  <a:pt x="1530126" y="135339"/>
                </a:lnTo>
                <a:lnTo>
                  <a:pt x="1529623" y="135955"/>
                </a:lnTo>
                <a:lnTo>
                  <a:pt x="1529097" y="136549"/>
                </a:lnTo>
                <a:lnTo>
                  <a:pt x="1528547" y="137122"/>
                </a:lnTo>
                <a:lnTo>
                  <a:pt x="1527977" y="137671"/>
                </a:lnTo>
                <a:lnTo>
                  <a:pt x="1527388" y="138197"/>
                </a:lnTo>
                <a:lnTo>
                  <a:pt x="1526781" y="138699"/>
                </a:lnTo>
                <a:lnTo>
                  <a:pt x="1526155" y="139179"/>
                </a:lnTo>
                <a:lnTo>
                  <a:pt x="1525511" y="139634"/>
                </a:lnTo>
                <a:lnTo>
                  <a:pt x="1524848" y="140067"/>
                </a:lnTo>
                <a:lnTo>
                  <a:pt x="1524168" y="140476"/>
                </a:lnTo>
                <a:lnTo>
                  <a:pt x="1523468" y="140861"/>
                </a:lnTo>
                <a:lnTo>
                  <a:pt x="1522751" y="141224"/>
                </a:lnTo>
                <a:lnTo>
                  <a:pt x="1522014" y="141563"/>
                </a:lnTo>
                <a:lnTo>
                  <a:pt x="1521260" y="141878"/>
                </a:lnTo>
                <a:lnTo>
                  <a:pt x="1520487" y="142170"/>
                </a:lnTo>
                <a:lnTo>
                  <a:pt x="1519696" y="142439"/>
                </a:lnTo>
                <a:lnTo>
                  <a:pt x="1518886" y="142685"/>
                </a:lnTo>
                <a:lnTo>
                  <a:pt x="1518058" y="142907"/>
                </a:lnTo>
                <a:lnTo>
                  <a:pt x="1517211" y="143105"/>
                </a:lnTo>
                <a:lnTo>
                  <a:pt x="1516346" y="143281"/>
                </a:lnTo>
                <a:lnTo>
                  <a:pt x="1515463" y="143432"/>
                </a:lnTo>
                <a:lnTo>
                  <a:pt x="1514561" y="143561"/>
                </a:lnTo>
                <a:lnTo>
                  <a:pt x="1513641" y="143666"/>
                </a:lnTo>
                <a:lnTo>
                  <a:pt x="1512702" y="143748"/>
                </a:lnTo>
                <a:lnTo>
                  <a:pt x="1511745" y="143806"/>
                </a:lnTo>
                <a:lnTo>
                  <a:pt x="1510769" y="143842"/>
                </a:lnTo>
                <a:lnTo>
                  <a:pt x="1509775" y="143853"/>
                </a:lnTo>
                <a:lnTo>
                  <a:pt x="1508798" y="143842"/>
                </a:lnTo>
                <a:lnTo>
                  <a:pt x="1507838" y="143806"/>
                </a:lnTo>
                <a:lnTo>
                  <a:pt x="1506895" y="143748"/>
                </a:lnTo>
                <a:lnTo>
                  <a:pt x="1505969" y="143666"/>
                </a:lnTo>
                <a:lnTo>
                  <a:pt x="1505061" y="143561"/>
                </a:lnTo>
                <a:close/>
              </a:path>
            </a:pathLst>
          </a:custGeom>
          <a:solidFill xmlns:a="http://schemas.openxmlformats.org/drawingml/2006/main">
            <a:srgbClr val="B3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B6F758-F404-451B-B070-3BEF4EA4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8" y="623785"/>
            <a:ext cx="1381543" cy="483189"/>
          </a:xfrm>
          <a:custGeom xmlns:a="http://schemas.openxmlformats.org/drawingml/2006/main">
            <a:pathLst>
              <a:path w="1381543" h="483189">
                <a:moveTo>
                  <a:pt x="72507" y="0"/>
                </a:moveTo>
                <a:lnTo>
                  <a:pt x="1309036" y="0"/>
                </a:lnTo>
                <a:cubicBezTo>
                  <a:pt x="1318657" y="0"/>
                  <a:pt x="1328278" y="1924"/>
                  <a:pt x="1336631" y="5772"/>
                </a:cubicBezTo>
                <a:cubicBezTo>
                  <a:pt x="1345595" y="9621"/>
                  <a:pt x="1353315" y="14759"/>
                  <a:pt x="1360355" y="21166"/>
                </a:cubicBezTo>
                <a:cubicBezTo>
                  <a:pt x="1367418" y="28228"/>
                  <a:pt x="1372556" y="35925"/>
                  <a:pt x="1375771" y="44912"/>
                </a:cubicBezTo>
                <a:cubicBezTo>
                  <a:pt x="1379619" y="53899"/>
                  <a:pt x="1381543" y="62886"/>
                  <a:pt x="1381543" y="72507"/>
                </a:cubicBezTo>
                <a:lnTo>
                  <a:pt x="1381543" y="410683"/>
                </a:lnTo>
                <a:cubicBezTo>
                  <a:pt x="1381543" y="420303"/>
                  <a:pt x="1379619" y="429290"/>
                  <a:pt x="1375771" y="438277"/>
                </a:cubicBezTo>
                <a:cubicBezTo>
                  <a:pt x="1372556" y="447241"/>
                  <a:pt x="1367418" y="454961"/>
                  <a:pt x="1360355" y="462001"/>
                </a:cubicBezTo>
                <a:cubicBezTo>
                  <a:pt x="1353315" y="468430"/>
                  <a:pt x="1345595" y="474202"/>
                  <a:pt x="1336631" y="477417"/>
                </a:cubicBezTo>
                <a:cubicBezTo>
                  <a:pt x="1328278" y="481265"/>
                  <a:pt x="1318657" y="483189"/>
                  <a:pt x="1309036" y="483189"/>
                </a:cubicBezTo>
                <a:lnTo>
                  <a:pt x="72507" y="483189"/>
                </a:lnTo>
                <a:cubicBezTo>
                  <a:pt x="62886" y="483189"/>
                  <a:pt x="53899" y="481265"/>
                  <a:pt x="44912" y="477417"/>
                </a:cubicBezTo>
                <a:cubicBezTo>
                  <a:pt x="35925" y="474202"/>
                  <a:pt x="28228" y="468430"/>
                  <a:pt x="21166" y="462001"/>
                </a:cubicBezTo>
                <a:cubicBezTo>
                  <a:pt x="14759" y="454961"/>
                  <a:pt x="8987" y="447241"/>
                  <a:pt x="5772" y="438277"/>
                </a:cubicBezTo>
                <a:cubicBezTo>
                  <a:pt x="1924" y="429290"/>
                  <a:pt x="0" y="420303"/>
                  <a:pt x="0" y="410683"/>
                </a:cubicBezTo>
                <a:lnTo>
                  <a:pt x="0" y="72507"/>
                </a:lnTo>
                <a:cubicBezTo>
                  <a:pt x="0" y="62886"/>
                  <a:pt x="1924" y="53899"/>
                  <a:pt x="5772" y="44912"/>
                </a:cubicBezTo>
                <a:cubicBezTo>
                  <a:pt x="8987" y="35925"/>
                  <a:pt x="14759" y="28228"/>
                  <a:pt x="21166" y="21166"/>
                </a:cubicBezTo>
                <a:cubicBezTo>
                  <a:pt x="28228" y="14759"/>
                  <a:pt x="35925" y="9621"/>
                  <a:pt x="44912" y="5772"/>
                </a:cubicBezTo>
                <a:cubicBezTo>
                  <a:pt x="53899" y="1924"/>
                  <a:pt x="62886" y="0"/>
                  <a:pt x="72507" y="0"/>
                </a:cubicBezTo>
                <a:close/>
              </a:path>
            </a:pathLst>
          </a:custGeom>
          <a:solidFill xmlns:a="http://schemas.openxmlformats.org/drawingml/2006/main">
            <a:srgbClr val="FFB5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B60D3-75C1-41AD-A32C-F8995058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8" y="623785"/>
            <a:ext cx="1381543" cy="483189"/>
          </a:xfrm>
          <a:custGeom xmlns:a="http://schemas.openxmlformats.org/drawingml/2006/main">
            <a:pathLst>
              <a:path w="1381543" h="483189" fill="none">
                <a:moveTo>
                  <a:pt x="72507" y="0"/>
                </a:moveTo>
                <a:lnTo>
                  <a:pt x="1309036" y="0"/>
                </a:lnTo>
                <a:cubicBezTo>
                  <a:pt x="1318657" y="0"/>
                  <a:pt x="1328278" y="1924"/>
                  <a:pt x="1336631" y="5772"/>
                </a:cubicBezTo>
                <a:cubicBezTo>
                  <a:pt x="1345595" y="9621"/>
                  <a:pt x="1353315" y="14759"/>
                  <a:pt x="1360355" y="21166"/>
                </a:cubicBezTo>
                <a:cubicBezTo>
                  <a:pt x="1367418" y="28228"/>
                  <a:pt x="1372556" y="35925"/>
                  <a:pt x="1375771" y="44912"/>
                </a:cubicBezTo>
                <a:cubicBezTo>
                  <a:pt x="1379619" y="53899"/>
                  <a:pt x="1381543" y="62886"/>
                  <a:pt x="1381543" y="72507"/>
                </a:cubicBezTo>
                <a:lnTo>
                  <a:pt x="1381543" y="410683"/>
                </a:lnTo>
                <a:cubicBezTo>
                  <a:pt x="1381543" y="420303"/>
                  <a:pt x="1379619" y="429290"/>
                  <a:pt x="1375771" y="438277"/>
                </a:cubicBezTo>
                <a:cubicBezTo>
                  <a:pt x="1372556" y="447241"/>
                  <a:pt x="1367418" y="454961"/>
                  <a:pt x="1360355" y="462001"/>
                </a:cubicBezTo>
                <a:cubicBezTo>
                  <a:pt x="1353315" y="468430"/>
                  <a:pt x="1345595" y="474202"/>
                  <a:pt x="1336631" y="477417"/>
                </a:cubicBezTo>
                <a:cubicBezTo>
                  <a:pt x="1328278" y="481265"/>
                  <a:pt x="1318657" y="483189"/>
                  <a:pt x="1309036" y="483189"/>
                </a:cubicBezTo>
                <a:lnTo>
                  <a:pt x="72507" y="483189"/>
                </a:lnTo>
                <a:cubicBezTo>
                  <a:pt x="62886" y="483189"/>
                  <a:pt x="53899" y="481265"/>
                  <a:pt x="44912" y="477417"/>
                </a:cubicBezTo>
                <a:cubicBezTo>
                  <a:pt x="35925" y="474202"/>
                  <a:pt x="28228" y="468430"/>
                  <a:pt x="21166" y="462001"/>
                </a:cubicBezTo>
                <a:cubicBezTo>
                  <a:pt x="14759" y="454961"/>
                  <a:pt x="8987" y="447241"/>
                  <a:pt x="5772" y="438277"/>
                </a:cubicBezTo>
                <a:cubicBezTo>
                  <a:pt x="1924" y="429290"/>
                  <a:pt x="0" y="420303"/>
                  <a:pt x="0" y="410683"/>
                </a:cubicBezTo>
                <a:lnTo>
                  <a:pt x="0" y="72507"/>
                </a:lnTo>
                <a:cubicBezTo>
                  <a:pt x="0" y="62886"/>
                  <a:pt x="1924" y="53899"/>
                  <a:pt x="5772" y="44912"/>
                </a:cubicBezTo>
                <a:cubicBezTo>
                  <a:pt x="8987" y="35925"/>
                  <a:pt x="14759" y="28228"/>
                  <a:pt x="21166" y="21166"/>
                </a:cubicBezTo>
                <a:cubicBezTo>
                  <a:pt x="28228" y="14759"/>
                  <a:pt x="35925" y="9621"/>
                  <a:pt x="44912" y="5772"/>
                </a:cubicBezTo>
                <a:cubicBezTo>
                  <a:pt x="53899" y="1924"/>
                  <a:pt x="62886" y="0"/>
                  <a:pt x="7250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000000"/>
            </a:solidFill>
            <a:miter/>
          </a:ln>
        </p:spPr>
      </p:sp>
      <p:sp>
        <p:nvSpPr>
          <p:cNvPr id="24" name="Text Leak">
            <a:extLst xmlns:a="http://schemas.openxmlformats.org/drawingml/2006/main">
              <a:ext uri="{FF2B5EF4-FFF2-40B4-BE49-F238E27FC236}">
                <a16:creationId xmlns:a16="http://schemas.microsoft.com/office/drawing/2014/main" id="{BA1595E4-B70A-448D-B300-4427110A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515" y="1882483"/>
            <a:ext cx="385333" cy="125835"/>
          </a:xfrm>
          <a:custGeom xmlns:a="http://schemas.openxmlformats.org/drawingml/2006/main">
            <a:pathLst>
              <a:path w="385333" h="125835">
                <a:moveTo>
                  <a:pt x="71421" y="110192"/>
                </a:moveTo>
                <a:lnTo>
                  <a:pt x="15304" y="110192"/>
                </a:lnTo>
                <a:lnTo>
                  <a:pt x="15304" y="0"/>
                </a:lnTo>
                <a:lnTo>
                  <a:pt x="0" y="0"/>
                </a:lnTo>
                <a:lnTo>
                  <a:pt x="0" y="124136"/>
                </a:lnTo>
                <a:lnTo>
                  <a:pt x="71421" y="124136"/>
                </a:lnTo>
                <a:lnTo>
                  <a:pt x="71421" y="110192"/>
                </a:lnTo>
                <a:close/>
                <a:moveTo>
                  <a:pt x="340270" y="82474"/>
                </a:moveTo>
                <a:lnTo>
                  <a:pt x="367476" y="124136"/>
                </a:lnTo>
                <a:lnTo>
                  <a:pt x="385333" y="124136"/>
                </a:lnTo>
                <a:lnTo>
                  <a:pt x="353363" y="75162"/>
                </a:lnTo>
                <a:lnTo>
                  <a:pt x="384822" y="30608"/>
                </a:lnTo>
                <a:lnTo>
                  <a:pt x="367308" y="30608"/>
                </a:lnTo>
                <a:lnTo>
                  <a:pt x="340099" y="69210"/>
                </a:lnTo>
                <a:lnTo>
                  <a:pt x="322073" y="69210"/>
                </a:lnTo>
                <a:lnTo>
                  <a:pt x="322073" y="0"/>
                </a:lnTo>
                <a:lnTo>
                  <a:pt x="306769" y="0"/>
                </a:lnTo>
                <a:lnTo>
                  <a:pt x="306769" y="124136"/>
                </a:lnTo>
                <a:lnTo>
                  <a:pt x="322073" y="124136"/>
                </a:lnTo>
                <a:lnTo>
                  <a:pt x="322073" y="82474"/>
                </a:lnTo>
                <a:lnTo>
                  <a:pt x="340270" y="82474"/>
                </a:lnTo>
                <a:close/>
                <a:moveTo>
                  <a:pt x="137281" y="125788"/>
                </a:moveTo>
                <a:lnTo>
                  <a:pt x="138472" y="125728"/>
                </a:lnTo>
                <a:lnTo>
                  <a:pt x="139646" y="125644"/>
                </a:lnTo>
                <a:lnTo>
                  <a:pt x="140803" y="125536"/>
                </a:lnTo>
                <a:lnTo>
                  <a:pt x="141943" y="125405"/>
                </a:lnTo>
                <a:lnTo>
                  <a:pt x="143066" y="125250"/>
                </a:lnTo>
                <a:lnTo>
                  <a:pt x="144173" y="125070"/>
                </a:lnTo>
                <a:lnTo>
                  <a:pt x="145262" y="124867"/>
                </a:lnTo>
                <a:lnTo>
                  <a:pt x="146335" y="124640"/>
                </a:lnTo>
                <a:lnTo>
                  <a:pt x="147392" y="124389"/>
                </a:lnTo>
                <a:lnTo>
                  <a:pt x="148431" y="124114"/>
                </a:lnTo>
                <a:lnTo>
                  <a:pt x="149453" y="123815"/>
                </a:lnTo>
                <a:lnTo>
                  <a:pt x="150459" y="123492"/>
                </a:lnTo>
                <a:lnTo>
                  <a:pt x="151448" y="123145"/>
                </a:lnTo>
                <a:lnTo>
                  <a:pt x="152420" y="122775"/>
                </a:lnTo>
                <a:lnTo>
                  <a:pt x="153375" y="122380"/>
                </a:lnTo>
                <a:lnTo>
                  <a:pt x="154313" y="121962"/>
                </a:lnTo>
                <a:lnTo>
                  <a:pt x="155235" y="121519"/>
                </a:lnTo>
                <a:lnTo>
                  <a:pt x="156140" y="121053"/>
                </a:lnTo>
                <a:lnTo>
                  <a:pt x="157027" y="120563"/>
                </a:lnTo>
                <a:lnTo>
                  <a:pt x="157899" y="120049"/>
                </a:lnTo>
                <a:lnTo>
                  <a:pt x="158753" y="119511"/>
                </a:lnTo>
                <a:lnTo>
                  <a:pt x="159590" y="118949"/>
                </a:lnTo>
                <a:lnTo>
                  <a:pt x="160405" y="118367"/>
                </a:lnTo>
                <a:lnTo>
                  <a:pt x="161190" y="117767"/>
                </a:lnTo>
                <a:lnTo>
                  <a:pt x="161946" y="117152"/>
                </a:lnTo>
                <a:lnTo>
                  <a:pt x="162672" y="116519"/>
                </a:lnTo>
                <a:lnTo>
                  <a:pt x="163370" y="115869"/>
                </a:lnTo>
                <a:lnTo>
                  <a:pt x="164038" y="115203"/>
                </a:lnTo>
                <a:lnTo>
                  <a:pt x="164677" y="114519"/>
                </a:lnTo>
                <a:lnTo>
                  <a:pt x="165287" y="113819"/>
                </a:lnTo>
                <a:lnTo>
                  <a:pt x="165868" y="113102"/>
                </a:lnTo>
                <a:lnTo>
                  <a:pt x="166419" y="112369"/>
                </a:lnTo>
                <a:lnTo>
                  <a:pt x="166941" y="111618"/>
                </a:lnTo>
                <a:lnTo>
                  <a:pt x="167434" y="110851"/>
                </a:lnTo>
                <a:lnTo>
                  <a:pt x="167898" y="110066"/>
                </a:lnTo>
                <a:lnTo>
                  <a:pt x="168332" y="109265"/>
                </a:lnTo>
                <a:lnTo>
                  <a:pt x="168738" y="108447"/>
                </a:lnTo>
                <a:lnTo>
                  <a:pt x="169114" y="107613"/>
                </a:lnTo>
                <a:lnTo>
                  <a:pt x="169460" y="106761"/>
                </a:lnTo>
                <a:lnTo>
                  <a:pt x="169778" y="105893"/>
                </a:lnTo>
                <a:lnTo>
                  <a:pt x="170066" y="105007"/>
                </a:lnTo>
                <a:lnTo>
                  <a:pt x="170325" y="104105"/>
                </a:lnTo>
                <a:lnTo>
                  <a:pt x="170555" y="103187"/>
                </a:lnTo>
                <a:lnTo>
                  <a:pt x="170756" y="102251"/>
                </a:lnTo>
                <a:lnTo>
                  <a:pt x="170927" y="101298"/>
                </a:lnTo>
                <a:lnTo>
                  <a:pt x="171069" y="100329"/>
                </a:lnTo>
                <a:lnTo>
                  <a:pt x="155766" y="100329"/>
                </a:lnTo>
                <a:lnTo>
                  <a:pt x="155659" y="100848"/>
                </a:lnTo>
                <a:lnTo>
                  <a:pt x="155538" y="101356"/>
                </a:lnTo>
                <a:lnTo>
                  <a:pt x="155401" y="101853"/>
                </a:lnTo>
                <a:lnTo>
                  <a:pt x="155250" y="102339"/>
                </a:lnTo>
                <a:lnTo>
                  <a:pt x="155085" y="102814"/>
                </a:lnTo>
                <a:lnTo>
                  <a:pt x="154904" y="103278"/>
                </a:lnTo>
                <a:lnTo>
                  <a:pt x="154709" y="103732"/>
                </a:lnTo>
                <a:lnTo>
                  <a:pt x="154499" y="104174"/>
                </a:lnTo>
                <a:lnTo>
                  <a:pt x="154275" y="104606"/>
                </a:lnTo>
                <a:lnTo>
                  <a:pt x="154035" y="105026"/>
                </a:lnTo>
                <a:lnTo>
                  <a:pt x="153781" y="105436"/>
                </a:lnTo>
                <a:lnTo>
                  <a:pt x="153512" y="105835"/>
                </a:lnTo>
                <a:lnTo>
                  <a:pt x="153228" y="106223"/>
                </a:lnTo>
                <a:lnTo>
                  <a:pt x="152930" y="106600"/>
                </a:lnTo>
                <a:lnTo>
                  <a:pt x="152617" y="106966"/>
                </a:lnTo>
                <a:lnTo>
                  <a:pt x="152289" y="107321"/>
                </a:lnTo>
                <a:lnTo>
                  <a:pt x="151946" y="107665"/>
                </a:lnTo>
                <a:lnTo>
                  <a:pt x="151588" y="107998"/>
                </a:lnTo>
                <a:lnTo>
                  <a:pt x="151216" y="108321"/>
                </a:lnTo>
                <a:lnTo>
                  <a:pt x="150829" y="108632"/>
                </a:lnTo>
                <a:lnTo>
                  <a:pt x="150427" y="108933"/>
                </a:lnTo>
                <a:lnTo>
                  <a:pt x="150011" y="109222"/>
                </a:lnTo>
                <a:lnTo>
                  <a:pt x="149579" y="109501"/>
                </a:lnTo>
                <a:lnTo>
                  <a:pt x="149133" y="109769"/>
                </a:lnTo>
                <a:lnTo>
                  <a:pt x="148674" y="110025"/>
                </a:lnTo>
                <a:lnTo>
                  <a:pt x="148203" y="110271"/>
                </a:lnTo>
                <a:lnTo>
                  <a:pt x="147720" y="110506"/>
                </a:lnTo>
                <a:lnTo>
                  <a:pt x="147225" y="110730"/>
                </a:lnTo>
                <a:lnTo>
                  <a:pt x="146719" y="110942"/>
                </a:lnTo>
                <a:lnTo>
                  <a:pt x="146200" y="111144"/>
                </a:lnTo>
                <a:lnTo>
                  <a:pt x="145670" y="111336"/>
                </a:lnTo>
                <a:lnTo>
                  <a:pt x="145128" y="111516"/>
                </a:lnTo>
                <a:lnTo>
                  <a:pt x="144574" y="111685"/>
                </a:lnTo>
                <a:lnTo>
                  <a:pt x="144008" y="111843"/>
                </a:lnTo>
                <a:lnTo>
                  <a:pt x="143431" y="111991"/>
                </a:lnTo>
                <a:lnTo>
                  <a:pt x="142842" y="112127"/>
                </a:lnTo>
                <a:lnTo>
                  <a:pt x="142241" y="112253"/>
                </a:lnTo>
                <a:lnTo>
                  <a:pt x="141628" y="112367"/>
                </a:lnTo>
                <a:lnTo>
                  <a:pt x="141003" y="112471"/>
                </a:lnTo>
                <a:lnTo>
                  <a:pt x="140367" y="112564"/>
                </a:lnTo>
                <a:lnTo>
                  <a:pt x="139718" y="112646"/>
                </a:lnTo>
                <a:lnTo>
                  <a:pt x="139058" y="112717"/>
                </a:lnTo>
                <a:lnTo>
                  <a:pt x="138386" y="112777"/>
                </a:lnTo>
                <a:lnTo>
                  <a:pt x="137702" y="112826"/>
                </a:lnTo>
                <a:lnTo>
                  <a:pt x="137007" y="112864"/>
                </a:lnTo>
                <a:lnTo>
                  <a:pt x="136299" y="112892"/>
                </a:lnTo>
                <a:lnTo>
                  <a:pt x="135580" y="112908"/>
                </a:lnTo>
                <a:lnTo>
                  <a:pt x="134849" y="112913"/>
                </a:lnTo>
                <a:lnTo>
                  <a:pt x="133993" y="112903"/>
                </a:lnTo>
                <a:lnTo>
                  <a:pt x="133153" y="112873"/>
                </a:lnTo>
                <a:lnTo>
                  <a:pt x="132330" y="112822"/>
                </a:lnTo>
                <a:lnTo>
                  <a:pt x="131524" y="112750"/>
                </a:lnTo>
                <a:lnTo>
                  <a:pt x="130733" y="112659"/>
                </a:lnTo>
                <a:lnTo>
                  <a:pt x="129960" y="112547"/>
                </a:lnTo>
                <a:lnTo>
                  <a:pt x="129203" y="112414"/>
                </a:lnTo>
                <a:lnTo>
                  <a:pt x="128462" y="112262"/>
                </a:lnTo>
                <a:lnTo>
                  <a:pt x="127738" y="112088"/>
                </a:lnTo>
                <a:lnTo>
                  <a:pt x="127031" y="111895"/>
                </a:lnTo>
                <a:lnTo>
                  <a:pt x="126340" y="111681"/>
                </a:lnTo>
                <a:lnTo>
                  <a:pt x="125666" y="111447"/>
                </a:lnTo>
                <a:lnTo>
                  <a:pt x="125008" y="111192"/>
                </a:lnTo>
                <a:lnTo>
                  <a:pt x="124367" y="110917"/>
                </a:lnTo>
                <a:lnTo>
                  <a:pt x="123742" y="110622"/>
                </a:lnTo>
                <a:lnTo>
                  <a:pt x="123134" y="110306"/>
                </a:lnTo>
                <a:lnTo>
                  <a:pt x="122542" y="109970"/>
                </a:lnTo>
                <a:lnTo>
                  <a:pt x="121967" y="109613"/>
                </a:lnTo>
                <a:lnTo>
                  <a:pt x="121408" y="109237"/>
                </a:lnTo>
                <a:lnTo>
                  <a:pt x="120866" y="108839"/>
                </a:lnTo>
                <a:lnTo>
                  <a:pt x="120340" y="108422"/>
                </a:lnTo>
                <a:lnTo>
                  <a:pt x="119831" y="107984"/>
                </a:lnTo>
                <a:lnTo>
                  <a:pt x="119339" y="107525"/>
                </a:lnTo>
                <a:lnTo>
                  <a:pt x="118863" y="107047"/>
                </a:lnTo>
                <a:lnTo>
                  <a:pt x="118405" y="106549"/>
                </a:lnTo>
                <a:lnTo>
                  <a:pt x="117967" y="106033"/>
                </a:lnTo>
                <a:lnTo>
                  <a:pt x="117548" y="105499"/>
                </a:lnTo>
                <a:lnTo>
                  <a:pt x="117149" y="104947"/>
                </a:lnTo>
                <a:lnTo>
                  <a:pt x="116769" y="104377"/>
                </a:lnTo>
                <a:lnTo>
                  <a:pt x="116409" y="103789"/>
                </a:lnTo>
                <a:lnTo>
                  <a:pt x="116068" y="103183"/>
                </a:lnTo>
                <a:lnTo>
                  <a:pt x="115746" y="102559"/>
                </a:lnTo>
                <a:lnTo>
                  <a:pt x="115444" y="101917"/>
                </a:lnTo>
                <a:lnTo>
                  <a:pt x="115162" y="101257"/>
                </a:lnTo>
                <a:lnTo>
                  <a:pt x="114899" y="100579"/>
                </a:lnTo>
                <a:lnTo>
                  <a:pt x="114655" y="99883"/>
                </a:lnTo>
                <a:lnTo>
                  <a:pt x="114431" y="99169"/>
                </a:lnTo>
                <a:lnTo>
                  <a:pt x="114227" y="98437"/>
                </a:lnTo>
                <a:lnTo>
                  <a:pt x="114042" y="97687"/>
                </a:lnTo>
                <a:lnTo>
                  <a:pt x="113876" y="96919"/>
                </a:lnTo>
                <a:lnTo>
                  <a:pt x="113730" y="96133"/>
                </a:lnTo>
                <a:lnTo>
                  <a:pt x="113604" y="95329"/>
                </a:lnTo>
                <a:lnTo>
                  <a:pt x="113497" y="94507"/>
                </a:lnTo>
                <a:lnTo>
                  <a:pt x="113409" y="93667"/>
                </a:lnTo>
                <a:lnTo>
                  <a:pt x="113341" y="92809"/>
                </a:lnTo>
                <a:lnTo>
                  <a:pt x="113292" y="91933"/>
                </a:lnTo>
                <a:lnTo>
                  <a:pt x="113263" y="91038"/>
                </a:lnTo>
                <a:lnTo>
                  <a:pt x="113253" y="90126"/>
                </a:lnTo>
                <a:lnTo>
                  <a:pt x="113253" y="81112"/>
                </a:lnTo>
                <a:lnTo>
                  <a:pt x="171409" y="81112"/>
                </a:lnTo>
                <a:lnTo>
                  <a:pt x="171409" y="64617"/>
                </a:lnTo>
                <a:lnTo>
                  <a:pt x="171402" y="63715"/>
                </a:lnTo>
                <a:lnTo>
                  <a:pt x="171378" y="62824"/>
                </a:lnTo>
                <a:lnTo>
                  <a:pt x="171339" y="61942"/>
                </a:lnTo>
                <a:lnTo>
                  <a:pt x="171284" y="61070"/>
                </a:lnTo>
                <a:lnTo>
                  <a:pt x="171214" y="60208"/>
                </a:lnTo>
                <a:lnTo>
                  <a:pt x="171128" y="59357"/>
                </a:lnTo>
                <a:lnTo>
                  <a:pt x="171026" y="58515"/>
                </a:lnTo>
                <a:lnTo>
                  <a:pt x="170909" y="57683"/>
                </a:lnTo>
                <a:lnTo>
                  <a:pt x="170776" y="56862"/>
                </a:lnTo>
                <a:lnTo>
                  <a:pt x="170627" y="56050"/>
                </a:lnTo>
                <a:lnTo>
                  <a:pt x="170463" y="55249"/>
                </a:lnTo>
                <a:lnTo>
                  <a:pt x="170283" y="54457"/>
                </a:lnTo>
                <a:lnTo>
                  <a:pt x="170087" y="53676"/>
                </a:lnTo>
                <a:lnTo>
                  <a:pt x="169876" y="52905"/>
                </a:lnTo>
                <a:lnTo>
                  <a:pt x="169649" y="52143"/>
                </a:lnTo>
                <a:lnTo>
                  <a:pt x="169406" y="51392"/>
                </a:lnTo>
                <a:lnTo>
                  <a:pt x="169148" y="50651"/>
                </a:lnTo>
                <a:lnTo>
                  <a:pt x="168874" y="49920"/>
                </a:lnTo>
                <a:lnTo>
                  <a:pt x="168585" y="49198"/>
                </a:lnTo>
                <a:lnTo>
                  <a:pt x="168279" y="48487"/>
                </a:lnTo>
                <a:lnTo>
                  <a:pt x="167959" y="47786"/>
                </a:lnTo>
                <a:lnTo>
                  <a:pt x="167622" y="47095"/>
                </a:lnTo>
                <a:lnTo>
                  <a:pt x="167270" y="46414"/>
                </a:lnTo>
                <a:lnTo>
                  <a:pt x="166902" y="45743"/>
                </a:lnTo>
                <a:lnTo>
                  <a:pt x="166520" y="45083"/>
                </a:lnTo>
                <a:lnTo>
                  <a:pt x="166125" y="44436"/>
                </a:lnTo>
                <a:lnTo>
                  <a:pt x="165718" y="43801"/>
                </a:lnTo>
                <a:lnTo>
                  <a:pt x="165297" y="43178"/>
                </a:lnTo>
                <a:lnTo>
                  <a:pt x="164863" y="42568"/>
                </a:lnTo>
                <a:lnTo>
                  <a:pt x="164416" y="41970"/>
                </a:lnTo>
                <a:lnTo>
                  <a:pt x="163956" y="41385"/>
                </a:lnTo>
                <a:lnTo>
                  <a:pt x="163483" y="40812"/>
                </a:lnTo>
                <a:lnTo>
                  <a:pt x="162997" y="40251"/>
                </a:lnTo>
                <a:lnTo>
                  <a:pt x="162498" y="39703"/>
                </a:lnTo>
                <a:lnTo>
                  <a:pt x="161987" y="39167"/>
                </a:lnTo>
                <a:lnTo>
                  <a:pt x="161462" y="38644"/>
                </a:lnTo>
                <a:lnTo>
                  <a:pt x="160924" y="38133"/>
                </a:lnTo>
                <a:lnTo>
                  <a:pt x="160373" y="37634"/>
                </a:lnTo>
                <a:lnTo>
                  <a:pt x="159809" y="37148"/>
                </a:lnTo>
                <a:lnTo>
                  <a:pt x="159232" y="36674"/>
                </a:lnTo>
                <a:lnTo>
                  <a:pt x="158642" y="36213"/>
                </a:lnTo>
                <a:lnTo>
                  <a:pt x="158039" y="35764"/>
                </a:lnTo>
                <a:lnTo>
                  <a:pt x="157423" y="35327"/>
                </a:lnTo>
                <a:lnTo>
                  <a:pt x="156795" y="34903"/>
                </a:lnTo>
                <a:lnTo>
                  <a:pt x="156153" y="34491"/>
                </a:lnTo>
                <a:lnTo>
                  <a:pt x="155498" y="34091"/>
                </a:lnTo>
                <a:lnTo>
                  <a:pt x="154830" y="33704"/>
                </a:lnTo>
                <a:lnTo>
                  <a:pt x="154149" y="33330"/>
                </a:lnTo>
                <a:lnTo>
                  <a:pt x="153457" y="32969"/>
                </a:lnTo>
                <a:lnTo>
                  <a:pt x="152755" y="32623"/>
                </a:lnTo>
                <a:lnTo>
                  <a:pt x="152044" y="32293"/>
                </a:lnTo>
                <a:lnTo>
                  <a:pt x="151322" y="31979"/>
                </a:lnTo>
                <a:lnTo>
                  <a:pt x="150591" y="31679"/>
                </a:lnTo>
                <a:lnTo>
                  <a:pt x="149850" y="31395"/>
                </a:lnTo>
                <a:lnTo>
                  <a:pt x="149100" y="31127"/>
                </a:lnTo>
                <a:lnTo>
                  <a:pt x="148340" y="30873"/>
                </a:lnTo>
                <a:lnTo>
                  <a:pt x="147570" y="30635"/>
                </a:lnTo>
                <a:lnTo>
                  <a:pt x="146790" y="30413"/>
                </a:lnTo>
                <a:lnTo>
                  <a:pt x="146000" y="30205"/>
                </a:lnTo>
                <a:lnTo>
                  <a:pt x="145201" y="30014"/>
                </a:lnTo>
                <a:lnTo>
                  <a:pt x="144392" y="29837"/>
                </a:lnTo>
                <a:lnTo>
                  <a:pt x="143573" y="29676"/>
                </a:lnTo>
                <a:lnTo>
                  <a:pt x="142745" y="29530"/>
                </a:lnTo>
                <a:lnTo>
                  <a:pt x="141906" y="29399"/>
                </a:lnTo>
                <a:lnTo>
                  <a:pt x="141058" y="29284"/>
                </a:lnTo>
                <a:lnTo>
                  <a:pt x="140201" y="29185"/>
                </a:lnTo>
                <a:lnTo>
                  <a:pt x="139333" y="29100"/>
                </a:lnTo>
                <a:lnTo>
                  <a:pt x="138456" y="29031"/>
                </a:lnTo>
                <a:lnTo>
                  <a:pt x="137569" y="28977"/>
                </a:lnTo>
                <a:lnTo>
                  <a:pt x="136672" y="28939"/>
                </a:lnTo>
                <a:lnTo>
                  <a:pt x="135765" y="28916"/>
                </a:lnTo>
                <a:lnTo>
                  <a:pt x="134849" y="28908"/>
                </a:lnTo>
                <a:lnTo>
                  <a:pt x="133933" y="28916"/>
                </a:lnTo>
                <a:lnTo>
                  <a:pt x="133026" y="28939"/>
                </a:lnTo>
                <a:lnTo>
                  <a:pt x="132130" y="28977"/>
                </a:lnTo>
                <a:lnTo>
                  <a:pt x="131243" y="29031"/>
                </a:lnTo>
                <a:lnTo>
                  <a:pt x="130365" y="29100"/>
                </a:lnTo>
                <a:lnTo>
                  <a:pt x="129498" y="29185"/>
                </a:lnTo>
                <a:lnTo>
                  <a:pt x="128640" y="29284"/>
                </a:lnTo>
                <a:lnTo>
                  <a:pt x="127792" y="29399"/>
                </a:lnTo>
                <a:lnTo>
                  <a:pt x="126953" y="29530"/>
                </a:lnTo>
                <a:lnTo>
                  <a:pt x="126125" y="29676"/>
                </a:lnTo>
                <a:lnTo>
                  <a:pt x="125306" y="29837"/>
                </a:lnTo>
                <a:lnTo>
                  <a:pt x="124497" y="30014"/>
                </a:lnTo>
                <a:lnTo>
                  <a:pt x="123697" y="30205"/>
                </a:lnTo>
                <a:lnTo>
                  <a:pt x="122908" y="30413"/>
                </a:lnTo>
                <a:lnTo>
                  <a:pt x="122128" y="30635"/>
                </a:lnTo>
                <a:lnTo>
                  <a:pt x="121358" y="30873"/>
                </a:lnTo>
                <a:lnTo>
                  <a:pt x="120597" y="31127"/>
                </a:lnTo>
                <a:lnTo>
                  <a:pt x="119846" y="31395"/>
                </a:lnTo>
                <a:lnTo>
                  <a:pt x="119106" y="31679"/>
                </a:lnTo>
                <a:lnTo>
                  <a:pt x="118374" y="31979"/>
                </a:lnTo>
                <a:lnTo>
                  <a:pt x="117653" y="32293"/>
                </a:lnTo>
                <a:lnTo>
                  <a:pt x="116941" y="32623"/>
                </a:lnTo>
                <a:lnTo>
                  <a:pt x="116239" y="32969"/>
                </a:lnTo>
                <a:lnTo>
                  <a:pt x="115547" y="33330"/>
                </a:lnTo>
                <a:lnTo>
                  <a:pt x="114866" y="33704"/>
                </a:lnTo>
                <a:lnTo>
                  <a:pt x="114198" y="34091"/>
                </a:lnTo>
                <a:lnTo>
                  <a:pt x="113544" y="34491"/>
                </a:lnTo>
                <a:lnTo>
                  <a:pt x="112902" y="34903"/>
                </a:lnTo>
                <a:lnTo>
                  <a:pt x="112273" y="35327"/>
                </a:lnTo>
                <a:lnTo>
                  <a:pt x="111657" y="35764"/>
                </a:lnTo>
                <a:lnTo>
                  <a:pt x="111055" y="36213"/>
                </a:lnTo>
                <a:lnTo>
                  <a:pt x="110465" y="36674"/>
                </a:lnTo>
                <a:lnTo>
                  <a:pt x="109888" y="37148"/>
                </a:lnTo>
                <a:lnTo>
                  <a:pt x="109324" y="37634"/>
                </a:lnTo>
                <a:lnTo>
                  <a:pt x="108773" y="38133"/>
                </a:lnTo>
                <a:lnTo>
                  <a:pt x="108235" y="38644"/>
                </a:lnTo>
                <a:lnTo>
                  <a:pt x="107711" y="39167"/>
                </a:lnTo>
                <a:lnTo>
                  <a:pt x="107199" y="39703"/>
                </a:lnTo>
                <a:lnTo>
                  <a:pt x="106700" y="40251"/>
                </a:lnTo>
                <a:lnTo>
                  <a:pt x="106214" y="40812"/>
                </a:lnTo>
                <a:lnTo>
                  <a:pt x="105741" y="41385"/>
                </a:lnTo>
                <a:lnTo>
                  <a:pt x="105281" y="41970"/>
                </a:lnTo>
                <a:lnTo>
                  <a:pt x="104834" y="42568"/>
                </a:lnTo>
                <a:lnTo>
                  <a:pt x="104400" y="43178"/>
                </a:lnTo>
                <a:lnTo>
                  <a:pt x="103979" y="43801"/>
                </a:lnTo>
                <a:lnTo>
                  <a:pt x="103571" y="44436"/>
                </a:lnTo>
                <a:lnTo>
                  <a:pt x="103176" y="45083"/>
                </a:lnTo>
                <a:lnTo>
                  <a:pt x="102794" y="45743"/>
                </a:lnTo>
                <a:lnTo>
                  <a:pt x="102426" y="46414"/>
                </a:lnTo>
                <a:lnTo>
                  <a:pt x="102074" y="47095"/>
                </a:lnTo>
                <a:lnTo>
                  <a:pt x="101738" y="47786"/>
                </a:lnTo>
                <a:lnTo>
                  <a:pt x="101417" y="48487"/>
                </a:lnTo>
                <a:lnTo>
                  <a:pt x="101112" y="49198"/>
                </a:lnTo>
                <a:lnTo>
                  <a:pt x="100823" y="49920"/>
                </a:lnTo>
                <a:lnTo>
                  <a:pt x="100549" y="50651"/>
                </a:lnTo>
                <a:lnTo>
                  <a:pt x="100291" y="51392"/>
                </a:lnTo>
                <a:lnTo>
                  <a:pt x="100049" y="52143"/>
                </a:lnTo>
                <a:lnTo>
                  <a:pt x="99822" y="52905"/>
                </a:lnTo>
                <a:lnTo>
                  <a:pt x="99611" y="53676"/>
                </a:lnTo>
                <a:lnTo>
                  <a:pt x="99415" y="54457"/>
                </a:lnTo>
                <a:lnTo>
                  <a:pt x="99235" y="55249"/>
                </a:lnTo>
                <a:lnTo>
                  <a:pt x="99071" y="56050"/>
                </a:lnTo>
                <a:lnTo>
                  <a:pt x="98923" y="56862"/>
                </a:lnTo>
                <a:lnTo>
                  <a:pt x="98790" y="57683"/>
                </a:lnTo>
                <a:lnTo>
                  <a:pt x="98672" y="58515"/>
                </a:lnTo>
                <a:lnTo>
                  <a:pt x="98571" y="59357"/>
                </a:lnTo>
                <a:lnTo>
                  <a:pt x="98485" y="60208"/>
                </a:lnTo>
                <a:lnTo>
                  <a:pt x="98414" y="61070"/>
                </a:lnTo>
                <a:lnTo>
                  <a:pt x="98359" y="61942"/>
                </a:lnTo>
                <a:lnTo>
                  <a:pt x="98320" y="62824"/>
                </a:lnTo>
                <a:lnTo>
                  <a:pt x="98297" y="63715"/>
                </a:lnTo>
                <a:lnTo>
                  <a:pt x="98289" y="64617"/>
                </a:lnTo>
                <a:lnTo>
                  <a:pt x="98289" y="90126"/>
                </a:lnTo>
                <a:lnTo>
                  <a:pt x="98297" y="91015"/>
                </a:lnTo>
                <a:lnTo>
                  <a:pt x="98320" y="91894"/>
                </a:lnTo>
                <a:lnTo>
                  <a:pt x="98359" y="92764"/>
                </a:lnTo>
                <a:lnTo>
                  <a:pt x="98414" y="93624"/>
                </a:lnTo>
                <a:lnTo>
                  <a:pt x="98485" y="94476"/>
                </a:lnTo>
                <a:lnTo>
                  <a:pt x="98571" y="95318"/>
                </a:lnTo>
                <a:lnTo>
                  <a:pt x="98672" y="96152"/>
                </a:lnTo>
                <a:lnTo>
                  <a:pt x="98790" y="96976"/>
                </a:lnTo>
                <a:lnTo>
                  <a:pt x="98923" y="97791"/>
                </a:lnTo>
                <a:lnTo>
                  <a:pt x="99071" y="98597"/>
                </a:lnTo>
                <a:lnTo>
                  <a:pt x="99235" y="99393"/>
                </a:lnTo>
                <a:lnTo>
                  <a:pt x="99415" y="100181"/>
                </a:lnTo>
                <a:lnTo>
                  <a:pt x="99611" y="100959"/>
                </a:lnTo>
                <a:lnTo>
                  <a:pt x="99822" y="101729"/>
                </a:lnTo>
                <a:lnTo>
                  <a:pt x="100049" y="102489"/>
                </a:lnTo>
                <a:lnTo>
                  <a:pt x="100291" y="103240"/>
                </a:lnTo>
                <a:lnTo>
                  <a:pt x="100549" y="103981"/>
                </a:lnTo>
                <a:lnTo>
                  <a:pt x="100823" y="104714"/>
                </a:lnTo>
                <a:lnTo>
                  <a:pt x="101112" y="105437"/>
                </a:lnTo>
                <a:lnTo>
                  <a:pt x="101417" y="106152"/>
                </a:lnTo>
                <a:lnTo>
                  <a:pt x="101738" y="106857"/>
                </a:lnTo>
                <a:lnTo>
                  <a:pt x="102074" y="107553"/>
                </a:lnTo>
                <a:lnTo>
                  <a:pt x="102426" y="108240"/>
                </a:lnTo>
                <a:lnTo>
                  <a:pt x="102794" y="108918"/>
                </a:lnTo>
                <a:lnTo>
                  <a:pt x="103176" y="109584"/>
                </a:lnTo>
                <a:lnTo>
                  <a:pt x="103571" y="110238"/>
                </a:lnTo>
                <a:lnTo>
                  <a:pt x="103979" y="110879"/>
                </a:lnTo>
                <a:lnTo>
                  <a:pt x="104400" y="111508"/>
                </a:lnTo>
                <a:lnTo>
                  <a:pt x="104834" y="112124"/>
                </a:lnTo>
                <a:lnTo>
                  <a:pt x="105281" y="112727"/>
                </a:lnTo>
                <a:lnTo>
                  <a:pt x="105741" y="113317"/>
                </a:lnTo>
                <a:lnTo>
                  <a:pt x="106214" y="113895"/>
                </a:lnTo>
                <a:lnTo>
                  <a:pt x="106700" y="114460"/>
                </a:lnTo>
                <a:lnTo>
                  <a:pt x="107199" y="115012"/>
                </a:lnTo>
                <a:lnTo>
                  <a:pt x="107711" y="115552"/>
                </a:lnTo>
                <a:lnTo>
                  <a:pt x="108235" y="116079"/>
                </a:lnTo>
                <a:lnTo>
                  <a:pt x="108773" y="116593"/>
                </a:lnTo>
                <a:lnTo>
                  <a:pt x="109324" y="117095"/>
                </a:lnTo>
                <a:lnTo>
                  <a:pt x="109888" y="117584"/>
                </a:lnTo>
                <a:lnTo>
                  <a:pt x="110465" y="118060"/>
                </a:lnTo>
                <a:lnTo>
                  <a:pt x="111055" y="118524"/>
                </a:lnTo>
                <a:lnTo>
                  <a:pt x="111657" y="118975"/>
                </a:lnTo>
                <a:lnTo>
                  <a:pt x="112273" y="119413"/>
                </a:lnTo>
                <a:lnTo>
                  <a:pt x="112902" y="119839"/>
                </a:lnTo>
                <a:lnTo>
                  <a:pt x="113544" y="120251"/>
                </a:lnTo>
                <a:lnTo>
                  <a:pt x="114198" y="120652"/>
                </a:lnTo>
                <a:lnTo>
                  <a:pt x="114866" y="121039"/>
                </a:lnTo>
                <a:lnTo>
                  <a:pt x="115547" y="121414"/>
                </a:lnTo>
                <a:lnTo>
                  <a:pt x="116239" y="121775"/>
                </a:lnTo>
                <a:lnTo>
                  <a:pt x="116941" y="122120"/>
                </a:lnTo>
                <a:lnTo>
                  <a:pt x="117653" y="122450"/>
                </a:lnTo>
                <a:lnTo>
                  <a:pt x="118374" y="122765"/>
                </a:lnTo>
                <a:lnTo>
                  <a:pt x="119106" y="123064"/>
                </a:lnTo>
                <a:lnTo>
                  <a:pt x="119846" y="123348"/>
                </a:lnTo>
                <a:lnTo>
                  <a:pt x="120597" y="123617"/>
                </a:lnTo>
                <a:lnTo>
                  <a:pt x="121358" y="123870"/>
                </a:lnTo>
                <a:lnTo>
                  <a:pt x="122128" y="124108"/>
                </a:lnTo>
                <a:lnTo>
                  <a:pt x="122908" y="124331"/>
                </a:lnTo>
                <a:lnTo>
                  <a:pt x="123697" y="124538"/>
                </a:lnTo>
                <a:lnTo>
                  <a:pt x="124497" y="124730"/>
                </a:lnTo>
                <a:lnTo>
                  <a:pt x="125306" y="124907"/>
                </a:lnTo>
                <a:lnTo>
                  <a:pt x="126125" y="125068"/>
                </a:lnTo>
                <a:lnTo>
                  <a:pt x="126953" y="125214"/>
                </a:lnTo>
                <a:lnTo>
                  <a:pt x="127792" y="125344"/>
                </a:lnTo>
                <a:lnTo>
                  <a:pt x="128640" y="125459"/>
                </a:lnTo>
                <a:lnTo>
                  <a:pt x="129498" y="125559"/>
                </a:lnTo>
                <a:lnTo>
                  <a:pt x="130365" y="125643"/>
                </a:lnTo>
                <a:lnTo>
                  <a:pt x="131243" y="125713"/>
                </a:lnTo>
                <a:lnTo>
                  <a:pt x="132130" y="125766"/>
                </a:lnTo>
                <a:lnTo>
                  <a:pt x="133026" y="125805"/>
                </a:lnTo>
                <a:lnTo>
                  <a:pt x="133933" y="125828"/>
                </a:lnTo>
                <a:lnTo>
                  <a:pt x="134849" y="125835"/>
                </a:lnTo>
                <a:lnTo>
                  <a:pt x="136074" y="125823"/>
                </a:lnTo>
                <a:lnTo>
                  <a:pt x="137281" y="125788"/>
                </a:lnTo>
                <a:close/>
                <a:moveTo>
                  <a:pt x="113253" y="64617"/>
                </a:moveTo>
                <a:lnTo>
                  <a:pt x="113263" y="63705"/>
                </a:lnTo>
                <a:lnTo>
                  <a:pt x="113292" y="62811"/>
                </a:lnTo>
                <a:lnTo>
                  <a:pt x="113341" y="61934"/>
                </a:lnTo>
                <a:lnTo>
                  <a:pt x="113409" y="61075"/>
                </a:lnTo>
                <a:lnTo>
                  <a:pt x="113497" y="60234"/>
                </a:lnTo>
                <a:lnTo>
                  <a:pt x="113604" y="59410"/>
                </a:lnTo>
                <a:lnTo>
                  <a:pt x="113730" y="58605"/>
                </a:lnTo>
                <a:lnTo>
                  <a:pt x="113876" y="57816"/>
                </a:lnTo>
                <a:lnTo>
                  <a:pt x="114042" y="57046"/>
                </a:lnTo>
                <a:lnTo>
                  <a:pt x="114227" y="56293"/>
                </a:lnTo>
                <a:lnTo>
                  <a:pt x="114431" y="55558"/>
                </a:lnTo>
                <a:lnTo>
                  <a:pt x="114655" y="54841"/>
                </a:lnTo>
                <a:lnTo>
                  <a:pt x="114899" y="54141"/>
                </a:lnTo>
                <a:lnTo>
                  <a:pt x="115162" y="53459"/>
                </a:lnTo>
                <a:lnTo>
                  <a:pt x="115444" y="52795"/>
                </a:lnTo>
                <a:lnTo>
                  <a:pt x="115746" y="52149"/>
                </a:lnTo>
                <a:lnTo>
                  <a:pt x="116068" y="51520"/>
                </a:lnTo>
                <a:lnTo>
                  <a:pt x="116409" y="50909"/>
                </a:lnTo>
                <a:lnTo>
                  <a:pt x="116769" y="50315"/>
                </a:lnTo>
                <a:lnTo>
                  <a:pt x="117149" y="49740"/>
                </a:lnTo>
                <a:lnTo>
                  <a:pt x="117548" y="49182"/>
                </a:lnTo>
                <a:lnTo>
                  <a:pt x="117967" y="48641"/>
                </a:lnTo>
                <a:lnTo>
                  <a:pt x="118405" y="48119"/>
                </a:lnTo>
                <a:lnTo>
                  <a:pt x="118863" y="47614"/>
                </a:lnTo>
                <a:lnTo>
                  <a:pt x="119339" y="47128"/>
                </a:lnTo>
                <a:lnTo>
                  <a:pt x="119831" y="46663"/>
                </a:lnTo>
                <a:lnTo>
                  <a:pt x="120340" y="46219"/>
                </a:lnTo>
                <a:lnTo>
                  <a:pt x="120866" y="45795"/>
                </a:lnTo>
                <a:lnTo>
                  <a:pt x="121408" y="45392"/>
                </a:lnTo>
                <a:lnTo>
                  <a:pt x="121967" y="45010"/>
                </a:lnTo>
                <a:lnTo>
                  <a:pt x="122542" y="44648"/>
                </a:lnTo>
                <a:lnTo>
                  <a:pt x="123134" y="44307"/>
                </a:lnTo>
                <a:lnTo>
                  <a:pt x="123742" y="43987"/>
                </a:lnTo>
                <a:lnTo>
                  <a:pt x="124367" y="43687"/>
                </a:lnTo>
                <a:lnTo>
                  <a:pt x="125008" y="43408"/>
                </a:lnTo>
                <a:lnTo>
                  <a:pt x="125666" y="43150"/>
                </a:lnTo>
                <a:lnTo>
                  <a:pt x="126340" y="42912"/>
                </a:lnTo>
                <a:lnTo>
                  <a:pt x="127031" y="42695"/>
                </a:lnTo>
                <a:lnTo>
                  <a:pt x="127738" y="42498"/>
                </a:lnTo>
                <a:lnTo>
                  <a:pt x="128462" y="42323"/>
                </a:lnTo>
                <a:lnTo>
                  <a:pt x="129203" y="42168"/>
                </a:lnTo>
                <a:lnTo>
                  <a:pt x="129960" y="42033"/>
                </a:lnTo>
                <a:lnTo>
                  <a:pt x="130733" y="41920"/>
                </a:lnTo>
                <a:lnTo>
                  <a:pt x="131524" y="41827"/>
                </a:lnTo>
                <a:lnTo>
                  <a:pt x="132330" y="41754"/>
                </a:lnTo>
                <a:lnTo>
                  <a:pt x="133153" y="41703"/>
                </a:lnTo>
                <a:lnTo>
                  <a:pt x="133993" y="41672"/>
                </a:lnTo>
                <a:lnTo>
                  <a:pt x="134849" y="41661"/>
                </a:lnTo>
                <a:lnTo>
                  <a:pt x="135719" y="41672"/>
                </a:lnTo>
                <a:lnTo>
                  <a:pt x="136571" y="41703"/>
                </a:lnTo>
                <a:lnTo>
                  <a:pt x="137406" y="41754"/>
                </a:lnTo>
                <a:lnTo>
                  <a:pt x="138224" y="41827"/>
                </a:lnTo>
                <a:lnTo>
                  <a:pt x="139024" y="41920"/>
                </a:lnTo>
                <a:lnTo>
                  <a:pt x="139807" y="42033"/>
                </a:lnTo>
                <a:lnTo>
                  <a:pt x="140572" y="42168"/>
                </a:lnTo>
                <a:lnTo>
                  <a:pt x="141320" y="42323"/>
                </a:lnTo>
                <a:lnTo>
                  <a:pt x="142051" y="42498"/>
                </a:lnTo>
                <a:lnTo>
                  <a:pt x="142764" y="42695"/>
                </a:lnTo>
                <a:lnTo>
                  <a:pt x="143460" y="42912"/>
                </a:lnTo>
                <a:lnTo>
                  <a:pt x="144138" y="43150"/>
                </a:lnTo>
                <a:lnTo>
                  <a:pt x="144799" y="43408"/>
                </a:lnTo>
                <a:lnTo>
                  <a:pt x="145442" y="43687"/>
                </a:lnTo>
                <a:lnTo>
                  <a:pt x="146068" y="43987"/>
                </a:lnTo>
                <a:lnTo>
                  <a:pt x="146677" y="44307"/>
                </a:lnTo>
                <a:lnTo>
                  <a:pt x="147268" y="44648"/>
                </a:lnTo>
                <a:lnTo>
                  <a:pt x="147842" y="45010"/>
                </a:lnTo>
                <a:lnTo>
                  <a:pt x="148398" y="45392"/>
                </a:lnTo>
                <a:lnTo>
                  <a:pt x="148937" y="45795"/>
                </a:lnTo>
                <a:lnTo>
                  <a:pt x="149458" y="46219"/>
                </a:lnTo>
                <a:lnTo>
                  <a:pt x="149963" y="46663"/>
                </a:lnTo>
                <a:lnTo>
                  <a:pt x="150449" y="47128"/>
                </a:lnTo>
                <a:lnTo>
                  <a:pt x="150919" y="47614"/>
                </a:lnTo>
                <a:lnTo>
                  <a:pt x="151369" y="48119"/>
                </a:lnTo>
                <a:lnTo>
                  <a:pt x="151801" y="48641"/>
                </a:lnTo>
                <a:lnTo>
                  <a:pt x="152214" y="49182"/>
                </a:lnTo>
                <a:lnTo>
                  <a:pt x="152607" y="49740"/>
                </a:lnTo>
                <a:lnTo>
                  <a:pt x="152981" y="50315"/>
                </a:lnTo>
                <a:lnTo>
                  <a:pt x="153337" y="50909"/>
                </a:lnTo>
                <a:lnTo>
                  <a:pt x="153672" y="51520"/>
                </a:lnTo>
                <a:lnTo>
                  <a:pt x="153989" y="52149"/>
                </a:lnTo>
                <a:lnTo>
                  <a:pt x="154286" y="52795"/>
                </a:lnTo>
                <a:lnTo>
                  <a:pt x="154565" y="53459"/>
                </a:lnTo>
                <a:lnTo>
                  <a:pt x="154824" y="54141"/>
                </a:lnTo>
                <a:lnTo>
                  <a:pt x="155064" y="54841"/>
                </a:lnTo>
                <a:lnTo>
                  <a:pt x="155284" y="55558"/>
                </a:lnTo>
                <a:lnTo>
                  <a:pt x="155486" y="56293"/>
                </a:lnTo>
                <a:lnTo>
                  <a:pt x="155668" y="57046"/>
                </a:lnTo>
                <a:lnTo>
                  <a:pt x="155831" y="57816"/>
                </a:lnTo>
                <a:lnTo>
                  <a:pt x="155975" y="58605"/>
                </a:lnTo>
                <a:lnTo>
                  <a:pt x="156100" y="59410"/>
                </a:lnTo>
                <a:lnTo>
                  <a:pt x="156205" y="60234"/>
                </a:lnTo>
                <a:lnTo>
                  <a:pt x="156292" y="61075"/>
                </a:lnTo>
                <a:lnTo>
                  <a:pt x="156359" y="61934"/>
                </a:lnTo>
                <a:lnTo>
                  <a:pt x="156407" y="62811"/>
                </a:lnTo>
                <a:lnTo>
                  <a:pt x="156436" y="63705"/>
                </a:lnTo>
                <a:lnTo>
                  <a:pt x="156445" y="64617"/>
                </a:lnTo>
                <a:lnTo>
                  <a:pt x="156445" y="69550"/>
                </a:lnTo>
                <a:lnTo>
                  <a:pt x="113253" y="69550"/>
                </a:lnTo>
                <a:lnTo>
                  <a:pt x="113253" y="64617"/>
                </a:lnTo>
                <a:close/>
                <a:moveTo>
                  <a:pt x="273949" y="124136"/>
                </a:moveTo>
                <a:lnTo>
                  <a:pt x="273949" y="59856"/>
                </a:lnTo>
                <a:lnTo>
                  <a:pt x="273932" y="58676"/>
                </a:lnTo>
                <a:lnTo>
                  <a:pt x="273884" y="57517"/>
                </a:lnTo>
                <a:lnTo>
                  <a:pt x="273802" y="56378"/>
                </a:lnTo>
                <a:lnTo>
                  <a:pt x="273689" y="55260"/>
                </a:lnTo>
                <a:lnTo>
                  <a:pt x="273543" y="54162"/>
                </a:lnTo>
                <a:lnTo>
                  <a:pt x="273364" y="53086"/>
                </a:lnTo>
                <a:lnTo>
                  <a:pt x="273153" y="52030"/>
                </a:lnTo>
                <a:lnTo>
                  <a:pt x="272909" y="50994"/>
                </a:lnTo>
                <a:lnTo>
                  <a:pt x="272633" y="49980"/>
                </a:lnTo>
                <a:lnTo>
                  <a:pt x="272325" y="48986"/>
                </a:lnTo>
                <a:lnTo>
                  <a:pt x="271984" y="48012"/>
                </a:lnTo>
                <a:lnTo>
                  <a:pt x="271610" y="47060"/>
                </a:lnTo>
                <a:lnTo>
                  <a:pt x="271204" y="46128"/>
                </a:lnTo>
                <a:lnTo>
                  <a:pt x="270766" y="45216"/>
                </a:lnTo>
                <a:lnTo>
                  <a:pt x="270295" y="44326"/>
                </a:lnTo>
                <a:lnTo>
                  <a:pt x="269791" y="43456"/>
                </a:lnTo>
                <a:lnTo>
                  <a:pt x="269255" y="42607"/>
                </a:lnTo>
                <a:lnTo>
                  <a:pt x="268687" y="41778"/>
                </a:lnTo>
                <a:lnTo>
                  <a:pt x="268086" y="40970"/>
                </a:lnTo>
                <a:lnTo>
                  <a:pt x="267453" y="40183"/>
                </a:lnTo>
                <a:lnTo>
                  <a:pt x="266787" y="39416"/>
                </a:lnTo>
                <a:lnTo>
                  <a:pt x="266089" y="38670"/>
                </a:lnTo>
                <a:lnTo>
                  <a:pt x="265358" y="37945"/>
                </a:lnTo>
                <a:lnTo>
                  <a:pt x="264594" y="37240"/>
                </a:lnTo>
                <a:lnTo>
                  <a:pt x="263803" y="36560"/>
                </a:lnTo>
                <a:lnTo>
                  <a:pt x="262989" y="35909"/>
                </a:lnTo>
                <a:lnTo>
                  <a:pt x="262150" y="35287"/>
                </a:lnTo>
                <a:lnTo>
                  <a:pt x="261288" y="34694"/>
                </a:lnTo>
                <a:lnTo>
                  <a:pt x="260403" y="34130"/>
                </a:lnTo>
                <a:lnTo>
                  <a:pt x="259494" y="33595"/>
                </a:lnTo>
                <a:lnTo>
                  <a:pt x="258561" y="33089"/>
                </a:lnTo>
                <a:lnTo>
                  <a:pt x="257604" y="32611"/>
                </a:lnTo>
                <a:lnTo>
                  <a:pt x="256624" y="32163"/>
                </a:lnTo>
                <a:lnTo>
                  <a:pt x="255620" y="31743"/>
                </a:lnTo>
                <a:lnTo>
                  <a:pt x="254593" y="31353"/>
                </a:lnTo>
                <a:lnTo>
                  <a:pt x="253542" y="30991"/>
                </a:lnTo>
                <a:lnTo>
                  <a:pt x="252468" y="30658"/>
                </a:lnTo>
                <a:lnTo>
                  <a:pt x="251369" y="30355"/>
                </a:lnTo>
                <a:lnTo>
                  <a:pt x="250248" y="30080"/>
                </a:lnTo>
                <a:lnTo>
                  <a:pt x="249102" y="29834"/>
                </a:lnTo>
                <a:lnTo>
                  <a:pt x="247933" y="29617"/>
                </a:lnTo>
                <a:lnTo>
                  <a:pt x="246740" y="29429"/>
                </a:lnTo>
                <a:lnTo>
                  <a:pt x="245524" y="29270"/>
                </a:lnTo>
                <a:lnTo>
                  <a:pt x="244284" y="29140"/>
                </a:lnTo>
                <a:lnTo>
                  <a:pt x="243020" y="29038"/>
                </a:lnTo>
                <a:lnTo>
                  <a:pt x="241733" y="28966"/>
                </a:lnTo>
                <a:lnTo>
                  <a:pt x="240422" y="28923"/>
                </a:lnTo>
                <a:lnTo>
                  <a:pt x="239088" y="28908"/>
                </a:lnTo>
                <a:lnTo>
                  <a:pt x="237864" y="28921"/>
                </a:lnTo>
                <a:lnTo>
                  <a:pt x="236657" y="28958"/>
                </a:lnTo>
                <a:lnTo>
                  <a:pt x="235467" y="29020"/>
                </a:lnTo>
                <a:lnTo>
                  <a:pt x="234294" y="29107"/>
                </a:lnTo>
                <a:lnTo>
                  <a:pt x="233138" y="29218"/>
                </a:lnTo>
                <a:lnTo>
                  <a:pt x="232000" y="29355"/>
                </a:lnTo>
                <a:lnTo>
                  <a:pt x="230878" y="29516"/>
                </a:lnTo>
                <a:lnTo>
                  <a:pt x="229774" y="29702"/>
                </a:lnTo>
                <a:lnTo>
                  <a:pt x="228687" y="29913"/>
                </a:lnTo>
                <a:lnTo>
                  <a:pt x="227617" y="30148"/>
                </a:lnTo>
                <a:lnTo>
                  <a:pt x="226564" y="30409"/>
                </a:lnTo>
                <a:lnTo>
                  <a:pt x="225528" y="30694"/>
                </a:lnTo>
                <a:lnTo>
                  <a:pt x="224509" y="31004"/>
                </a:lnTo>
                <a:lnTo>
                  <a:pt x="223507" y="31339"/>
                </a:lnTo>
                <a:lnTo>
                  <a:pt x="222523" y="31699"/>
                </a:lnTo>
                <a:lnTo>
                  <a:pt x="221556" y="32083"/>
                </a:lnTo>
                <a:lnTo>
                  <a:pt x="220605" y="32492"/>
                </a:lnTo>
                <a:lnTo>
                  <a:pt x="219672" y="32926"/>
                </a:lnTo>
                <a:lnTo>
                  <a:pt x="218756" y="33385"/>
                </a:lnTo>
                <a:lnTo>
                  <a:pt x="217857" y="33869"/>
                </a:lnTo>
                <a:lnTo>
                  <a:pt x="216975" y="34377"/>
                </a:lnTo>
                <a:lnTo>
                  <a:pt x="216111" y="34911"/>
                </a:lnTo>
                <a:lnTo>
                  <a:pt x="215263" y="35469"/>
                </a:lnTo>
                <a:lnTo>
                  <a:pt x="214433" y="36052"/>
                </a:lnTo>
                <a:lnTo>
                  <a:pt x="213625" y="36655"/>
                </a:lnTo>
                <a:lnTo>
                  <a:pt x="212847" y="37276"/>
                </a:lnTo>
                <a:lnTo>
                  <a:pt x="212097" y="37914"/>
                </a:lnTo>
                <a:lnTo>
                  <a:pt x="211377" y="38569"/>
                </a:lnTo>
                <a:lnTo>
                  <a:pt x="210685" y="39241"/>
                </a:lnTo>
                <a:lnTo>
                  <a:pt x="210022" y="39930"/>
                </a:lnTo>
                <a:lnTo>
                  <a:pt x="209388" y="40637"/>
                </a:lnTo>
                <a:lnTo>
                  <a:pt x="208783" y="41360"/>
                </a:lnTo>
                <a:lnTo>
                  <a:pt x="208207" y="42101"/>
                </a:lnTo>
                <a:lnTo>
                  <a:pt x="207660" y="42859"/>
                </a:lnTo>
                <a:lnTo>
                  <a:pt x="207142" y="43633"/>
                </a:lnTo>
                <a:lnTo>
                  <a:pt x="206653" y="44425"/>
                </a:lnTo>
                <a:lnTo>
                  <a:pt x="206193" y="45235"/>
                </a:lnTo>
                <a:lnTo>
                  <a:pt x="205761" y="46061"/>
                </a:lnTo>
                <a:lnTo>
                  <a:pt x="205359" y="46904"/>
                </a:lnTo>
                <a:lnTo>
                  <a:pt x="204985" y="47765"/>
                </a:lnTo>
                <a:lnTo>
                  <a:pt x="204641" y="48643"/>
                </a:lnTo>
                <a:lnTo>
                  <a:pt x="204325" y="49537"/>
                </a:lnTo>
                <a:lnTo>
                  <a:pt x="204039" y="50449"/>
                </a:lnTo>
                <a:lnTo>
                  <a:pt x="203781" y="51378"/>
                </a:lnTo>
                <a:lnTo>
                  <a:pt x="203552" y="52324"/>
                </a:lnTo>
                <a:lnTo>
                  <a:pt x="203352" y="53288"/>
                </a:lnTo>
                <a:lnTo>
                  <a:pt x="203181" y="54268"/>
                </a:lnTo>
                <a:lnTo>
                  <a:pt x="203039" y="55266"/>
                </a:lnTo>
                <a:lnTo>
                  <a:pt x="218343" y="55266"/>
                </a:lnTo>
                <a:lnTo>
                  <a:pt x="218422" y="54774"/>
                </a:lnTo>
                <a:lnTo>
                  <a:pt x="218518" y="54291"/>
                </a:lnTo>
                <a:lnTo>
                  <a:pt x="218630" y="53816"/>
                </a:lnTo>
                <a:lnTo>
                  <a:pt x="218759" y="53350"/>
                </a:lnTo>
                <a:lnTo>
                  <a:pt x="218904" y="52893"/>
                </a:lnTo>
                <a:lnTo>
                  <a:pt x="219066" y="52444"/>
                </a:lnTo>
                <a:lnTo>
                  <a:pt x="219244" y="52003"/>
                </a:lnTo>
                <a:lnTo>
                  <a:pt x="219439" y="51572"/>
                </a:lnTo>
                <a:lnTo>
                  <a:pt x="219650" y="51148"/>
                </a:lnTo>
                <a:lnTo>
                  <a:pt x="219878" y="50734"/>
                </a:lnTo>
                <a:lnTo>
                  <a:pt x="220123" y="50328"/>
                </a:lnTo>
                <a:lnTo>
                  <a:pt x="220384" y="49930"/>
                </a:lnTo>
                <a:lnTo>
                  <a:pt x="220661" y="49541"/>
                </a:lnTo>
                <a:lnTo>
                  <a:pt x="220955" y="49161"/>
                </a:lnTo>
                <a:lnTo>
                  <a:pt x="221266" y="48789"/>
                </a:lnTo>
                <a:lnTo>
                  <a:pt x="221593" y="48426"/>
                </a:lnTo>
                <a:lnTo>
                  <a:pt x="221936" y="48071"/>
                </a:lnTo>
                <a:lnTo>
                  <a:pt x="222296" y="47725"/>
                </a:lnTo>
                <a:lnTo>
                  <a:pt x="222673" y="47388"/>
                </a:lnTo>
                <a:lnTo>
                  <a:pt x="223066" y="47059"/>
                </a:lnTo>
                <a:lnTo>
                  <a:pt x="223476" y="46738"/>
                </a:lnTo>
                <a:lnTo>
                  <a:pt x="223902" y="46427"/>
                </a:lnTo>
                <a:lnTo>
                  <a:pt x="224345" y="46123"/>
                </a:lnTo>
                <a:lnTo>
                  <a:pt x="224804" y="45829"/>
                </a:lnTo>
                <a:lnTo>
                  <a:pt x="225276" y="45544"/>
                </a:lnTo>
                <a:lnTo>
                  <a:pt x="225758" y="45272"/>
                </a:lnTo>
                <a:lnTo>
                  <a:pt x="226249" y="45011"/>
                </a:lnTo>
                <a:lnTo>
                  <a:pt x="226750" y="44763"/>
                </a:lnTo>
                <a:lnTo>
                  <a:pt x="227260" y="44527"/>
                </a:lnTo>
                <a:lnTo>
                  <a:pt x="227780" y="44303"/>
                </a:lnTo>
                <a:lnTo>
                  <a:pt x="228309" y="44091"/>
                </a:lnTo>
                <a:lnTo>
                  <a:pt x="228848" y="43891"/>
                </a:lnTo>
                <a:lnTo>
                  <a:pt x="229396" y="43703"/>
                </a:lnTo>
                <a:lnTo>
                  <a:pt x="229953" y="43528"/>
                </a:lnTo>
                <a:lnTo>
                  <a:pt x="230520" y="43364"/>
                </a:lnTo>
                <a:lnTo>
                  <a:pt x="231096" y="43213"/>
                </a:lnTo>
                <a:lnTo>
                  <a:pt x="231682" y="43074"/>
                </a:lnTo>
                <a:lnTo>
                  <a:pt x="232277" y="42947"/>
                </a:lnTo>
                <a:lnTo>
                  <a:pt x="232882" y="42832"/>
                </a:lnTo>
                <a:lnTo>
                  <a:pt x="233496" y="42729"/>
                </a:lnTo>
                <a:lnTo>
                  <a:pt x="234119" y="42638"/>
                </a:lnTo>
                <a:lnTo>
                  <a:pt x="234752" y="42559"/>
                </a:lnTo>
                <a:lnTo>
                  <a:pt x="235395" y="42493"/>
                </a:lnTo>
                <a:lnTo>
                  <a:pt x="236046" y="42438"/>
                </a:lnTo>
                <a:lnTo>
                  <a:pt x="236708" y="42396"/>
                </a:lnTo>
                <a:lnTo>
                  <a:pt x="237378" y="42365"/>
                </a:lnTo>
                <a:lnTo>
                  <a:pt x="238059" y="42347"/>
                </a:lnTo>
                <a:lnTo>
                  <a:pt x="238748" y="42341"/>
                </a:lnTo>
                <a:lnTo>
                  <a:pt x="239534" y="42349"/>
                </a:lnTo>
                <a:lnTo>
                  <a:pt x="240305" y="42374"/>
                </a:lnTo>
                <a:lnTo>
                  <a:pt x="241061" y="42414"/>
                </a:lnTo>
                <a:lnTo>
                  <a:pt x="241802" y="42471"/>
                </a:lnTo>
                <a:lnTo>
                  <a:pt x="242528" y="42544"/>
                </a:lnTo>
                <a:lnTo>
                  <a:pt x="243239" y="42634"/>
                </a:lnTo>
                <a:lnTo>
                  <a:pt x="243934" y="42739"/>
                </a:lnTo>
                <a:lnTo>
                  <a:pt x="244615" y="42861"/>
                </a:lnTo>
                <a:lnTo>
                  <a:pt x="245280" y="42999"/>
                </a:lnTo>
                <a:lnTo>
                  <a:pt x="245931" y="43153"/>
                </a:lnTo>
                <a:lnTo>
                  <a:pt x="246566" y="43324"/>
                </a:lnTo>
                <a:lnTo>
                  <a:pt x="247187" y="43511"/>
                </a:lnTo>
                <a:lnTo>
                  <a:pt x="247792" y="43714"/>
                </a:lnTo>
                <a:lnTo>
                  <a:pt x="248383" y="43933"/>
                </a:lnTo>
                <a:lnTo>
                  <a:pt x="248958" y="44169"/>
                </a:lnTo>
                <a:lnTo>
                  <a:pt x="249518" y="44421"/>
                </a:lnTo>
                <a:lnTo>
                  <a:pt x="250063" y="44689"/>
                </a:lnTo>
                <a:lnTo>
                  <a:pt x="250593" y="44973"/>
                </a:lnTo>
                <a:lnTo>
                  <a:pt x="251108" y="45273"/>
                </a:lnTo>
                <a:lnTo>
                  <a:pt x="251608" y="45590"/>
                </a:lnTo>
                <a:lnTo>
                  <a:pt x="252093" y="45923"/>
                </a:lnTo>
                <a:lnTo>
                  <a:pt x="252563" y="46272"/>
                </a:lnTo>
                <a:lnTo>
                  <a:pt x="253018" y="46638"/>
                </a:lnTo>
                <a:lnTo>
                  <a:pt x="253458" y="47020"/>
                </a:lnTo>
                <a:lnTo>
                  <a:pt x="253881" y="47416"/>
                </a:lnTo>
                <a:lnTo>
                  <a:pt x="254286" y="47827"/>
                </a:lnTo>
                <a:lnTo>
                  <a:pt x="254673" y="48251"/>
                </a:lnTo>
                <a:lnTo>
                  <a:pt x="255043" y="48689"/>
                </a:lnTo>
                <a:lnTo>
                  <a:pt x="255394" y="49141"/>
                </a:lnTo>
                <a:lnTo>
                  <a:pt x="255727" y="49607"/>
                </a:lnTo>
                <a:lnTo>
                  <a:pt x="256042" y="50087"/>
                </a:lnTo>
                <a:lnTo>
                  <a:pt x="256339" y="50581"/>
                </a:lnTo>
                <a:lnTo>
                  <a:pt x="256619" y="51088"/>
                </a:lnTo>
                <a:lnTo>
                  <a:pt x="256880" y="51610"/>
                </a:lnTo>
                <a:lnTo>
                  <a:pt x="257123" y="52145"/>
                </a:lnTo>
                <a:lnTo>
                  <a:pt x="257348" y="52694"/>
                </a:lnTo>
                <a:lnTo>
                  <a:pt x="257555" y="53257"/>
                </a:lnTo>
                <a:lnTo>
                  <a:pt x="257744" y="53834"/>
                </a:lnTo>
                <a:lnTo>
                  <a:pt x="257915" y="54425"/>
                </a:lnTo>
                <a:lnTo>
                  <a:pt x="258068" y="55030"/>
                </a:lnTo>
                <a:lnTo>
                  <a:pt x="258203" y="55648"/>
                </a:lnTo>
                <a:lnTo>
                  <a:pt x="258321" y="56281"/>
                </a:lnTo>
                <a:lnTo>
                  <a:pt x="258420" y="56927"/>
                </a:lnTo>
                <a:lnTo>
                  <a:pt x="258501" y="57587"/>
                </a:lnTo>
                <a:lnTo>
                  <a:pt x="258564" y="58262"/>
                </a:lnTo>
                <a:lnTo>
                  <a:pt x="258609" y="58949"/>
                </a:lnTo>
                <a:lnTo>
                  <a:pt x="258636" y="59651"/>
                </a:lnTo>
                <a:lnTo>
                  <a:pt x="258645" y="60367"/>
                </a:lnTo>
                <a:lnTo>
                  <a:pt x="258645" y="69719"/>
                </a:lnTo>
                <a:lnTo>
                  <a:pt x="229737" y="69719"/>
                </a:lnTo>
                <a:lnTo>
                  <a:pt x="228542" y="69732"/>
                </a:lnTo>
                <a:lnTo>
                  <a:pt x="227369" y="69770"/>
                </a:lnTo>
                <a:lnTo>
                  <a:pt x="226216" y="69835"/>
                </a:lnTo>
                <a:lnTo>
                  <a:pt x="225083" y="69926"/>
                </a:lnTo>
                <a:lnTo>
                  <a:pt x="223972" y="70043"/>
                </a:lnTo>
                <a:lnTo>
                  <a:pt x="222881" y="70186"/>
                </a:lnTo>
                <a:lnTo>
                  <a:pt x="221811" y="70355"/>
                </a:lnTo>
                <a:lnTo>
                  <a:pt x="220761" y="70550"/>
                </a:lnTo>
                <a:lnTo>
                  <a:pt x="219732" y="70771"/>
                </a:lnTo>
                <a:lnTo>
                  <a:pt x="218724" y="71018"/>
                </a:lnTo>
                <a:lnTo>
                  <a:pt x="217736" y="71291"/>
                </a:lnTo>
                <a:lnTo>
                  <a:pt x="216769" y="71589"/>
                </a:lnTo>
                <a:lnTo>
                  <a:pt x="215823" y="71914"/>
                </a:lnTo>
                <a:lnTo>
                  <a:pt x="214897" y="72265"/>
                </a:lnTo>
                <a:lnTo>
                  <a:pt x="213992" y="72642"/>
                </a:lnTo>
                <a:lnTo>
                  <a:pt x="213108" y="73044"/>
                </a:lnTo>
                <a:lnTo>
                  <a:pt x="212245" y="73473"/>
                </a:lnTo>
                <a:lnTo>
                  <a:pt x="211402" y="73928"/>
                </a:lnTo>
                <a:lnTo>
                  <a:pt x="210579" y="74409"/>
                </a:lnTo>
                <a:lnTo>
                  <a:pt x="209778" y="74915"/>
                </a:lnTo>
                <a:lnTo>
                  <a:pt x="208997" y="75448"/>
                </a:lnTo>
                <a:lnTo>
                  <a:pt x="208237" y="76007"/>
                </a:lnTo>
                <a:lnTo>
                  <a:pt x="207497" y="76591"/>
                </a:lnTo>
                <a:lnTo>
                  <a:pt x="206778" y="77202"/>
                </a:lnTo>
                <a:lnTo>
                  <a:pt x="206084" y="77835"/>
                </a:lnTo>
                <a:lnTo>
                  <a:pt x="205420" y="78488"/>
                </a:lnTo>
                <a:lnTo>
                  <a:pt x="204786" y="79160"/>
                </a:lnTo>
                <a:lnTo>
                  <a:pt x="204181" y="79852"/>
                </a:lnTo>
                <a:lnTo>
                  <a:pt x="203605" y="80563"/>
                </a:lnTo>
                <a:lnTo>
                  <a:pt x="203059" y="81294"/>
                </a:lnTo>
                <a:lnTo>
                  <a:pt x="202543" y="82044"/>
                </a:lnTo>
                <a:lnTo>
                  <a:pt x="202056" y="82814"/>
                </a:lnTo>
                <a:lnTo>
                  <a:pt x="201598" y="83603"/>
                </a:lnTo>
                <a:lnTo>
                  <a:pt x="201170" y="84412"/>
                </a:lnTo>
                <a:lnTo>
                  <a:pt x="200772" y="85240"/>
                </a:lnTo>
                <a:lnTo>
                  <a:pt x="200403" y="86088"/>
                </a:lnTo>
                <a:lnTo>
                  <a:pt x="200063" y="86955"/>
                </a:lnTo>
                <a:lnTo>
                  <a:pt x="199753" y="87841"/>
                </a:lnTo>
                <a:lnTo>
                  <a:pt x="199473" y="88747"/>
                </a:lnTo>
                <a:lnTo>
                  <a:pt x="199222" y="89673"/>
                </a:lnTo>
                <a:lnTo>
                  <a:pt x="199001" y="90618"/>
                </a:lnTo>
                <a:lnTo>
                  <a:pt x="198809" y="91582"/>
                </a:lnTo>
                <a:lnTo>
                  <a:pt x="198647" y="92566"/>
                </a:lnTo>
                <a:lnTo>
                  <a:pt x="198514" y="93570"/>
                </a:lnTo>
                <a:lnTo>
                  <a:pt x="198411" y="94593"/>
                </a:lnTo>
                <a:lnTo>
                  <a:pt x="198337" y="95635"/>
                </a:lnTo>
                <a:lnTo>
                  <a:pt x="198292" y="96697"/>
                </a:lnTo>
                <a:lnTo>
                  <a:pt x="198278" y="97778"/>
                </a:lnTo>
                <a:lnTo>
                  <a:pt x="198292" y="98846"/>
                </a:lnTo>
                <a:lnTo>
                  <a:pt x="198337" y="99895"/>
                </a:lnTo>
                <a:lnTo>
                  <a:pt x="198411" y="100926"/>
                </a:lnTo>
                <a:lnTo>
                  <a:pt x="198514" y="101938"/>
                </a:lnTo>
                <a:lnTo>
                  <a:pt x="198647" y="102931"/>
                </a:lnTo>
                <a:lnTo>
                  <a:pt x="198809" y="103906"/>
                </a:lnTo>
                <a:lnTo>
                  <a:pt x="199001" y="104862"/>
                </a:lnTo>
                <a:lnTo>
                  <a:pt x="199222" y="105799"/>
                </a:lnTo>
                <a:lnTo>
                  <a:pt x="199473" y="106718"/>
                </a:lnTo>
                <a:lnTo>
                  <a:pt x="199753" y="107618"/>
                </a:lnTo>
                <a:lnTo>
                  <a:pt x="200063" y="108500"/>
                </a:lnTo>
                <a:lnTo>
                  <a:pt x="200403" y="109363"/>
                </a:lnTo>
                <a:lnTo>
                  <a:pt x="200772" y="110208"/>
                </a:lnTo>
                <a:lnTo>
                  <a:pt x="201170" y="111034"/>
                </a:lnTo>
                <a:lnTo>
                  <a:pt x="201598" y="111841"/>
                </a:lnTo>
                <a:lnTo>
                  <a:pt x="202056" y="112629"/>
                </a:lnTo>
                <a:lnTo>
                  <a:pt x="202543" y="113400"/>
                </a:lnTo>
                <a:lnTo>
                  <a:pt x="203059" y="114151"/>
                </a:lnTo>
                <a:lnTo>
                  <a:pt x="203605" y="114884"/>
                </a:lnTo>
                <a:lnTo>
                  <a:pt x="204181" y="115598"/>
                </a:lnTo>
                <a:lnTo>
                  <a:pt x="204786" y="116294"/>
                </a:lnTo>
                <a:lnTo>
                  <a:pt x="205420" y="116971"/>
                </a:lnTo>
                <a:lnTo>
                  <a:pt x="206084" y="117629"/>
                </a:lnTo>
                <a:lnTo>
                  <a:pt x="206778" y="118269"/>
                </a:lnTo>
                <a:lnTo>
                  <a:pt x="207498" y="118886"/>
                </a:lnTo>
                <a:lnTo>
                  <a:pt x="208239" y="119478"/>
                </a:lnTo>
                <a:lnTo>
                  <a:pt x="209002" y="120042"/>
                </a:lnTo>
                <a:lnTo>
                  <a:pt x="209787" y="120581"/>
                </a:lnTo>
                <a:lnTo>
                  <a:pt x="210594" y="121093"/>
                </a:lnTo>
                <a:lnTo>
                  <a:pt x="211423" y="121579"/>
                </a:lnTo>
                <a:lnTo>
                  <a:pt x="212273" y="122039"/>
                </a:lnTo>
                <a:lnTo>
                  <a:pt x="213146" y="122473"/>
                </a:lnTo>
                <a:lnTo>
                  <a:pt x="214040" y="122880"/>
                </a:lnTo>
                <a:lnTo>
                  <a:pt x="214956" y="123261"/>
                </a:lnTo>
                <a:lnTo>
                  <a:pt x="215894" y="123615"/>
                </a:lnTo>
                <a:lnTo>
                  <a:pt x="216854" y="123944"/>
                </a:lnTo>
                <a:lnTo>
                  <a:pt x="217836" y="124246"/>
                </a:lnTo>
                <a:lnTo>
                  <a:pt x="218839" y="124522"/>
                </a:lnTo>
                <a:lnTo>
                  <a:pt x="219865" y="124771"/>
                </a:lnTo>
                <a:lnTo>
                  <a:pt x="220912" y="124995"/>
                </a:lnTo>
                <a:lnTo>
                  <a:pt x="221981" y="125192"/>
                </a:lnTo>
                <a:lnTo>
                  <a:pt x="223072" y="125362"/>
                </a:lnTo>
                <a:lnTo>
                  <a:pt x="224185" y="125507"/>
                </a:lnTo>
                <a:lnTo>
                  <a:pt x="225319" y="125625"/>
                </a:lnTo>
                <a:lnTo>
                  <a:pt x="226476" y="125717"/>
                </a:lnTo>
                <a:lnTo>
                  <a:pt x="227654" y="125783"/>
                </a:lnTo>
                <a:lnTo>
                  <a:pt x="228854" y="125822"/>
                </a:lnTo>
                <a:lnTo>
                  <a:pt x="230076" y="125835"/>
                </a:lnTo>
                <a:lnTo>
                  <a:pt x="231159" y="125825"/>
                </a:lnTo>
                <a:lnTo>
                  <a:pt x="232223" y="125794"/>
                </a:lnTo>
                <a:lnTo>
                  <a:pt x="233269" y="125742"/>
                </a:lnTo>
                <a:lnTo>
                  <a:pt x="234297" y="125670"/>
                </a:lnTo>
                <a:lnTo>
                  <a:pt x="235307" y="125577"/>
                </a:lnTo>
                <a:lnTo>
                  <a:pt x="236299" y="125463"/>
                </a:lnTo>
                <a:lnTo>
                  <a:pt x="237273" y="125329"/>
                </a:lnTo>
                <a:lnTo>
                  <a:pt x="238229" y="125174"/>
                </a:lnTo>
                <a:lnTo>
                  <a:pt x="239167" y="124999"/>
                </a:lnTo>
                <a:lnTo>
                  <a:pt x="240087" y="124802"/>
                </a:lnTo>
                <a:lnTo>
                  <a:pt x="240989" y="124585"/>
                </a:lnTo>
                <a:lnTo>
                  <a:pt x="241873" y="124348"/>
                </a:lnTo>
                <a:lnTo>
                  <a:pt x="242739" y="124090"/>
                </a:lnTo>
                <a:lnTo>
                  <a:pt x="243587" y="123811"/>
                </a:lnTo>
                <a:lnTo>
                  <a:pt x="244417" y="123511"/>
                </a:lnTo>
                <a:lnTo>
                  <a:pt x="245229" y="123191"/>
                </a:lnTo>
                <a:lnTo>
                  <a:pt x="246023" y="122850"/>
                </a:lnTo>
                <a:lnTo>
                  <a:pt x="246799" y="122489"/>
                </a:lnTo>
                <a:lnTo>
                  <a:pt x="247556" y="122106"/>
                </a:lnTo>
                <a:lnTo>
                  <a:pt x="248296" y="121704"/>
                </a:lnTo>
                <a:lnTo>
                  <a:pt x="249018" y="121280"/>
                </a:lnTo>
                <a:lnTo>
                  <a:pt x="249722" y="120836"/>
                </a:lnTo>
                <a:lnTo>
                  <a:pt x="250408" y="120371"/>
                </a:lnTo>
                <a:lnTo>
                  <a:pt x="251076" y="119886"/>
                </a:lnTo>
                <a:lnTo>
                  <a:pt x="251721" y="119382"/>
                </a:lnTo>
                <a:lnTo>
                  <a:pt x="252339" y="118864"/>
                </a:lnTo>
                <a:lnTo>
                  <a:pt x="252929" y="118331"/>
                </a:lnTo>
                <a:lnTo>
                  <a:pt x="253492" y="117783"/>
                </a:lnTo>
                <a:lnTo>
                  <a:pt x="254028" y="117221"/>
                </a:lnTo>
                <a:lnTo>
                  <a:pt x="254536" y="116644"/>
                </a:lnTo>
                <a:lnTo>
                  <a:pt x="255016" y="116052"/>
                </a:lnTo>
                <a:lnTo>
                  <a:pt x="255470" y="115445"/>
                </a:lnTo>
                <a:lnTo>
                  <a:pt x="255895" y="114824"/>
                </a:lnTo>
                <a:lnTo>
                  <a:pt x="256293" y="114187"/>
                </a:lnTo>
                <a:lnTo>
                  <a:pt x="256664" y="113536"/>
                </a:lnTo>
                <a:lnTo>
                  <a:pt x="257007" y="112871"/>
                </a:lnTo>
                <a:lnTo>
                  <a:pt x="257323" y="112190"/>
                </a:lnTo>
                <a:lnTo>
                  <a:pt x="257612" y="111495"/>
                </a:lnTo>
                <a:lnTo>
                  <a:pt x="257872" y="110785"/>
                </a:lnTo>
                <a:lnTo>
                  <a:pt x="258106" y="110060"/>
                </a:lnTo>
                <a:lnTo>
                  <a:pt x="258312" y="109321"/>
                </a:lnTo>
                <a:lnTo>
                  <a:pt x="258490" y="108566"/>
                </a:lnTo>
                <a:lnTo>
                  <a:pt x="258641" y="107797"/>
                </a:lnTo>
                <a:lnTo>
                  <a:pt x="258765" y="107013"/>
                </a:lnTo>
                <a:lnTo>
                  <a:pt x="258853" y="106281"/>
                </a:lnTo>
                <a:lnTo>
                  <a:pt x="258985" y="106281"/>
                </a:lnTo>
                <a:lnTo>
                  <a:pt x="258985" y="124136"/>
                </a:lnTo>
                <a:lnTo>
                  <a:pt x="273949" y="124136"/>
                </a:lnTo>
                <a:close/>
                <a:moveTo>
                  <a:pt x="231502" y="113692"/>
                </a:moveTo>
                <a:lnTo>
                  <a:pt x="230760" y="113637"/>
                </a:lnTo>
                <a:lnTo>
                  <a:pt x="230031" y="113566"/>
                </a:lnTo>
                <a:lnTo>
                  <a:pt x="229317" y="113480"/>
                </a:lnTo>
                <a:lnTo>
                  <a:pt x="228617" y="113379"/>
                </a:lnTo>
                <a:lnTo>
                  <a:pt x="227932" y="113261"/>
                </a:lnTo>
                <a:lnTo>
                  <a:pt x="227262" y="113129"/>
                </a:lnTo>
                <a:lnTo>
                  <a:pt x="226605" y="112980"/>
                </a:lnTo>
                <a:lnTo>
                  <a:pt x="225964" y="112816"/>
                </a:lnTo>
                <a:lnTo>
                  <a:pt x="225336" y="112636"/>
                </a:lnTo>
                <a:lnTo>
                  <a:pt x="224724" y="112440"/>
                </a:lnTo>
                <a:lnTo>
                  <a:pt x="224125" y="112229"/>
                </a:lnTo>
                <a:lnTo>
                  <a:pt x="223541" y="112002"/>
                </a:lnTo>
                <a:lnTo>
                  <a:pt x="222972" y="111760"/>
                </a:lnTo>
                <a:lnTo>
                  <a:pt x="222417" y="111502"/>
                </a:lnTo>
                <a:lnTo>
                  <a:pt x="221877" y="111228"/>
                </a:lnTo>
                <a:lnTo>
                  <a:pt x="221350" y="110939"/>
                </a:lnTo>
                <a:lnTo>
                  <a:pt x="220839" y="110634"/>
                </a:lnTo>
                <a:lnTo>
                  <a:pt x="220342" y="110313"/>
                </a:lnTo>
                <a:lnTo>
                  <a:pt x="219859" y="109977"/>
                </a:lnTo>
                <a:lnTo>
                  <a:pt x="219391" y="109625"/>
                </a:lnTo>
                <a:lnTo>
                  <a:pt x="218937" y="109257"/>
                </a:lnTo>
                <a:lnTo>
                  <a:pt x="218500" y="108876"/>
                </a:lnTo>
                <a:lnTo>
                  <a:pt x="218082" y="108483"/>
                </a:lnTo>
                <a:lnTo>
                  <a:pt x="217682" y="108079"/>
                </a:lnTo>
                <a:lnTo>
                  <a:pt x="217301" y="107663"/>
                </a:lnTo>
                <a:lnTo>
                  <a:pt x="216938" y="107236"/>
                </a:lnTo>
                <a:lnTo>
                  <a:pt x="216594" y="106797"/>
                </a:lnTo>
                <a:lnTo>
                  <a:pt x="216269" y="106346"/>
                </a:lnTo>
                <a:lnTo>
                  <a:pt x="215962" y="105884"/>
                </a:lnTo>
                <a:lnTo>
                  <a:pt x="215674" y="105411"/>
                </a:lnTo>
                <a:lnTo>
                  <a:pt x="215404" y="104926"/>
                </a:lnTo>
                <a:lnTo>
                  <a:pt x="215153" y="104429"/>
                </a:lnTo>
                <a:lnTo>
                  <a:pt x="214920" y="103921"/>
                </a:lnTo>
                <a:lnTo>
                  <a:pt x="214707" y="103402"/>
                </a:lnTo>
                <a:lnTo>
                  <a:pt x="214511" y="102871"/>
                </a:lnTo>
                <a:lnTo>
                  <a:pt x="214335" y="102328"/>
                </a:lnTo>
                <a:lnTo>
                  <a:pt x="214177" y="101774"/>
                </a:lnTo>
                <a:lnTo>
                  <a:pt x="214037" y="101209"/>
                </a:lnTo>
                <a:lnTo>
                  <a:pt x="213916" y="100632"/>
                </a:lnTo>
                <a:lnTo>
                  <a:pt x="213814" y="100043"/>
                </a:lnTo>
                <a:lnTo>
                  <a:pt x="213730" y="99443"/>
                </a:lnTo>
                <a:lnTo>
                  <a:pt x="213665" y="98831"/>
                </a:lnTo>
                <a:lnTo>
                  <a:pt x="213619" y="98208"/>
                </a:lnTo>
                <a:lnTo>
                  <a:pt x="213591" y="97573"/>
                </a:lnTo>
                <a:lnTo>
                  <a:pt x="213582" y="96927"/>
                </a:lnTo>
                <a:lnTo>
                  <a:pt x="213589" y="96323"/>
                </a:lnTo>
                <a:lnTo>
                  <a:pt x="213612" y="95730"/>
                </a:lnTo>
                <a:lnTo>
                  <a:pt x="213651" y="95147"/>
                </a:lnTo>
                <a:lnTo>
                  <a:pt x="213704" y="94575"/>
                </a:lnTo>
                <a:lnTo>
                  <a:pt x="213773" y="94013"/>
                </a:lnTo>
                <a:lnTo>
                  <a:pt x="213858" y="93463"/>
                </a:lnTo>
                <a:lnTo>
                  <a:pt x="213958" y="92922"/>
                </a:lnTo>
                <a:lnTo>
                  <a:pt x="214073" y="92393"/>
                </a:lnTo>
                <a:lnTo>
                  <a:pt x="214203" y="91874"/>
                </a:lnTo>
                <a:lnTo>
                  <a:pt x="214349" y="91365"/>
                </a:lnTo>
                <a:lnTo>
                  <a:pt x="214510" y="90868"/>
                </a:lnTo>
                <a:lnTo>
                  <a:pt x="214687" y="90381"/>
                </a:lnTo>
                <a:lnTo>
                  <a:pt x="214879" y="89904"/>
                </a:lnTo>
                <a:lnTo>
                  <a:pt x="215086" y="89438"/>
                </a:lnTo>
                <a:lnTo>
                  <a:pt x="215309" y="88983"/>
                </a:lnTo>
                <a:lnTo>
                  <a:pt x="215547" y="88539"/>
                </a:lnTo>
                <a:lnTo>
                  <a:pt x="215800" y="88105"/>
                </a:lnTo>
                <a:lnTo>
                  <a:pt x="216069" y="87681"/>
                </a:lnTo>
                <a:lnTo>
                  <a:pt x="216353" y="87269"/>
                </a:lnTo>
                <a:lnTo>
                  <a:pt x="216652" y="86867"/>
                </a:lnTo>
                <a:lnTo>
                  <a:pt x="216967" y="86475"/>
                </a:lnTo>
                <a:lnTo>
                  <a:pt x="217297" y="86095"/>
                </a:lnTo>
                <a:lnTo>
                  <a:pt x="217642" y="85724"/>
                </a:lnTo>
                <a:lnTo>
                  <a:pt x="218003" y="85365"/>
                </a:lnTo>
                <a:lnTo>
                  <a:pt x="218377" y="85018"/>
                </a:lnTo>
                <a:lnTo>
                  <a:pt x="218762" y="84686"/>
                </a:lnTo>
                <a:lnTo>
                  <a:pt x="219159" y="84368"/>
                </a:lnTo>
                <a:lnTo>
                  <a:pt x="219567" y="84065"/>
                </a:lnTo>
                <a:lnTo>
                  <a:pt x="219986" y="83778"/>
                </a:lnTo>
                <a:lnTo>
                  <a:pt x="220416" y="83504"/>
                </a:lnTo>
                <a:lnTo>
                  <a:pt x="220857" y="83246"/>
                </a:lnTo>
                <a:lnTo>
                  <a:pt x="221310" y="83002"/>
                </a:lnTo>
                <a:lnTo>
                  <a:pt x="221773" y="82773"/>
                </a:lnTo>
                <a:lnTo>
                  <a:pt x="222248" y="82559"/>
                </a:lnTo>
                <a:lnTo>
                  <a:pt x="222735" y="82360"/>
                </a:lnTo>
                <a:lnTo>
                  <a:pt x="223232" y="82175"/>
                </a:lnTo>
                <a:lnTo>
                  <a:pt x="223741" y="82005"/>
                </a:lnTo>
                <a:lnTo>
                  <a:pt x="224261" y="81850"/>
                </a:lnTo>
                <a:lnTo>
                  <a:pt x="224792" y="81710"/>
                </a:lnTo>
                <a:lnTo>
                  <a:pt x="225334" y="81585"/>
                </a:lnTo>
                <a:lnTo>
                  <a:pt x="225888" y="81474"/>
                </a:lnTo>
                <a:lnTo>
                  <a:pt x="226452" y="81378"/>
                </a:lnTo>
                <a:lnTo>
                  <a:pt x="227028" y="81297"/>
                </a:lnTo>
                <a:lnTo>
                  <a:pt x="227616" y="81230"/>
                </a:lnTo>
                <a:lnTo>
                  <a:pt x="228214" y="81179"/>
                </a:lnTo>
                <a:lnTo>
                  <a:pt x="228824" y="81142"/>
                </a:lnTo>
                <a:lnTo>
                  <a:pt x="229444" y="81119"/>
                </a:lnTo>
                <a:lnTo>
                  <a:pt x="230076" y="81112"/>
                </a:lnTo>
                <a:lnTo>
                  <a:pt x="258645" y="81112"/>
                </a:lnTo>
                <a:lnTo>
                  <a:pt x="258645" y="94377"/>
                </a:lnTo>
                <a:lnTo>
                  <a:pt x="258633" y="95080"/>
                </a:lnTo>
                <a:lnTo>
                  <a:pt x="258596" y="95772"/>
                </a:lnTo>
                <a:lnTo>
                  <a:pt x="258536" y="96454"/>
                </a:lnTo>
                <a:lnTo>
                  <a:pt x="258451" y="97126"/>
                </a:lnTo>
                <a:lnTo>
                  <a:pt x="258342" y="97787"/>
                </a:lnTo>
                <a:lnTo>
                  <a:pt x="258209" y="98437"/>
                </a:lnTo>
                <a:lnTo>
                  <a:pt x="258052" y="99076"/>
                </a:lnTo>
                <a:lnTo>
                  <a:pt x="257870" y="99705"/>
                </a:lnTo>
                <a:lnTo>
                  <a:pt x="257664" y="100323"/>
                </a:lnTo>
                <a:lnTo>
                  <a:pt x="257434" y="100931"/>
                </a:lnTo>
                <a:lnTo>
                  <a:pt x="257180" y="101528"/>
                </a:lnTo>
                <a:lnTo>
                  <a:pt x="256902" y="102114"/>
                </a:lnTo>
                <a:lnTo>
                  <a:pt x="256599" y="102690"/>
                </a:lnTo>
                <a:lnTo>
                  <a:pt x="256272" y="103255"/>
                </a:lnTo>
                <a:lnTo>
                  <a:pt x="255921" y="103809"/>
                </a:lnTo>
                <a:lnTo>
                  <a:pt x="255546" y="104353"/>
                </a:lnTo>
                <a:lnTo>
                  <a:pt x="255147" y="104886"/>
                </a:lnTo>
                <a:lnTo>
                  <a:pt x="254723" y="105409"/>
                </a:lnTo>
                <a:lnTo>
                  <a:pt x="254275" y="105921"/>
                </a:lnTo>
                <a:lnTo>
                  <a:pt x="253803" y="106422"/>
                </a:lnTo>
                <a:lnTo>
                  <a:pt x="253307" y="106913"/>
                </a:lnTo>
                <a:lnTo>
                  <a:pt x="252786" y="107393"/>
                </a:lnTo>
                <a:lnTo>
                  <a:pt x="252242" y="107862"/>
                </a:lnTo>
                <a:lnTo>
                  <a:pt x="251673" y="108321"/>
                </a:lnTo>
                <a:lnTo>
                  <a:pt x="251085" y="108765"/>
                </a:lnTo>
                <a:lnTo>
                  <a:pt x="250483" y="109190"/>
                </a:lnTo>
                <a:lnTo>
                  <a:pt x="249868" y="109596"/>
                </a:lnTo>
                <a:lnTo>
                  <a:pt x="249240" y="109983"/>
                </a:lnTo>
                <a:lnTo>
                  <a:pt x="248598" y="110352"/>
                </a:lnTo>
                <a:lnTo>
                  <a:pt x="247942" y="110701"/>
                </a:lnTo>
                <a:lnTo>
                  <a:pt x="247273" y="111032"/>
                </a:lnTo>
                <a:lnTo>
                  <a:pt x="246590" y="111344"/>
                </a:lnTo>
                <a:lnTo>
                  <a:pt x="245894" y="111636"/>
                </a:lnTo>
                <a:lnTo>
                  <a:pt x="245184" y="111910"/>
                </a:lnTo>
                <a:lnTo>
                  <a:pt x="244460" y="112165"/>
                </a:lnTo>
                <a:lnTo>
                  <a:pt x="243723" y="112402"/>
                </a:lnTo>
                <a:lnTo>
                  <a:pt x="242972" y="112619"/>
                </a:lnTo>
                <a:lnTo>
                  <a:pt x="242208" y="112817"/>
                </a:lnTo>
                <a:lnTo>
                  <a:pt x="241430" y="112997"/>
                </a:lnTo>
                <a:lnTo>
                  <a:pt x="240639" y="113157"/>
                </a:lnTo>
                <a:lnTo>
                  <a:pt x="239834" y="113299"/>
                </a:lnTo>
                <a:lnTo>
                  <a:pt x="239015" y="113422"/>
                </a:lnTo>
                <a:lnTo>
                  <a:pt x="238183" y="113526"/>
                </a:lnTo>
                <a:lnTo>
                  <a:pt x="237337" y="113611"/>
                </a:lnTo>
                <a:lnTo>
                  <a:pt x="236478" y="113677"/>
                </a:lnTo>
                <a:lnTo>
                  <a:pt x="235605" y="113724"/>
                </a:lnTo>
                <a:lnTo>
                  <a:pt x="234718" y="113752"/>
                </a:lnTo>
                <a:lnTo>
                  <a:pt x="233818" y="113762"/>
                </a:lnTo>
                <a:lnTo>
                  <a:pt x="233032" y="113754"/>
                </a:lnTo>
                <a:lnTo>
                  <a:pt x="232260" y="113731"/>
                </a:lnTo>
                <a:lnTo>
                  <a:pt x="231502" y="113692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A99114-0AF2-4293-9627-C911D8DF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214" y="1176266"/>
            <a:ext cx="20532" cy="824557"/>
          </a:xfrm>
          <a:custGeom xmlns:a="http://schemas.openxmlformats.org/drawingml/2006/main">
            <a:pathLst>
              <a:path w="20532" h="824557">
                <a:moveTo>
                  <a:pt x="0" y="824557"/>
                </a:moveTo>
                <a:lnTo>
                  <a:pt x="634" y="770658"/>
                </a:lnTo>
                <a:lnTo>
                  <a:pt x="18608" y="770658"/>
                </a:lnTo>
                <a:lnTo>
                  <a:pt x="17951" y="824557"/>
                </a:lnTo>
                <a:lnTo>
                  <a:pt x="0" y="824557"/>
                </a:lnTo>
                <a:close/>
                <a:moveTo>
                  <a:pt x="1268" y="718049"/>
                </a:moveTo>
                <a:lnTo>
                  <a:pt x="1924" y="667365"/>
                </a:lnTo>
                <a:lnTo>
                  <a:pt x="19242" y="667365"/>
                </a:lnTo>
                <a:lnTo>
                  <a:pt x="18608" y="718683"/>
                </a:lnTo>
                <a:lnTo>
                  <a:pt x="1268" y="718049"/>
                </a:lnTo>
                <a:close/>
                <a:moveTo>
                  <a:pt x="1924" y="617948"/>
                </a:moveTo>
                <a:lnTo>
                  <a:pt x="2558" y="569188"/>
                </a:lnTo>
                <a:lnTo>
                  <a:pt x="19875" y="569821"/>
                </a:lnTo>
                <a:lnTo>
                  <a:pt x="19875" y="617948"/>
                </a:lnTo>
                <a:lnTo>
                  <a:pt x="1924" y="617948"/>
                </a:lnTo>
                <a:close/>
                <a:moveTo>
                  <a:pt x="2558" y="515922"/>
                </a:moveTo>
                <a:lnTo>
                  <a:pt x="2558" y="463291"/>
                </a:lnTo>
                <a:lnTo>
                  <a:pt x="20532" y="463291"/>
                </a:lnTo>
                <a:lnTo>
                  <a:pt x="19875" y="515922"/>
                </a:lnTo>
                <a:lnTo>
                  <a:pt x="2558" y="515922"/>
                </a:lnTo>
                <a:close/>
                <a:moveTo>
                  <a:pt x="3192" y="412607"/>
                </a:moveTo>
                <a:lnTo>
                  <a:pt x="3192" y="363846"/>
                </a:lnTo>
                <a:lnTo>
                  <a:pt x="20532" y="363846"/>
                </a:lnTo>
                <a:lnTo>
                  <a:pt x="20532" y="412607"/>
                </a:lnTo>
                <a:lnTo>
                  <a:pt x="3192" y="412607"/>
                </a:lnTo>
                <a:close/>
                <a:moveTo>
                  <a:pt x="3192" y="313139"/>
                </a:moveTo>
                <a:lnTo>
                  <a:pt x="3192" y="259897"/>
                </a:lnTo>
                <a:lnTo>
                  <a:pt x="20532" y="259897"/>
                </a:lnTo>
                <a:lnTo>
                  <a:pt x="20532" y="313139"/>
                </a:lnTo>
                <a:lnTo>
                  <a:pt x="3192" y="313139"/>
                </a:lnTo>
                <a:close/>
                <a:moveTo>
                  <a:pt x="2558" y="209190"/>
                </a:moveTo>
                <a:lnTo>
                  <a:pt x="2558" y="161063"/>
                </a:lnTo>
                <a:lnTo>
                  <a:pt x="20532" y="161063"/>
                </a:lnTo>
                <a:lnTo>
                  <a:pt x="20532" y="209190"/>
                </a:lnTo>
                <a:lnTo>
                  <a:pt x="2558" y="209190"/>
                </a:lnTo>
                <a:close/>
                <a:moveTo>
                  <a:pt x="1924" y="107164"/>
                </a:moveTo>
                <a:lnTo>
                  <a:pt x="1924" y="55189"/>
                </a:lnTo>
                <a:lnTo>
                  <a:pt x="19242" y="55189"/>
                </a:lnTo>
                <a:lnTo>
                  <a:pt x="19875" y="107164"/>
                </a:lnTo>
                <a:lnTo>
                  <a:pt x="1924" y="107164"/>
                </a:lnTo>
                <a:close/>
                <a:moveTo>
                  <a:pt x="634" y="7697"/>
                </a:moveTo>
                <a:lnTo>
                  <a:pt x="634" y="0"/>
                </a:lnTo>
                <a:lnTo>
                  <a:pt x="18608" y="0"/>
                </a:lnTo>
                <a:lnTo>
                  <a:pt x="18608" y="7697"/>
                </a:lnTo>
                <a:lnTo>
                  <a:pt x="634" y="7697"/>
                </a:lnTo>
                <a:close/>
              </a:path>
            </a:pathLst>
          </a:custGeom>
          <a:solidFill xmlns:a="http://schemas.openxmlformats.org/drawingml/2006/main">
            <a:srgbClr val="B3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D1032-2B8E-40D3-B17D-BDD3C2F1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77" y="1982872"/>
            <a:ext cx="68658" cy="69292"/>
          </a:xfrm>
          <a:custGeom xmlns:a="http://schemas.openxmlformats.org/drawingml/2006/main">
            <a:pathLst>
              <a:path w="68658" h="69292">
                <a:moveTo>
                  <a:pt x="34024" y="69292"/>
                </a:moveTo>
                <a:lnTo>
                  <a:pt x="0" y="0"/>
                </a:lnTo>
                <a:lnTo>
                  <a:pt x="34657" y="17951"/>
                </a:lnTo>
                <a:lnTo>
                  <a:pt x="68658" y="634"/>
                </a:lnTo>
                <a:lnTo>
                  <a:pt x="34024" y="69292"/>
                </a:lnTo>
                <a:close/>
              </a:path>
            </a:pathLst>
          </a:custGeom>
          <a:solidFill xmlns:a="http://schemas.openxmlformats.org/drawingml/2006/main">
            <a:srgbClr val="B3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5279C-CB7E-4E47-8B1C-9E167D75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77" y="1982872"/>
            <a:ext cx="68658" cy="69292"/>
          </a:xfrm>
          <a:custGeom xmlns:a="http://schemas.openxmlformats.org/drawingml/2006/main">
            <a:pathLst>
              <a:path w="68658" h="69292" fill="none">
                <a:moveTo>
                  <a:pt x="34024" y="69292"/>
                </a:moveTo>
                <a:lnTo>
                  <a:pt x="0" y="0"/>
                </a:lnTo>
                <a:lnTo>
                  <a:pt x="34657" y="17951"/>
                </a:lnTo>
                <a:lnTo>
                  <a:pt x="68658" y="634"/>
                </a:lnTo>
                <a:lnTo>
                  <a:pt x="34024" y="692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B3B3B3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6F334B-1EE2-4B44-9D80-D042EAA4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34" y="1125582"/>
            <a:ext cx="68658" cy="68658"/>
          </a:xfrm>
          <a:custGeom xmlns:a="http://schemas.openxmlformats.org/drawingml/2006/main">
            <a:pathLst>
              <a:path w="68658" h="68658">
                <a:moveTo>
                  <a:pt x="33367" y="0"/>
                </a:moveTo>
                <a:lnTo>
                  <a:pt x="68658" y="67368"/>
                </a:lnTo>
                <a:lnTo>
                  <a:pt x="34635" y="50685"/>
                </a:lnTo>
                <a:lnTo>
                  <a:pt x="0" y="68658"/>
                </a:lnTo>
                <a:lnTo>
                  <a:pt x="33367" y="0"/>
                </a:lnTo>
                <a:close/>
              </a:path>
            </a:pathLst>
          </a:custGeom>
          <a:solidFill xmlns:a="http://schemas.openxmlformats.org/drawingml/2006/main">
            <a:srgbClr val="B3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27C088-1F0F-46AD-A131-2920F6AB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34" y="1125582"/>
            <a:ext cx="68658" cy="68658"/>
          </a:xfrm>
          <a:custGeom xmlns:a="http://schemas.openxmlformats.org/drawingml/2006/main">
            <a:pathLst>
              <a:path w="68658" h="68658" fill="none">
                <a:moveTo>
                  <a:pt x="33367" y="0"/>
                </a:moveTo>
                <a:lnTo>
                  <a:pt x="68658" y="67368"/>
                </a:lnTo>
                <a:lnTo>
                  <a:pt x="34635" y="50685"/>
                </a:lnTo>
                <a:lnTo>
                  <a:pt x="0" y="68658"/>
                </a:lnTo>
                <a:lnTo>
                  <a:pt x="3336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B3B3B3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CA8B03-7133-43EE-963B-29DFFCA8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494" y="1447708"/>
            <a:ext cx="917618" cy="204685"/>
          </a:xfrm>
          <a:custGeom xmlns:a="http://schemas.openxmlformats.org/drawingml/2006/main">
            <a:pathLst>
              <a:path w="917618" h="204685">
                <a:moveTo>
                  <a:pt x="0" y="0"/>
                </a:moveTo>
                <a:lnTo>
                  <a:pt x="917618" y="0"/>
                </a:lnTo>
                <a:lnTo>
                  <a:pt x="917618" y="204685"/>
                </a:lnTo>
                <a:lnTo>
                  <a:pt x="0" y="2046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call[rax]">
            <a:extLst xmlns:a="http://schemas.openxmlformats.org/drawingml/2006/main">
              <a:ext uri="{FF2B5EF4-FFF2-40B4-BE49-F238E27FC236}">
                <a16:creationId xmlns:a16="http://schemas.microsoft.com/office/drawing/2014/main" id="{5EFA360D-E146-4C00-B87C-41FD254E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44" y="784930"/>
            <a:ext cx="1057397" cy="174317"/>
          </a:xfrm>
          <a:custGeom xmlns:a="http://schemas.openxmlformats.org/drawingml/2006/main">
            <a:pathLst>
              <a:path w="1057397" h="174317">
                <a:moveTo>
                  <a:pt x="275938" y="138712"/>
                </a:moveTo>
                <a:lnTo>
                  <a:pt x="275448" y="138705"/>
                </a:lnTo>
                <a:lnTo>
                  <a:pt x="274966" y="138687"/>
                </a:lnTo>
                <a:lnTo>
                  <a:pt x="274492" y="138655"/>
                </a:lnTo>
                <a:lnTo>
                  <a:pt x="274027" y="138611"/>
                </a:lnTo>
                <a:lnTo>
                  <a:pt x="273570" y="138555"/>
                </a:lnTo>
                <a:lnTo>
                  <a:pt x="273122" y="138486"/>
                </a:lnTo>
                <a:lnTo>
                  <a:pt x="272682" y="138404"/>
                </a:lnTo>
                <a:lnTo>
                  <a:pt x="272250" y="138310"/>
                </a:lnTo>
                <a:lnTo>
                  <a:pt x="271827" y="138203"/>
                </a:lnTo>
                <a:lnTo>
                  <a:pt x="271412" y="138084"/>
                </a:lnTo>
                <a:lnTo>
                  <a:pt x="271005" y="137952"/>
                </a:lnTo>
                <a:lnTo>
                  <a:pt x="270607" y="137808"/>
                </a:lnTo>
                <a:lnTo>
                  <a:pt x="270217" y="137651"/>
                </a:lnTo>
                <a:lnTo>
                  <a:pt x="269835" y="137481"/>
                </a:lnTo>
                <a:lnTo>
                  <a:pt x="269462" y="137299"/>
                </a:lnTo>
                <a:lnTo>
                  <a:pt x="269097" y="137105"/>
                </a:lnTo>
                <a:lnTo>
                  <a:pt x="268740" y="136897"/>
                </a:lnTo>
                <a:lnTo>
                  <a:pt x="268392" y="136678"/>
                </a:lnTo>
                <a:lnTo>
                  <a:pt x="268052" y="136445"/>
                </a:lnTo>
                <a:lnTo>
                  <a:pt x="267721" y="136200"/>
                </a:lnTo>
                <a:lnTo>
                  <a:pt x="267398" y="135943"/>
                </a:lnTo>
                <a:lnTo>
                  <a:pt x="267083" y="135673"/>
                </a:lnTo>
                <a:lnTo>
                  <a:pt x="266777" y="135391"/>
                </a:lnTo>
                <a:lnTo>
                  <a:pt x="266479" y="135095"/>
                </a:lnTo>
                <a:lnTo>
                  <a:pt x="266191" y="134789"/>
                </a:lnTo>
                <a:lnTo>
                  <a:pt x="265916" y="134474"/>
                </a:lnTo>
                <a:lnTo>
                  <a:pt x="265653" y="134149"/>
                </a:lnTo>
                <a:lnTo>
                  <a:pt x="265402" y="133815"/>
                </a:lnTo>
                <a:lnTo>
                  <a:pt x="265164" y="133472"/>
                </a:lnTo>
                <a:lnTo>
                  <a:pt x="264938" y="133119"/>
                </a:lnTo>
                <a:lnTo>
                  <a:pt x="264723" y="132757"/>
                </a:lnTo>
                <a:lnTo>
                  <a:pt x="264522" y="132386"/>
                </a:lnTo>
                <a:lnTo>
                  <a:pt x="264332" y="132005"/>
                </a:lnTo>
                <a:lnTo>
                  <a:pt x="264155" y="131615"/>
                </a:lnTo>
                <a:lnTo>
                  <a:pt x="263990" y="131216"/>
                </a:lnTo>
                <a:lnTo>
                  <a:pt x="263837" y="130807"/>
                </a:lnTo>
                <a:lnTo>
                  <a:pt x="263696" y="130389"/>
                </a:lnTo>
                <a:lnTo>
                  <a:pt x="263568" y="129962"/>
                </a:lnTo>
                <a:lnTo>
                  <a:pt x="263451" y="129525"/>
                </a:lnTo>
                <a:lnTo>
                  <a:pt x="263347" y="129079"/>
                </a:lnTo>
                <a:lnTo>
                  <a:pt x="263256" y="128624"/>
                </a:lnTo>
                <a:lnTo>
                  <a:pt x="263176" y="128159"/>
                </a:lnTo>
                <a:lnTo>
                  <a:pt x="263109" y="127685"/>
                </a:lnTo>
                <a:lnTo>
                  <a:pt x="263054" y="127202"/>
                </a:lnTo>
                <a:lnTo>
                  <a:pt x="263011" y="126709"/>
                </a:lnTo>
                <a:lnTo>
                  <a:pt x="262980" y="126207"/>
                </a:lnTo>
                <a:lnTo>
                  <a:pt x="262962" y="125695"/>
                </a:lnTo>
                <a:lnTo>
                  <a:pt x="262956" y="125175"/>
                </a:lnTo>
                <a:lnTo>
                  <a:pt x="262956" y="18545"/>
                </a:lnTo>
                <a:lnTo>
                  <a:pt x="211960" y="18545"/>
                </a:lnTo>
                <a:lnTo>
                  <a:pt x="211960" y="33752"/>
                </a:lnTo>
                <a:lnTo>
                  <a:pt x="246267" y="33752"/>
                </a:lnTo>
                <a:lnTo>
                  <a:pt x="246267" y="125175"/>
                </a:lnTo>
                <a:lnTo>
                  <a:pt x="246273" y="125897"/>
                </a:lnTo>
                <a:lnTo>
                  <a:pt x="246292" y="126612"/>
                </a:lnTo>
                <a:lnTo>
                  <a:pt x="246325" y="127319"/>
                </a:lnTo>
                <a:lnTo>
                  <a:pt x="246370" y="128018"/>
                </a:lnTo>
                <a:lnTo>
                  <a:pt x="246428" y="128710"/>
                </a:lnTo>
                <a:lnTo>
                  <a:pt x="246499" y="129393"/>
                </a:lnTo>
                <a:lnTo>
                  <a:pt x="246582" y="130069"/>
                </a:lnTo>
                <a:lnTo>
                  <a:pt x="246679" y="130738"/>
                </a:lnTo>
                <a:lnTo>
                  <a:pt x="246788" y="131398"/>
                </a:lnTo>
                <a:lnTo>
                  <a:pt x="246911" y="132051"/>
                </a:lnTo>
                <a:lnTo>
                  <a:pt x="247046" y="132697"/>
                </a:lnTo>
                <a:lnTo>
                  <a:pt x="247194" y="133334"/>
                </a:lnTo>
                <a:lnTo>
                  <a:pt x="247355" y="133964"/>
                </a:lnTo>
                <a:lnTo>
                  <a:pt x="247529" y="134586"/>
                </a:lnTo>
                <a:lnTo>
                  <a:pt x="247716" y="135200"/>
                </a:lnTo>
                <a:lnTo>
                  <a:pt x="247915" y="135807"/>
                </a:lnTo>
                <a:lnTo>
                  <a:pt x="248128" y="136406"/>
                </a:lnTo>
                <a:lnTo>
                  <a:pt x="248353" y="136997"/>
                </a:lnTo>
                <a:lnTo>
                  <a:pt x="248592" y="137580"/>
                </a:lnTo>
                <a:lnTo>
                  <a:pt x="248843" y="138156"/>
                </a:lnTo>
                <a:lnTo>
                  <a:pt x="249107" y="138724"/>
                </a:lnTo>
                <a:lnTo>
                  <a:pt x="249384" y="139284"/>
                </a:lnTo>
                <a:lnTo>
                  <a:pt x="249674" y="139836"/>
                </a:lnTo>
                <a:lnTo>
                  <a:pt x="249976" y="140381"/>
                </a:lnTo>
                <a:lnTo>
                  <a:pt x="250291" y="140917"/>
                </a:lnTo>
                <a:lnTo>
                  <a:pt x="250615" y="141443"/>
                </a:lnTo>
                <a:lnTo>
                  <a:pt x="250950" y="141958"/>
                </a:lnTo>
                <a:lnTo>
                  <a:pt x="251295" y="142463"/>
                </a:lnTo>
                <a:lnTo>
                  <a:pt x="251651" y="142957"/>
                </a:lnTo>
                <a:lnTo>
                  <a:pt x="252017" y="143441"/>
                </a:lnTo>
                <a:lnTo>
                  <a:pt x="252393" y="143915"/>
                </a:lnTo>
                <a:lnTo>
                  <a:pt x="252779" y="144379"/>
                </a:lnTo>
                <a:lnTo>
                  <a:pt x="253176" y="144832"/>
                </a:lnTo>
                <a:lnTo>
                  <a:pt x="253583" y="145275"/>
                </a:lnTo>
                <a:lnTo>
                  <a:pt x="254000" y="145708"/>
                </a:lnTo>
                <a:lnTo>
                  <a:pt x="254427" y="146130"/>
                </a:lnTo>
                <a:lnTo>
                  <a:pt x="254865" y="146542"/>
                </a:lnTo>
                <a:lnTo>
                  <a:pt x="255313" y="146944"/>
                </a:lnTo>
                <a:lnTo>
                  <a:pt x="255772" y="147336"/>
                </a:lnTo>
                <a:lnTo>
                  <a:pt x="256241" y="147717"/>
                </a:lnTo>
                <a:lnTo>
                  <a:pt x="256720" y="148088"/>
                </a:lnTo>
                <a:lnTo>
                  <a:pt x="257209" y="148448"/>
                </a:lnTo>
                <a:lnTo>
                  <a:pt x="257709" y="148799"/>
                </a:lnTo>
                <a:lnTo>
                  <a:pt x="258218" y="149139"/>
                </a:lnTo>
                <a:lnTo>
                  <a:pt x="258739" y="149468"/>
                </a:lnTo>
                <a:lnTo>
                  <a:pt x="259269" y="149788"/>
                </a:lnTo>
                <a:lnTo>
                  <a:pt x="259810" y="150097"/>
                </a:lnTo>
                <a:lnTo>
                  <a:pt x="260361" y="150395"/>
                </a:lnTo>
                <a:lnTo>
                  <a:pt x="260921" y="150683"/>
                </a:lnTo>
                <a:lnTo>
                  <a:pt x="261489" y="150958"/>
                </a:lnTo>
                <a:lnTo>
                  <a:pt x="262065" y="151221"/>
                </a:lnTo>
                <a:lnTo>
                  <a:pt x="262648" y="151472"/>
                </a:lnTo>
                <a:lnTo>
                  <a:pt x="263239" y="151710"/>
                </a:lnTo>
                <a:lnTo>
                  <a:pt x="263838" y="151937"/>
                </a:lnTo>
                <a:lnTo>
                  <a:pt x="264444" y="152151"/>
                </a:lnTo>
                <a:lnTo>
                  <a:pt x="265059" y="152353"/>
                </a:lnTo>
                <a:lnTo>
                  <a:pt x="265681" y="152542"/>
                </a:lnTo>
                <a:lnTo>
                  <a:pt x="266310" y="152719"/>
                </a:lnTo>
                <a:lnTo>
                  <a:pt x="266948" y="152885"/>
                </a:lnTo>
                <a:lnTo>
                  <a:pt x="267593" y="153038"/>
                </a:lnTo>
                <a:lnTo>
                  <a:pt x="268246" y="153178"/>
                </a:lnTo>
                <a:lnTo>
                  <a:pt x="268907" y="153307"/>
                </a:lnTo>
                <a:lnTo>
                  <a:pt x="269575" y="153423"/>
                </a:lnTo>
                <a:lnTo>
                  <a:pt x="270251" y="153527"/>
                </a:lnTo>
                <a:lnTo>
                  <a:pt x="270935" y="153619"/>
                </a:lnTo>
                <a:lnTo>
                  <a:pt x="271626" y="153698"/>
                </a:lnTo>
                <a:lnTo>
                  <a:pt x="272326" y="153765"/>
                </a:lnTo>
                <a:lnTo>
                  <a:pt x="273033" y="153820"/>
                </a:lnTo>
                <a:lnTo>
                  <a:pt x="273748" y="153863"/>
                </a:lnTo>
                <a:lnTo>
                  <a:pt x="274470" y="153894"/>
                </a:lnTo>
                <a:lnTo>
                  <a:pt x="275200" y="153912"/>
                </a:lnTo>
                <a:lnTo>
                  <a:pt x="275938" y="153918"/>
                </a:lnTo>
                <a:lnTo>
                  <a:pt x="308391" y="153918"/>
                </a:lnTo>
                <a:lnTo>
                  <a:pt x="308391" y="138712"/>
                </a:lnTo>
                <a:lnTo>
                  <a:pt x="275938" y="138712"/>
                </a:lnTo>
                <a:close/>
                <a:moveTo>
                  <a:pt x="386714" y="138705"/>
                </a:moveTo>
                <a:lnTo>
                  <a:pt x="386232" y="138687"/>
                </a:lnTo>
                <a:lnTo>
                  <a:pt x="385758" y="138655"/>
                </a:lnTo>
                <a:lnTo>
                  <a:pt x="385293" y="138611"/>
                </a:lnTo>
                <a:lnTo>
                  <a:pt x="384836" y="138555"/>
                </a:lnTo>
                <a:lnTo>
                  <a:pt x="384388" y="138486"/>
                </a:lnTo>
                <a:lnTo>
                  <a:pt x="383948" y="138404"/>
                </a:lnTo>
                <a:lnTo>
                  <a:pt x="383516" y="138310"/>
                </a:lnTo>
                <a:lnTo>
                  <a:pt x="383093" y="138203"/>
                </a:lnTo>
                <a:lnTo>
                  <a:pt x="382677" y="138084"/>
                </a:lnTo>
                <a:lnTo>
                  <a:pt x="382271" y="137952"/>
                </a:lnTo>
                <a:lnTo>
                  <a:pt x="381872" y="137808"/>
                </a:lnTo>
                <a:lnTo>
                  <a:pt x="381482" y="137651"/>
                </a:lnTo>
                <a:lnTo>
                  <a:pt x="381101" y="137481"/>
                </a:lnTo>
                <a:lnTo>
                  <a:pt x="380728" y="137299"/>
                </a:lnTo>
                <a:lnTo>
                  <a:pt x="380363" y="137105"/>
                </a:lnTo>
                <a:lnTo>
                  <a:pt x="380006" y="136897"/>
                </a:lnTo>
                <a:lnTo>
                  <a:pt x="379658" y="136678"/>
                </a:lnTo>
                <a:lnTo>
                  <a:pt x="379318" y="136445"/>
                </a:lnTo>
                <a:lnTo>
                  <a:pt x="378987" y="136200"/>
                </a:lnTo>
                <a:lnTo>
                  <a:pt x="378664" y="135943"/>
                </a:lnTo>
                <a:lnTo>
                  <a:pt x="378349" y="135673"/>
                </a:lnTo>
                <a:lnTo>
                  <a:pt x="378043" y="135391"/>
                </a:lnTo>
                <a:lnTo>
                  <a:pt x="377745" y="135095"/>
                </a:lnTo>
                <a:lnTo>
                  <a:pt x="377457" y="134789"/>
                </a:lnTo>
                <a:lnTo>
                  <a:pt x="377182" y="134474"/>
                </a:lnTo>
                <a:lnTo>
                  <a:pt x="376919" y="134149"/>
                </a:lnTo>
                <a:lnTo>
                  <a:pt x="376668" y="133815"/>
                </a:lnTo>
                <a:lnTo>
                  <a:pt x="376430" y="133472"/>
                </a:lnTo>
                <a:lnTo>
                  <a:pt x="376203" y="133119"/>
                </a:lnTo>
                <a:lnTo>
                  <a:pt x="375989" y="132757"/>
                </a:lnTo>
                <a:lnTo>
                  <a:pt x="375788" y="132386"/>
                </a:lnTo>
                <a:lnTo>
                  <a:pt x="375598" y="132005"/>
                </a:lnTo>
                <a:lnTo>
                  <a:pt x="375421" y="131615"/>
                </a:lnTo>
                <a:lnTo>
                  <a:pt x="375255" y="131216"/>
                </a:lnTo>
                <a:lnTo>
                  <a:pt x="375103" y="130807"/>
                </a:lnTo>
                <a:lnTo>
                  <a:pt x="374962" y="130389"/>
                </a:lnTo>
                <a:lnTo>
                  <a:pt x="374833" y="129962"/>
                </a:lnTo>
                <a:lnTo>
                  <a:pt x="374717" y="129525"/>
                </a:lnTo>
                <a:lnTo>
                  <a:pt x="374613" y="129079"/>
                </a:lnTo>
                <a:lnTo>
                  <a:pt x="374522" y="128624"/>
                </a:lnTo>
                <a:lnTo>
                  <a:pt x="374442" y="128159"/>
                </a:lnTo>
                <a:lnTo>
                  <a:pt x="374375" y="127685"/>
                </a:lnTo>
                <a:lnTo>
                  <a:pt x="374320" y="127202"/>
                </a:lnTo>
                <a:lnTo>
                  <a:pt x="374277" y="126709"/>
                </a:lnTo>
                <a:lnTo>
                  <a:pt x="374246" y="126207"/>
                </a:lnTo>
                <a:lnTo>
                  <a:pt x="374228" y="125695"/>
                </a:lnTo>
                <a:lnTo>
                  <a:pt x="374222" y="125175"/>
                </a:lnTo>
                <a:lnTo>
                  <a:pt x="374222" y="18545"/>
                </a:lnTo>
                <a:lnTo>
                  <a:pt x="323226" y="18545"/>
                </a:lnTo>
                <a:lnTo>
                  <a:pt x="323226" y="33752"/>
                </a:lnTo>
                <a:lnTo>
                  <a:pt x="357533" y="33752"/>
                </a:lnTo>
                <a:lnTo>
                  <a:pt x="357533" y="125175"/>
                </a:lnTo>
                <a:lnTo>
                  <a:pt x="357539" y="125897"/>
                </a:lnTo>
                <a:lnTo>
                  <a:pt x="357558" y="126612"/>
                </a:lnTo>
                <a:lnTo>
                  <a:pt x="357591" y="127319"/>
                </a:lnTo>
                <a:lnTo>
                  <a:pt x="357636" y="128018"/>
                </a:lnTo>
                <a:lnTo>
                  <a:pt x="357694" y="128710"/>
                </a:lnTo>
                <a:lnTo>
                  <a:pt x="357764" y="129393"/>
                </a:lnTo>
                <a:lnTo>
                  <a:pt x="357848" y="130069"/>
                </a:lnTo>
                <a:lnTo>
                  <a:pt x="357945" y="130738"/>
                </a:lnTo>
                <a:lnTo>
                  <a:pt x="358054" y="131398"/>
                </a:lnTo>
                <a:lnTo>
                  <a:pt x="358177" y="132051"/>
                </a:lnTo>
                <a:lnTo>
                  <a:pt x="358312" y="132697"/>
                </a:lnTo>
                <a:lnTo>
                  <a:pt x="358460" y="133334"/>
                </a:lnTo>
                <a:lnTo>
                  <a:pt x="358621" y="133964"/>
                </a:lnTo>
                <a:lnTo>
                  <a:pt x="358795" y="134586"/>
                </a:lnTo>
                <a:lnTo>
                  <a:pt x="358982" y="135200"/>
                </a:lnTo>
                <a:lnTo>
                  <a:pt x="359181" y="135807"/>
                </a:lnTo>
                <a:lnTo>
                  <a:pt x="359394" y="136406"/>
                </a:lnTo>
                <a:lnTo>
                  <a:pt x="359619" y="136997"/>
                </a:lnTo>
                <a:lnTo>
                  <a:pt x="359858" y="137580"/>
                </a:lnTo>
                <a:lnTo>
                  <a:pt x="360109" y="138156"/>
                </a:lnTo>
                <a:lnTo>
                  <a:pt x="360373" y="138724"/>
                </a:lnTo>
                <a:lnTo>
                  <a:pt x="360650" y="139284"/>
                </a:lnTo>
                <a:lnTo>
                  <a:pt x="360940" y="139836"/>
                </a:lnTo>
                <a:lnTo>
                  <a:pt x="361242" y="140381"/>
                </a:lnTo>
                <a:lnTo>
                  <a:pt x="361557" y="140917"/>
                </a:lnTo>
                <a:lnTo>
                  <a:pt x="361881" y="141443"/>
                </a:lnTo>
                <a:lnTo>
                  <a:pt x="362216" y="141958"/>
                </a:lnTo>
                <a:lnTo>
                  <a:pt x="362561" y="142463"/>
                </a:lnTo>
                <a:lnTo>
                  <a:pt x="362917" y="142957"/>
                </a:lnTo>
                <a:lnTo>
                  <a:pt x="363282" y="143441"/>
                </a:lnTo>
                <a:lnTo>
                  <a:pt x="363659" y="143915"/>
                </a:lnTo>
                <a:lnTo>
                  <a:pt x="364045" y="144379"/>
                </a:lnTo>
                <a:lnTo>
                  <a:pt x="364442" y="144832"/>
                </a:lnTo>
                <a:lnTo>
                  <a:pt x="364848" y="145275"/>
                </a:lnTo>
                <a:lnTo>
                  <a:pt x="365266" y="145708"/>
                </a:lnTo>
                <a:lnTo>
                  <a:pt x="365693" y="146130"/>
                </a:lnTo>
                <a:lnTo>
                  <a:pt x="366131" y="146542"/>
                </a:lnTo>
                <a:lnTo>
                  <a:pt x="366579" y="146944"/>
                </a:lnTo>
                <a:lnTo>
                  <a:pt x="367038" y="147336"/>
                </a:lnTo>
                <a:lnTo>
                  <a:pt x="367506" y="147717"/>
                </a:lnTo>
                <a:lnTo>
                  <a:pt x="367985" y="148088"/>
                </a:lnTo>
                <a:lnTo>
                  <a:pt x="368475" y="148448"/>
                </a:lnTo>
                <a:lnTo>
                  <a:pt x="368974" y="148799"/>
                </a:lnTo>
                <a:lnTo>
                  <a:pt x="369484" y="149139"/>
                </a:lnTo>
                <a:lnTo>
                  <a:pt x="370005" y="149468"/>
                </a:lnTo>
                <a:lnTo>
                  <a:pt x="370535" y="149788"/>
                </a:lnTo>
                <a:lnTo>
                  <a:pt x="371076" y="150097"/>
                </a:lnTo>
                <a:lnTo>
                  <a:pt x="371627" y="150395"/>
                </a:lnTo>
                <a:lnTo>
                  <a:pt x="372187" y="150683"/>
                </a:lnTo>
                <a:lnTo>
                  <a:pt x="372755" y="150958"/>
                </a:lnTo>
                <a:lnTo>
                  <a:pt x="373331" y="151221"/>
                </a:lnTo>
                <a:lnTo>
                  <a:pt x="373914" y="151472"/>
                </a:lnTo>
                <a:lnTo>
                  <a:pt x="374505" y="151710"/>
                </a:lnTo>
                <a:lnTo>
                  <a:pt x="375104" y="151937"/>
                </a:lnTo>
                <a:lnTo>
                  <a:pt x="375710" y="152151"/>
                </a:lnTo>
                <a:lnTo>
                  <a:pt x="376325" y="152353"/>
                </a:lnTo>
                <a:lnTo>
                  <a:pt x="376947" y="152542"/>
                </a:lnTo>
                <a:lnTo>
                  <a:pt x="377576" y="152719"/>
                </a:lnTo>
                <a:lnTo>
                  <a:pt x="378214" y="152885"/>
                </a:lnTo>
                <a:lnTo>
                  <a:pt x="378859" y="153038"/>
                </a:lnTo>
                <a:lnTo>
                  <a:pt x="379512" y="153178"/>
                </a:lnTo>
                <a:lnTo>
                  <a:pt x="380172" y="153307"/>
                </a:lnTo>
                <a:lnTo>
                  <a:pt x="380841" y="153423"/>
                </a:lnTo>
                <a:lnTo>
                  <a:pt x="381517" y="153527"/>
                </a:lnTo>
                <a:lnTo>
                  <a:pt x="382201" y="153619"/>
                </a:lnTo>
                <a:lnTo>
                  <a:pt x="382892" y="153698"/>
                </a:lnTo>
                <a:lnTo>
                  <a:pt x="383592" y="153765"/>
                </a:lnTo>
                <a:lnTo>
                  <a:pt x="384299" y="153820"/>
                </a:lnTo>
                <a:lnTo>
                  <a:pt x="385013" y="153863"/>
                </a:lnTo>
                <a:lnTo>
                  <a:pt x="385736" y="153894"/>
                </a:lnTo>
                <a:lnTo>
                  <a:pt x="386466" y="153912"/>
                </a:lnTo>
                <a:lnTo>
                  <a:pt x="387204" y="153918"/>
                </a:lnTo>
                <a:lnTo>
                  <a:pt x="419657" y="153918"/>
                </a:lnTo>
                <a:lnTo>
                  <a:pt x="419657" y="138712"/>
                </a:lnTo>
                <a:lnTo>
                  <a:pt x="387204" y="138712"/>
                </a:lnTo>
                <a:lnTo>
                  <a:pt x="386714" y="138705"/>
                </a:lnTo>
                <a:close/>
                <a:moveTo>
                  <a:pt x="594529" y="14836"/>
                </a:moveTo>
                <a:lnTo>
                  <a:pt x="623273" y="14836"/>
                </a:lnTo>
                <a:lnTo>
                  <a:pt x="623273" y="0"/>
                </a:lnTo>
                <a:lnTo>
                  <a:pt x="577840" y="0"/>
                </a:lnTo>
                <a:lnTo>
                  <a:pt x="577840" y="174317"/>
                </a:lnTo>
                <a:lnTo>
                  <a:pt x="623273" y="174317"/>
                </a:lnTo>
                <a:lnTo>
                  <a:pt x="623273" y="159481"/>
                </a:lnTo>
                <a:lnTo>
                  <a:pt x="594529" y="159481"/>
                </a:lnTo>
                <a:lnTo>
                  <a:pt x="594529" y="14836"/>
                </a:lnTo>
                <a:close/>
                <a:moveTo>
                  <a:pt x="44908" y="155624"/>
                </a:moveTo>
                <a:lnTo>
                  <a:pt x="46293" y="155509"/>
                </a:lnTo>
                <a:lnTo>
                  <a:pt x="47654" y="155361"/>
                </a:lnTo>
                <a:lnTo>
                  <a:pt x="48991" y="155181"/>
                </a:lnTo>
                <a:lnTo>
                  <a:pt x="50304" y="154967"/>
                </a:lnTo>
                <a:lnTo>
                  <a:pt x="51593" y="154721"/>
                </a:lnTo>
                <a:lnTo>
                  <a:pt x="52859" y="154442"/>
                </a:lnTo>
                <a:lnTo>
                  <a:pt x="54101" y="154130"/>
                </a:lnTo>
                <a:lnTo>
                  <a:pt x="55319" y="153785"/>
                </a:lnTo>
                <a:lnTo>
                  <a:pt x="56513" y="153408"/>
                </a:lnTo>
                <a:lnTo>
                  <a:pt x="57683" y="152997"/>
                </a:lnTo>
                <a:lnTo>
                  <a:pt x="58830" y="152554"/>
                </a:lnTo>
                <a:lnTo>
                  <a:pt x="59952" y="152078"/>
                </a:lnTo>
                <a:lnTo>
                  <a:pt x="61051" y="151569"/>
                </a:lnTo>
                <a:lnTo>
                  <a:pt x="62126" y="151027"/>
                </a:lnTo>
                <a:lnTo>
                  <a:pt x="63177" y="150452"/>
                </a:lnTo>
                <a:lnTo>
                  <a:pt x="64205" y="149845"/>
                </a:lnTo>
                <a:lnTo>
                  <a:pt x="65208" y="149205"/>
                </a:lnTo>
                <a:lnTo>
                  <a:pt x="66188" y="148531"/>
                </a:lnTo>
                <a:lnTo>
                  <a:pt x="67144" y="147825"/>
                </a:lnTo>
                <a:lnTo>
                  <a:pt x="68076" y="147087"/>
                </a:lnTo>
                <a:lnTo>
                  <a:pt x="68984" y="146315"/>
                </a:lnTo>
                <a:lnTo>
                  <a:pt x="69862" y="145515"/>
                </a:lnTo>
                <a:lnTo>
                  <a:pt x="70706" y="144691"/>
                </a:lnTo>
                <a:lnTo>
                  <a:pt x="71513" y="143844"/>
                </a:lnTo>
                <a:lnTo>
                  <a:pt x="72286" y="142972"/>
                </a:lnTo>
                <a:lnTo>
                  <a:pt x="73023" y="142077"/>
                </a:lnTo>
                <a:lnTo>
                  <a:pt x="73724" y="141158"/>
                </a:lnTo>
                <a:lnTo>
                  <a:pt x="74390" y="140215"/>
                </a:lnTo>
                <a:lnTo>
                  <a:pt x="75021" y="139248"/>
                </a:lnTo>
                <a:lnTo>
                  <a:pt x="75616" y="138258"/>
                </a:lnTo>
                <a:lnTo>
                  <a:pt x="76176" y="137243"/>
                </a:lnTo>
                <a:lnTo>
                  <a:pt x="76701" y="136205"/>
                </a:lnTo>
                <a:lnTo>
                  <a:pt x="77190" y="135143"/>
                </a:lnTo>
                <a:lnTo>
                  <a:pt x="77643" y="134057"/>
                </a:lnTo>
                <a:lnTo>
                  <a:pt x="78062" y="132947"/>
                </a:lnTo>
                <a:lnTo>
                  <a:pt x="78445" y="131814"/>
                </a:lnTo>
                <a:lnTo>
                  <a:pt x="78792" y="130656"/>
                </a:lnTo>
                <a:lnTo>
                  <a:pt x="79104" y="129475"/>
                </a:lnTo>
                <a:lnTo>
                  <a:pt x="79381" y="128270"/>
                </a:lnTo>
                <a:lnTo>
                  <a:pt x="79622" y="127041"/>
                </a:lnTo>
                <a:lnTo>
                  <a:pt x="79828" y="125789"/>
                </a:lnTo>
                <a:lnTo>
                  <a:pt x="79998" y="124512"/>
                </a:lnTo>
                <a:lnTo>
                  <a:pt x="80133" y="123212"/>
                </a:lnTo>
                <a:lnTo>
                  <a:pt x="80233" y="121888"/>
                </a:lnTo>
                <a:lnTo>
                  <a:pt x="80297" y="120540"/>
                </a:lnTo>
                <a:lnTo>
                  <a:pt x="63605" y="120540"/>
                </a:lnTo>
                <a:lnTo>
                  <a:pt x="63549" y="121336"/>
                </a:lnTo>
                <a:lnTo>
                  <a:pt x="63474" y="122117"/>
                </a:lnTo>
                <a:lnTo>
                  <a:pt x="63380" y="122883"/>
                </a:lnTo>
                <a:lnTo>
                  <a:pt x="63268" y="123635"/>
                </a:lnTo>
                <a:lnTo>
                  <a:pt x="63136" y="124372"/>
                </a:lnTo>
                <a:lnTo>
                  <a:pt x="62985" y="125094"/>
                </a:lnTo>
                <a:lnTo>
                  <a:pt x="62816" y="125801"/>
                </a:lnTo>
                <a:lnTo>
                  <a:pt x="62627" y="126493"/>
                </a:lnTo>
                <a:lnTo>
                  <a:pt x="62419" y="127171"/>
                </a:lnTo>
                <a:lnTo>
                  <a:pt x="62192" y="127834"/>
                </a:lnTo>
                <a:lnTo>
                  <a:pt x="61947" y="128482"/>
                </a:lnTo>
                <a:lnTo>
                  <a:pt x="61682" y="129115"/>
                </a:lnTo>
                <a:lnTo>
                  <a:pt x="61398" y="129733"/>
                </a:lnTo>
                <a:lnTo>
                  <a:pt x="61095" y="130337"/>
                </a:lnTo>
                <a:lnTo>
                  <a:pt x="60774" y="130926"/>
                </a:lnTo>
                <a:lnTo>
                  <a:pt x="60433" y="131500"/>
                </a:lnTo>
                <a:lnTo>
                  <a:pt x="60073" y="132059"/>
                </a:lnTo>
                <a:lnTo>
                  <a:pt x="59694" y="132604"/>
                </a:lnTo>
                <a:lnTo>
                  <a:pt x="59297" y="133133"/>
                </a:lnTo>
                <a:lnTo>
                  <a:pt x="58880" y="133648"/>
                </a:lnTo>
                <a:lnTo>
                  <a:pt x="58444" y="134148"/>
                </a:lnTo>
                <a:lnTo>
                  <a:pt x="57989" y="134633"/>
                </a:lnTo>
                <a:lnTo>
                  <a:pt x="57516" y="135104"/>
                </a:lnTo>
                <a:lnTo>
                  <a:pt x="57023" y="135560"/>
                </a:lnTo>
                <a:lnTo>
                  <a:pt x="56513" y="135998"/>
                </a:lnTo>
                <a:lnTo>
                  <a:pt x="55988" y="136418"/>
                </a:lnTo>
                <a:lnTo>
                  <a:pt x="55448" y="136820"/>
                </a:lnTo>
                <a:lnTo>
                  <a:pt x="54893" y="137202"/>
                </a:lnTo>
                <a:lnTo>
                  <a:pt x="54322" y="137566"/>
                </a:lnTo>
                <a:lnTo>
                  <a:pt x="53737" y="137912"/>
                </a:lnTo>
                <a:lnTo>
                  <a:pt x="53136" y="138238"/>
                </a:lnTo>
                <a:lnTo>
                  <a:pt x="52521" y="138546"/>
                </a:lnTo>
                <a:lnTo>
                  <a:pt x="51890" y="138836"/>
                </a:lnTo>
                <a:lnTo>
                  <a:pt x="51244" y="139106"/>
                </a:lnTo>
                <a:lnTo>
                  <a:pt x="50583" y="139358"/>
                </a:lnTo>
                <a:lnTo>
                  <a:pt x="49906" y="139592"/>
                </a:lnTo>
                <a:lnTo>
                  <a:pt x="49215" y="139806"/>
                </a:lnTo>
                <a:lnTo>
                  <a:pt x="48508" y="140002"/>
                </a:lnTo>
                <a:lnTo>
                  <a:pt x="47787" y="140180"/>
                </a:lnTo>
                <a:lnTo>
                  <a:pt x="47050" y="140338"/>
                </a:lnTo>
                <a:lnTo>
                  <a:pt x="46298" y="140479"/>
                </a:lnTo>
                <a:lnTo>
                  <a:pt x="45531" y="140600"/>
                </a:lnTo>
                <a:lnTo>
                  <a:pt x="44749" y="140703"/>
                </a:lnTo>
                <a:lnTo>
                  <a:pt x="43952" y="140787"/>
                </a:lnTo>
                <a:lnTo>
                  <a:pt x="43139" y="140852"/>
                </a:lnTo>
                <a:lnTo>
                  <a:pt x="42312" y="140899"/>
                </a:lnTo>
                <a:lnTo>
                  <a:pt x="41469" y="140927"/>
                </a:lnTo>
                <a:lnTo>
                  <a:pt x="40611" y="140936"/>
                </a:lnTo>
                <a:lnTo>
                  <a:pt x="39707" y="140925"/>
                </a:lnTo>
                <a:lnTo>
                  <a:pt x="38818" y="140892"/>
                </a:lnTo>
                <a:lnTo>
                  <a:pt x="37945" y="140837"/>
                </a:lnTo>
                <a:lnTo>
                  <a:pt x="37087" y="140761"/>
                </a:lnTo>
                <a:lnTo>
                  <a:pt x="36245" y="140662"/>
                </a:lnTo>
                <a:lnTo>
                  <a:pt x="35418" y="140542"/>
                </a:lnTo>
                <a:lnTo>
                  <a:pt x="34607" y="140400"/>
                </a:lnTo>
                <a:lnTo>
                  <a:pt x="33811" y="140235"/>
                </a:lnTo>
                <a:lnTo>
                  <a:pt x="33030" y="140049"/>
                </a:lnTo>
                <a:lnTo>
                  <a:pt x="32265" y="139841"/>
                </a:lnTo>
                <a:lnTo>
                  <a:pt x="31516" y="139611"/>
                </a:lnTo>
                <a:lnTo>
                  <a:pt x="30782" y="139360"/>
                </a:lnTo>
                <a:lnTo>
                  <a:pt x="30063" y="139086"/>
                </a:lnTo>
                <a:lnTo>
                  <a:pt x="29360" y="138791"/>
                </a:lnTo>
                <a:lnTo>
                  <a:pt x="28672" y="138473"/>
                </a:lnTo>
                <a:lnTo>
                  <a:pt x="28000" y="138134"/>
                </a:lnTo>
                <a:lnTo>
                  <a:pt x="27343" y="137773"/>
                </a:lnTo>
                <a:lnTo>
                  <a:pt x="26701" y="137390"/>
                </a:lnTo>
                <a:lnTo>
                  <a:pt x="26075" y="136985"/>
                </a:lnTo>
                <a:lnTo>
                  <a:pt x="25465" y="136558"/>
                </a:lnTo>
                <a:lnTo>
                  <a:pt x="24870" y="136109"/>
                </a:lnTo>
                <a:lnTo>
                  <a:pt x="24290" y="135638"/>
                </a:lnTo>
                <a:lnTo>
                  <a:pt x="23726" y="135146"/>
                </a:lnTo>
                <a:lnTo>
                  <a:pt x="23178" y="134631"/>
                </a:lnTo>
                <a:lnTo>
                  <a:pt x="22648" y="134097"/>
                </a:lnTo>
                <a:lnTo>
                  <a:pt x="22141" y="133545"/>
                </a:lnTo>
                <a:lnTo>
                  <a:pt x="21657" y="132974"/>
                </a:lnTo>
                <a:lnTo>
                  <a:pt x="21195" y="132386"/>
                </a:lnTo>
                <a:lnTo>
                  <a:pt x="20756" y="131779"/>
                </a:lnTo>
                <a:lnTo>
                  <a:pt x="20339" y="131155"/>
                </a:lnTo>
                <a:lnTo>
                  <a:pt x="19945" y="130512"/>
                </a:lnTo>
                <a:lnTo>
                  <a:pt x="19573" y="129852"/>
                </a:lnTo>
                <a:lnTo>
                  <a:pt x="19224" y="129173"/>
                </a:lnTo>
                <a:lnTo>
                  <a:pt x="18897" y="128476"/>
                </a:lnTo>
                <a:lnTo>
                  <a:pt x="18593" y="127762"/>
                </a:lnTo>
                <a:lnTo>
                  <a:pt x="18311" y="127029"/>
                </a:lnTo>
                <a:lnTo>
                  <a:pt x="18052" y="126278"/>
                </a:lnTo>
                <a:lnTo>
                  <a:pt x="17816" y="125509"/>
                </a:lnTo>
                <a:lnTo>
                  <a:pt x="17602" y="124723"/>
                </a:lnTo>
                <a:lnTo>
                  <a:pt x="17410" y="123918"/>
                </a:lnTo>
                <a:lnTo>
                  <a:pt x="17241" y="123095"/>
                </a:lnTo>
                <a:lnTo>
                  <a:pt x="17095" y="122254"/>
                </a:lnTo>
                <a:lnTo>
                  <a:pt x="16971" y="121395"/>
                </a:lnTo>
                <a:lnTo>
                  <a:pt x="16869" y="120518"/>
                </a:lnTo>
                <a:lnTo>
                  <a:pt x="16791" y="119623"/>
                </a:lnTo>
                <a:lnTo>
                  <a:pt x="16734" y="118710"/>
                </a:lnTo>
                <a:lnTo>
                  <a:pt x="16700" y="117779"/>
                </a:lnTo>
                <a:lnTo>
                  <a:pt x="16689" y="116830"/>
                </a:lnTo>
                <a:lnTo>
                  <a:pt x="16689" y="88828"/>
                </a:lnTo>
                <a:lnTo>
                  <a:pt x="16700" y="87879"/>
                </a:lnTo>
                <a:lnTo>
                  <a:pt x="16734" y="86949"/>
                </a:lnTo>
                <a:lnTo>
                  <a:pt x="16791" y="86036"/>
                </a:lnTo>
                <a:lnTo>
                  <a:pt x="16869" y="85143"/>
                </a:lnTo>
                <a:lnTo>
                  <a:pt x="16971" y="84267"/>
                </a:lnTo>
                <a:lnTo>
                  <a:pt x="17095" y="83410"/>
                </a:lnTo>
                <a:lnTo>
                  <a:pt x="17241" y="82571"/>
                </a:lnTo>
                <a:lnTo>
                  <a:pt x="17410" y="81751"/>
                </a:lnTo>
                <a:lnTo>
                  <a:pt x="17602" y="80949"/>
                </a:lnTo>
                <a:lnTo>
                  <a:pt x="17816" y="80165"/>
                </a:lnTo>
                <a:lnTo>
                  <a:pt x="18052" y="79400"/>
                </a:lnTo>
                <a:lnTo>
                  <a:pt x="18311" y="78653"/>
                </a:lnTo>
                <a:lnTo>
                  <a:pt x="18593" y="77924"/>
                </a:lnTo>
                <a:lnTo>
                  <a:pt x="18897" y="77214"/>
                </a:lnTo>
                <a:lnTo>
                  <a:pt x="19224" y="76522"/>
                </a:lnTo>
                <a:lnTo>
                  <a:pt x="19573" y="75848"/>
                </a:lnTo>
                <a:lnTo>
                  <a:pt x="19945" y="75193"/>
                </a:lnTo>
                <a:lnTo>
                  <a:pt x="20339" y="74556"/>
                </a:lnTo>
                <a:lnTo>
                  <a:pt x="20756" y="73938"/>
                </a:lnTo>
                <a:lnTo>
                  <a:pt x="21195" y="73337"/>
                </a:lnTo>
                <a:lnTo>
                  <a:pt x="21657" y="72756"/>
                </a:lnTo>
                <a:lnTo>
                  <a:pt x="22141" y="72192"/>
                </a:lnTo>
                <a:lnTo>
                  <a:pt x="22648" y="71647"/>
                </a:lnTo>
                <a:lnTo>
                  <a:pt x="23178" y="71120"/>
                </a:lnTo>
                <a:lnTo>
                  <a:pt x="23726" y="70613"/>
                </a:lnTo>
                <a:lnTo>
                  <a:pt x="24290" y="70128"/>
                </a:lnTo>
                <a:lnTo>
                  <a:pt x="24870" y="69664"/>
                </a:lnTo>
                <a:lnTo>
                  <a:pt x="25465" y="69221"/>
                </a:lnTo>
                <a:lnTo>
                  <a:pt x="26075" y="68801"/>
                </a:lnTo>
                <a:lnTo>
                  <a:pt x="26701" y="68402"/>
                </a:lnTo>
                <a:lnTo>
                  <a:pt x="27343" y="68024"/>
                </a:lnTo>
                <a:lnTo>
                  <a:pt x="28000" y="67668"/>
                </a:lnTo>
                <a:lnTo>
                  <a:pt x="28672" y="67334"/>
                </a:lnTo>
                <a:lnTo>
                  <a:pt x="29360" y="67021"/>
                </a:lnTo>
                <a:lnTo>
                  <a:pt x="30063" y="66729"/>
                </a:lnTo>
                <a:lnTo>
                  <a:pt x="30782" y="66460"/>
                </a:lnTo>
                <a:lnTo>
                  <a:pt x="31516" y="66212"/>
                </a:lnTo>
                <a:lnTo>
                  <a:pt x="32265" y="65985"/>
                </a:lnTo>
                <a:lnTo>
                  <a:pt x="33030" y="65780"/>
                </a:lnTo>
                <a:lnTo>
                  <a:pt x="33811" y="65597"/>
                </a:lnTo>
                <a:lnTo>
                  <a:pt x="34607" y="65435"/>
                </a:lnTo>
                <a:lnTo>
                  <a:pt x="35418" y="65295"/>
                </a:lnTo>
                <a:lnTo>
                  <a:pt x="36245" y="65176"/>
                </a:lnTo>
                <a:lnTo>
                  <a:pt x="37087" y="65079"/>
                </a:lnTo>
                <a:lnTo>
                  <a:pt x="37945" y="65003"/>
                </a:lnTo>
                <a:lnTo>
                  <a:pt x="38818" y="64949"/>
                </a:lnTo>
                <a:lnTo>
                  <a:pt x="39707" y="64917"/>
                </a:lnTo>
                <a:lnTo>
                  <a:pt x="40611" y="64906"/>
                </a:lnTo>
                <a:lnTo>
                  <a:pt x="41469" y="64915"/>
                </a:lnTo>
                <a:lnTo>
                  <a:pt x="42312" y="64943"/>
                </a:lnTo>
                <a:lnTo>
                  <a:pt x="43139" y="64989"/>
                </a:lnTo>
                <a:lnTo>
                  <a:pt x="43952" y="65053"/>
                </a:lnTo>
                <a:lnTo>
                  <a:pt x="44749" y="65136"/>
                </a:lnTo>
                <a:lnTo>
                  <a:pt x="45531" y="65237"/>
                </a:lnTo>
                <a:lnTo>
                  <a:pt x="46298" y="65356"/>
                </a:lnTo>
                <a:lnTo>
                  <a:pt x="47050" y="65494"/>
                </a:lnTo>
                <a:lnTo>
                  <a:pt x="47787" y="65650"/>
                </a:lnTo>
                <a:lnTo>
                  <a:pt x="48508" y="65824"/>
                </a:lnTo>
                <a:lnTo>
                  <a:pt x="49215" y="66017"/>
                </a:lnTo>
                <a:lnTo>
                  <a:pt x="49906" y="66228"/>
                </a:lnTo>
                <a:lnTo>
                  <a:pt x="50583" y="66457"/>
                </a:lnTo>
                <a:lnTo>
                  <a:pt x="51244" y="66705"/>
                </a:lnTo>
                <a:lnTo>
                  <a:pt x="51890" y="66971"/>
                </a:lnTo>
                <a:lnTo>
                  <a:pt x="52521" y="67256"/>
                </a:lnTo>
                <a:lnTo>
                  <a:pt x="53136" y="67558"/>
                </a:lnTo>
                <a:lnTo>
                  <a:pt x="53737" y="67880"/>
                </a:lnTo>
                <a:lnTo>
                  <a:pt x="54322" y="68219"/>
                </a:lnTo>
                <a:lnTo>
                  <a:pt x="54893" y="68577"/>
                </a:lnTo>
                <a:lnTo>
                  <a:pt x="55448" y="68953"/>
                </a:lnTo>
                <a:lnTo>
                  <a:pt x="55988" y="69348"/>
                </a:lnTo>
                <a:lnTo>
                  <a:pt x="56513" y="69761"/>
                </a:lnTo>
                <a:lnTo>
                  <a:pt x="57023" y="70192"/>
                </a:lnTo>
                <a:lnTo>
                  <a:pt x="57516" y="70640"/>
                </a:lnTo>
                <a:lnTo>
                  <a:pt x="57989" y="71104"/>
                </a:lnTo>
                <a:lnTo>
                  <a:pt x="58444" y="71584"/>
                </a:lnTo>
                <a:lnTo>
                  <a:pt x="58880" y="72079"/>
                </a:lnTo>
                <a:lnTo>
                  <a:pt x="59297" y="72591"/>
                </a:lnTo>
                <a:lnTo>
                  <a:pt x="59694" y="73118"/>
                </a:lnTo>
                <a:lnTo>
                  <a:pt x="60073" y="73661"/>
                </a:lnTo>
                <a:lnTo>
                  <a:pt x="60433" y="74219"/>
                </a:lnTo>
                <a:lnTo>
                  <a:pt x="60774" y="74794"/>
                </a:lnTo>
                <a:lnTo>
                  <a:pt x="61095" y="75384"/>
                </a:lnTo>
                <a:lnTo>
                  <a:pt x="61398" y="75990"/>
                </a:lnTo>
                <a:lnTo>
                  <a:pt x="61682" y="76612"/>
                </a:lnTo>
                <a:lnTo>
                  <a:pt x="61947" y="77249"/>
                </a:lnTo>
                <a:lnTo>
                  <a:pt x="62192" y="77903"/>
                </a:lnTo>
                <a:lnTo>
                  <a:pt x="62419" y="78572"/>
                </a:lnTo>
                <a:lnTo>
                  <a:pt x="62627" y="79257"/>
                </a:lnTo>
                <a:lnTo>
                  <a:pt x="62816" y="79958"/>
                </a:lnTo>
                <a:lnTo>
                  <a:pt x="62985" y="80674"/>
                </a:lnTo>
                <a:lnTo>
                  <a:pt x="63136" y="81407"/>
                </a:lnTo>
                <a:lnTo>
                  <a:pt x="63268" y="82155"/>
                </a:lnTo>
                <a:lnTo>
                  <a:pt x="63380" y="82919"/>
                </a:lnTo>
                <a:lnTo>
                  <a:pt x="63474" y="83698"/>
                </a:lnTo>
                <a:lnTo>
                  <a:pt x="63549" y="84494"/>
                </a:lnTo>
                <a:lnTo>
                  <a:pt x="63605" y="85305"/>
                </a:lnTo>
                <a:lnTo>
                  <a:pt x="80297" y="85305"/>
                </a:lnTo>
                <a:lnTo>
                  <a:pt x="80233" y="83957"/>
                </a:lnTo>
                <a:lnTo>
                  <a:pt x="80133" y="82633"/>
                </a:lnTo>
                <a:lnTo>
                  <a:pt x="79998" y="81333"/>
                </a:lnTo>
                <a:lnTo>
                  <a:pt x="79828" y="80056"/>
                </a:lnTo>
                <a:lnTo>
                  <a:pt x="79622" y="78804"/>
                </a:lnTo>
                <a:lnTo>
                  <a:pt x="79381" y="77575"/>
                </a:lnTo>
                <a:lnTo>
                  <a:pt x="79104" y="76370"/>
                </a:lnTo>
                <a:lnTo>
                  <a:pt x="78792" y="75189"/>
                </a:lnTo>
                <a:lnTo>
                  <a:pt x="78445" y="74031"/>
                </a:lnTo>
                <a:lnTo>
                  <a:pt x="78062" y="72898"/>
                </a:lnTo>
                <a:lnTo>
                  <a:pt x="77643" y="71788"/>
                </a:lnTo>
                <a:lnTo>
                  <a:pt x="77190" y="70702"/>
                </a:lnTo>
                <a:lnTo>
                  <a:pt x="76701" y="69640"/>
                </a:lnTo>
                <a:lnTo>
                  <a:pt x="76176" y="68602"/>
                </a:lnTo>
                <a:lnTo>
                  <a:pt x="75616" y="67587"/>
                </a:lnTo>
                <a:lnTo>
                  <a:pt x="75021" y="66597"/>
                </a:lnTo>
                <a:lnTo>
                  <a:pt x="74390" y="65630"/>
                </a:lnTo>
                <a:lnTo>
                  <a:pt x="73724" y="64687"/>
                </a:lnTo>
                <a:lnTo>
                  <a:pt x="73023" y="63768"/>
                </a:lnTo>
                <a:lnTo>
                  <a:pt x="72286" y="62873"/>
                </a:lnTo>
                <a:lnTo>
                  <a:pt x="71513" y="62001"/>
                </a:lnTo>
                <a:lnTo>
                  <a:pt x="70706" y="61154"/>
                </a:lnTo>
                <a:lnTo>
                  <a:pt x="69862" y="60330"/>
                </a:lnTo>
                <a:lnTo>
                  <a:pt x="68984" y="59530"/>
                </a:lnTo>
                <a:lnTo>
                  <a:pt x="68076" y="58758"/>
                </a:lnTo>
                <a:lnTo>
                  <a:pt x="67144" y="58019"/>
                </a:lnTo>
                <a:lnTo>
                  <a:pt x="66188" y="57313"/>
                </a:lnTo>
                <a:lnTo>
                  <a:pt x="65208" y="56640"/>
                </a:lnTo>
                <a:lnTo>
                  <a:pt x="64205" y="55999"/>
                </a:lnTo>
                <a:lnTo>
                  <a:pt x="63177" y="55391"/>
                </a:lnTo>
                <a:lnTo>
                  <a:pt x="62126" y="54817"/>
                </a:lnTo>
                <a:lnTo>
                  <a:pt x="61051" y="54275"/>
                </a:lnTo>
                <a:lnTo>
                  <a:pt x="59952" y="53766"/>
                </a:lnTo>
                <a:lnTo>
                  <a:pt x="58830" y="53289"/>
                </a:lnTo>
                <a:lnTo>
                  <a:pt x="57683" y="52846"/>
                </a:lnTo>
                <a:lnTo>
                  <a:pt x="56513" y="52435"/>
                </a:lnTo>
                <a:lnTo>
                  <a:pt x="55319" y="52058"/>
                </a:lnTo>
                <a:lnTo>
                  <a:pt x="54101" y="51713"/>
                </a:lnTo>
                <a:lnTo>
                  <a:pt x="52859" y="51401"/>
                </a:lnTo>
                <a:lnTo>
                  <a:pt x="51593" y="51122"/>
                </a:lnTo>
                <a:lnTo>
                  <a:pt x="50304" y="50875"/>
                </a:lnTo>
                <a:lnTo>
                  <a:pt x="48991" y="50662"/>
                </a:lnTo>
                <a:lnTo>
                  <a:pt x="47654" y="50481"/>
                </a:lnTo>
                <a:lnTo>
                  <a:pt x="46293" y="50333"/>
                </a:lnTo>
                <a:lnTo>
                  <a:pt x="44908" y="50218"/>
                </a:lnTo>
                <a:lnTo>
                  <a:pt x="43500" y="50136"/>
                </a:lnTo>
                <a:lnTo>
                  <a:pt x="42067" y="50087"/>
                </a:lnTo>
                <a:lnTo>
                  <a:pt x="40611" y="50070"/>
                </a:lnTo>
                <a:lnTo>
                  <a:pt x="39596" y="50079"/>
                </a:lnTo>
                <a:lnTo>
                  <a:pt x="38593" y="50103"/>
                </a:lnTo>
                <a:lnTo>
                  <a:pt x="37599" y="50143"/>
                </a:lnTo>
                <a:lnTo>
                  <a:pt x="36617" y="50199"/>
                </a:lnTo>
                <a:lnTo>
                  <a:pt x="35645" y="50272"/>
                </a:lnTo>
                <a:lnTo>
                  <a:pt x="34683" y="50360"/>
                </a:lnTo>
                <a:lnTo>
                  <a:pt x="33732" y="50465"/>
                </a:lnTo>
                <a:lnTo>
                  <a:pt x="32792" y="50586"/>
                </a:lnTo>
                <a:lnTo>
                  <a:pt x="31862" y="50723"/>
                </a:lnTo>
                <a:lnTo>
                  <a:pt x="30944" y="50876"/>
                </a:lnTo>
                <a:lnTo>
                  <a:pt x="30035" y="51045"/>
                </a:lnTo>
                <a:lnTo>
                  <a:pt x="29138" y="51230"/>
                </a:lnTo>
                <a:lnTo>
                  <a:pt x="28250" y="51431"/>
                </a:lnTo>
                <a:lnTo>
                  <a:pt x="27374" y="51649"/>
                </a:lnTo>
                <a:lnTo>
                  <a:pt x="26508" y="51882"/>
                </a:lnTo>
                <a:lnTo>
                  <a:pt x="25653" y="52132"/>
                </a:lnTo>
                <a:lnTo>
                  <a:pt x="24808" y="52397"/>
                </a:lnTo>
                <a:lnTo>
                  <a:pt x="23974" y="52679"/>
                </a:lnTo>
                <a:lnTo>
                  <a:pt x="23151" y="52977"/>
                </a:lnTo>
                <a:lnTo>
                  <a:pt x="22338" y="53291"/>
                </a:lnTo>
                <a:lnTo>
                  <a:pt x="21536" y="53621"/>
                </a:lnTo>
                <a:lnTo>
                  <a:pt x="20745" y="53968"/>
                </a:lnTo>
                <a:lnTo>
                  <a:pt x="19964" y="54330"/>
                </a:lnTo>
                <a:lnTo>
                  <a:pt x="19193" y="54708"/>
                </a:lnTo>
                <a:lnTo>
                  <a:pt x="18436" y="55102"/>
                </a:lnTo>
                <a:lnTo>
                  <a:pt x="17693" y="55509"/>
                </a:lnTo>
                <a:lnTo>
                  <a:pt x="16964" y="55931"/>
                </a:lnTo>
                <a:lnTo>
                  <a:pt x="16250" y="56367"/>
                </a:lnTo>
                <a:lnTo>
                  <a:pt x="15550" y="56817"/>
                </a:lnTo>
                <a:lnTo>
                  <a:pt x="14864" y="57281"/>
                </a:lnTo>
                <a:lnTo>
                  <a:pt x="14194" y="57759"/>
                </a:lnTo>
                <a:lnTo>
                  <a:pt x="13537" y="58252"/>
                </a:lnTo>
                <a:lnTo>
                  <a:pt x="12895" y="58758"/>
                </a:lnTo>
                <a:lnTo>
                  <a:pt x="12268" y="59279"/>
                </a:lnTo>
                <a:lnTo>
                  <a:pt x="11655" y="59814"/>
                </a:lnTo>
                <a:lnTo>
                  <a:pt x="11057" y="60363"/>
                </a:lnTo>
                <a:lnTo>
                  <a:pt x="10473" y="60927"/>
                </a:lnTo>
                <a:lnTo>
                  <a:pt x="9903" y="61504"/>
                </a:lnTo>
                <a:lnTo>
                  <a:pt x="9349" y="62096"/>
                </a:lnTo>
                <a:lnTo>
                  <a:pt x="8808" y="62702"/>
                </a:lnTo>
                <a:lnTo>
                  <a:pt x="8282" y="63322"/>
                </a:lnTo>
                <a:lnTo>
                  <a:pt x="7771" y="63956"/>
                </a:lnTo>
                <a:lnTo>
                  <a:pt x="7274" y="64604"/>
                </a:lnTo>
                <a:lnTo>
                  <a:pt x="6791" y="65267"/>
                </a:lnTo>
                <a:lnTo>
                  <a:pt x="6323" y="65943"/>
                </a:lnTo>
                <a:lnTo>
                  <a:pt x="5869" y="66634"/>
                </a:lnTo>
                <a:lnTo>
                  <a:pt x="5430" y="67339"/>
                </a:lnTo>
                <a:lnTo>
                  <a:pt x="5006" y="68058"/>
                </a:lnTo>
                <a:lnTo>
                  <a:pt x="4597" y="68791"/>
                </a:lnTo>
                <a:lnTo>
                  <a:pt x="4206" y="69536"/>
                </a:lnTo>
                <a:lnTo>
                  <a:pt x="3832" y="70292"/>
                </a:lnTo>
                <a:lnTo>
                  <a:pt x="3476" y="71061"/>
                </a:lnTo>
                <a:lnTo>
                  <a:pt x="3137" y="71843"/>
                </a:lnTo>
                <a:lnTo>
                  <a:pt x="2816" y="72636"/>
                </a:lnTo>
                <a:lnTo>
                  <a:pt x="2512" y="73442"/>
                </a:lnTo>
                <a:lnTo>
                  <a:pt x="2225" y="74260"/>
                </a:lnTo>
                <a:lnTo>
                  <a:pt x="1955" y="75090"/>
                </a:lnTo>
                <a:lnTo>
                  <a:pt x="1703" y="75933"/>
                </a:lnTo>
                <a:lnTo>
                  <a:pt x="1469" y="76788"/>
                </a:lnTo>
                <a:lnTo>
                  <a:pt x="1251" y="77655"/>
                </a:lnTo>
                <a:lnTo>
                  <a:pt x="1052" y="78534"/>
                </a:lnTo>
                <a:lnTo>
                  <a:pt x="869" y="79425"/>
                </a:lnTo>
                <a:lnTo>
                  <a:pt x="704" y="80329"/>
                </a:lnTo>
                <a:lnTo>
                  <a:pt x="556" y="81245"/>
                </a:lnTo>
                <a:lnTo>
                  <a:pt x="426" y="82173"/>
                </a:lnTo>
                <a:lnTo>
                  <a:pt x="313" y="83113"/>
                </a:lnTo>
                <a:lnTo>
                  <a:pt x="217" y="84066"/>
                </a:lnTo>
                <a:lnTo>
                  <a:pt x="139" y="85030"/>
                </a:lnTo>
                <a:lnTo>
                  <a:pt x="78" y="86007"/>
                </a:lnTo>
                <a:lnTo>
                  <a:pt x="35" y="86997"/>
                </a:lnTo>
                <a:lnTo>
                  <a:pt x="9" y="87998"/>
                </a:lnTo>
                <a:lnTo>
                  <a:pt x="0" y="89012"/>
                </a:lnTo>
                <a:lnTo>
                  <a:pt x="0" y="116830"/>
                </a:lnTo>
                <a:lnTo>
                  <a:pt x="9" y="117829"/>
                </a:lnTo>
                <a:lnTo>
                  <a:pt x="35" y="118817"/>
                </a:lnTo>
                <a:lnTo>
                  <a:pt x="78" y="119793"/>
                </a:lnTo>
                <a:lnTo>
                  <a:pt x="139" y="120758"/>
                </a:lnTo>
                <a:lnTo>
                  <a:pt x="217" y="121712"/>
                </a:lnTo>
                <a:lnTo>
                  <a:pt x="313" y="122654"/>
                </a:lnTo>
                <a:lnTo>
                  <a:pt x="426" y="123586"/>
                </a:lnTo>
                <a:lnTo>
                  <a:pt x="556" y="124506"/>
                </a:lnTo>
                <a:lnTo>
                  <a:pt x="704" y="125414"/>
                </a:lnTo>
                <a:lnTo>
                  <a:pt x="869" y="126312"/>
                </a:lnTo>
                <a:lnTo>
                  <a:pt x="1052" y="127198"/>
                </a:lnTo>
                <a:lnTo>
                  <a:pt x="1251" y="128073"/>
                </a:lnTo>
                <a:lnTo>
                  <a:pt x="1469" y="128937"/>
                </a:lnTo>
                <a:lnTo>
                  <a:pt x="1703" y="129789"/>
                </a:lnTo>
                <a:lnTo>
                  <a:pt x="1955" y="130630"/>
                </a:lnTo>
                <a:lnTo>
                  <a:pt x="2225" y="131460"/>
                </a:lnTo>
                <a:lnTo>
                  <a:pt x="2512" y="132279"/>
                </a:lnTo>
                <a:lnTo>
                  <a:pt x="2816" y="133086"/>
                </a:lnTo>
                <a:lnTo>
                  <a:pt x="3137" y="133882"/>
                </a:lnTo>
                <a:lnTo>
                  <a:pt x="3476" y="134667"/>
                </a:lnTo>
                <a:lnTo>
                  <a:pt x="3832" y="135440"/>
                </a:lnTo>
                <a:lnTo>
                  <a:pt x="4206" y="136202"/>
                </a:lnTo>
                <a:lnTo>
                  <a:pt x="4597" y="136953"/>
                </a:lnTo>
                <a:lnTo>
                  <a:pt x="5006" y="137693"/>
                </a:lnTo>
                <a:lnTo>
                  <a:pt x="5430" y="138420"/>
                </a:lnTo>
                <a:lnTo>
                  <a:pt x="5869" y="139132"/>
                </a:lnTo>
                <a:lnTo>
                  <a:pt x="6323" y="139830"/>
                </a:lnTo>
                <a:lnTo>
                  <a:pt x="6791" y="140513"/>
                </a:lnTo>
                <a:lnTo>
                  <a:pt x="7274" y="141182"/>
                </a:lnTo>
                <a:lnTo>
                  <a:pt x="7771" y="141837"/>
                </a:lnTo>
                <a:lnTo>
                  <a:pt x="8282" y="142476"/>
                </a:lnTo>
                <a:lnTo>
                  <a:pt x="8808" y="143102"/>
                </a:lnTo>
                <a:lnTo>
                  <a:pt x="9349" y="143713"/>
                </a:lnTo>
                <a:lnTo>
                  <a:pt x="9903" y="144309"/>
                </a:lnTo>
                <a:lnTo>
                  <a:pt x="10473" y="144891"/>
                </a:lnTo>
                <a:lnTo>
                  <a:pt x="11057" y="145458"/>
                </a:lnTo>
                <a:lnTo>
                  <a:pt x="11655" y="146011"/>
                </a:lnTo>
                <a:lnTo>
                  <a:pt x="12268" y="146550"/>
                </a:lnTo>
                <a:lnTo>
                  <a:pt x="12895" y="147074"/>
                </a:lnTo>
                <a:lnTo>
                  <a:pt x="13537" y="147583"/>
                </a:lnTo>
                <a:lnTo>
                  <a:pt x="14194" y="148078"/>
                </a:lnTo>
                <a:lnTo>
                  <a:pt x="14864" y="148558"/>
                </a:lnTo>
                <a:lnTo>
                  <a:pt x="15550" y="149024"/>
                </a:lnTo>
                <a:lnTo>
                  <a:pt x="16250" y="149476"/>
                </a:lnTo>
                <a:lnTo>
                  <a:pt x="16964" y="149913"/>
                </a:lnTo>
                <a:lnTo>
                  <a:pt x="17693" y="150335"/>
                </a:lnTo>
                <a:lnTo>
                  <a:pt x="18436" y="150743"/>
                </a:lnTo>
                <a:lnTo>
                  <a:pt x="19193" y="151137"/>
                </a:lnTo>
                <a:lnTo>
                  <a:pt x="19964" y="151515"/>
                </a:lnTo>
                <a:lnTo>
                  <a:pt x="20745" y="151877"/>
                </a:lnTo>
                <a:lnTo>
                  <a:pt x="21536" y="152223"/>
                </a:lnTo>
                <a:lnTo>
                  <a:pt x="22338" y="152553"/>
                </a:lnTo>
                <a:lnTo>
                  <a:pt x="23151" y="152867"/>
                </a:lnTo>
                <a:lnTo>
                  <a:pt x="23974" y="153165"/>
                </a:lnTo>
                <a:lnTo>
                  <a:pt x="24808" y="153446"/>
                </a:lnTo>
                <a:lnTo>
                  <a:pt x="25653" y="153712"/>
                </a:lnTo>
                <a:lnTo>
                  <a:pt x="26508" y="153961"/>
                </a:lnTo>
                <a:lnTo>
                  <a:pt x="27374" y="154194"/>
                </a:lnTo>
                <a:lnTo>
                  <a:pt x="28250" y="154412"/>
                </a:lnTo>
                <a:lnTo>
                  <a:pt x="29138" y="154613"/>
                </a:lnTo>
                <a:lnTo>
                  <a:pt x="30035" y="154798"/>
                </a:lnTo>
                <a:lnTo>
                  <a:pt x="30944" y="154967"/>
                </a:lnTo>
                <a:lnTo>
                  <a:pt x="31862" y="155120"/>
                </a:lnTo>
                <a:lnTo>
                  <a:pt x="32792" y="155257"/>
                </a:lnTo>
                <a:lnTo>
                  <a:pt x="33732" y="155377"/>
                </a:lnTo>
                <a:lnTo>
                  <a:pt x="34683" y="155482"/>
                </a:lnTo>
                <a:lnTo>
                  <a:pt x="35645" y="155570"/>
                </a:lnTo>
                <a:lnTo>
                  <a:pt x="36617" y="155643"/>
                </a:lnTo>
                <a:lnTo>
                  <a:pt x="37599" y="155699"/>
                </a:lnTo>
                <a:lnTo>
                  <a:pt x="38593" y="155739"/>
                </a:lnTo>
                <a:lnTo>
                  <a:pt x="39596" y="155764"/>
                </a:lnTo>
                <a:lnTo>
                  <a:pt x="40611" y="155772"/>
                </a:lnTo>
                <a:lnTo>
                  <a:pt x="42067" y="155755"/>
                </a:lnTo>
                <a:lnTo>
                  <a:pt x="43500" y="155706"/>
                </a:lnTo>
                <a:lnTo>
                  <a:pt x="44908" y="155624"/>
                </a:lnTo>
                <a:close/>
                <a:moveTo>
                  <a:pt x="190077" y="83820"/>
                </a:moveTo>
                <a:lnTo>
                  <a:pt x="190059" y="82533"/>
                </a:lnTo>
                <a:lnTo>
                  <a:pt x="190006" y="81268"/>
                </a:lnTo>
                <a:lnTo>
                  <a:pt x="189918" y="80027"/>
                </a:lnTo>
                <a:lnTo>
                  <a:pt x="189794" y="78808"/>
                </a:lnTo>
                <a:lnTo>
                  <a:pt x="189634" y="77611"/>
                </a:lnTo>
                <a:lnTo>
                  <a:pt x="189440" y="76437"/>
                </a:lnTo>
                <a:lnTo>
                  <a:pt x="189209" y="75285"/>
                </a:lnTo>
                <a:lnTo>
                  <a:pt x="188944" y="74156"/>
                </a:lnTo>
                <a:lnTo>
                  <a:pt x="188643" y="73050"/>
                </a:lnTo>
                <a:lnTo>
                  <a:pt x="188306" y="71966"/>
                </a:lnTo>
                <a:lnTo>
                  <a:pt x="187934" y="70904"/>
                </a:lnTo>
                <a:lnTo>
                  <a:pt x="187527" y="69865"/>
                </a:lnTo>
                <a:lnTo>
                  <a:pt x="187084" y="68849"/>
                </a:lnTo>
                <a:lnTo>
                  <a:pt x="186606" y="67855"/>
                </a:lnTo>
                <a:lnTo>
                  <a:pt x="186092" y="66884"/>
                </a:lnTo>
                <a:lnTo>
                  <a:pt x="185543" y="65935"/>
                </a:lnTo>
                <a:lnTo>
                  <a:pt x="184959" y="65009"/>
                </a:lnTo>
                <a:lnTo>
                  <a:pt x="184339" y="64105"/>
                </a:lnTo>
                <a:lnTo>
                  <a:pt x="183684" y="63224"/>
                </a:lnTo>
                <a:lnTo>
                  <a:pt x="182993" y="62365"/>
                </a:lnTo>
                <a:lnTo>
                  <a:pt x="182267" y="61529"/>
                </a:lnTo>
                <a:lnTo>
                  <a:pt x="181506" y="60716"/>
                </a:lnTo>
                <a:lnTo>
                  <a:pt x="180709" y="59925"/>
                </a:lnTo>
                <a:lnTo>
                  <a:pt x="179876" y="59156"/>
                </a:lnTo>
                <a:lnTo>
                  <a:pt x="179014" y="58415"/>
                </a:lnTo>
                <a:lnTo>
                  <a:pt x="178125" y="57705"/>
                </a:lnTo>
                <a:lnTo>
                  <a:pt x="177211" y="57027"/>
                </a:lnTo>
                <a:lnTo>
                  <a:pt x="176271" y="56380"/>
                </a:lnTo>
                <a:lnTo>
                  <a:pt x="175305" y="55765"/>
                </a:lnTo>
                <a:lnTo>
                  <a:pt x="174313" y="55181"/>
                </a:lnTo>
                <a:lnTo>
                  <a:pt x="173296" y="54629"/>
                </a:lnTo>
                <a:lnTo>
                  <a:pt x="172253" y="54109"/>
                </a:lnTo>
                <a:lnTo>
                  <a:pt x="171184" y="53620"/>
                </a:lnTo>
                <a:lnTo>
                  <a:pt x="170090" y="53162"/>
                </a:lnTo>
                <a:lnTo>
                  <a:pt x="168969" y="52736"/>
                </a:lnTo>
                <a:lnTo>
                  <a:pt x="167823" y="52342"/>
                </a:lnTo>
                <a:lnTo>
                  <a:pt x="166652" y="51979"/>
                </a:lnTo>
                <a:lnTo>
                  <a:pt x="165454" y="51648"/>
                </a:lnTo>
                <a:lnTo>
                  <a:pt x="164231" y="51348"/>
                </a:lnTo>
                <a:lnTo>
                  <a:pt x="162981" y="51080"/>
                </a:lnTo>
                <a:lnTo>
                  <a:pt x="161706" y="50843"/>
                </a:lnTo>
                <a:lnTo>
                  <a:pt x="160406" y="50638"/>
                </a:lnTo>
                <a:lnTo>
                  <a:pt x="159079" y="50465"/>
                </a:lnTo>
                <a:lnTo>
                  <a:pt x="157727" y="50323"/>
                </a:lnTo>
                <a:lnTo>
                  <a:pt x="156349" y="50212"/>
                </a:lnTo>
                <a:lnTo>
                  <a:pt x="154946" y="50134"/>
                </a:lnTo>
                <a:lnTo>
                  <a:pt x="153516" y="50086"/>
                </a:lnTo>
                <a:lnTo>
                  <a:pt x="152061" y="50070"/>
                </a:lnTo>
                <a:lnTo>
                  <a:pt x="150726" y="50084"/>
                </a:lnTo>
                <a:lnTo>
                  <a:pt x="149410" y="50125"/>
                </a:lnTo>
                <a:lnTo>
                  <a:pt x="148112" y="50192"/>
                </a:lnTo>
                <a:lnTo>
                  <a:pt x="146833" y="50287"/>
                </a:lnTo>
                <a:lnTo>
                  <a:pt x="145573" y="50409"/>
                </a:lnTo>
                <a:lnTo>
                  <a:pt x="144331" y="50557"/>
                </a:lnTo>
                <a:lnTo>
                  <a:pt x="143108" y="50733"/>
                </a:lnTo>
                <a:lnTo>
                  <a:pt x="141904" y="50936"/>
                </a:lnTo>
                <a:lnTo>
                  <a:pt x="140718" y="51166"/>
                </a:lnTo>
                <a:lnTo>
                  <a:pt x="139551" y="51423"/>
                </a:lnTo>
                <a:lnTo>
                  <a:pt x="138403" y="51707"/>
                </a:lnTo>
                <a:lnTo>
                  <a:pt x="137273" y="52018"/>
                </a:lnTo>
                <a:lnTo>
                  <a:pt x="136162" y="52356"/>
                </a:lnTo>
                <a:lnTo>
                  <a:pt x="135070" y="52721"/>
                </a:lnTo>
                <a:lnTo>
                  <a:pt x="133996" y="53113"/>
                </a:lnTo>
                <a:lnTo>
                  <a:pt x="132941" y="53533"/>
                </a:lnTo>
                <a:lnTo>
                  <a:pt x="131905" y="53979"/>
                </a:lnTo>
                <a:lnTo>
                  <a:pt x="130887" y="54452"/>
                </a:lnTo>
                <a:lnTo>
                  <a:pt x="129888" y="54953"/>
                </a:lnTo>
                <a:lnTo>
                  <a:pt x="128908" y="55480"/>
                </a:lnTo>
                <a:lnTo>
                  <a:pt x="127946" y="56035"/>
                </a:lnTo>
                <a:lnTo>
                  <a:pt x="127004" y="56616"/>
                </a:lnTo>
                <a:lnTo>
                  <a:pt x="126079" y="57225"/>
                </a:lnTo>
                <a:lnTo>
                  <a:pt x="125174" y="57860"/>
                </a:lnTo>
                <a:lnTo>
                  <a:pt x="124293" y="58519"/>
                </a:lnTo>
                <a:lnTo>
                  <a:pt x="123444" y="59196"/>
                </a:lnTo>
                <a:lnTo>
                  <a:pt x="122627" y="59891"/>
                </a:lnTo>
                <a:lnTo>
                  <a:pt x="121841" y="60606"/>
                </a:lnTo>
                <a:lnTo>
                  <a:pt x="121087" y="61339"/>
                </a:lnTo>
                <a:lnTo>
                  <a:pt x="120364" y="62090"/>
                </a:lnTo>
                <a:lnTo>
                  <a:pt x="119673" y="62861"/>
                </a:lnTo>
                <a:lnTo>
                  <a:pt x="119013" y="63650"/>
                </a:lnTo>
                <a:lnTo>
                  <a:pt x="118385" y="64457"/>
                </a:lnTo>
                <a:lnTo>
                  <a:pt x="117788" y="65284"/>
                </a:lnTo>
                <a:lnTo>
                  <a:pt x="117223" y="66129"/>
                </a:lnTo>
                <a:lnTo>
                  <a:pt x="116690" y="66992"/>
                </a:lnTo>
                <a:lnTo>
                  <a:pt x="116188" y="67875"/>
                </a:lnTo>
                <a:lnTo>
                  <a:pt x="115717" y="68776"/>
                </a:lnTo>
                <a:lnTo>
                  <a:pt x="115279" y="69696"/>
                </a:lnTo>
                <a:lnTo>
                  <a:pt x="114871" y="70634"/>
                </a:lnTo>
                <a:lnTo>
                  <a:pt x="114495" y="71591"/>
                </a:lnTo>
                <a:lnTo>
                  <a:pt x="114151" y="72567"/>
                </a:lnTo>
                <a:lnTo>
                  <a:pt x="113839" y="73561"/>
                </a:lnTo>
                <a:lnTo>
                  <a:pt x="113558" y="74575"/>
                </a:lnTo>
                <a:lnTo>
                  <a:pt x="113308" y="75606"/>
                </a:lnTo>
                <a:lnTo>
                  <a:pt x="113090" y="76657"/>
                </a:lnTo>
                <a:lnTo>
                  <a:pt x="112904" y="77726"/>
                </a:lnTo>
                <a:lnTo>
                  <a:pt x="112749" y="78814"/>
                </a:lnTo>
                <a:lnTo>
                  <a:pt x="129438" y="78814"/>
                </a:lnTo>
                <a:lnTo>
                  <a:pt x="129524" y="78278"/>
                </a:lnTo>
                <a:lnTo>
                  <a:pt x="129629" y="77751"/>
                </a:lnTo>
                <a:lnTo>
                  <a:pt x="129751" y="77233"/>
                </a:lnTo>
                <a:lnTo>
                  <a:pt x="129891" y="76725"/>
                </a:lnTo>
                <a:lnTo>
                  <a:pt x="130050" y="76226"/>
                </a:lnTo>
                <a:lnTo>
                  <a:pt x="130226" y="75737"/>
                </a:lnTo>
                <a:lnTo>
                  <a:pt x="130421" y="75256"/>
                </a:lnTo>
                <a:lnTo>
                  <a:pt x="130633" y="74785"/>
                </a:lnTo>
                <a:lnTo>
                  <a:pt x="130864" y="74324"/>
                </a:lnTo>
                <a:lnTo>
                  <a:pt x="131112" y="73872"/>
                </a:lnTo>
                <a:lnTo>
                  <a:pt x="131379" y="73429"/>
                </a:lnTo>
                <a:lnTo>
                  <a:pt x="131663" y="72996"/>
                </a:lnTo>
                <a:lnTo>
                  <a:pt x="131966" y="72571"/>
                </a:lnTo>
                <a:lnTo>
                  <a:pt x="132287" y="72157"/>
                </a:lnTo>
                <a:lnTo>
                  <a:pt x="132625" y="71751"/>
                </a:lnTo>
                <a:lnTo>
                  <a:pt x="132982" y="71355"/>
                </a:lnTo>
                <a:lnTo>
                  <a:pt x="133357" y="70968"/>
                </a:lnTo>
                <a:lnTo>
                  <a:pt x="133749" y="70591"/>
                </a:lnTo>
                <a:lnTo>
                  <a:pt x="134160" y="70223"/>
                </a:lnTo>
                <a:lnTo>
                  <a:pt x="134589" y="69864"/>
                </a:lnTo>
                <a:lnTo>
                  <a:pt x="135035" y="69515"/>
                </a:lnTo>
                <a:lnTo>
                  <a:pt x="135500" y="69175"/>
                </a:lnTo>
                <a:lnTo>
                  <a:pt x="135983" y="68844"/>
                </a:lnTo>
                <a:lnTo>
                  <a:pt x="136484" y="68523"/>
                </a:lnTo>
                <a:lnTo>
                  <a:pt x="136999" y="68212"/>
                </a:lnTo>
                <a:lnTo>
                  <a:pt x="137524" y="67915"/>
                </a:lnTo>
                <a:lnTo>
                  <a:pt x="138060" y="67631"/>
                </a:lnTo>
                <a:lnTo>
                  <a:pt x="138606" y="67361"/>
                </a:lnTo>
                <a:lnTo>
                  <a:pt x="139163" y="67103"/>
                </a:lnTo>
                <a:lnTo>
                  <a:pt x="139729" y="66859"/>
                </a:lnTo>
                <a:lnTo>
                  <a:pt x="140306" y="66628"/>
                </a:lnTo>
                <a:lnTo>
                  <a:pt x="140894" y="66410"/>
                </a:lnTo>
                <a:lnTo>
                  <a:pt x="141491" y="66205"/>
                </a:lnTo>
                <a:lnTo>
                  <a:pt x="142099" y="66014"/>
                </a:lnTo>
                <a:lnTo>
                  <a:pt x="142717" y="65835"/>
                </a:lnTo>
                <a:lnTo>
                  <a:pt x="143346" y="65670"/>
                </a:lnTo>
                <a:lnTo>
                  <a:pt x="143984" y="65518"/>
                </a:lnTo>
                <a:lnTo>
                  <a:pt x="144633" y="65380"/>
                </a:lnTo>
                <a:lnTo>
                  <a:pt x="145293" y="65254"/>
                </a:lnTo>
                <a:lnTo>
                  <a:pt x="145962" y="65142"/>
                </a:lnTo>
                <a:lnTo>
                  <a:pt x="146642" y="65043"/>
                </a:lnTo>
                <a:lnTo>
                  <a:pt x="147333" y="64957"/>
                </a:lnTo>
                <a:lnTo>
                  <a:pt x="148033" y="64885"/>
                </a:lnTo>
                <a:lnTo>
                  <a:pt x="148744" y="64825"/>
                </a:lnTo>
                <a:lnTo>
                  <a:pt x="149465" y="64779"/>
                </a:lnTo>
                <a:lnTo>
                  <a:pt x="150196" y="64746"/>
                </a:lnTo>
                <a:lnTo>
                  <a:pt x="150938" y="64726"/>
                </a:lnTo>
                <a:lnTo>
                  <a:pt x="151690" y="64720"/>
                </a:lnTo>
                <a:lnTo>
                  <a:pt x="152547" y="64728"/>
                </a:lnTo>
                <a:lnTo>
                  <a:pt x="153388" y="64755"/>
                </a:lnTo>
                <a:lnTo>
                  <a:pt x="154212" y="64799"/>
                </a:lnTo>
                <a:lnTo>
                  <a:pt x="155020" y="64861"/>
                </a:lnTo>
                <a:lnTo>
                  <a:pt x="155812" y="64941"/>
                </a:lnTo>
                <a:lnTo>
                  <a:pt x="156587" y="65038"/>
                </a:lnTo>
                <a:lnTo>
                  <a:pt x="157346" y="65154"/>
                </a:lnTo>
                <a:lnTo>
                  <a:pt x="158088" y="65286"/>
                </a:lnTo>
                <a:lnTo>
                  <a:pt x="158814" y="65437"/>
                </a:lnTo>
                <a:lnTo>
                  <a:pt x="159523" y="65605"/>
                </a:lnTo>
                <a:lnTo>
                  <a:pt x="160216" y="65791"/>
                </a:lnTo>
                <a:lnTo>
                  <a:pt x="160893" y="65995"/>
                </a:lnTo>
                <a:lnTo>
                  <a:pt x="161553" y="66216"/>
                </a:lnTo>
                <a:lnTo>
                  <a:pt x="162197" y="66456"/>
                </a:lnTo>
                <a:lnTo>
                  <a:pt x="162824" y="66712"/>
                </a:lnTo>
                <a:lnTo>
                  <a:pt x="163435" y="66987"/>
                </a:lnTo>
                <a:lnTo>
                  <a:pt x="164030" y="67279"/>
                </a:lnTo>
                <a:lnTo>
                  <a:pt x="164608" y="67589"/>
                </a:lnTo>
                <a:lnTo>
                  <a:pt x="165169" y="67917"/>
                </a:lnTo>
                <a:lnTo>
                  <a:pt x="165715" y="68262"/>
                </a:lnTo>
                <a:lnTo>
                  <a:pt x="166243" y="68626"/>
                </a:lnTo>
                <a:lnTo>
                  <a:pt x="166756" y="69006"/>
                </a:lnTo>
                <a:lnTo>
                  <a:pt x="167252" y="69405"/>
                </a:lnTo>
                <a:lnTo>
                  <a:pt x="167731" y="69821"/>
                </a:lnTo>
                <a:lnTo>
                  <a:pt x="168193" y="70254"/>
                </a:lnTo>
                <a:lnTo>
                  <a:pt x="168635" y="70701"/>
                </a:lnTo>
                <a:lnTo>
                  <a:pt x="169057" y="71164"/>
                </a:lnTo>
                <a:lnTo>
                  <a:pt x="169460" y="71642"/>
                </a:lnTo>
                <a:lnTo>
                  <a:pt x="169843" y="72135"/>
                </a:lnTo>
                <a:lnTo>
                  <a:pt x="170206" y="72643"/>
                </a:lnTo>
                <a:lnTo>
                  <a:pt x="170550" y="73166"/>
                </a:lnTo>
                <a:lnTo>
                  <a:pt x="170874" y="73705"/>
                </a:lnTo>
                <a:lnTo>
                  <a:pt x="171178" y="74258"/>
                </a:lnTo>
                <a:lnTo>
                  <a:pt x="171463" y="74827"/>
                </a:lnTo>
                <a:lnTo>
                  <a:pt x="171728" y="75411"/>
                </a:lnTo>
                <a:lnTo>
                  <a:pt x="171974" y="76010"/>
                </a:lnTo>
                <a:lnTo>
                  <a:pt x="172200" y="76624"/>
                </a:lnTo>
                <a:lnTo>
                  <a:pt x="172406" y="77253"/>
                </a:lnTo>
                <a:lnTo>
                  <a:pt x="172592" y="77897"/>
                </a:lnTo>
                <a:lnTo>
                  <a:pt x="172759" y="78557"/>
                </a:lnTo>
                <a:lnTo>
                  <a:pt x="172907" y="79231"/>
                </a:lnTo>
                <a:lnTo>
                  <a:pt x="173034" y="79921"/>
                </a:lnTo>
                <a:lnTo>
                  <a:pt x="173142" y="80626"/>
                </a:lnTo>
                <a:lnTo>
                  <a:pt x="173231" y="81346"/>
                </a:lnTo>
                <a:lnTo>
                  <a:pt x="173299" y="82081"/>
                </a:lnTo>
                <a:lnTo>
                  <a:pt x="173349" y="82831"/>
                </a:lnTo>
                <a:lnTo>
                  <a:pt x="173378" y="83597"/>
                </a:lnTo>
                <a:lnTo>
                  <a:pt x="173388" y="84377"/>
                </a:lnTo>
                <a:lnTo>
                  <a:pt x="173388" y="94575"/>
                </a:lnTo>
                <a:lnTo>
                  <a:pt x="141863" y="94575"/>
                </a:lnTo>
                <a:lnTo>
                  <a:pt x="140560" y="94589"/>
                </a:lnTo>
                <a:lnTo>
                  <a:pt x="139281" y="94632"/>
                </a:lnTo>
                <a:lnTo>
                  <a:pt x="138023" y="94703"/>
                </a:lnTo>
                <a:lnTo>
                  <a:pt x="136789" y="94802"/>
                </a:lnTo>
                <a:lnTo>
                  <a:pt x="135576" y="94929"/>
                </a:lnTo>
                <a:lnTo>
                  <a:pt x="134387" y="95085"/>
                </a:lnTo>
                <a:lnTo>
                  <a:pt x="133219" y="95269"/>
                </a:lnTo>
                <a:lnTo>
                  <a:pt x="132075" y="95482"/>
                </a:lnTo>
                <a:lnTo>
                  <a:pt x="130953" y="95723"/>
                </a:lnTo>
                <a:lnTo>
                  <a:pt x="129853" y="95992"/>
                </a:lnTo>
                <a:lnTo>
                  <a:pt x="128776" y="96289"/>
                </a:lnTo>
                <a:lnTo>
                  <a:pt x="127722" y="96615"/>
                </a:lnTo>
                <a:lnTo>
                  <a:pt x="126690" y="96969"/>
                </a:lnTo>
                <a:lnTo>
                  <a:pt x="125680" y="97352"/>
                </a:lnTo>
                <a:lnTo>
                  <a:pt x="124694" y="97763"/>
                </a:lnTo>
                <a:lnTo>
                  <a:pt x="123729" y="98202"/>
                </a:lnTo>
                <a:lnTo>
                  <a:pt x="122787" y="98670"/>
                </a:lnTo>
                <a:lnTo>
                  <a:pt x="121868" y="99165"/>
                </a:lnTo>
                <a:lnTo>
                  <a:pt x="120972" y="99690"/>
                </a:lnTo>
                <a:lnTo>
                  <a:pt x="120097" y="100242"/>
                </a:lnTo>
                <a:lnTo>
                  <a:pt x="119246" y="100823"/>
                </a:lnTo>
                <a:lnTo>
                  <a:pt x="118417" y="101432"/>
                </a:lnTo>
                <a:lnTo>
                  <a:pt x="117610" y="102070"/>
                </a:lnTo>
                <a:lnTo>
                  <a:pt x="116826" y="102736"/>
                </a:lnTo>
                <a:lnTo>
                  <a:pt x="116070" y="103426"/>
                </a:lnTo>
                <a:lnTo>
                  <a:pt x="115346" y="104138"/>
                </a:lnTo>
                <a:lnTo>
                  <a:pt x="114654" y="104871"/>
                </a:lnTo>
                <a:lnTo>
                  <a:pt x="113994" y="105626"/>
                </a:lnTo>
                <a:lnTo>
                  <a:pt x="113366" y="106402"/>
                </a:lnTo>
                <a:lnTo>
                  <a:pt x="112771" y="107198"/>
                </a:lnTo>
                <a:lnTo>
                  <a:pt x="112207" y="108017"/>
                </a:lnTo>
                <a:lnTo>
                  <a:pt x="111676" y="108856"/>
                </a:lnTo>
                <a:lnTo>
                  <a:pt x="111177" y="109717"/>
                </a:lnTo>
                <a:lnTo>
                  <a:pt x="110711" y="110598"/>
                </a:lnTo>
                <a:lnTo>
                  <a:pt x="110276" y="111501"/>
                </a:lnTo>
                <a:lnTo>
                  <a:pt x="109874" y="112426"/>
                </a:lnTo>
                <a:lnTo>
                  <a:pt x="109504" y="113371"/>
                </a:lnTo>
                <a:lnTo>
                  <a:pt x="109166" y="114338"/>
                </a:lnTo>
                <a:lnTo>
                  <a:pt x="108860" y="115326"/>
                </a:lnTo>
                <a:lnTo>
                  <a:pt x="108586" y="116336"/>
                </a:lnTo>
                <a:lnTo>
                  <a:pt x="108345" y="117366"/>
                </a:lnTo>
                <a:lnTo>
                  <a:pt x="108136" y="118418"/>
                </a:lnTo>
                <a:lnTo>
                  <a:pt x="107959" y="119491"/>
                </a:lnTo>
                <a:lnTo>
                  <a:pt x="107814" y="120585"/>
                </a:lnTo>
                <a:lnTo>
                  <a:pt x="107701" y="121701"/>
                </a:lnTo>
                <a:lnTo>
                  <a:pt x="107621" y="122838"/>
                </a:lnTo>
                <a:lnTo>
                  <a:pt x="107572" y="123996"/>
                </a:lnTo>
                <a:lnTo>
                  <a:pt x="107556" y="125175"/>
                </a:lnTo>
                <a:lnTo>
                  <a:pt x="107572" y="126339"/>
                </a:lnTo>
                <a:lnTo>
                  <a:pt x="107621" y="127483"/>
                </a:lnTo>
                <a:lnTo>
                  <a:pt x="107701" y="128607"/>
                </a:lnTo>
                <a:lnTo>
                  <a:pt x="107814" y="129711"/>
                </a:lnTo>
                <a:lnTo>
                  <a:pt x="107959" y="130794"/>
                </a:lnTo>
                <a:lnTo>
                  <a:pt x="108136" y="131857"/>
                </a:lnTo>
                <a:lnTo>
                  <a:pt x="108345" y="132899"/>
                </a:lnTo>
                <a:lnTo>
                  <a:pt x="108586" y="133922"/>
                </a:lnTo>
                <a:lnTo>
                  <a:pt x="108860" y="134924"/>
                </a:lnTo>
                <a:lnTo>
                  <a:pt x="109166" y="135906"/>
                </a:lnTo>
                <a:lnTo>
                  <a:pt x="109504" y="136867"/>
                </a:lnTo>
                <a:lnTo>
                  <a:pt x="109874" y="137808"/>
                </a:lnTo>
                <a:lnTo>
                  <a:pt x="110276" y="138729"/>
                </a:lnTo>
                <a:lnTo>
                  <a:pt x="110711" y="139630"/>
                </a:lnTo>
                <a:lnTo>
                  <a:pt x="111177" y="140510"/>
                </a:lnTo>
                <a:lnTo>
                  <a:pt x="111676" y="141370"/>
                </a:lnTo>
                <a:lnTo>
                  <a:pt x="112207" y="142210"/>
                </a:lnTo>
                <a:lnTo>
                  <a:pt x="112771" y="143030"/>
                </a:lnTo>
                <a:lnTo>
                  <a:pt x="113366" y="143829"/>
                </a:lnTo>
                <a:lnTo>
                  <a:pt x="113994" y="144608"/>
                </a:lnTo>
                <a:lnTo>
                  <a:pt x="114654" y="145366"/>
                </a:lnTo>
                <a:lnTo>
                  <a:pt x="115346" y="146105"/>
                </a:lnTo>
                <a:lnTo>
                  <a:pt x="116070" y="146823"/>
                </a:lnTo>
                <a:lnTo>
                  <a:pt x="116826" y="147520"/>
                </a:lnTo>
                <a:lnTo>
                  <a:pt x="117611" y="148194"/>
                </a:lnTo>
                <a:lnTo>
                  <a:pt x="118419" y="148838"/>
                </a:lnTo>
                <a:lnTo>
                  <a:pt x="119252" y="149454"/>
                </a:lnTo>
                <a:lnTo>
                  <a:pt x="120108" y="150042"/>
                </a:lnTo>
                <a:lnTo>
                  <a:pt x="120988" y="150600"/>
                </a:lnTo>
                <a:lnTo>
                  <a:pt x="121891" y="151130"/>
                </a:lnTo>
                <a:lnTo>
                  <a:pt x="122819" y="151632"/>
                </a:lnTo>
                <a:lnTo>
                  <a:pt x="123770" y="152104"/>
                </a:lnTo>
                <a:lnTo>
                  <a:pt x="124746" y="152549"/>
                </a:lnTo>
                <a:lnTo>
                  <a:pt x="125745" y="152964"/>
                </a:lnTo>
                <a:lnTo>
                  <a:pt x="126768" y="153351"/>
                </a:lnTo>
                <a:lnTo>
                  <a:pt x="127814" y="153709"/>
                </a:lnTo>
                <a:lnTo>
                  <a:pt x="128885" y="154038"/>
                </a:lnTo>
                <a:lnTo>
                  <a:pt x="129979" y="154339"/>
                </a:lnTo>
                <a:lnTo>
                  <a:pt x="131098" y="154611"/>
                </a:lnTo>
                <a:lnTo>
                  <a:pt x="132240" y="154855"/>
                </a:lnTo>
                <a:lnTo>
                  <a:pt x="133405" y="155070"/>
                </a:lnTo>
                <a:lnTo>
                  <a:pt x="134595" y="155256"/>
                </a:lnTo>
                <a:lnTo>
                  <a:pt x="135809" y="155414"/>
                </a:lnTo>
                <a:lnTo>
                  <a:pt x="137046" y="155542"/>
                </a:lnTo>
                <a:lnTo>
                  <a:pt x="138307" y="155643"/>
                </a:lnTo>
                <a:lnTo>
                  <a:pt x="139592" y="155714"/>
                </a:lnTo>
                <a:lnTo>
                  <a:pt x="140901" y="155757"/>
                </a:lnTo>
                <a:lnTo>
                  <a:pt x="142234" y="155772"/>
                </a:lnTo>
                <a:lnTo>
                  <a:pt x="143414" y="155760"/>
                </a:lnTo>
                <a:lnTo>
                  <a:pt x="144574" y="155727"/>
                </a:lnTo>
                <a:lnTo>
                  <a:pt x="145715" y="155670"/>
                </a:lnTo>
                <a:lnTo>
                  <a:pt x="146836" y="155591"/>
                </a:lnTo>
                <a:lnTo>
                  <a:pt x="147937" y="155490"/>
                </a:lnTo>
                <a:lnTo>
                  <a:pt x="149019" y="155366"/>
                </a:lnTo>
                <a:lnTo>
                  <a:pt x="150081" y="155220"/>
                </a:lnTo>
                <a:lnTo>
                  <a:pt x="151124" y="155051"/>
                </a:lnTo>
                <a:lnTo>
                  <a:pt x="152147" y="154859"/>
                </a:lnTo>
                <a:lnTo>
                  <a:pt x="153150" y="154645"/>
                </a:lnTo>
                <a:lnTo>
                  <a:pt x="154134" y="154409"/>
                </a:lnTo>
                <a:lnTo>
                  <a:pt x="155098" y="154150"/>
                </a:lnTo>
                <a:lnTo>
                  <a:pt x="156042" y="153868"/>
                </a:lnTo>
                <a:lnTo>
                  <a:pt x="156967" y="153564"/>
                </a:lnTo>
                <a:lnTo>
                  <a:pt x="157872" y="153237"/>
                </a:lnTo>
                <a:lnTo>
                  <a:pt x="158757" y="152888"/>
                </a:lnTo>
                <a:lnTo>
                  <a:pt x="159623" y="152516"/>
                </a:lnTo>
                <a:lnTo>
                  <a:pt x="160469" y="152122"/>
                </a:lnTo>
                <a:lnTo>
                  <a:pt x="161296" y="151705"/>
                </a:lnTo>
                <a:lnTo>
                  <a:pt x="162103" y="151266"/>
                </a:lnTo>
                <a:lnTo>
                  <a:pt x="162890" y="150804"/>
                </a:lnTo>
                <a:lnTo>
                  <a:pt x="163658" y="150320"/>
                </a:lnTo>
                <a:lnTo>
                  <a:pt x="164405" y="149813"/>
                </a:lnTo>
                <a:lnTo>
                  <a:pt x="165134" y="149283"/>
                </a:lnTo>
                <a:lnTo>
                  <a:pt x="165838" y="148734"/>
                </a:lnTo>
                <a:lnTo>
                  <a:pt x="166511" y="148169"/>
                </a:lnTo>
                <a:lnTo>
                  <a:pt x="167155" y="147588"/>
                </a:lnTo>
                <a:lnTo>
                  <a:pt x="167769" y="146991"/>
                </a:lnTo>
                <a:lnTo>
                  <a:pt x="168353" y="146377"/>
                </a:lnTo>
                <a:lnTo>
                  <a:pt x="168907" y="145748"/>
                </a:lnTo>
                <a:lnTo>
                  <a:pt x="169431" y="145102"/>
                </a:lnTo>
                <a:lnTo>
                  <a:pt x="169925" y="144441"/>
                </a:lnTo>
                <a:lnTo>
                  <a:pt x="170389" y="143763"/>
                </a:lnTo>
                <a:lnTo>
                  <a:pt x="170824" y="143069"/>
                </a:lnTo>
                <a:lnTo>
                  <a:pt x="171228" y="142359"/>
                </a:lnTo>
                <a:lnTo>
                  <a:pt x="171602" y="141633"/>
                </a:lnTo>
                <a:lnTo>
                  <a:pt x="171947" y="140891"/>
                </a:lnTo>
                <a:lnTo>
                  <a:pt x="172261" y="140133"/>
                </a:lnTo>
                <a:lnTo>
                  <a:pt x="172546" y="139359"/>
                </a:lnTo>
                <a:lnTo>
                  <a:pt x="172800" y="138568"/>
                </a:lnTo>
                <a:lnTo>
                  <a:pt x="173025" y="137762"/>
                </a:lnTo>
                <a:lnTo>
                  <a:pt x="173219" y="136939"/>
                </a:lnTo>
                <a:lnTo>
                  <a:pt x="173384" y="136101"/>
                </a:lnTo>
                <a:lnTo>
                  <a:pt x="173519" y="135246"/>
                </a:lnTo>
                <a:lnTo>
                  <a:pt x="173615" y="134448"/>
                </a:lnTo>
                <a:lnTo>
                  <a:pt x="173759" y="134448"/>
                </a:lnTo>
                <a:lnTo>
                  <a:pt x="173759" y="153918"/>
                </a:lnTo>
                <a:lnTo>
                  <a:pt x="190077" y="153918"/>
                </a:lnTo>
                <a:lnTo>
                  <a:pt x="190077" y="83820"/>
                </a:lnTo>
                <a:close/>
                <a:moveTo>
                  <a:pt x="142978" y="142469"/>
                </a:moveTo>
                <a:lnTo>
                  <a:pt x="142184" y="142392"/>
                </a:lnTo>
                <a:lnTo>
                  <a:pt x="141405" y="142298"/>
                </a:lnTo>
                <a:lnTo>
                  <a:pt x="140642" y="142187"/>
                </a:lnTo>
                <a:lnTo>
                  <a:pt x="139895" y="142060"/>
                </a:lnTo>
                <a:lnTo>
                  <a:pt x="139164" y="141915"/>
                </a:lnTo>
                <a:lnTo>
                  <a:pt x="138448" y="141753"/>
                </a:lnTo>
                <a:lnTo>
                  <a:pt x="137749" y="141573"/>
                </a:lnTo>
                <a:lnTo>
                  <a:pt x="137064" y="141377"/>
                </a:lnTo>
                <a:lnTo>
                  <a:pt x="136396" y="141164"/>
                </a:lnTo>
                <a:lnTo>
                  <a:pt x="135744" y="140934"/>
                </a:lnTo>
                <a:lnTo>
                  <a:pt x="135107" y="140687"/>
                </a:lnTo>
                <a:lnTo>
                  <a:pt x="134486" y="140422"/>
                </a:lnTo>
                <a:lnTo>
                  <a:pt x="133881" y="140141"/>
                </a:lnTo>
                <a:lnTo>
                  <a:pt x="133291" y="139842"/>
                </a:lnTo>
                <a:lnTo>
                  <a:pt x="132718" y="139527"/>
                </a:lnTo>
                <a:lnTo>
                  <a:pt x="132160" y="139194"/>
                </a:lnTo>
                <a:lnTo>
                  <a:pt x="131618" y="138844"/>
                </a:lnTo>
                <a:lnTo>
                  <a:pt x="131091" y="138478"/>
                </a:lnTo>
                <a:lnTo>
                  <a:pt x="130581" y="138094"/>
                </a:lnTo>
                <a:lnTo>
                  <a:pt x="130086" y="137693"/>
                </a:lnTo>
                <a:lnTo>
                  <a:pt x="129609" y="137277"/>
                </a:lnTo>
                <a:lnTo>
                  <a:pt x="129153" y="136849"/>
                </a:lnTo>
                <a:lnTo>
                  <a:pt x="128717" y="136408"/>
                </a:lnTo>
                <a:lnTo>
                  <a:pt x="128301" y="135954"/>
                </a:lnTo>
                <a:lnTo>
                  <a:pt x="127906" y="135488"/>
                </a:lnTo>
                <a:lnTo>
                  <a:pt x="127531" y="135010"/>
                </a:lnTo>
                <a:lnTo>
                  <a:pt x="127176" y="134518"/>
                </a:lnTo>
                <a:lnTo>
                  <a:pt x="126841" y="134015"/>
                </a:lnTo>
                <a:lnTo>
                  <a:pt x="126527" y="133498"/>
                </a:lnTo>
                <a:lnTo>
                  <a:pt x="126233" y="132969"/>
                </a:lnTo>
                <a:lnTo>
                  <a:pt x="125959" y="132428"/>
                </a:lnTo>
                <a:lnTo>
                  <a:pt x="125706" y="131874"/>
                </a:lnTo>
                <a:lnTo>
                  <a:pt x="125472" y="131307"/>
                </a:lnTo>
                <a:lnTo>
                  <a:pt x="125259" y="130728"/>
                </a:lnTo>
                <a:lnTo>
                  <a:pt x="125067" y="130137"/>
                </a:lnTo>
                <a:lnTo>
                  <a:pt x="124894" y="129532"/>
                </a:lnTo>
                <a:lnTo>
                  <a:pt x="124742" y="128916"/>
                </a:lnTo>
                <a:lnTo>
                  <a:pt x="124611" y="128286"/>
                </a:lnTo>
                <a:lnTo>
                  <a:pt x="124499" y="127644"/>
                </a:lnTo>
                <a:lnTo>
                  <a:pt x="124408" y="126990"/>
                </a:lnTo>
                <a:lnTo>
                  <a:pt x="124337" y="126323"/>
                </a:lnTo>
                <a:lnTo>
                  <a:pt x="124286" y="125643"/>
                </a:lnTo>
                <a:lnTo>
                  <a:pt x="124256" y="124951"/>
                </a:lnTo>
                <a:lnTo>
                  <a:pt x="124246" y="124247"/>
                </a:lnTo>
                <a:lnTo>
                  <a:pt x="124254" y="123588"/>
                </a:lnTo>
                <a:lnTo>
                  <a:pt x="124279" y="122941"/>
                </a:lnTo>
                <a:lnTo>
                  <a:pt x="124321" y="122305"/>
                </a:lnTo>
                <a:lnTo>
                  <a:pt x="124379" y="121681"/>
                </a:lnTo>
                <a:lnTo>
                  <a:pt x="124455" y="121069"/>
                </a:lnTo>
                <a:lnTo>
                  <a:pt x="124547" y="120468"/>
                </a:lnTo>
                <a:lnTo>
                  <a:pt x="124656" y="119879"/>
                </a:lnTo>
                <a:lnTo>
                  <a:pt x="124781" y="119302"/>
                </a:lnTo>
                <a:lnTo>
                  <a:pt x="124924" y="118736"/>
                </a:lnTo>
                <a:lnTo>
                  <a:pt x="125083" y="118181"/>
                </a:lnTo>
                <a:lnTo>
                  <a:pt x="125258" y="117639"/>
                </a:lnTo>
                <a:lnTo>
                  <a:pt x="125451" y="117107"/>
                </a:lnTo>
                <a:lnTo>
                  <a:pt x="125660" y="116588"/>
                </a:lnTo>
                <a:lnTo>
                  <a:pt x="125886" y="116080"/>
                </a:lnTo>
                <a:lnTo>
                  <a:pt x="126129" y="115584"/>
                </a:lnTo>
                <a:lnTo>
                  <a:pt x="126388" y="115099"/>
                </a:lnTo>
                <a:lnTo>
                  <a:pt x="126665" y="114626"/>
                </a:lnTo>
                <a:lnTo>
                  <a:pt x="126958" y="114164"/>
                </a:lnTo>
                <a:lnTo>
                  <a:pt x="127267" y="113714"/>
                </a:lnTo>
                <a:lnTo>
                  <a:pt x="127594" y="113276"/>
                </a:lnTo>
                <a:lnTo>
                  <a:pt x="127937" y="112849"/>
                </a:lnTo>
                <a:lnTo>
                  <a:pt x="128297" y="112433"/>
                </a:lnTo>
                <a:lnTo>
                  <a:pt x="128674" y="112030"/>
                </a:lnTo>
                <a:lnTo>
                  <a:pt x="129067" y="111638"/>
                </a:lnTo>
                <a:lnTo>
                  <a:pt x="129475" y="111259"/>
                </a:lnTo>
                <a:lnTo>
                  <a:pt x="129895" y="110897"/>
                </a:lnTo>
                <a:lnTo>
                  <a:pt x="130328" y="110551"/>
                </a:lnTo>
                <a:lnTo>
                  <a:pt x="130772" y="110221"/>
                </a:lnTo>
                <a:lnTo>
                  <a:pt x="131229" y="109907"/>
                </a:lnTo>
                <a:lnTo>
                  <a:pt x="131698" y="109609"/>
                </a:lnTo>
                <a:lnTo>
                  <a:pt x="132180" y="109327"/>
                </a:lnTo>
                <a:lnTo>
                  <a:pt x="132673" y="109061"/>
                </a:lnTo>
                <a:lnTo>
                  <a:pt x="133179" y="108812"/>
                </a:lnTo>
                <a:lnTo>
                  <a:pt x="133697" y="108578"/>
                </a:lnTo>
                <a:lnTo>
                  <a:pt x="134227" y="108361"/>
                </a:lnTo>
                <a:lnTo>
                  <a:pt x="134770" y="108159"/>
                </a:lnTo>
                <a:lnTo>
                  <a:pt x="135324" y="107974"/>
                </a:lnTo>
                <a:lnTo>
                  <a:pt x="135891" y="107805"/>
                </a:lnTo>
                <a:lnTo>
                  <a:pt x="136470" y="107652"/>
                </a:lnTo>
                <a:lnTo>
                  <a:pt x="137062" y="107515"/>
                </a:lnTo>
                <a:lnTo>
                  <a:pt x="137666" y="107395"/>
                </a:lnTo>
                <a:lnTo>
                  <a:pt x="138281" y="107290"/>
                </a:lnTo>
                <a:lnTo>
                  <a:pt x="138910" y="107201"/>
                </a:lnTo>
                <a:lnTo>
                  <a:pt x="139550" y="107129"/>
                </a:lnTo>
                <a:lnTo>
                  <a:pt x="140202" y="107072"/>
                </a:lnTo>
                <a:lnTo>
                  <a:pt x="140867" y="107032"/>
                </a:lnTo>
                <a:lnTo>
                  <a:pt x="141544" y="107008"/>
                </a:lnTo>
                <a:lnTo>
                  <a:pt x="142234" y="107000"/>
                </a:lnTo>
                <a:lnTo>
                  <a:pt x="173388" y="107000"/>
                </a:lnTo>
                <a:lnTo>
                  <a:pt x="173388" y="121465"/>
                </a:lnTo>
                <a:lnTo>
                  <a:pt x="173375" y="122232"/>
                </a:lnTo>
                <a:lnTo>
                  <a:pt x="173335" y="122987"/>
                </a:lnTo>
                <a:lnTo>
                  <a:pt x="173269" y="123731"/>
                </a:lnTo>
                <a:lnTo>
                  <a:pt x="173177" y="124463"/>
                </a:lnTo>
                <a:lnTo>
                  <a:pt x="173058" y="125184"/>
                </a:lnTo>
                <a:lnTo>
                  <a:pt x="172913" y="125893"/>
                </a:lnTo>
                <a:lnTo>
                  <a:pt x="172741" y="126590"/>
                </a:lnTo>
                <a:lnTo>
                  <a:pt x="172543" y="127276"/>
                </a:lnTo>
                <a:lnTo>
                  <a:pt x="172319" y="127950"/>
                </a:lnTo>
                <a:lnTo>
                  <a:pt x="172068" y="128613"/>
                </a:lnTo>
                <a:lnTo>
                  <a:pt x="171791" y="129264"/>
                </a:lnTo>
                <a:lnTo>
                  <a:pt x="171487" y="129903"/>
                </a:lnTo>
                <a:lnTo>
                  <a:pt x="171157" y="130531"/>
                </a:lnTo>
                <a:lnTo>
                  <a:pt x="170801" y="131147"/>
                </a:lnTo>
                <a:lnTo>
                  <a:pt x="170418" y="131752"/>
                </a:lnTo>
                <a:lnTo>
                  <a:pt x="170009" y="132345"/>
                </a:lnTo>
                <a:lnTo>
                  <a:pt x="169573" y="132926"/>
                </a:lnTo>
                <a:lnTo>
                  <a:pt x="169111" y="133496"/>
                </a:lnTo>
                <a:lnTo>
                  <a:pt x="168623" y="134054"/>
                </a:lnTo>
                <a:lnTo>
                  <a:pt x="168108" y="134601"/>
                </a:lnTo>
                <a:lnTo>
                  <a:pt x="167567" y="135136"/>
                </a:lnTo>
                <a:lnTo>
                  <a:pt x="166999" y="135659"/>
                </a:lnTo>
                <a:lnTo>
                  <a:pt x="166405" y="136171"/>
                </a:lnTo>
                <a:lnTo>
                  <a:pt x="165785" y="136672"/>
                </a:lnTo>
                <a:lnTo>
                  <a:pt x="165144" y="137156"/>
                </a:lnTo>
                <a:lnTo>
                  <a:pt x="164488" y="137619"/>
                </a:lnTo>
                <a:lnTo>
                  <a:pt x="163817" y="138062"/>
                </a:lnTo>
                <a:lnTo>
                  <a:pt x="163132" y="138485"/>
                </a:lnTo>
                <a:lnTo>
                  <a:pt x="162432" y="138886"/>
                </a:lnTo>
                <a:lnTo>
                  <a:pt x="161716" y="139268"/>
                </a:lnTo>
                <a:lnTo>
                  <a:pt x="160987" y="139628"/>
                </a:lnTo>
                <a:lnTo>
                  <a:pt x="160242" y="139968"/>
                </a:lnTo>
                <a:lnTo>
                  <a:pt x="159483" y="140287"/>
                </a:lnTo>
                <a:lnTo>
                  <a:pt x="158708" y="140586"/>
                </a:lnTo>
                <a:lnTo>
                  <a:pt x="157919" y="140864"/>
                </a:lnTo>
                <a:lnTo>
                  <a:pt x="157115" y="141122"/>
                </a:lnTo>
                <a:lnTo>
                  <a:pt x="156297" y="141359"/>
                </a:lnTo>
                <a:lnTo>
                  <a:pt x="155463" y="141575"/>
                </a:lnTo>
                <a:lnTo>
                  <a:pt x="154615" y="141771"/>
                </a:lnTo>
                <a:lnTo>
                  <a:pt x="153752" y="141946"/>
                </a:lnTo>
                <a:lnTo>
                  <a:pt x="152874" y="142101"/>
                </a:lnTo>
                <a:lnTo>
                  <a:pt x="151981" y="142234"/>
                </a:lnTo>
                <a:lnTo>
                  <a:pt x="151074" y="142348"/>
                </a:lnTo>
                <a:lnTo>
                  <a:pt x="150151" y="142441"/>
                </a:lnTo>
                <a:lnTo>
                  <a:pt x="149214" y="142513"/>
                </a:lnTo>
                <a:lnTo>
                  <a:pt x="148262" y="142564"/>
                </a:lnTo>
                <a:lnTo>
                  <a:pt x="147295" y="142595"/>
                </a:lnTo>
                <a:lnTo>
                  <a:pt x="146314" y="142605"/>
                </a:lnTo>
                <a:lnTo>
                  <a:pt x="145456" y="142597"/>
                </a:lnTo>
                <a:lnTo>
                  <a:pt x="144615" y="142571"/>
                </a:lnTo>
                <a:lnTo>
                  <a:pt x="143789" y="142529"/>
                </a:lnTo>
                <a:lnTo>
                  <a:pt x="142978" y="142469"/>
                </a:lnTo>
                <a:close/>
                <a:moveTo>
                  <a:pt x="1011961" y="14836"/>
                </a:moveTo>
                <a:lnTo>
                  <a:pt x="1040705" y="14836"/>
                </a:lnTo>
                <a:lnTo>
                  <a:pt x="1040705" y="159481"/>
                </a:lnTo>
                <a:lnTo>
                  <a:pt x="1011961" y="159481"/>
                </a:lnTo>
                <a:lnTo>
                  <a:pt x="1011961" y="174317"/>
                </a:lnTo>
                <a:lnTo>
                  <a:pt x="1057397" y="174317"/>
                </a:lnTo>
                <a:lnTo>
                  <a:pt x="1057397" y="0"/>
                </a:lnTo>
                <a:lnTo>
                  <a:pt x="1011961" y="0"/>
                </a:lnTo>
                <a:lnTo>
                  <a:pt x="1011961" y="14836"/>
                </a:lnTo>
                <a:close/>
                <a:moveTo>
                  <a:pt x="687994" y="153918"/>
                </a:moveTo>
                <a:lnTo>
                  <a:pt x="687994" y="89012"/>
                </a:lnTo>
                <a:lnTo>
                  <a:pt x="688004" y="88032"/>
                </a:lnTo>
                <a:lnTo>
                  <a:pt x="688036" y="87071"/>
                </a:lnTo>
                <a:lnTo>
                  <a:pt x="688088" y="86129"/>
                </a:lnTo>
                <a:lnTo>
                  <a:pt x="688161" y="85206"/>
                </a:lnTo>
                <a:lnTo>
                  <a:pt x="688255" y="84301"/>
                </a:lnTo>
                <a:lnTo>
                  <a:pt x="688371" y="83414"/>
                </a:lnTo>
                <a:lnTo>
                  <a:pt x="688507" y="82547"/>
                </a:lnTo>
                <a:lnTo>
                  <a:pt x="688664" y="81698"/>
                </a:lnTo>
                <a:lnTo>
                  <a:pt x="688841" y="80868"/>
                </a:lnTo>
                <a:lnTo>
                  <a:pt x="689040" y="80056"/>
                </a:lnTo>
                <a:lnTo>
                  <a:pt x="689260" y="79263"/>
                </a:lnTo>
                <a:lnTo>
                  <a:pt x="689501" y="78489"/>
                </a:lnTo>
                <a:lnTo>
                  <a:pt x="689762" y="77734"/>
                </a:lnTo>
                <a:lnTo>
                  <a:pt x="690045" y="76997"/>
                </a:lnTo>
                <a:lnTo>
                  <a:pt x="690348" y="76279"/>
                </a:lnTo>
                <a:lnTo>
                  <a:pt x="690673" y="75579"/>
                </a:lnTo>
                <a:lnTo>
                  <a:pt x="691018" y="74899"/>
                </a:lnTo>
                <a:lnTo>
                  <a:pt x="691384" y="74236"/>
                </a:lnTo>
                <a:lnTo>
                  <a:pt x="691771" y="73593"/>
                </a:lnTo>
                <a:lnTo>
                  <a:pt x="692179" y="72968"/>
                </a:lnTo>
                <a:lnTo>
                  <a:pt x="692608" y="72362"/>
                </a:lnTo>
                <a:lnTo>
                  <a:pt x="693058" y="71775"/>
                </a:lnTo>
                <a:lnTo>
                  <a:pt x="693529" y="71206"/>
                </a:lnTo>
                <a:lnTo>
                  <a:pt x="694021" y="70656"/>
                </a:lnTo>
                <a:lnTo>
                  <a:pt x="694531" y="70126"/>
                </a:lnTo>
                <a:lnTo>
                  <a:pt x="695057" y="69619"/>
                </a:lnTo>
                <a:lnTo>
                  <a:pt x="695599" y="69135"/>
                </a:lnTo>
                <a:lnTo>
                  <a:pt x="696156" y="68673"/>
                </a:lnTo>
                <a:lnTo>
                  <a:pt x="696729" y="68233"/>
                </a:lnTo>
                <a:lnTo>
                  <a:pt x="697318" y="67816"/>
                </a:lnTo>
                <a:lnTo>
                  <a:pt x="697923" y="67422"/>
                </a:lnTo>
                <a:lnTo>
                  <a:pt x="698544" y="67050"/>
                </a:lnTo>
                <a:lnTo>
                  <a:pt x="699180" y="66701"/>
                </a:lnTo>
                <a:lnTo>
                  <a:pt x="699832" y="66374"/>
                </a:lnTo>
                <a:lnTo>
                  <a:pt x="700500" y="66069"/>
                </a:lnTo>
                <a:lnTo>
                  <a:pt x="701184" y="65788"/>
                </a:lnTo>
                <a:lnTo>
                  <a:pt x="701883" y="65529"/>
                </a:lnTo>
                <a:lnTo>
                  <a:pt x="702598" y="65292"/>
                </a:lnTo>
                <a:lnTo>
                  <a:pt x="703329" y="65078"/>
                </a:lnTo>
                <a:lnTo>
                  <a:pt x="704076" y="64886"/>
                </a:lnTo>
                <a:lnTo>
                  <a:pt x="704838" y="64717"/>
                </a:lnTo>
                <a:lnTo>
                  <a:pt x="705616" y="64571"/>
                </a:lnTo>
                <a:lnTo>
                  <a:pt x="706410" y="64447"/>
                </a:lnTo>
                <a:lnTo>
                  <a:pt x="707220" y="64345"/>
                </a:lnTo>
                <a:lnTo>
                  <a:pt x="708046" y="64266"/>
                </a:lnTo>
                <a:lnTo>
                  <a:pt x="708887" y="64210"/>
                </a:lnTo>
                <a:lnTo>
                  <a:pt x="709744" y="64176"/>
                </a:lnTo>
                <a:lnTo>
                  <a:pt x="710617" y="64165"/>
                </a:lnTo>
                <a:lnTo>
                  <a:pt x="711505" y="64176"/>
                </a:lnTo>
                <a:lnTo>
                  <a:pt x="712375" y="64209"/>
                </a:lnTo>
                <a:lnTo>
                  <a:pt x="713229" y="64265"/>
                </a:lnTo>
                <a:lnTo>
                  <a:pt x="714065" y="64343"/>
                </a:lnTo>
                <a:lnTo>
                  <a:pt x="714885" y="64443"/>
                </a:lnTo>
                <a:lnTo>
                  <a:pt x="715687" y="64565"/>
                </a:lnTo>
                <a:lnTo>
                  <a:pt x="716473" y="64709"/>
                </a:lnTo>
                <a:lnTo>
                  <a:pt x="717241" y="64876"/>
                </a:lnTo>
                <a:lnTo>
                  <a:pt x="717992" y="65065"/>
                </a:lnTo>
                <a:lnTo>
                  <a:pt x="718726" y="65276"/>
                </a:lnTo>
                <a:lnTo>
                  <a:pt x="719444" y="65509"/>
                </a:lnTo>
                <a:lnTo>
                  <a:pt x="720144" y="65764"/>
                </a:lnTo>
                <a:lnTo>
                  <a:pt x="720827" y="66042"/>
                </a:lnTo>
                <a:lnTo>
                  <a:pt x="721492" y="66342"/>
                </a:lnTo>
                <a:lnTo>
                  <a:pt x="722141" y="66664"/>
                </a:lnTo>
                <a:lnTo>
                  <a:pt x="722773" y="67008"/>
                </a:lnTo>
                <a:lnTo>
                  <a:pt x="723388" y="67375"/>
                </a:lnTo>
                <a:lnTo>
                  <a:pt x="723985" y="67764"/>
                </a:lnTo>
                <a:lnTo>
                  <a:pt x="724566" y="68175"/>
                </a:lnTo>
                <a:lnTo>
                  <a:pt x="725129" y="68608"/>
                </a:lnTo>
                <a:lnTo>
                  <a:pt x="725676" y="69063"/>
                </a:lnTo>
                <a:lnTo>
                  <a:pt x="726205" y="69541"/>
                </a:lnTo>
                <a:lnTo>
                  <a:pt x="726717" y="70041"/>
                </a:lnTo>
                <a:lnTo>
                  <a:pt x="727213" y="70563"/>
                </a:lnTo>
                <a:lnTo>
                  <a:pt x="727689" y="71106"/>
                </a:lnTo>
                <a:lnTo>
                  <a:pt x="728146" y="71668"/>
                </a:lnTo>
                <a:lnTo>
                  <a:pt x="728582" y="72251"/>
                </a:lnTo>
                <a:lnTo>
                  <a:pt x="728998" y="72852"/>
                </a:lnTo>
                <a:lnTo>
                  <a:pt x="729394" y="73474"/>
                </a:lnTo>
                <a:lnTo>
                  <a:pt x="729769" y="74115"/>
                </a:lnTo>
                <a:lnTo>
                  <a:pt x="730124" y="74776"/>
                </a:lnTo>
                <a:lnTo>
                  <a:pt x="730459" y="75456"/>
                </a:lnTo>
                <a:lnTo>
                  <a:pt x="730773" y="76156"/>
                </a:lnTo>
                <a:lnTo>
                  <a:pt x="731068" y="76876"/>
                </a:lnTo>
                <a:lnTo>
                  <a:pt x="731341" y="77615"/>
                </a:lnTo>
                <a:lnTo>
                  <a:pt x="731595" y="78374"/>
                </a:lnTo>
                <a:lnTo>
                  <a:pt x="731828" y="79152"/>
                </a:lnTo>
                <a:lnTo>
                  <a:pt x="732041" y="79951"/>
                </a:lnTo>
                <a:lnTo>
                  <a:pt x="732234" y="80768"/>
                </a:lnTo>
                <a:lnTo>
                  <a:pt x="732407" y="81606"/>
                </a:lnTo>
                <a:lnTo>
                  <a:pt x="732559" y="82463"/>
                </a:lnTo>
                <a:lnTo>
                  <a:pt x="732691" y="83340"/>
                </a:lnTo>
                <a:lnTo>
                  <a:pt x="732802" y="84236"/>
                </a:lnTo>
                <a:lnTo>
                  <a:pt x="732894" y="85152"/>
                </a:lnTo>
                <a:lnTo>
                  <a:pt x="732965" y="86087"/>
                </a:lnTo>
                <a:lnTo>
                  <a:pt x="733015" y="87043"/>
                </a:lnTo>
                <a:lnTo>
                  <a:pt x="733046" y="88018"/>
                </a:lnTo>
                <a:lnTo>
                  <a:pt x="733056" y="89012"/>
                </a:lnTo>
                <a:lnTo>
                  <a:pt x="733056" y="93650"/>
                </a:lnTo>
                <a:lnTo>
                  <a:pt x="749745" y="93650"/>
                </a:lnTo>
                <a:lnTo>
                  <a:pt x="749745" y="87529"/>
                </a:lnTo>
                <a:lnTo>
                  <a:pt x="749729" y="86104"/>
                </a:lnTo>
                <a:lnTo>
                  <a:pt x="749679" y="84704"/>
                </a:lnTo>
                <a:lnTo>
                  <a:pt x="749596" y="83329"/>
                </a:lnTo>
                <a:lnTo>
                  <a:pt x="749480" y="81979"/>
                </a:lnTo>
                <a:lnTo>
                  <a:pt x="749331" y="80653"/>
                </a:lnTo>
                <a:lnTo>
                  <a:pt x="749148" y="79352"/>
                </a:lnTo>
                <a:lnTo>
                  <a:pt x="748933" y="78076"/>
                </a:lnTo>
                <a:lnTo>
                  <a:pt x="748684" y="76825"/>
                </a:lnTo>
                <a:lnTo>
                  <a:pt x="748402" y="75599"/>
                </a:lnTo>
                <a:lnTo>
                  <a:pt x="748087" y="74397"/>
                </a:lnTo>
                <a:lnTo>
                  <a:pt x="747739" y="73220"/>
                </a:lnTo>
                <a:lnTo>
                  <a:pt x="747358" y="72068"/>
                </a:lnTo>
                <a:lnTo>
                  <a:pt x="746943" y="70941"/>
                </a:lnTo>
                <a:lnTo>
                  <a:pt x="746495" y="69838"/>
                </a:lnTo>
                <a:lnTo>
                  <a:pt x="746015" y="68761"/>
                </a:lnTo>
                <a:lnTo>
                  <a:pt x="745501" y="67708"/>
                </a:lnTo>
                <a:lnTo>
                  <a:pt x="744954" y="66680"/>
                </a:lnTo>
                <a:lnTo>
                  <a:pt x="744373" y="65677"/>
                </a:lnTo>
                <a:lnTo>
                  <a:pt x="743760" y="64698"/>
                </a:lnTo>
                <a:lnTo>
                  <a:pt x="743113" y="63745"/>
                </a:lnTo>
                <a:lnTo>
                  <a:pt x="742433" y="62816"/>
                </a:lnTo>
                <a:lnTo>
                  <a:pt x="741720" y="61912"/>
                </a:lnTo>
                <a:lnTo>
                  <a:pt x="740974" y="61032"/>
                </a:lnTo>
                <a:lnTo>
                  <a:pt x="740195" y="60178"/>
                </a:lnTo>
                <a:lnTo>
                  <a:pt x="739388" y="59353"/>
                </a:lnTo>
                <a:lnTo>
                  <a:pt x="738558" y="58564"/>
                </a:lnTo>
                <a:lnTo>
                  <a:pt x="737705" y="57809"/>
                </a:lnTo>
                <a:lnTo>
                  <a:pt x="736829" y="57090"/>
                </a:lnTo>
                <a:lnTo>
                  <a:pt x="735930" y="56405"/>
                </a:lnTo>
                <a:lnTo>
                  <a:pt x="735009" y="55756"/>
                </a:lnTo>
                <a:lnTo>
                  <a:pt x="734064" y="55142"/>
                </a:lnTo>
                <a:lnTo>
                  <a:pt x="733097" y="54563"/>
                </a:lnTo>
                <a:lnTo>
                  <a:pt x="732107" y="54019"/>
                </a:lnTo>
                <a:lnTo>
                  <a:pt x="731094" y="53510"/>
                </a:lnTo>
                <a:lnTo>
                  <a:pt x="730058" y="53036"/>
                </a:lnTo>
                <a:lnTo>
                  <a:pt x="728999" y="52597"/>
                </a:lnTo>
                <a:lnTo>
                  <a:pt x="727917" y="52194"/>
                </a:lnTo>
                <a:lnTo>
                  <a:pt x="726813" y="51825"/>
                </a:lnTo>
                <a:lnTo>
                  <a:pt x="725685" y="51492"/>
                </a:lnTo>
                <a:lnTo>
                  <a:pt x="724535" y="51194"/>
                </a:lnTo>
                <a:lnTo>
                  <a:pt x="723362" y="50930"/>
                </a:lnTo>
                <a:lnTo>
                  <a:pt x="722166" y="50702"/>
                </a:lnTo>
                <a:lnTo>
                  <a:pt x="720947" y="50509"/>
                </a:lnTo>
                <a:lnTo>
                  <a:pt x="719706" y="50351"/>
                </a:lnTo>
                <a:lnTo>
                  <a:pt x="718441" y="50228"/>
                </a:lnTo>
                <a:lnTo>
                  <a:pt x="717154" y="50141"/>
                </a:lnTo>
                <a:lnTo>
                  <a:pt x="715844" y="50088"/>
                </a:lnTo>
                <a:lnTo>
                  <a:pt x="714510" y="50070"/>
                </a:lnTo>
                <a:lnTo>
                  <a:pt x="713348" y="50085"/>
                </a:lnTo>
                <a:lnTo>
                  <a:pt x="712210" y="50129"/>
                </a:lnTo>
                <a:lnTo>
                  <a:pt x="711096" y="50202"/>
                </a:lnTo>
                <a:lnTo>
                  <a:pt x="710006" y="50305"/>
                </a:lnTo>
                <a:lnTo>
                  <a:pt x="708941" y="50437"/>
                </a:lnTo>
                <a:lnTo>
                  <a:pt x="707899" y="50598"/>
                </a:lnTo>
                <a:lnTo>
                  <a:pt x="706882" y="50788"/>
                </a:lnTo>
                <a:lnTo>
                  <a:pt x="705888" y="51008"/>
                </a:lnTo>
                <a:lnTo>
                  <a:pt x="704919" y="51257"/>
                </a:lnTo>
                <a:lnTo>
                  <a:pt x="703974" y="51535"/>
                </a:lnTo>
                <a:lnTo>
                  <a:pt x="703053" y="51843"/>
                </a:lnTo>
                <a:lnTo>
                  <a:pt x="702156" y="52180"/>
                </a:lnTo>
                <a:lnTo>
                  <a:pt x="701284" y="52546"/>
                </a:lnTo>
                <a:lnTo>
                  <a:pt x="700435" y="52942"/>
                </a:lnTo>
                <a:lnTo>
                  <a:pt x="699611" y="53367"/>
                </a:lnTo>
                <a:lnTo>
                  <a:pt x="698810" y="53821"/>
                </a:lnTo>
                <a:lnTo>
                  <a:pt x="698034" y="54304"/>
                </a:lnTo>
                <a:lnTo>
                  <a:pt x="697282" y="54817"/>
                </a:lnTo>
                <a:lnTo>
                  <a:pt x="696554" y="55359"/>
                </a:lnTo>
                <a:lnTo>
                  <a:pt x="695851" y="55930"/>
                </a:lnTo>
                <a:lnTo>
                  <a:pt x="695171" y="56531"/>
                </a:lnTo>
                <a:lnTo>
                  <a:pt x="694515" y="57161"/>
                </a:lnTo>
                <a:lnTo>
                  <a:pt x="693884" y="57820"/>
                </a:lnTo>
                <a:lnTo>
                  <a:pt x="693277" y="58508"/>
                </a:lnTo>
                <a:lnTo>
                  <a:pt x="692694" y="59226"/>
                </a:lnTo>
                <a:lnTo>
                  <a:pt x="692137" y="59971"/>
                </a:lnTo>
                <a:lnTo>
                  <a:pt x="691604" y="60744"/>
                </a:lnTo>
                <a:lnTo>
                  <a:pt x="691095" y="61545"/>
                </a:lnTo>
                <a:lnTo>
                  <a:pt x="690612" y="62374"/>
                </a:lnTo>
                <a:lnTo>
                  <a:pt x="690153" y="63231"/>
                </a:lnTo>
                <a:lnTo>
                  <a:pt x="689720" y="64117"/>
                </a:lnTo>
                <a:lnTo>
                  <a:pt x="689311" y="65030"/>
                </a:lnTo>
                <a:lnTo>
                  <a:pt x="688926" y="65971"/>
                </a:lnTo>
                <a:lnTo>
                  <a:pt x="688567" y="66940"/>
                </a:lnTo>
                <a:lnTo>
                  <a:pt x="688232" y="67937"/>
                </a:lnTo>
                <a:lnTo>
                  <a:pt x="687922" y="68963"/>
                </a:lnTo>
                <a:lnTo>
                  <a:pt x="687637" y="70016"/>
                </a:lnTo>
                <a:lnTo>
                  <a:pt x="687623" y="70075"/>
                </a:lnTo>
                <a:lnTo>
                  <a:pt x="687623" y="51924"/>
                </a:lnTo>
                <a:lnTo>
                  <a:pt x="671302" y="51924"/>
                </a:lnTo>
                <a:lnTo>
                  <a:pt x="671302" y="153918"/>
                </a:lnTo>
                <a:lnTo>
                  <a:pt x="687994" y="153918"/>
                </a:lnTo>
                <a:close/>
                <a:moveTo>
                  <a:pt x="924186" y="120369"/>
                </a:moveTo>
                <a:lnTo>
                  <a:pt x="924309" y="120195"/>
                </a:lnTo>
                <a:lnTo>
                  <a:pt x="924432" y="120020"/>
                </a:lnTo>
                <a:lnTo>
                  <a:pt x="924554" y="119842"/>
                </a:lnTo>
                <a:lnTo>
                  <a:pt x="924677" y="119662"/>
                </a:lnTo>
                <a:lnTo>
                  <a:pt x="924798" y="119479"/>
                </a:lnTo>
                <a:lnTo>
                  <a:pt x="924920" y="119295"/>
                </a:lnTo>
                <a:lnTo>
                  <a:pt x="925041" y="119108"/>
                </a:lnTo>
                <a:lnTo>
                  <a:pt x="925162" y="118919"/>
                </a:lnTo>
                <a:lnTo>
                  <a:pt x="925282" y="118727"/>
                </a:lnTo>
                <a:lnTo>
                  <a:pt x="925402" y="118534"/>
                </a:lnTo>
                <a:lnTo>
                  <a:pt x="925522" y="118338"/>
                </a:lnTo>
                <a:lnTo>
                  <a:pt x="925642" y="118140"/>
                </a:lnTo>
                <a:lnTo>
                  <a:pt x="925761" y="117939"/>
                </a:lnTo>
                <a:lnTo>
                  <a:pt x="925880" y="117736"/>
                </a:lnTo>
                <a:lnTo>
                  <a:pt x="925998" y="117532"/>
                </a:lnTo>
                <a:lnTo>
                  <a:pt x="926116" y="117324"/>
                </a:lnTo>
                <a:lnTo>
                  <a:pt x="926234" y="117115"/>
                </a:lnTo>
                <a:lnTo>
                  <a:pt x="926352" y="116903"/>
                </a:lnTo>
                <a:lnTo>
                  <a:pt x="926469" y="116690"/>
                </a:lnTo>
                <a:lnTo>
                  <a:pt x="926586" y="116473"/>
                </a:lnTo>
                <a:lnTo>
                  <a:pt x="926703" y="116255"/>
                </a:lnTo>
                <a:lnTo>
                  <a:pt x="926819" y="116034"/>
                </a:lnTo>
                <a:lnTo>
                  <a:pt x="926935" y="115811"/>
                </a:lnTo>
                <a:lnTo>
                  <a:pt x="927050" y="115589"/>
                </a:lnTo>
                <a:lnTo>
                  <a:pt x="927162" y="115370"/>
                </a:lnTo>
                <a:lnTo>
                  <a:pt x="927273" y="115155"/>
                </a:lnTo>
                <a:lnTo>
                  <a:pt x="927381" y="114943"/>
                </a:lnTo>
                <a:lnTo>
                  <a:pt x="927487" y="114735"/>
                </a:lnTo>
                <a:lnTo>
                  <a:pt x="927590" y="114530"/>
                </a:lnTo>
                <a:lnTo>
                  <a:pt x="927692" y="114329"/>
                </a:lnTo>
                <a:lnTo>
                  <a:pt x="927791" y="114131"/>
                </a:lnTo>
                <a:lnTo>
                  <a:pt x="927888" y="113937"/>
                </a:lnTo>
                <a:lnTo>
                  <a:pt x="927982" y="113746"/>
                </a:lnTo>
                <a:lnTo>
                  <a:pt x="928074" y="113559"/>
                </a:lnTo>
                <a:lnTo>
                  <a:pt x="928164" y="113376"/>
                </a:lnTo>
                <a:lnTo>
                  <a:pt x="928252" y="113196"/>
                </a:lnTo>
                <a:lnTo>
                  <a:pt x="928338" y="113020"/>
                </a:lnTo>
                <a:lnTo>
                  <a:pt x="928421" y="112847"/>
                </a:lnTo>
                <a:lnTo>
                  <a:pt x="928502" y="112678"/>
                </a:lnTo>
                <a:lnTo>
                  <a:pt x="928581" y="112512"/>
                </a:lnTo>
                <a:lnTo>
                  <a:pt x="928657" y="112350"/>
                </a:lnTo>
                <a:lnTo>
                  <a:pt x="928731" y="112191"/>
                </a:lnTo>
                <a:lnTo>
                  <a:pt x="928803" y="112036"/>
                </a:lnTo>
                <a:lnTo>
                  <a:pt x="928873" y="111884"/>
                </a:lnTo>
                <a:lnTo>
                  <a:pt x="928940" y="111736"/>
                </a:lnTo>
                <a:lnTo>
                  <a:pt x="929006" y="111592"/>
                </a:lnTo>
                <a:lnTo>
                  <a:pt x="929068" y="111451"/>
                </a:lnTo>
                <a:lnTo>
                  <a:pt x="929146" y="111592"/>
                </a:lnTo>
                <a:lnTo>
                  <a:pt x="929225" y="111736"/>
                </a:lnTo>
                <a:lnTo>
                  <a:pt x="929305" y="111884"/>
                </a:lnTo>
                <a:lnTo>
                  <a:pt x="929386" y="112036"/>
                </a:lnTo>
                <a:lnTo>
                  <a:pt x="929467" y="112191"/>
                </a:lnTo>
                <a:lnTo>
                  <a:pt x="929550" y="112350"/>
                </a:lnTo>
                <a:lnTo>
                  <a:pt x="929633" y="112512"/>
                </a:lnTo>
                <a:lnTo>
                  <a:pt x="929718" y="112678"/>
                </a:lnTo>
                <a:lnTo>
                  <a:pt x="929804" y="112847"/>
                </a:lnTo>
                <a:lnTo>
                  <a:pt x="929890" y="113020"/>
                </a:lnTo>
                <a:lnTo>
                  <a:pt x="929977" y="113196"/>
                </a:lnTo>
                <a:lnTo>
                  <a:pt x="930066" y="113376"/>
                </a:lnTo>
                <a:lnTo>
                  <a:pt x="930155" y="113559"/>
                </a:lnTo>
                <a:lnTo>
                  <a:pt x="930246" y="113746"/>
                </a:lnTo>
                <a:lnTo>
                  <a:pt x="930337" y="113937"/>
                </a:lnTo>
                <a:lnTo>
                  <a:pt x="930429" y="114131"/>
                </a:lnTo>
                <a:lnTo>
                  <a:pt x="930522" y="114329"/>
                </a:lnTo>
                <a:lnTo>
                  <a:pt x="930617" y="114530"/>
                </a:lnTo>
                <a:lnTo>
                  <a:pt x="930712" y="114735"/>
                </a:lnTo>
                <a:lnTo>
                  <a:pt x="930808" y="114943"/>
                </a:lnTo>
                <a:lnTo>
                  <a:pt x="930905" y="115155"/>
                </a:lnTo>
                <a:lnTo>
                  <a:pt x="931003" y="115370"/>
                </a:lnTo>
                <a:lnTo>
                  <a:pt x="931102" y="115589"/>
                </a:lnTo>
                <a:lnTo>
                  <a:pt x="931202" y="115811"/>
                </a:lnTo>
                <a:lnTo>
                  <a:pt x="931303" y="116034"/>
                </a:lnTo>
                <a:lnTo>
                  <a:pt x="931404" y="116255"/>
                </a:lnTo>
                <a:lnTo>
                  <a:pt x="931505" y="116473"/>
                </a:lnTo>
                <a:lnTo>
                  <a:pt x="931606" y="116690"/>
                </a:lnTo>
                <a:lnTo>
                  <a:pt x="931708" y="116903"/>
                </a:lnTo>
                <a:lnTo>
                  <a:pt x="931811" y="117115"/>
                </a:lnTo>
                <a:lnTo>
                  <a:pt x="931913" y="117324"/>
                </a:lnTo>
                <a:lnTo>
                  <a:pt x="932016" y="117532"/>
                </a:lnTo>
                <a:lnTo>
                  <a:pt x="932119" y="117736"/>
                </a:lnTo>
                <a:lnTo>
                  <a:pt x="932223" y="117939"/>
                </a:lnTo>
                <a:lnTo>
                  <a:pt x="932327" y="118140"/>
                </a:lnTo>
                <a:lnTo>
                  <a:pt x="932431" y="118338"/>
                </a:lnTo>
                <a:lnTo>
                  <a:pt x="932535" y="118534"/>
                </a:lnTo>
                <a:lnTo>
                  <a:pt x="932640" y="118727"/>
                </a:lnTo>
                <a:lnTo>
                  <a:pt x="932745" y="118919"/>
                </a:lnTo>
                <a:lnTo>
                  <a:pt x="932851" y="119108"/>
                </a:lnTo>
                <a:lnTo>
                  <a:pt x="932957" y="119295"/>
                </a:lnTo>
                <a:lnTo>
                  <a:pt x="933063" y="119479"/>
                </a:lnTo>
                <a:lnTo>
                  <a:pt x="933169" y="119662"/>
                </a:lnTo>
                <a:lnTo>
                  <a:pt x="933276" y="119842"/>
                </a:lnTo>
                <a:lnTo>
                  <a:pt x="933383" y="120020"/>
                </a:lnTo>
                <a:lnTo>
                  <a:pt x="933490" y="120195"/>
                </a:lnTo>
                <a:lnTo>
                  <a:pt x="933598" y="120369"/>
                </a:lnTo>
                <a:lnTo>
                  <a:pt x="933706" y="120540"/>
                </a:lnTo>
                <a:lnTo>
                  <a:pt x="955588" y="153918"/>
                </a:lnTo>
                <a:lnTo>
                  <a:pt x="975245" y="153918"/>
                </a:lnTo>
                <a:lnTo>
                  <a:pt x="939269" y="101624"/>
                </a:lnTo>
                <a:lnTo>
                  <a:pt x="973205" y="51924"/>
                </a:lnTo>
                <a:lnTo>
                  <a:pt x="953734" y="51924"/>
                </a:lnTo>
                <a:lnTo>
                  <a:pt x="933336" y="83449"/>
                </a:lnTo>
                <a:lnTo>
                  <a:pt x="933227" y="83620"/>
                </a:lnTo>
                <a:lnTo>
                  <a:pt x="933120" y="83792"/>
                </a:lnTo>
                <a:lnTo>
                  <a:pt x="933012" y="83965"/>
                </a:lnTo>
                <a:lnTo>
                  <a:pt x="932905" y="84139"/>
                </a:lnTo>
                <a:lnTo>
                  <a:pt x="932798" y="84315"/>
                </a:lnTo>
                <a:lnTo>
                  <a:pt x="932692" y="84492"/>
                </a:lnTo>
                <a:lnTo>
                  <a:pt x="932586" y="84671"/>
                </a:lnTo>
                <a:lnTo>
                  <a:pt x="932480" y="84850"/>
                </a:lnTo>
                <a:lnTo>
                  <a:pt x="932375" y="85031"/>
                </a:lnTo>
                <a:lnTo>
                  <a:pt x="932269" y="85213"/>
                </a:lnTo>
                <a:lnTo>
                  <a:pt x="932165" y="85397"/>
                </a:lnTo>
                <a:lnTo>
                  <a:pt x="932060" y="85582"/>
                </a:lnTo>
                <a:lnTo>
                  <a:pt x="931956" y="85768"/>
                </a:lnTo>
                <a:lnTo>
                  <a:pt x="931852" y="85955"/>
                </a:lnTo>
                <a:lnTo>
                  <a:pt x="931749" y="86144"/>
                </a:lnTo>
                <a:lnTo>
                  <a:pt x="931645" y="86334"/>
                </a:lnTo>
                <a:lnTo>
                  <a:pt x="931542" y="86525"/>
                </a:lnTo>
                <a:lnTo>
                  <a:pt x="931440" y="86718"/>
                </a:lnTo>
                <a:lnTo>
                  <a:pt x="931338" y="86911"/>
                </a:lnTo>
                <a:lnTo>
                  <a:pt x="931236" y="87107"/>
                </a:lnTo>
                <a:lnTo>
                  <a:pt x="931134" y="87303"/>
                </a:lnTo>
                <a:lnTo>
                  <a:pt x="931033" y="87501"/>
                </a:lnTo>
                <a:lnTo>
                  <a:pt x="930932" y="87700"/>
                </a:lnTo>
                <a:lnTo>
                  <a:pt x="930831" y="87900"/>
                </a:lnTo>
                <a:lnTo>
                  <a:pt x="930732" y="88099"/>
                </a:lnTo>
                <a:lnTo>
                  <a:pt x="930635" y="88295"/>
                </a:lnTo>
                <a:lnTo>
                  <a:pt x="930540" y="88488"/>
                </a:lnTo>
                <a:lnTo>
                  <a:pt x="930447" y="88678"/>
                </a:lnTo>
                <a:lnTo>
                  <a:pt x="930357" y="88864"/>
                </a:lnTo>
                <a:lnTo>
                  <a:pt x="930269" y="89047"/>
                </a:lnTo>
                <a:lnTo>
                  <a:pt x="930183" y="89227"/>
                </a:lnTo>
                <a:lnTo>
                  <a:pt x="930100" y="89404"/>
                </a:lnTo>
                <a:lnTo>
                  <a:pt x="930018" y="89578"/>
                </a:lnTo>
                <a:lnTo>
                  <a:pt x="929939" y="89748"/>
                </a:lnTo>
                <a:lnTo>
                  <a:pt x="929862" y="89915"/>
                </a:lnTo>
                <a:lnTo>
                  <a:pt x="929788" y="90079"/>
                </a:lnTo>
                <a:lnTo>
                  <a:pt x="929716" y="90239"/>
                </a:lnTo>
                <a:lnTo>
                  <a:pt x="929645" y="90397"/>
                </a:lnTo>
                <a:lnTo>
                  <a:pt x="929578" y="90551"/>
                </a:lnTo>
                <a:lnTo>
                  <a:pt x="929512" y="90702"/>
                </a:lnTo>
                <a:lnTo>
                  <a:pt x="929449" y="90850"/>
                </a:lnTo>
                <a:lnTo>
                  <a:pt x="929388" y="90994"/>
                </a:lnTo>
                <a:lnTo>
                  <a:pt x="929329" y="91135"/>
                </a:lnTo>
                <a:lnTo>
                  <a:pt x="929272" y="91273"/>
                </a:lnTo>
                <a:lnTo>
                  <a:pt x="929218" y="91408"/>
                </a:lnTo>
                <a:lnTo>
                  <a:pt x="929166" y="91540"/>
                </a:lnTo>
                <a:lnTo>
                  <a:pt x="929116" y="91668"/>
                </a:lnTo>
                <a:lnTo>
                  <a:pt x="929068" y="91794"/>
                </a:lnTo>
                <a:lnTo>
                  <a:pt x="929006" y="91668"/>
                </a:lnTo>
                <a:lnTo>
                  <a:pt x="928942" y="91540"/>
                </a:lnTo>
                <a:lnTo>
                  <a:pt x="928876" y="91408"/>
                </a:lnTo>
                <a:lnTo>
                  <a:pt x="928808" y="91273"/>
                </a:lnTo>
                <a:lnTo>
                  <a:pt x="928739" y="91135"/>
                </a:lnTo>
                <a:lnTo>
                  <a:pt x="928669" y="90994"/>
                </a:lnTo>
                <a:lnTo>
                  <a:pt x="928597" y="90850"/>
                </a:lnTo>
                <a:lnTo>
                  <a:pt x="928523" y="90702"/>
                </a:lnTo>
                <a:lnTo>
                  <a:pt x="928447" y="90551"/>
                </a:lnTo>
                <a:lnTo>
                  <a:pt x="928370" y="90397"/>
                </a:lnTo>
                <a:lnTo>
                  <a:pt x="928291" y="90239"/>
                </a:lnTo>
                <a:lnTo>
                  <a:pt x="928211" y="90079"/>
                </a:lnTo>
                <a:lnTo>
                  <a:pt x="928129" y="89915"/>
                </a:lnTo>
                <a:lnTo>
                  <a:pt x="928046" y="89748"/>
                </a:lnTo>
                <a:lnTo>
                  <a:pt x="927960" y="89578"/>
                </a:lnTo>
                <a:lnTo>
                  <a:pt x="927874" y="89404"/>
                </a:lnTo>
                <a:lnTo>
                  <a:pt x="927785" y="89227"/>
                </a:lnTo>
                <a:lnTo>
                  <a:pt x="927695" y="89047"/>
                </a:lnTo>
                <a:lnTo>
                  <a:pt x="927604" y="88864"/>
                </a:lnTo>
                <a:lnTo>
                  <a:pt x="927511" y="88678"/>
                </a:lnTo>
                <a:lnTo>
                  <a:pt x="927416" y="88488"/>
                </a:lnTo>
                <a:lnTo>
                  <a:pt x="927319" y="88295"/>
                </a:lnTo>
                <a:lnTo>
                  <a:pt x="927221" y="88099"/>
                </a:lnTo>
                <a:lnTo>
                  <a:pt x="927122" y="87900"/>
                </a:lnTo>
                <a:lnTo>
                  <a:pt x="927021" y="87700"/>
                </a:lnTo>
                <a:lnTo>
                  <a:pt x="926920" y="87501"/>
                </a:lnTo>
                <a:lnTo>
                  <a:pt x="926819" y="87303"/>
                </a:lnTo>
                <a:lnTo>
                  <a:pt x="926717" y="87107"/>
                </a:lnTo>
                <a:lnTo>
                  <a:pt x="926615" y="86911"/>
                </a:lnTo>
                <a:lnTo>
                  <a:pt x="926513" y="86718"/>
                </a:lnTo>
                <a:lnTo>
                  <a:pt x="926411" y="86525"/>
                </a:lnTo>
                <a:lnTo>
                  <a:pt x="926308" y="86334"/>
                </a:lnTo>
                <a:lnTo>
                  <a:pt x="926204" y="86144"/>
                </a:lnTo>
                <a:lnTo>
                  <a:pt x="926101" y="85955"/>
                </a:lnTo>
                <a:lnTo>
                  <a:pt x="925997" y="85768"/>
                </a:lnTo>
                <a:lnTo>
                  <a:pt x="925893" y="85582"/>
                </a:lnTo>
                <a:lnTo>
                  <a:pt x="925788" y="85397"/>
                </a:lnTo>
                <a:lnTo>
                  <a:pt x="925684" y="85213"/>
                </a:lnTo>
                <a:lnTo>
                  <a:pt x="925578" y="85031"/>
                </a:lnTo>
                <a:lnTo>
                  <a:pt x="925473" y="84850"/>
                </a:lnTo>
                <a:lnTo>
                  <a:pt x="925367" y="84671"/>
                </a:lnTo>
                <a:lnTo>
                  <a:pt x="925261" y="84492"/>
                </a:lnTo>
                <a:lnTo>
                  <a:pt x="925155" y="84315"/>
                </a:lnTo>
                <a:lnTo>
                  <a:pt x="925048" y="84139"/>
                </a:lnTo>
                <a:lnTo>
                  <a:pt x="924941" y="83965"/>
                </a:lnTo>
                <a:lnTo>
                  <a:pt x="924833" y="83792"/>
                </a:lnTo>
                <a:lnTo>
                  <a:pt x="924725" y="83620"/>
                </a:lnTo>
                <a:lnTo>
                  <a:pt x="924617" y="83449"/>
                </a:lnTo>
                <a:lnTo>
                  <a:pt x="904405" y="51924"/>
                </a:lnTo>
                <a:lnTo>
                  <a:pt x="884748" y="51924"/>
                </a:lnTo>
                <a:lnTo>
                  <a:pt x="918684" y="101437"/>
                </a:lnTo>
                <a:lnTo>
                  <a:pt x="882524" y="153918"/>
                </a:lnTo>
                <a:lnTo>
                  <a:pt x="901994" y="153918"/>
                </a:lnTo>
                <a:lnTo>
                  <a:pt x="924063" y="120540"/>
                </a:lnTo>
                <a:lnTo>
                  <a:pt x="924186" y="120369"/>
                </a:lnTo>
                <a:close/>
                <a:moveTo>
                  <a:pt x="856560" y="83820"/>
                </a:moveTo>
                <a:lnTo>
                  <a:pt x="856542" y="82533"/>
                </a:lnTo>
                <a:lnTo>
                  <a:pt x="856489" y="81268"/>
                </a:lnTo>
                <a:lnTo>
                  <a:pt x="856401" y="80027"/>
                </a:lnTo>
                <a:lnTo>
                  <a:pt x="856277" y="78808"/>
                </a:lnTo>
                <a:lnTo>
                  <a:pt x="856117" y="77611"/>
                </a:lnTo>
                <a:lnTo>
                  <a:pt x="855923" y="76437"/>
                </a:lnTo>
                <a:lnTo>
                  <a:pt x="855692" y="75285"/>
                </a:lnTo>
                <a:lnTo>
                  <a:pt x="855427" y="74156"/>
                </a:lnTo>
                <a:lnTo>
                  <a:pt x="855126" y="73050"/>
                </a:lnTo>
                <a:lnTo>
                  <a:pt x="854789" y="71966"/>
                </a:lnTo>
                <a:lnTo>
                  <a:pt x="854417" y="70904"/>
                </a:lnTo>
                <a:lnTo>
                  <a:pt x="854010" y="69865"/>
                </a:lnTo>
                <a:lnTo>
                  <a:pt x="853567" y="68849"/>
                </a:lnTo>
                <a:lnTo>
                  <a:pt x="853089" y="67855"/>
                </a:lnTo>
                <a:lnTo>
                  <a:pt x="852575" y="66884"/>
                </a:lnTo>
                <a:lnTo>
                  <a:pt x="852026" y="65935"/>
                </a:lnTo>
                <a:lnTo>
                  <a:pt x="851442" y="65009"/>
                </a:lnTo>
                <a:lnTo>
                  <a:pt x="850822" y="64105"/>
                </a:lnTo>
                <a:lnTo>
                  <a:pt x="850167" y="63224"/>
                </a:lnTo>
                <a:lnTo>
                  <a:pt x="849476" y="62365"/>
                </a:lnTo>
                <a:lnTo>
                  <a:pt x="848750" y="61529"/>
                </a:lnTo>
                <a:lnTo>
                  <a:pt x="847989" y="60716"/>
                </a:lnTo>
                <a:lnTo>
                  <a:pt x="847192" y="59925"/>
                </a:lnTo>
                <a:lnTo>
                  <a:pt x="846359" y="59156"/>
                </a:lnTo>
                <a:lnTo>
                  <a:pt x="845497" y="58415"/>
                </a:lnTo>
                <a:lnTo>
                  <a:pt x="844608" y="57705"/>
                </a:lnTo>
                <a:lnTo>
                  <a:pt x="843694" y="57027"/>
                </a:lnTo>
                <a:lnTo>
                  <a:pt x="842754" y="56380"/>
                </a:lnTo>
                <a:lnTo>
                  <a:pt x="841788" y="55765"/>
                </a:lnTo>
                <a:lnTo>
                  <a:pt x="840797" y="55181"/>
                </a:lnTo>
                <a:lnTo>
                  <a:pt x="839779" y="54629"/>
                </a:lnTo>
                <a:lnTo>
                  <a:pt x="838736" y="54109"/>
                </a:lnTo>
                <a:lnTo>
                  <a:pt x="837667" y="53620"/>
                </a:lnTo>
                <a:lnTo>
                  <a:pt x="836573" y="53162"/>
                </a:lnTo>
                <a:lnTo>
                  <a:pt x="835452" y="52736"/>
                </a:lnTo>
                <a:lnTo>
                  <a:pt x="834306" y="52342"/>
                </a:lnTo>
                <a:lnTo>
                  <a:pt x="833135" y="51979"/>
                </a:lnTo>
                <a:lnTo>
                  <a:pt x="831937" y="51648"/>
                </a:lnTo>
                <a:lnTo>
                  <a:pt x="830714" y="51348"/>
                </a:lnTo>
                <a:lnTo>
                  <a:pt x="829464" y="51080"/>
                </a:lnTo>
                <a:lnTo>
                  <a:pt x="828189" y="50843"/>
                </a:lnTo>
                <a:lnTo>
                  <a:pt x="826889" y="50638"/>
                </a:lnTo>
                <a:lnTo>
                  <a:pt x="825562" y="50465"/>
                </a:lnTo>
                <a:lnTo>
                  <a:pt x="824210" y="50323"/>
                </a:lnTo>
                <a:lnTo>
                  <a:pt x="822832" y="50212"/>
                </a:lnTo>
                <a:lnTo>
                  <a:pt x="821429" y="50134"/>
                </a:lnTo>
                <a:lnTo>
                  <a:pt x="819999" y="50086"/>
                </a:lnTo>
                <a:lnTo>
                  <a:pt x="818544" y="50070"/>
                </a:lnTo>
                <a:lnTo>
                  <a:pt x="817209" y="50084"/>
                </a:lnTo>
                <a:lnTo>
                  <a:pt x="815893" y="50125"/>
                </a:lnTo>
                <a:lnTo>
                  <a:pt x="814595" y="50192"/>
                </a:lnTo>
                <a:lnTo>
                  <a:pt x="813316" y="50287"/>
                </a:lnTo>
                <a:lnTo>
                  <a:pt x="812056" y="50409"/>
                </a:lnTo>
                <a:lnTo>
                  <a:pt x="810814" y="50557"/>
                </a:lnTo>
                <a:lnTo>
                  <a:pt x="809591" y="50733"/>
                </a:lnTo>
                <a:lnTo>
                  <a:pt x="808387" y="50936"/>
                </a:lnTo>
                <a:lnTo>
                  <a:pt x="807201" y="51166"/>
                </a:lnTo>
                <a:lnTo>
                  <a:pt x="806034" y="51423"/>
                </a:lnTo>
                <a:lnTo>
                  <a:pt x="804886" y="51707"/>
                </a:lnTo>
                <a:lnTo>
                  <a:pt x="803756" y="52018"/>
                </a:lnTo>
                <a:lnTo>
                  <a:pt x="802645" y="52356"/>
                </a:lnTo>
                <a:lnTo>
                  <a:pt x="801553" y="52721"/>
                </a:lnTo>
                <a:lnTo>
                  <a:pt x="800479" y="53113"/>
                </a:lnTo>
                <a:lnTo>
                  <a:pt x="799424" y="53533"/>
                </a:lnTo>
                <a:lnTo>
                  <a:pt x="798388" y="53979"/>
                </a:lnTo>
                <a:lnTo>
                  <a:pt x="797370" y="54452"/>
                </a:lnTo>
                <a:lnTo>
                  <a:pt x="796371" y="54953"/>
                </a:lnTo>
                <a:lnTo>
                  <a:pt x="795391" y="55480"/>
                </a:lnTo>
                <a:lnTo>
                  <a:pt x="794430" y="56035"/>
                </a:lnTo>
                <a:lnTo>
                  <a:pt x="793487" y="56616"/>
                </a:lnTo>
                <a:lnTo>
                  <a:pt x="792562" y="57225"/>
                </a:lnTo>
                <a:lnTo>
                  <a:pt x="791657" y="57860"/>
                </a:lnTo>
                <a:lnTo>
                  <a:pt x="790776" y="58519"/>
                </a:lnTo>
                <a:lnTo>
                  <a:pt x="789927" y="59196"/>
                </a:lnTo>
                <a:lnTo>
                  <a:pt x="789110" y="59891"/>
                </a:lnTo>
                <a:lnTo>
                  <a:pt x="788324" y="60606"/>
                </a:lnTo>
                <a:lnTo>
                  <a:pt x="787570" y="61339"/>
                </a:lnTo>
                <a:lnTo>
                  <a:pt x="786847" y="62090"/>
                </a:lnTo>
                <a:lnTo>
                  <a:pt x="786156" y="62861"/>
                </a:lnTo>
                <a:lnTo>
                  <a:pt x="785496" y="63650"/>
                </a:lnTo>
                <a:lnTo>
                  <a:pt x="784868" y="64457"/>
                </a:lnTo>
                <a:lnTo>
                  <a:pt x="784271" y="65284"/>
                </a:lnTo>
                <a:lnTo>
                  <a:pt x="783706" y="66129"/>
                </a:lnTo>
                <a:lnTo>
                  <a:pt x="783173" y="66992"/>
                </a:lnTo>
                <a:lnTo>
                  <a:pt x="782671" y="67875"/>
                </a:lnTo>
                <a:lnTo>
                  <a:pt x="782200" y="68776"/>
                </a:lnTo>
                <a:lnTo>
                  <a:pt x="781762" y="69696"/>
                </a:lnTo>
                <a:lnTo>
                  <a:pt x="781354" y="70634"/>
                </a:lnTo>
                <a:lnTo>
                  <a:pt x="780978" y="71591"/>
                </a:lnTo>
                <a:lnTo>
                  <a:pt x="780634" y="72567"/>
                </a:lnTo>
                <a:lnTo>
                  <a:pt x="780322" y="73561"/>
                </a:lnTo>
                <a:lnTo>
                  <a:pt x="780041" y="74575"/>
                </a:lnTo>
                <a:lnTo>
                  <a:pt x="779791" y="75606"/>
                </a:lnTo>
                <a:lnTo>
                  <a:pt x="779573" y="76657"/>
                </a:lnTo>
                <a:lnTo>
                  <a:pt x="779387" y="77726"/>
                </a:lnTo>
                <a:lnTo>
                  <a:pt x="779232" y="78814"/>
                </a:lnTo>
                <a:lnTo>
                  <a:pt x="795921" y="78814"/>
                </a:lnTo>
                <a:lnTo>
                  <a:pt x="796007" y="78278"/>
                </a:lnTo>
                <a:lnTo>
                  <a:pt x="796112" y="77751"/>
                </a:lnTo>
                <a:lnTo>
                  <a:pt x="796234" y="77233"/>
                </a:lnTo>
                <a:lnTo>
                  <a:pt x="796374" y="76725"/>
                </a:lnTo>
                <a:lnTo>
                  <a:pt x="796533" y="76226"/>
                </a:lnTo>
                <a:lnTo>
                  <a:pt x="796709" y="75737"/>
                </a:lnTo>
                <a:lnTo>
                  <a:pt x="796904" y="75256"/>
                </a:lnTo>
                <a:lnTo>
                  <a:pt x="797116" y="74785"/>
                </a:lnTo>
                <a:lnTo>
                  <a:pt x="797347" y="74324"/>
                </a:lnTo>
                <a:lnTo>
                  <a:pt x="797595" y="73872"/>
                </a:lnTo>
                <a:lnTo>
                  <a:pt x="797862" y="73429"/>
                </a:lnTo>
                <a:lnTo>
                  <a:pt x="798146" y="72996"/>
                </a:lnTo>
                <a:lnTo>
                  <a:pt x="798449" y="72571"/>
                </a:lnTo>
                <a:lnTo>
                  <a:pt x="798770" y="72157"/>
                </a:lnTo>
                <a:lnTo>
                  <a:pt x="799108" y="71751"/>
                </a:lnTo>
                <a:lnTo>
                  <a:pt x="799465" y="71355"/>
                </a:lnTo>
                <a:lnTo>
                  <a:pt x="799840" y="70968"/>
                </a:lnTo>
                <a:lnTo>
                  <a:pt x="800232" y="70591"/>
                </a:lnTo>
                <a:lnTo>
                  <a:pt x="800643" y="70223"/>
                </a:lnTo>
                <a:lnTo>
                  <a:pt x="801072" y="69864"/>
                </a:lnTo>
                <a:lnTo>
                  <a:pt x="801518" y="69515"/>
                </a:lnTo>
                <a:lnTo>
                  <a:pt x="801983" y="69175"/>
                </a:lnTo>
                <a:lnTo>
                  <a:pt x="802466" y="68844"/>
                </a:lnTo>
                <a:lnTo>
                  <a:pt x="802967" y="68523"/>
                </a:lnTo>
                <a:lnTo>
                  <a:pt x="803482" y="68212"/>
                </a:lnTo>
                <a:lnTo>
                  <a:pt x="804007" y="67915"/>
                </a:lnTo>
                <a:lnTo>
                  <a:pt x="804543" y="67631"/>
                </a:lnTo>
                <a:lnTo>
                  <a:pt x="805089" y="67361"/>
                </a:lnTo>
                <a:lnTo>
                  <a:pt x="805646" y="67103"/>
                </a:lnTo>
                <a:lnTo>
                  <a:pt x="806212" y="66859"/>
                </a:lnTo>
                <a:lnTo>
                  <a:pt x="806789" y="66628"/>
                </a:lnTo>
                <a:lnTo>
                  <a:pt x="807377" y="66410"/>
                </a:lnTo>
                <a:lnTo>
                  <a:pt x="807974" y="66205"/>
                </a:lnTo>
                <a:lnTo>
                  <a:pt x="808582" y="66014"/>
                </a:lnTo>
                <a:lnTo>
                  <a:pt x="809200" y="65835"/>
                </a:lnTo>
                <a:lnTo>
                  <a:pt x="809829" y="65670"/>
                </a:lnTo>
                <a:lnTo>
                  <a:pt x="810467" y="65518"/>
                </a:lnTo>
                <a:lnTo>
                  <a:pt x="811116" y="65380"/>
                </a:lnTo>
                <a:lnTo>
                  <a:pt x="811776" y="65254"/>
                </a:lnTo>
                <a:lnTo>
                  <a:pt x="812445" y="65142"/>
                </a:lnTo>
                <a:lnTo>
                  <a:pt x="813125" y="65043"/>
                </a:lnTo>
                <a:lnTo>
                  <a:pt x="813816" y="64957"/>
                </a:lnTo>
                <a:lnTo>
                  <a:pt x="814516" y="64885"/>
                </a:lnTo>
                <a:lnTo>
                  <a:pt x="815227" y="64825"/>
                </a:lnTo>
                <a:lnTo>
                  <a:pt x="815948" y="64779"/>
                </a:lnTo>
                <a:lnTo>
                  <a:pt x="816679" y="64746"/>
                </a:lnTo>
                <a:lnTo>
                  <a:pt x="817421" y="64726"/>
                </a:lnTo>
                <a:lnTo>
                  <a:pt x="818173" y="64720"/>
                </a:lnTo>
                <a:lnTo>
                  <a:pt x="819030" y="64728"/>
                </a:lnTo>
                <a:lnTo>
                  <a:pt x="819871" y="64755"/>
                </a:lnTo>
                <a:lnTo>
                  <a:pt x="820696" y="64799"/>
                </a:lnTo>
                <a:lnTo>
                  <a:pt x="821503" y="64861"/>
                </a:lnTo>
                <a:lnTo>
                  <a:pt x="822295" y="64941"/>
                </a:lnTo>
                <a:lnTo>
                  <a:pt x="823070" y="65038"/>
                </a:lnTo>
                <a:lnTo>
                  <a:pt x="823829" y="65154"/>
                </a:lnTo>
                <a:lnTo>
                  <a:pt x="824571" y="65286"/>
                </a:lnTo>
                <a:lnTo>
                  <a:pt x="825297" y="65437"/>
                </a:lnTo>
                <a:lnTo>
                  <a:pt x="826006" y="65605"/>
                </a:lnTo>
                <a:lnTo>
                  <a:pt x="826699" y="65791"/>
                </a:lnTo>
                <a:lnTo>
                  <a:pt x="827376" y="65995"/>
                </a:lnTo>
                <a:lnTo>
                  <a:pt x="828036" y="66216"/>
                </a:lnTo>
                <a:lnTo>
                  <a:pt x="828680" y="66456"/>
                </a:lnTo>
                <a:lnTo>
                  <a:pt x="829307" y="66712"/>
                </a:lnTo>
                <a:lnTo>
                  <a:pt x="829918" y="66987"/>
                </a:lnTo>
                <a:lnTo>
                  <a:pt x="830513" y="67279"/>
                </a:lnTo>
                <a:lnTo>
                  <a:pt x="831091" y="67589"/>
                </a:lnTo>
                <a:lnTo>
                  <a:pt x="831652" y="67917"/>
                </a:lnTo>
                <a:lnTo>
                  <a:pt x="832198" y="68262"/>
                </a:lnTo>
                <a:lnTo>
                  <a:pt x="832726" y="68626"/>
                </a:lnTo>
                <a:lnTo>
                  <a:pt x="833239" y="69006"/>
                </a:lnTo>
                <a:lnTo>
                  <a:pt x="833735" y="69405"/>
                </a:lnTo>
                <a:lnTo>
                  <a:pt x="834214" y="69821"/>
                </a:lnTo>
                <a:lnTo>
                  <a:pt x="834676" y="70254"/>
                </a:lnTo>
                <a:lnTo>
                  <a:pt x="835118" y="70701"/>
                </a:lnTo>
                <a:lnTo>
                  <a:pt x="835540" y="71164"/>
                </a:lnTo>
                <a:lnTo>
                  <a:pt x="835943" y="71642"/>
                </a:lnTo>
                <a:lnTo>
                  <a:pt x="836326" y="72135"/>
                </a:lnTo>
                <a:lnTo>
                  <a:pt x="836689" y="72643"/>
                </a:lnTo>
                <a:lnTo>
                  <a:pt x="837033" y="73166"/>
                </a:lnTo>
                <a:lnTo>
                  <a:pt x="837357" y="73705"/>
                </a:lnTo>
                <a:lnTo>
                  <a:pt x="837661" y="74258"/>
                </a:lnTo>
                <a:lnTo>
                  <a:pt x="837946" y="74827"/>
                </a:lnTo>
                <a:lnTo>
                  <a:pt x="838211" y="75411"/>
                </a:lnTo>
                <a:lnTo>
                  <a:pt x="838457" y="76010"/>
                </a:lnTo>
                <a:lnTo>
                  <a:pt x="838683" y="76624"/>
                </a:lnTo>
                <a:lnTo>
                  <a:pt x="838889" y="77253"/>
                </a:lnTo>
                <a:lnTo>
                  <a:pt x="839075" y="77897"/>
                </a:lnTo>
                <a:lnTo>
                  <a:pt x="839242" y="78557"/>
                </a:lnTo>
                <a:lnTo>
                  <a:pt x="839390" y="79231"/>
                </a:lnTo>
                <a:lnTo>
                  <a:pt x="839517" y="79921"/>
                </a:lnTo>
                <a:lnTo>
                  <a:pt x="839625" y="80626"/>
                </a:lnTo>
                <a:lnTo>
                  <a:pt x="839714" y="81346"/>
                </a:lnTo>
                <a:lnTo>
                  <a:pt x="839782" y="82081"/>
                </a:lnTo>
                <a:lnTo>
                  <a:pt x="839832" y="82831"/>
                </a:lnTo>
                <a:lnTo>
                  <a:pt x="839861" y="83597"/>
                </a:lnTo>
                <a:lnTo>
                  <a:pt x="839871" y="84377"/>
                </a:lnTo>
                <a:lnTo>
                  <a:pt x="839871" y="94575"/>
                </a:lnTo>
                <a:lnTo>
                  <a:pt x="808346" y="94575"/>
                </a:lnTo>
                <a:lnTo>
                  <a:pt x="807043" y="94589"/>
                </a:lnTo>
                <a:lnTo>
                  <a:pt x="805764" y="94632"/>
                </a:lnTo>
                <a:lnTo>
                  <a:pt x="804506" y="94703"/>
                </a:lnTo>
                <a:lnTo>
                  <a:pt x="803272" y="94802"/>
                </a:lnTo>
                <a:lnTo>
                  <a:pt x="802059" y="94929"/>
                </a:lnTo>
                <a:lnTo>
                  <a:pt x="800870" y="95085"/>
                </a:lnTo>
                <a:lnTo>
                  <a:pt x="799702" y="95269"/>
                </a:lnTo>
                <a:lnTo>
                  <a:pt x="798558" y="95482"/>
                </a:lnTo>
                <a:lnTo>
                  <a:pt x="797436" y="95723"/>
                </a:lnTo>
                <a:lnTo>
                  <a:pt x="796336" y="95992"/>
                </a:lnTo>
                <a:lnTo>
                  <a:pt x="795259" y="96289"/>
                </a:lnTo>
                <a:lnTo>
                  <a:pt x="794205" y="96615"/>
                </a:lnTo>
                <a:lnTo>
                  <a:pt x="793173" y="96969"/>
                </a:lnTo>
                <a:lnTo>
                  <a:pt x="792163" y="97352"/>
                </a:lnTo>
                <a:lnTo>
                  <a:pt x="791177" y="97763"/>
                </a:lnTo>
                <a:lnTo>
                  <a:pt x="790212" y="98202"/>
                </a:lnTo>
                <a:lnTo>
                  <a:pt x="789270" y="98670"/>
                </a:lnTo>
                <a:lnTo>
                  <a:pt x="788351" y="99165"/>
                </a:lnTo>
                <a:lnTo>
                  <a:pt x="787455" y="99690"/>
                </a:lnTo>
                <a:lnTo>
                  <a:pt x="786580" y="100242"/>
                </a:lnTo>
                <a:lnTo>
                  <a:pt x="785729" y="100823"/>
                </a:lnTo>
                <a:lnTo>
                  <a:pt x="784900" y="101432"/>
                </a:lnTo>
                <a:lnTo>
                  <a:pt x="784093" y="102070"/>
                </a:lnTo>
                <a:lnTo>
                  <a:pt x="783309" y="102736"/>
                </a:lnTo>
                <a:lnTo>
                  <a:pt x="782553" y="103426"/>
                </a:lnTo>
                <a:lnTo>
                  <a:pt x="781829" y="104138"/>
                </a:lnTo>
                <a:lnTo>
                  <a:pt x="781137" y="104871"/>
                </a:lnTo>
                <a:lnTo>
                  <a:pt x="780477" y="105626"/>
                </a:lnTo>
                <a:lnTo>
                  <a:pt x="779849" y="106402"/>
                </a:lnTo>
                <a:lnTo>
                  <a:pt x="779254" y="107198"/>
                </a:lnTo>
                <a:lnTo>
                  <a:pt x="778690" y="108017"/>
                </a:lnTo>
                <a:lnTo>
                  <a:pt x="778159" y="108856"/>
                </a:lnTo>
                <a:lnTo>
                  <a:pt x="777660" y="109717"/>
                </a:lnTo>
                <a:lnTo>
                  <a:pt x="777194" y="110598"/>
                </a:lnTo>
                <a:lnTo>
                  <a:pt x="776759" y="111501"/>
                </a:lnTo>
                <a:lnTo>
                  <a:pt x="776357" y="112426"/>
                </a:lnTo>
                <a:lnTo>
                  <a:pt x="775987" y="113371"/>
                </a:lnTo>
                <a:lnTo>
                  <a:pt x="775649" y="114338"/>
                </a:lnTo>
                <a:lnTo>
                  <a:pt x="775343" y="115326"/>
                </a:lnTo>
                <a:lnTo>
                  <a:pt x="775069" y="116336"/>
                </a:lnTo>
                <a:lnTo>
                  <a:pt x="774828" y="117366"/>
                </a:lnTo>
                <a:lnTo>
                  <a:pt x="774619" y="118418"/>
                </a:lnTo>
                <a:lnTo>
                  <a:pt x="774442" y="119491"/>
                </a:lnTo>
                <a:lnTo>
                  <a:pt x="774297" y="120585"/>
                </a:lnTo>
                <a:lnTo>
                  <a:pt x="774184" y="121701"/>
                </a:lnTo>
                <a:lnTo>
                  <a:pt x="774104" y="122838"/>
                </a:lnTo>
                <a:lnTo>
                  <a:pt x="774055" y="123996"/>
                </a:lnTo>
                <a:lnTo>
                  <a:pt x="774039" y="125175"/>
                </a:lnTo>
                <a:lnTo>
                  <a:pt x="774055" y="126339"/>
                </a:lnTo>
                <a:lnTo>
                  <a:pt x="774104" y="127483"/>
                </a:lnTo>
                <a:lnTo>
                  <a:pt x="774184" y="128607"/>
                </a:lnTo>
                <a:lnTo>
                  <a:pt x="774297" y="129711"/>
                </a:lnTo>
                <a:lnTo>
                  <a:pt x="774442" y="130794"/>
                </a:lnTo>
                <a:lnTo>
                  <a:pt x="774619" y="131857"/>
                </a:lnTo>
                <a:lnTo>
                  <a:pt x="774828" y="132899"/>
                </a:lnTo>
                <a:lnTo>
                  <a:pt x="775069" y="133922"/>
                </a:lnTo>
                <a:lnTo>
                  <a:pt x="775343" y="134924"/>
                </a:lnTo>
                <a:lnTo>
                  <a:pt x="775649" y="135906"/>
                </a:lnTo>
                <a:lnTo>
                  <a:pt x="775987" y="136867"/>
                </a:lnTo>
                <a:lnTo>
                  <a:pt x="776357" y="137808"/>
                </a:lnTo>
                <a:lnTo>
                  <a:pt x="776759" y="138729"/>
                </a:lnTo>
                <a:lnTo>
                  <a:pt x="777194" y="139630"/>
                </a:lnTo>
                <a:lnTo>
                  <a:pt x="777660" y="140510"/>
                </a:lnTo>
                <a:lnTo>
                  <a:pt x="778159" y="141370"/>
                </a:lnTo>
                <a:lnTo>
                  <a:pt x="778690" y="142210"/>
                </a:lnTo>
                <a:lnTo>
                  <a:pt x="779254" y="143030"/>
                </a:lnTo>
                <a:lnTo>
                  <a:pt x="779849" y="143829"/>
                </a:lnTo>
                <a:lnTo>
                  <a:pt x="780477" y="144608"/>
                </a:lnTo>
                <a:lnTo>
                  <a:pt x="781137" y="145366"/>
                </a:lnTo>
                <a:lnTo>
                  <a:pt x="781829" y="146105"/>
                </a:lnTo>
                <a:lnTo>
                  <a:pt x="782553" y="146823"/>
                </a:lnTo>
                <a:lnTo>
                  <a:pt x="783309" y="147520"/>
                </a:lnTo>
                <a:lnTo>
                  <a:pt x="784094" y="148194"/>
                </a:lnTo>
                <a:lnTo>
                  <a:pt x="784902" y="148838"/>
                </a:lnTo>
                <a:lnTo>
                  <a:pt x="785735" y="149454"/>
                </a:lnTo>
                <a:lnTo>
                  <a:pt x="786591" y="150042"/>
                </a:lnTo>
                <a:lnTo>
                  <a:pt x="787471" y="150600"/>
                </a:lnTo>
                <a:lnTo>
                  <a:pt x="788374" y="151130"/>
                </a:lnTo>
                <a:lnTo>
                  <a:pt x="789302" y="151632"/>
                </a:lnTo>
                <a:lnTo>
                  <a:pt x="790253" y="152104"/>
                </a:lnTo>
                <a:lnTo>
                  <a:pt x="791229" y="152549"/>
                </a:lnTo>
                <a:lnTo>
                  <a:pt x="792228" y="152964"/>
                </a:lnTo>
                <a:lnTo>
                  <a:pt x="793251" y="153351"/>
                </a:lnTo>
                <a:lnTo>
                  <a:pt x="794297" y="153709"/>
                </a:lnTo>
                <a:lnTo>
                  <a:pt x="795368" y="154038"/>
                </a:lnTo>
                <a:lnTo>
                  <a:pt x="796462" y="154339"/>
                </a:lnTo>
                <a:lnTo>
                  <a:pt x="797581" y="154611"/>
                </a:lnTo>
                <a:lnTo>
                  <a:pt x="798723" y="154855"/>
                </a:lnTo>
                <a:lnTo>
                  <a:pt x="799888" y="155070"/>
                </a:lnTo>
                <a:lnTo>
                  <a:pt x="801078" y="155256"/>
                </a:lnTo>
                <a:lnTo>
                  <a:pt x="802292" y="155414"/>
                </a:lnTo>
                <a:lnTo>
                  <a:pt x="803529" y="155542"/>
                </a:lnTo>
                <a:lnTo>
                  <a:pt x="804790" y="155643"/>
                </a:lnTo>
                <a:lnTo>
                  <a:pt x="806075" y="155714"/>
                </a:lnTo>
                <a:lnTo>
                  <a:pt x="807384" y="155757"/>
                </a:lnTo>
                <a:lnTo>
                  <a:pt x="808717" y="155772"/>
                </a:lnTo>
                <a:lnTo>
                  <a:pt x="809897" y="155760"/>
                </a:lnTo>
                <a:lnTo>
                  <a:pt x="811057" y="155727"/>
                </a:lnTo>
                <a:lnTo>
                  <a:pt x="812198" y="155670"/>
                </a:lnTo>
                <a:lnTo>
                  <a:pt x="813319" y="155591"/>
                </a:lnTo>
                <a:lnTo>
                  <a:pt x="814420" y="155490"/>
                </a:lnTo>
                <a:lnTo>
                  <a:pt x="815502" y="155366"/>
                </a:lnTo>
                <a:lnTo>
                  <a:pt x="816564" y="155220"/>
                </a:lnTo>
                <a:lnTo>
                  <a:pt x="817607" y="155051"/>
                </a:lnTo>
                <a:lnTo>
                  <a:pt x="818630" y="154859"/>
                </a:lnTo>
                <a:lnTo>
                  <a:pt x="819633" y="154645"/>
                </a:lnTo>
                <a:lnTo>
                  <a:pt x="820617" y="154409"/>
                </a:lnTo>
                <a:lnTo>
                  <a:pt x="821581" y="154150"/>
                </a:lnTo>
                <a:lnTo>
                  <a:pt x="822525" y="153868"/>
                </a:lnTo>
                <a:lnTo>
                  <a:pt x="823450" y="153564"/>
                </a:lnTo>
                <a:lnTo>
                  <a:pt x="824355" y="153237"/>
                </a:lnTo>
                <a:lnTo>
                  <a:pt x="825240" y="152888"/>
                </a:lnTo>
                <a:lnTo>
                  <a:pt x="826106" y="152516"/>
                </a:lnTo>
                <a:lnTo>
                  <a:pt x="826952" y="152122"/>
                </a:lnTo>
                <a:lnTo>
                  <a:pt x="827779" y="151705"/>
                </a:lnTo>
                <a:lnTo>
                  <a:pt x="828586" y="151266"/>
                </a:lnTo>
                <a:lnTo>
                  <a:pt x="829373" y="150804"/>
                </a:lnTo>
                <a:lnTo>
                  <a:pt x="830141" y="150320"/>
                </a:lnTo>
                <a:lnTo>
                  <a:pt x="830888" y="149813"/>
                </a:lnTo>
                <a:lnTo>
                  <a:pt x="831617" y="149283"/>
                </a:lnTo>
                <a:lnTo>
                  <a:pt x="832321" y="148734"/>
                </a:lnTo>
                <a:lnTo>
                  <a:pt x="832994" y="148169"/>
                </a:lnTo>
                <a:lnTo>
                  <a:pt x="833638" y="147588"/>
                </a:lnTo>
                <a:lnTo>
                  <a:pt x="834252" y="146991"/>
                </a:lnTo>
                <a:lnTo>
                  <a:pt x="834836" y="146377"/>
                </a:lnTo>
                <a:lnTo>
                  <a:pt x="835390" y="145748"/>
                </a:lnTo>
                <a:lnTo>
                  <a:pt x="835914" y="145102"/>
                </a:lnTo>
                <a:lnTo>
                  <a:pt x="836408" y="144441"/>
                </a:lnTo>
                <a:lnTo>
                  <a:pt x="836873" y="143763"/>
                </a:lnTo>
                <a:lnTo>
                  <a:pt x="837307" y="143069"/>
                </a:lnTo>
                <a:lnTo>
                  <a:pt x="837711" y="142359"/>
                </a:lnTo>
                <a:lnTo>
                  <a:pt x="838085" y="141633"/>
                </a:lnTo>
                <a:lnTo>
                  <a:pt x="838430" y="140891"/>
                </a:lnTo>
                <a:lnTo>
                  <a:pt x="838744" y="140133"/>
                </a:lnTo>
                <a:lnTo>
                  <a:pt x="839029" y="139359"/>
                </a:lnTo>
                <a:lnTo>
                  <a:pt x="839283" y="138568"/>
                </a:lnTo>
                <a:lnTo>
                  <a:pt x="839508" y="137762"/>
                </a:lnTo>
                <a:lnTo>
                  <a:pt x="839703" y="136939"/>
                </a:lnTo>
                <a:lnTo>
                  <a:pt x="839867" y="136101"/>
                </a:lnTo>
                <a:lnTo>
                  <a:pt x="840002" y="135246"/>
                </a:lnTo>
                <a:lnTo>
                  <a:pt x="840098" y="134448"/>
                </a:lnTo>
                <a:lnTo>
                  <a:pt x="840242" y="134448"/>
                </a:lnTo>
                <a:lnTo>
                  <a:pt x="840242" y="153918"/>
                </a:lnTo>
                <a:lnTo>
                  <a:pt x="856560" y="153918"/>
                </a:lnTo>
                <a:lnTo>
                  <a:pt x="856560" y="83820"/>
                </a:lnTo>
                <a:close/>
                <a:moveTo>
                  <a:pt x="809461" y="142469"/>
                </a:moveTo>
                <a:lnTo>
                  <a:pt x="808667" y="142392"/>
                </a:lnTo>
                <a:lnTo>
                  <a:pt x="807888" y="142298"/>
                </a:lnTo>
                <a:lnTo>
                  <a:pt x="807125" y="142187"/>
                </a:lnTo>
                <a:lnTo>
                  <a:pt x="806378" y="142060"/>
                </a:lnTo>
                <a:lnTo>
                  <a:pt x="805647" y="141915"/>
                </a:lnTo>
                <a:lnTo>
                  <a:pt x="804931" y="141753"/>
                </a:lnTo>
                <a:lnTo>
                  <a:pt x="804232" y="141573"/>
                </a:lnTo>
                <a:lnTo>
                  <a:pt x="803547" y="141377"/>
                </a:lnTo>
                <a:lnTo>
                  <a:pt x="802879" y="141164"/>
                </a:lnTo>
                <a:lnTo>
                  <a:pt x="802227" y="140934"/>
                </a:lnTo>
                <a:lnTo>
                  <a:pt x="801590" y="140687"/>
                </a:lnTo>
                <a:lnTo>
                  <a:pt x="800969" y="140422"/>
                </a:lnTo>
                <a:lnTo>
                  <a:pt x="800364" y="140141"/>
                </a:lnTo>
                <a:lnTo>
                  <a:pt x="799774" y="139842"/>
                </a:lnTo>
                <a:lnTo>
                  <a:pt x="799201" y="139527"/>
                </a:lnTo>
                <a:lnTo>
                  <a:pt x="798643" y="139194"/>
                </a:lnTo>
                <a:lnTo>
                  <a:pt x="798101" y="138844"/>
                </a:lnTo>
                <a:lnTo>
                  <a:pt x="797574" y="138478"/>
                </a:lnTo>
                <a:lnTo>
                  <a:pt x="797064" y="138094"/>
                </a:lnTo>
                <a:lnTo>
                  <a:pt x="796569" y="137693"/>
                </a:lnTo>
                <a:lnTo>
                  <a:pt x="796092" y="137277"/>
                </a:lnTo>
                <a:lnTo>
                  <a:pt x="795636" y="136849"/>
                </a:lnTo>
                <a:lnTo>
                  <a:pt x="795200" y="136408"/>
                </a:lnTo>
                <a:lnTo>
                  <a:pt x="794784" y="135954"/>
                </a:lnTo>
                <a:lnTo>
                  <a:pt x="794389" y="135488"/>
                </a:lnTo>
                <a:lnTo>
                  <a:pt x="794014" y="135010"/>
                </a:lnTo>
                <a:lnTo>
                  <a:pt x="793659" y="134518"/>
                </a:lnTo>
                <a:lnTo>
                  <a:pt x="793324" y="134015"/>
                </a:lnTo>
                <a:lnTo>
                  <a:pt x="793010" y="133498"/>
                </a:lnTo>
                <a:lnTo>
                  <a:pt x="792716" y="132969"/>
                </a:lnTo>
                <a:lnTo>
                  <a:pt x="792442" y="132428"/>
                </a:lnTo>
                <a:lnTo>
                  <a:pt x="792189" y="131874"/>
                </a:lnTo>
                <a:lnTo>
                  <a:pt x="791955" y="131307"/>
                </a:lnTo>
                <a:lnTo>
                  <a:pt x="791742" y="130728"/>
                </a:lnTo>
                <a:lnTo>
                  <a:pt x="791550" y="130137"/>
                </a:lnTo>
                <a:lnTo>
                  <a:pt x="791377" y="129532"/>
                </a:lnTo>
                <a:lnTo>
                  <a:pt x="791225" y="128916"/>
                </a:lnTo>
                <a:lnTo>
                  <a:pt x="791094" y="128286"/>
                </a:lnTo>
                <a:lnTo>
                  <a:pt x="790982" y="127644"/>
                </a:lnTo>
                <a:lnTo>
                  <a:pt x="790891" y="126990"/>
                </a:lnTo>
                <a:lnTo>
                  <a:pt x="790820" y="126323"/>
                </a:lnTo>
                <a:lnTo>
                  <a:pt x="790769" y="125643"/>
                </a:lnTo>
                <a:lnTo>
                  <a:pt x="790739" y="124951"/>
                </a:lnTo>
                <a:lnTo>
                  <a:pt x="790729" y="124247"/>
                </a:lnTo>
                <a:lnTo>
                  <a:pt x="790737" y="123588"/>
                </a:lnTo>
                <a:lnTo>
                  <a:pt x="790762" y="122941"/>
                </a:lnTo>
                <a:lnTo>
                  <a:pt x="790804" y="122305"/>
                </a:lnTo>
                <a:lnTo>
                  <a:pt x="790862" y="121681"/>
                </a:lnTo>
                <a:lnTo>
                  <a:pt x="790938" y="121069"/>
                </a:lnTo>
                <a:lnTo>
                  <a:pt x="791030" y="120468"/>
                </a:lnTo>
                <a:lnTo>
                  <a:pt x="791139" y="119879"/>
                </a:lnTo>
                <a:lnTo>
                  <a:pt x="791264" y="119302"/>
                </a:lnTo>
                <a:lnTo>
                  <a:pt x="791407" y="118736"/>
                </a:lnTo>
                <a:lnTo>
                  <a:pt x="791566" y="118181"/>
                </a:lnTo>
                <a:lnTo>
                  <a:pt x="791741" y="117639"/>
                </a:lnTo>
                <a:lnTo>
                  <a:pt x="791934" y="117107"/>
                </a:lnTo>
                <a:lnTo>
                  <a:pt x="792143" y="116588"/>
                </a:lnTo>
                <a:lnTo>
                  <a:pt x="792369" y="116080"/>
                </a:lnTo>
                <a:lnTo>
                  <a:pt x="792612" y="115584"/>
                </a:lnTo>
                <a:lnTo>
                  <a:pt x="792871" y="115099"/>
                </a:lnTo>
                <a:lnTo>
                  <a:pt x="793148" y="114626"/>
                </a:lnTo>
                <a:lnTo>
                  <a:pt x="793441" y="114164"/>
                </a:lnTo>
                <a:lnTo>
                  <a:pt x="793750" y="113714"/>
                </a:lnTo>
                <a:lnTo>
                  <a:pt x="794077" y="113276"/>
                </a:lnTo>
                <a:lnTo>
                  <a:pt x="794420" y="112849"/>
                </a:lnTo>
                <a:lnTo>
                  <a:pt x="794780" y="112433"/>
                </a:lnTo>
                <a:lnTo>
                  <a:pt x="795157" y="112030"/>
                </a:lnTo>
                <a:lnTo>
                  <a:pt x="795550" y="111638"/>
                </a:lnTo>
                <a:lnTo>
                  <a:pt x="795958" y="111259"/>
                </a:lnTo>
                <a:lnTo>
                  <a:pt x="796378" y="110897"/>
                </a:lnTo>
                <a:lnTo>
                  <a:pt x="796811" y="110551"/>
                </a:lnTo>
                <a:lnTo>
                  <a:pt x="797255" y="110221"/>
                </a:lnTo>
                <a:lnTo>
                  <a:pt x="797712" y="109907"/>
                </a:lnTo>
                <a:lnTo>
                  <a:pt x="798181" y="109609"/>
                </a:lnTo>
                <a:lnTo>
                  <a:pt x="798663" y="109327"/>
                </a:lnTo>
                <a:lnTo>
                  <a:pt x="799156" y="109061"/>
                </a:lnTo>
                <a:lnTo>
                  <a:pt x="799662" y="108812"/>
                </a:lnTo>
                <a:lnTo>
                  <a:pt x="800180" y="108578"/>
                </a:lnTo>
                <a:lnTo>
                  <a:pt x="800710" y="108361"/>
                </a:lnTo>
                <a:lnTo>
                  <a:pt x="801253" y="108159"/>
                </a:lnTo>
                <a:lnTo>
                  <a:pt x="801807" y="107974"/>
                </a:lnTo>
                <a:lnTo>
                  <a:pt x="802374" y="107805"/>
                </a:lnTo>
                <a:lnTo>
                  <a:pt x="802953" y="107652"/>
                </a:lnTo>
                <a:lnTo>
                  <a:pt x="803545" y="107515"/>
                </a:lnTo>
                <a:lnTo>
                  <a:pt x="804149" y="107395"/>
                </a:lnTo>
                <a:lnTo>
                  <a:pt x="804764" y="107290"/>
                </a:lnTo>
                <a:lnTo>
                  <a:pt x="805393" y="107201"/>
                </a:lnTo>
                <a:lnTo>
                  <a:pt x="806033" y="107129"/>
                </a:lnTo>
                <a:lnTo>
                  <a:pt x="806685" y="107072"/>
                </a:lnTo>
                <a:lnTo>
                  <a:pt x="807350" y="107032"/>
                </a:lnTo>
                <a:lnTo>
                  <a:pt x="808027" y="107008"/>
                </a:lnTo>
                <a:lnTo>
                  <a:pt x="808717" y="107000"/>
                </a:lnTo>
                <a:lnTo>
                  <a:pt x="839871" y="107000"/>
                </a:lnTo>
                <a:lnTo>
                  <a:pt x="839871" y="121465"/>
                </a:lnTo>
                <a:lnTo>
                  <a:pt x="839858" y="122232"/>
                </a:lnTo>
                <a:lnTo>
                  <a:pt x="839818" y="122987"/>
                </a:lnTo>
                <a:lnTo>
                  <a:pt x="839752" y="123731"/>
                </a:lnTo>
                <a:lnTo>
                  <a:pt x="839660" y="124463"/>
                </a:lnTo>
                <a:lnTo>
                  <a:pt x="839541" y="125184"/>
                </a:lnTo>
                <a:lnTo>
                  <a:pt x="839396" y="125893"/>
                </a:lnTo>
                <a:lnTo>
                  <a:pt x="839224" y="126590"/>
                </a:lnTo>
                <a:lnTo>
                  <a:pt x="839026" y="127276"/>
                </a:lnTo>
                <a:lnTo>
                  <a:pt x="838802" y="127950"/>
                </a:lnTo>
                <a:lnTo>
                  <a:pt x="838551" y="128613"/>
                </a:lnTo>
                <a:lnTo>
                  <a:pt x="838274" y="129264"/>
                </a:lnTo>
                <a:lnTo>
                  <a:pt x="837970" y="129903"/>
                </a:lnTo>
                <a:lnTo>
                  <a:pt x="837640" y="130531"/>
                </a:lnTo>
                <a:lnTo>
                  <a:pt x="837284" y="131147"/>
                </a:lnTo>
                <a:lnTo>
                  <a:pt x="836901" y="131752"/>
                </a:lnTo>
                <a:lnTo>
                  <a:pt x="836492" y="132345"/>
                </a:lnTo>
                <a:lnTo>
                  <a:pt x="836056" y="132926"/>
                </a:lnTo>
                <a:lnTo>
                  <a:pt x="835594" y="133496"/>
                </a:lnTo>
                <a:lnTo>
                  <a:pt x="835106" y="134054"/>
                </a:lnTo>
                <a:lnTo>
                  <a:pt x="834591" y="134601"/>
                </a:lnTo>
                <a:lnTo>
                  <a:pt x="834050" y="135136"/>
                </a:lnTo>
                <a:lnTo>
                  <a:pt x="833482" y="135659"/>
                </a:lnTo>
                <a:lnTo>
                  <a:pt x="832888" y="136171"/>
                </a:lnTo>
                <a:lnTo>
                  <a:pt x="832268" y="136672"/>
                </a:lnTo>
                <a:lnTo>
                  <a:pt x="831627" y="137156"/>
                </a:lnTo>
                <a:lnTo>
                  <a:pt x="830971" y="137619"/>
                </a:lnTo>
                <a:lnTo>
                  <a:pt x="830300" y="138062"/>
                </a:lnTo>
                <a:lnTo>
                  <a:pt x="829615" y="138485"/>
                </a:lnTo>
                <a:lnTo>
                  <a:pt x="828915" y="138886"/>
                </a:lnTo>
                <a:lnTo>
                  <a:pt x="828199" y="139268"/>
                </a:lnTo>
                <a:lnTo>
                  <a:pt x="827470" y="139628"/>
                </a:lnTo>
                <a:lnTo>
                  <a:pt x="826725" y="139968"/>
                </a:lnTo>
                <a:lnTo>
                  <a:pt x="825966" y="140287"/>
                </a:lnTo>
                <a:lnTo>
                  <a:pt x="825191" y="140586"/>
                </a:lnTo>
                <a:lnTo>
                  <a:pt x="824402" y="140864"/>
                </a:lnTo>
                <a:lnTo>
                  <a:pt x="823598" y="141122"/>
                </a:lnTo>
                <a:lnTo>
                  <a:pt x="822780" y="141359"/>
                </a:lnTo>
                <a:lnTo>
                  <a:pt x="821946" y="141575"/>
                </a:lnTo>
                <a:lnTo>
                  <a:pt x="821098" y="141771"/>
                </a:lnTo>
                <a:lnTo>
                  <a:pt x="820235" y="141946"/>
                </a:lnTo>
                <a:lnTo>
                  <a:pt x="819357" y="142101"/>
                </a:lnTo>
                <a:lnTo>
                  <a:pt x="818464" y="142234"/>
                </a:lnTo>
                <a:lnTo>
                  <a:pt x="817557" y="142348"/>
                </a:lnTo>
                <a:lnTo>
                  <a:pt x="816634" y="142441"/>
                </a:lnTo>
                <a:lnTo>
                  <a:pt x="815697" y="142513"/>
                </a:lnTo>
                <a:lnTo>
                  <a:pt x="814745" y="142564"/>
                </a:lnTo>
                <a:lnTo>
                  <a:pt x="813778" y="142595"/>
                </a:lnTo>
                <a:lnTo>
                  <a:pt x="812797" y="142605"/>
                </a:lnTo>
                <a:lnTo>
                  <a:pt x="811939" y="142597"/>
                </a:lnTo>
                <a:lnTo>
                  <a:pt x="811098" y="142571"/>
                </a:lnTo>
                <a:lnTo>
                  <a:pt x="810272" y="142529"/>
                </a:lnTo>
                <a:lnTo>
                  <a:pt x="809461" y="1424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E89E7-90E9-486F-9D72-67A8C84E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924" y="817581"/>
            <a:ext cx="832910" cy="19242"/>
          </a:xfrm>
          <a:custGeom xmlns:a="http://schemas.openxmlformats.org/drawingml/2006/main">
            <a:pathLst>
              <a:path w="832910" h="19242">
                <a:moveTo>
                  <a:pt x="0" y="0"/>
                </a:moveTo>
                <a:lnTo>
                  <a:pt x="50707" y="634"/>
                </a:lnTo>
                <a:lnTo>
                  <a:pt x="50707" y="17951"/>
                </a:lnTo>
                <a:lnTo>
                  <a:pt x="0" y="17951"/>
                </a:lnTo>
                <a:lnTo>
                  <a:pt x="0" y="0"/>
                </a:lnTo>
                <a:close/>
                <a:moveTo>
                  <a:pt x="99467" y="634"/>
                </a:moveTo>
                <a:lnTo>
                  <a:pt x="149518" y="634"/>
                </a:lnTo>
                <a:lnTo>
                  <a:pt x="149518" y="17951"/>
                </a:lnTo>
                <a:lnTo>
                  <a:pt x="99467" y="17951"/>
                </a:lnTo>
                <a:lnTo>
                  <a:pt x="99467" y="634"/>
                </a:lnTo>
                <a:close/>
                <a:moveTo>
                  <a:pt x="203417" y="634"/>
                </a:moveTo>
                <a:lnTo>
                  <a:pt x="251544" y="634"/>
                </a:lnTo>
                <a:lnTo>
                  <a:pt x="251544" y="17951"/>
                </a:lnTo>
                <a:lnTo>
                  <a:pt x="203417" y="17951"/>
                </a:lnTo>
                <a:lnTo>
                  <a:pt x="203417" y="634"/>
                </a:lnTo>
                <a:close/>
                <a:moveTo>
                  <a:pt x="304175" y="634"/>
                </a:moveTo>
                <a:lnTo>
                  <a:pt x="354226" y="634"/>
                </a:lnTo>
                <a:lnTo>
                  <a:pt x="354226" y="18608"/>
                </a:lnTo>
                <a:lnTo>
                  <a:pt x="304175" y="18608"/>
                </a:lnTo>
                <a:lnTo>
                  <a:pt x="304175" y="634"/>
                </a:lnTo>
                <a:close/>
                <a:moveTo>
                  <a:pt x="404276" y="634"/>
                </a:moveTo>
                <a:lnTo>
                  <a:pt x="457519" y="634"/>
                </a:lnTo>
                <a:lnTo>
                  <a:pt x="457519" y="18608"/>
                </a:lnTo>
                <a:lnTo>
                  <a:pt x="404276" y="18608"/>
                </a:lnTo>
                <a:lnTo>
                  <a:pt x="404276" y="634"/>
                </a:lnTo>
                <a:close/>
                <a:moveTo>
                  <a:pt x="506936" y="634"/>
                </a:moveTo>
                <a:lnTo>
                  <a:pt x="556986" y="1268"/>
                </a:lnTo>
                <a:lnTo>
                  <a:pt x="556986" y="18608"/>
                </a:lnTo>
                <a:lnTo>
                  <a:pt x="506936" y="18608"/>
                </a:lnTo>
                <a:lnTo>
                  <a:pt x="506936" y="634"/>
                </a:lnTo>
                <a:close/>
                <a:moveTo>
                  <a:pt x="609618" y="1268"/>
                </a:moveTo>
                <a:lnTo>
                  <a:pt x="661592" y="1268"/>
                </a:lnTo>
                <a:lnTo>
                  <a:pt x="661592" y="18608"/>
                </a:lnTo>
                <a:lnTo>
                  <a:pt x="609618" y="18608"/>
                </a:lnTo>
                <a:lnTo>
                  <a:pt x="609618" y="1268"/>
                </a:lnTo>
                <a:close/>
                <a:moveTo>
                  <a:pt x="710987" y="1268"/>
                </a:moveTo>
                <a:lnTo>
                  <a:pt x="762327" y="1268"/>
                </a:lnTo>
                <a:lnTo>
                  <a:pt x="762327" y="18608"/>
                </a:lnTo>
                <a:lnTo>
                  <a:pt x="710987" y="18608"/>
                </a:lnTo>
                <a:lnTo>
                  <a:pt x="710987" y="1268"/>
                </a:lnTo>
                <a:close/>
                <a:moveTo>
                  <a:pt x="814936" y="1268"/>
                </a:moveTo>
                <a:lnTo>
                  <a:pt x="832910" y="1268"/>
                </a:lnTo>
                <a:lnTo>
                  <a:pt x="832910" y="19242"/>
                </a:lnTo>
                <a:lnTo>
                  <a:pt x="814936" y="19242"/>
                </a:lnTo>
                <a:lnTo>
                  <a:pt x="814936" y="12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D0C7C-48DD-435A-BC8F-7E0B4E4B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200" y="804746"/>
            <a:ext cx="68658" cy="46202"/>
          </a:xfrm>
          <a:custGeom xmlns:a="http://schemas.openxmlformats.org/drawingml/2006/main">
            <a:pathLst>
              <a:path w="68658" h="46202">
                <a:moveTo>
                  <a:pt x="68658" y="23090"/>
                </a:moveTo>
                <a:lnTo>
                  <a:pt x="0" y="46202"/>
                </a:lnTo>
                <a:lnTo>
                  <a:pt x="0" y="0"/>
                </a:lnTo>
                <a:lnTo>
                  <a:pt x="68658" y="230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ECAF3-661C-4016-AB20-975189F8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200" y="804746"/>
            <a:ext cx="68658" cy="46202"/>
          </a:xfrm>
          <a:custGeom xmlns:a="http://schemas.openxmlformats.org/drawingml/2006/main">
            <a:pathLst>
              <a:path w="68658" h="46202" fill="none">
                <a:moveTo>
                  <a:pt x="68658" y="23090"/>
                </a:moveTo>
                <a:lnTo>
                  <a:pt x="0" y="46202"/>
                </a:lnTo>
                <a:lnTo>
                  <a:pt x="0" y="0"/>
                </a:lnTo>
                <a:lnTo>
                  <a:pt x="68658" y="230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000000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617C9C-2F9C-42FE-9498-6D65EA4D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2" y="73862"/>
            <a:ext cx="270808" cy="270785"/>
          </a:xfrm>
          <a:custGeom xmlns:a="http://schemas.openxmlformats.org/drawingml/2006/main">
            <a:pathLst>
              <a:path w="270808" h="270785">
                <a:moveTo>
                  <a:pt x="270808" y="135393"/>
                </a:moveTo>
                <a:cubicBezTo>
                  <a:pt x="270808" y="144380"/>
                  <a:pt x="269517" y="153366"/>
                  <a:pt x="268227" y="161697"/>
                </a:cubicBezTo>
                <a:cubicBezTo>
                  <a:pt x="266303" y="170684"/>
                  <a:pt x="263745" y="179037"/>
                  <a:pt x="260531" y="187367"/>
                </a:cubicBezTo>
                <a:cubicBezTo>
                  <a:pt x="256682" y="195720"/>
                  <a:pt x="252834" y="203417"/>
                  <a:pt x="247695" y="210480"/>
                </a:cubicBezTo>
                <a:cubicBezTo>
                  <a:pt x="243213" y="218177"/>
                  <a:pt x="237441" y="224583"/>
                  <a:pt x="231012" y="231012"/>
                </a:cubicBezTo>
                <a:cubicBezTo>
                  <a:pt x="224605" y="237418"/>
                  <a:pt x="218177" y="242557"/>
                  <a:pt x="210480" y="247695"/>
                </a:cubicBezTo>
                <a:cubicBezTo>
                  <a:pt x="203417" y="252834"/>
                  <a:pt x="195720" y="256682"/>
                  <a:pt x="187390" y="260531"/>
                </a:cubicBezTo>
                <a:cubicBezTo>
                  <a:pt x="179037" y="263722"/>
                  <a:pt x="170706" y="266303"/>
                  <a:pt x="162353" y="268227"/>
                </a:cubicBezTo>
                <a:cubicBezTo>
                  <a:pt x="153366" y="269517"/>
                  <a:pt x="144380" y="270785"/>
                  <a:pt x="135393" y="270785"/>
                </a:cubicBezTo>
                <a:cubicBezTo>
                  <a:pt x="127062" y="270785"/>
                  <a:pt x="118075" y="269517"/>
                  <a:pt x="109088" y="268227"/>
                </a:cubicBezTo>
                <a:cubicBezTo>
                  <a:pt x="100758" y="266303"/>
                  <a:pt x="92405" y="263722"/>
                  <a:pt x="84074" y="260531"/>
                </a:cubicBezTo>
                <a:cubicBezTo>
                  <a:pt x="75721" y="256682"/>
                  <a:pt x="68025" y="252834"/>
                  <a:pt x="60962" y="247695"/>
                </a:cubicBezTo>
                <a:cubicBezTo>
                  <a:pt x="53265" y="242557"/>
                  <a:pt x="46202" y="237418"/>
                  <a:pt x="39796" y="231012"/>
                </a:cubicBezTo>
                <a:cubicBezTo>
                  <a:pt x="33367" y="224583"/>
                  <a:pt x="27595" y="218177"/>
                  <a:pt x="23112" y="210480"/>
                </a:cubicBezTo>
                <a:cubicBezTo>
                  <a:pt x="17974" y="203417"/>
                  <a:pt x="14126" y="195720"/>
                  <a:pt x="10277" y="187367"/>
                </a:cubicBezTo>
                <a:cubicBezTo>
                  <a:pt x="7063" y="179037"/>
                  <a:pt x="4505" y="170684"/>
                  <a:pt x="2581" y="161697"/>
                </a:cubicBezTo>
                <a:cubicBezTo>
                  <a:pt x="1290" y="153366"/>
                  <a:pt x="0" y="144380"/>
                  <a:pt x="0" y="135393"/>
                </a:cubicBezTo>
                <a:cubicBezTo>
                  <a:pt x="0" y="127062"/>
                  <a:pt x="1290" y="117419"/>
                  <a:pt x="2581" y="108454"/>
                </a:cubicBezTo>
                <a:cubicBezTo>
                  <a:pt x="4505" y="100101"/>
                  <a:pt x="7063" y="91771"/>
                  <a:pt x="10277" y="83418"/>
                </a:cubicBezTo>
                <a:cubicBezTo>
                  <a:pt x="14126" y="75087"/>
                  <a:pt x="17974" y="67368"/>
                  <a:pt x="23112" y="59671"/>
                </a:cubicBezTo>
                <a:cubicBezTo>
                  <a:pt x="27595" y="52609"/>
                  <a:pt x="33367" y="45569"/>
                  <a:pt x="39796" y="39773"/>
                </a:cubicBezTo>
                <a:cubicBezTo>
                  <a:pt x="46202" y="33367"/>
                  <a:pt x="53265" y="27595"/>
                  <a:pt x="60962" y="22456"/>
                </a:cubicBezTo>
                <a:cubicBezTo>
                  <a:pt x="68025" y="17974"/>
                  <a:pt x="75721" y="13469"/>
                  <a:pt x="84074" y="10277"/>
                </a:cubicBezTo>
                <a:cubicBezTo>
                  <a:pt x="92405" y="7063"/>
                  <a:pt x="100758" y="4482"/>
                  <a:pt x="109088" y="2558"/>
                </a:cubicBezTo>
                <a:cubicBezTo>
                  <a:pt x="118075" y="634"/>
                  <a:pt x="127062" y="0"/>
                  <a:pt x="135393" y="0"/>
                </a:cubicBezTo>
                <a:cubicBezTo>
                  <a:pt x="144380" y="0"/>
                  <a:pt x="153366" y="634"/>
                  <a:pt x="162353" y="2558"/>
                </a:cubicBezTo>
                <a:cubicBezTo>
                  <a:pt x="170706" y="4482"/>
                  <a:pt x="179037" y="7063"/>
                  <a:pt x="187390" y="10277"/>
                </a:cubicBezTo>
                <a:cubicBezTo>
                  <a:pt x="195720" y="13469"/>
                  <a:pt x="203417" y="17974"/>
                  <a:pt x="210480" y="22456"/>
                </a:cubicBezTo>
                <a:cubicBezTo>
                  <a:pt x="218177" y="27595"/>
                  <a:pt x="224605" y="33367"/>
                  <a:pt x="231012" y="39773"/>
                </a:cubicBezTo>
                <a:cubicBezTo>
                  <a:pt x="237441" y="45569"/>
                  <a:pt x="243213" y="52609"/>
                  <a:pt x="247695" y="59671"/>
                </a:cubicBezTo>
                <a:cubicBezTo>
                  <a:pt x="252834" y="67368"/>
                  <a:pt x="256682" y="75087"/>
                  <a:pt x="260531" y="83418"/>
                </a:cubicBezTo>
                <a:cubicBezTo>
                  <a:pt x="263745" y="91771"/>
                  <a:pt x="266303" y="100101"/>
                  <a:pt x="268227" y="108454"/>
                </a:cubicBezTo>
                <a:cubicBezTo>
                  <a:pt x="269517" y="117419"/>
                  <a:pt x="270808" y="127062"/>
                  <a:pt x="270808" y="1353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7D399D7-AC81-47BB-982C-01771850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8" y="57201"/>
            <a:ext cx="304175" cy="304130"/>
          </a:xfrm>
          <a:custGeom xmlns:a="http://schemas.openxmlformats.org/drawingml/2006/main">
            <a:pathLst>
              <a:path w="304175" h="304130">
                <a:moveTo>
                  <a:pt x="304167" y="150799"/>
                </a:moveTo>
                <a:lnTo>
                  <a:pt x="304175" y="152050"/>
                </a:lnTo>
                <a:lnTo>
                  <a:pt x="304168" y="153371"/>
                </a:lnTo>
                <a:lnTo>
                  <a:pt x="304145" y="154681"/>
                </a:lnTo>
                <a:lnTo>
                  <a:pt x="304108" y="155983"/>
                </a:lnTo>
                <a:lnTo>
                  <a:pt x="304058" y="157275"/>
                </a:lnTo>
                <a:lnTo>
                  <a:pt x="303995" y="158559"/>
                </a:lnTo>
                <a:lnTo>
                  <a:pt x="303920" y="159833"/>
                </a:lnTo>
                <a:lnTo>
                  <a:pt x="303835" y="161097"/>
                </a:lnTo>
                <a:lnTo>
                  <a:pt x="303739" y="162352"/>
                </a:lnTo>
                <a:lnTo>
                  <a:pt x="303634" y="163597"/>
                </a:lnTo>
                <a:lnTo>
                  <a:pt x="303520" y="164832"/>
                </a:lnTo>
                <a:lnTo>
                  <a:pt x="303398" y="166056"/>
                </a:lnTo>
                <a:lnTo>
                  <a:pt x="303269" y="167270"/>
                </a:lnTo>
                <a:lnTo>
                  <a:pt x="303134" y="168472"/>
                </a:lnTo>
                <a:lnTo>
                  <a:pt x="302992" y="169664"/>
                </a:lnTo>
                <a:lnTo>
                  <a:pt x="302845" y="170845"/>
                </a:lnTo>
                <a:lnTo>
                  <a:pt x="302694" y="172013"/>
                </a:lnTo>
                <a:lnTo>
                  <a:pt x="302539" y="173170"/>
                </a:lnTo>
                <a:lnTo>
                  <a:pt x="302380" y="174315"/>
                </a:lnTo>
                <a:lnTo>
                  <a:pt x="302219" y="175447"/>
                </a:lnTo>
                <a:lnTo>
                  <a:pt x="302056" y="176567"/>
                </a:lnTo>
                <a:lnTo>
                  <a:pt x="301892" y="177673"/>
                </a:lnTo>
                <a:lnTo>
                  <a:pt x="301727" y="178766"/>
                </a:lnTo>
                <a:lnTo>
                  <a:pt x="301562" y="179845"/>
                </a:lnTo>
                <a:lnTo>
                  <a:pt x="301321" y="181407"/>
                </a:lnTo>
                <a:lnTo>
                  <a:pt x="300957" y="183082"/>
                </a:lnTo>
                <a:lnTo>
                  <a:pt x="300681" y="184307"/>
                </a:lnTo>
                <a:lnTo>
                  <a:pt x="300398" y="185527"/>
                </a:lnTo>
                <a:lnTo>
                  <a:pt x="300108" y="186740"/>
                </a:lnTo>
                <a:lnTo>
                  <a:pt x="299810" y="187947"/>
                </a:lnTo>
                <a:lnTo>
                  <a:pt x="299505" y="189149"/>
                </a:lnTo>
                <a:lnTo>
                  <a:pt x="299193" y="190346"/>
                </a:lnTo>
                <a:lnTo>
                  <a:pt x="298873" y="191537"/>
                </a:lnTo>
                <a:lnTo>
                  <a:pt x="298546" y="192723"/>
                </a:lnTo>
                <a:lnTo>
                  <a:pt x="298211" y="193905"/>
                </a:lnTo>
                <a:lnTo>
                  <a:pt x="297869" y="195081"/>
                </a:lnTo>
                <a:lnTo>
                  <a:pt x="297520" y="196254"/>
                </a:lnTo>
                <a:lnTo>
                  <a:pt x="297164" y="197421"/>
                </a:lnTo>
                <a:lnTo>
                  <a:pt x="296801" y="198585"/>
                </a:lnTo>
                <a:lnTo>
                  <a:pt x="296430" y="199745"/>
                </a:lnTo>
                <a:lnTo>
                  <a:pt x="296052" y="200901"/>
                </a:lnTo>
                <a:lnTo>
                  <a:pt x="295668" y="202053"/>
                </a:lnTo>
                <a:lnTo>
                  <a:pt x="295276" y="203202"/>
                </a:lnTo>
                <a:lnTo>
                  <a:pt x="294877" y="204347"/>
                </a:lnTo>
                <a:lnTo>
                  <a:pt x="294471" y="205490"/>
                </a:lnTo>
                <a:lnTo>
                  <a:pt x="294059" y="206630"/>
                </a:lnTo>
                <a:lnTo>
                  <a:pt x="293639" y="207767"/>
                </a:lnTo>
                <a:lnTo>
                  <a:pt x="293213" y="208902"/>
                </a:lnTo>
                <a:lnTo>
                  <a:pt x="292595" y="210517"/>
                </a:lnTo>
                <a:lnTo>
                  <a:pt x="291866" y="212092"/>
                </a:lnTo>
                <a:lnTo>
                  <a:pt x="291362" y="213175"/>
                </a:lnTo>
                <a:lnTo>
                  <a:pt x="290853" y="214257"/>
                </a:lnTo>
                <a:lnTo>
                  <a:pt x="290339" y="215340"/>
                </a:lnTo>
                <a:lnTo>
                  <a:pt x="289819" y="216423"/>
                </a:lnTo>
                <a:lnTo>
                  <a:pt x="289292" y="217507"/>
                </a:lnTo>
                <a:lnTo>
                  <a:pt x="288758" y="218591"/>
                </a:lnTo>
                <a:lnTo>
                  <a:pt x="288215" y="219675"/>
                </a:lnTo>
                <a:lnTo>
                  <a:pt x="287664" y="220759"/>
                </a:lnTo>
                <a:lnTo>
                  <a:pt x="287103" y="221844"/>
                </a:lnTo>
                <a:lnTo>
                  <a:pt x="286532" y="222929"/>
                </a:lnTo>
                <a:lnTo>
                  <a:pt x="285951" y="224014"/>
                </a:lnTo>
                <a:lnTo>
                  <a:pt x="285357" y="225099"/>
                </a:lnTo>
                <a:lnTo>
                  <a:pt x="284752" y="226183"/>
                </a:lnTo>
                <a:lnTo>
                  <a:pt x="284133" y="227267"/>
                </a:lnTo>
                <a:lnTo>
                  <a:pt x="283501" y="228350"/>
                </a:lnTo>
                <a:lnTo>
                  <a:pt x="282854" y="229433"/>
                </a:lnTo>
                <a:lnTo>
                  <a:pt x="282192" y="230514"/>
                </a:lnTo>
                <a:lnTo>
                  <a:pt x="281515" y="231593"/>
                </a:lnTo>
                <a:lnTo>
                  <a:pt x="280821" y="232671"/>
                </a:lnTo>
                <a:lnTo>
                  <a:pt x="280110" y="233747"/>
                </a:lnTo>
                <a:lnTo>
                  <a:pt x="279381" y="234820"/>
                </a:lnTo>
                <a:lnTo>
                  <a:pt x="278635" y="235890"/>
                </a:lnTo>
                <a:lnTo>
                  <a:pt x="278357" y="236277"/>
                </a:lnTo>
                <a:lnTo>
                  <a:pt x="278091" y="236726"/>
                </a:lnTo>
                <a:lnTo>
                  <a:pt x="277371" y="237895"/>
                </a:lnTo>
                <a:lnTo>
                  <a:pt x="276638" y="239045"/>
                </a:lnTo>
                <a:lnTo>
                  <a:pt x="275893" y="240175"/>
                </a:lnTo>
                <a:lnTo>
                  <a:pt x="275137" y="241286"/>
                </a:lnTo>
                <a:lnTo>
                  <a:pt x="274369" y="242378"/>
                </a:lnTo>
                <a:lnTo>
                  <a:pt x="273592" y="243452"/>
                </a:lnTo>
                <a:lnTo>
                  <a:pt x="272806" y="244508"/>
                </a:lnTo>
                <a:lnTo>
                  <a:pt x="272011" y="245547"/>
                </a:lnTo>
                <a:lnTo>
                  <a:pt x="271209" y="246568"/>
                </a:lnTo>
                <a:lnTo>
                  <a:pt x="270399" y="247574"/>
                </a:lnTo>
                <a:lnTo>
                  <a:pt x="269583" y="248564"/>
                </a:lnTo>
                <a:lnTo>
                  <a:pt x="268762" y="249539"/>
                </a:lnTo>
                <a:lnTo>
                  <a:pt x="267935" y="250499"/>
                </a:lnTo>
                <a:lnTo>
                  <a:pt x="267103" y="251446"/>
                </a:lnTo>
                <a:lnTo>
                  <a:pt x="266268" y="252380"/>
                </a:lnTo>
                <a:lnTo>
                  <a:pt x="265429" y="253302"/>
                </a:lnTo>
                <a:lnTo>
                  <a:pt x="264587" y="254212"/>
                </a:lnTo>
                <a:lnTo>
                  <a:pt x="263742" y="255111"/>
                </a:lnTo>
                <a:lnTo>
                  <a:pt x="262895" y="256000"/>
                </a:lnTo>
                <a:lnTo>
                  <a:pt x="262047" y="256879"/>
                </a:lnTo>
                <a:lnTo>
                  <a:pt x="261197" y="257750"/>
                </a:lnTo>
                <a:lnTo>
                  <a:pt x="260345" y="258613"/>
                </a:lnTo>
                <a:lnTo>
                  <a:pt x="259480" y="259482"/>
                </a:lnTo>
                <a:lnTo>
                  <a:pt x="258591" y="260364"/>
                </a:lnTo>
                <a:lnTo>
                  <a:pt x="257687" y="261245"/>
                </a:lnTo>
                <a:lnTo>
                  <a:pt x="256780" y="262114"/>
                </a:lnTo>
                <a:lnTo>
                  <a:pt x="255869" y="262972"/>
                </a:lnTo>
                <a:lnTo>
                  <a:pt x="254953" y="263819"/>
                </a:lnTo>
                <a:lnTo>
                  <a:pt x="254034" y="264655"/>
                </a:lnTo>
                <a:lnTo>
                  <a:pt x="253110" y="265480"/>
                </a:lnTo>
                <a:lnTo>
                  <a:pt x="252181" y="266295"/>
                </a:lnTo>
                <a:lnTo>
                  <a:pt x="251247" y="267100"/>
                </a:lnTo>
                <a:lnTo>
                  <a:pt x="250307" y="267895"/>
                </a:lnTo>
                <a:lnTo>
                  <a:pt x="249361" y="268681"/>
                </a:lnTo>
                <a:lnTo>
                  <a:pt x="248410" y="269458"/>
                </a:lnTo>
                <a:lnTo>
                  <a:pt x="247452" y="270226"/>
                </a:lnTo>
                <a:lnTo>
                  <a:pt x="246488" y="270986"/>
                </a:lnTo>
                <a:lnTo>
                  <a:pt x="245517" y="271738"/>
                </a:lnTo>
                <a:lnTo>
                  <a:pt x="244539" y="272483"/>
                </a:lnTo>
                <a:lnTo>
                  <a:pt x="243554" y="273221"/>
                </a:lnTo>
                <a:lnTo>
                  <a:pt x="242562" y="273953"/>
                </a:lnTo>
                <a:lnTo>
                  <a:pt x="241561" y="274678"/>
                </a:lnTo>
                <a:lnTo>
                  <a:pt x="240552" y="275398"/>
                </a:lnTo>
                <a:lnTo>
                  <a:pt x="239535" y="276112"/>
                </a:lnTo>
                <a:lnTo>
                  <a:pt x="238508" y="276822"/>
                </a:lnTo>
                <a:lnTo>
                  <a:pt x="237473" y="277529"/>
                </a:lnTo>
                <a:lnTo>
                  <a:pt x="236682" y="278060"/>
                </a:lnTo>
                <a:lnTo>
                  <a:pt x="235913" y="278612"/>
                </a:lnTo>
                <a:lnTo>
                  <a:pt x="234843" y="279358"/>
                </a:lnTo>
                <a:lnTo>
                  <a:pt x="233770" y="280087"/>
                </a:lnTo>
                <a:lnTo>
                  <a:pt x="232695" y="280797"/>
                </a:lnTo>
                <a:lnTo>
                  <a:pt x="231617" y="281491"/>
                </a:lnTo>
                <a:lnTo>
                  <a:pt x="230538" y="282168"/>
                </a:lnTo>
                <a:lnTo>
                  <a:pt x="229458" y="282830"/>
                </a:lnTo>
                <a:lnTo>
                  <a:pt x="228376" y="283476"/>
                </a:lnTo>
                <a:lnTo>
                  <a:pt x="227294" y="284109"/>
                </a:lnTo>
                <a:lnTo>
                  <a:pt x="226211" y="284727"/>
                </a:lnTo>
                <a:lnTo>
                  <a:pt x="225128" y="285332"/>
                </a:lnTo>
                <a:lnTo>
                  <a:pt x="224044" y="285925"/>
                </a:lnTo>
                <a:lnTo>
                  <a:pt x="222961" y="286507"/>
                </a:lnTo>
                <a:lnTo>
                  <a:pt x="221878" y="287077"/>
                </a:lnTo>
                <a:lnTo>
                  <a:pt x="220795" y="287638"/>
                </a:lnTo>
                <a:lnTo>
                  <a:pt x="219712" y="288188"/>
                </a:lnTo>
                <a:lnTo>
                  <a:pt x="218630" y="288730"/>
                </a:lnTo>
                <a:lnTo>
                  <a:pt x="217548" y="289264"/>
                </a:lnTo>
                <a:lnTo>
                  <a:pt x="216468" y="289791"/>
                </a:lnTo>
                <a:lnTo>
                  <a:pt x="215387" y="290311"/>
                </a:lnTo>
                <a:lnTo>
                  <a:pt x="214307" y="290825"/>
                </a:lnTo>
                <a:lnTo>
                  <a:pt x="213228" y="291333"/>
                </a:lnTo>
                <a:lnTo>
                  <a:pt x="212150" y="291837"/>
                </a:lnTo>
                <a:lnTo>
                  <a:pt x="210547" y="292579"/>
                </a:lnTo>
                <a:lnTo>
                  <a:pt x="208903" y="293203"/>
                </a:lnTo>
                <a:lnTo>
                  <a:pt x="207776" y="293623"/>
                </a:lnTo>
                <a:lnTo>
                  <a:pt x="206648" y="294037"/>
                </a:lnTo>
                <a:lnTo>
                  <a:pt x="205520" y="294444"/>
                </a:lnTo>
                <a:lnTo>
                  <a:pt x="204391" y="294845"/>
                </a:lnTo>
                <a:lnTo>
                  <a:pt x="203261" y="295239"/>
                </a:lnTo>
                <a:lnTo>
                  <a:pt x="202131" y="295626"/>
                </a:lnTo>
                <a:lnTo>
                  <a:pt x="200999" y="296006"/>
                </a:lnTo>
                <a:lnTo>
                  <a:pt x="199867" y="296380"/>
                </a:lnTo>
                <a:lnTo>
                  <a:pt x="198734" y="296747"/>
                </a:lnTo>
                <a:lnTo>
                  <a:pt x="197601" y="297107"/>
                </a:lnTo>
                <a:lnTo>
                  <a:pt x="196466" y="297460"/>
                </a:lnTo>
                <a:lnTo>
                  <a:pt x="195331" y="297806"/>
                </a:lnTo>
                <a:lnTo>
                  <a:pt x="194195" y="298145"/>
                </a:lnTo>
                <a:lnTo>
                  <a:pt x="193058" y="298477"/>
                </a:lnTo>
                <a:lnTo>
                  <a:pt x="191920" y="298802"/>
                </a:lnTo>
                <a:lnTo>
                  <a:pt x="190781" y="299120"/>
                </a:lnTo>
                <a:lnTo>
                  <a:pt x="189641" y="299431"/>
                </a:lnTo>
                <a:lnTo>
                  <a:pt x="188500" y="299735"/>
                </a:lnTo>
                <a:lnTo>
                  <a:pt x="187358" y="300032"/>
                </a:lnTo>
                <a:lnTo>
                  <a:pt x="186216" y="300321"/>
                </a:lnTo>
                <a:lnTo>
                  <a:pt x="185072" y="300603"/>
                </a:lnTo>
                <a:lnTo>
                  <a:pt x="183928" y="300878"/>
                </a:lnTo>
                <a:lnTo>
                  <a:pt x="182125" y="301299"/>
                </a:lnTo>
                <a:lnTo>
                  <a:pt x="180282" y="301564"/>
                </a:lnTo>
                <a:lnTo>
                  <a:pt x="179138" y="301727"/>
                </a:lnTo>
                <a:lnTo>
                  <a:pt x="177992" y="301889"/>
                </a:lnTo>
                <a:lnTo>
                  <a:pt x="176837" y="302051"/>
                </a:lnTo>
                <a:lnTo>
                  <a:pt x="175676" y="302211"/>
                </a:lnTo>
                <a:lnTo>
                  <a:pt x="174506" y="302369"/>
                </a:lnTo>
                <a:lnTo>
                  <a:pt x="173328" y="302524"/>
                </a:lnTo>
                <a:lnTo>
                  <a:pt x="172143" y="302676"/>
                </a:lnTo>
                <a:lnTo>
                  <a:pt x="170949" y="302825"/>
                </a:lnTo>
                <a:lnTo>
                  <a:pt x="169748" y="302969"/>
                </a:lnTo>
                <a:lnTo>
                  <a:pt x="168538" y="303108"/>
                </a:lnTo>
                <a:lnTo>
                  <a:pt x="167321" y="303241"/>
                </a:lnTo>
                <a:lnTo>
                  <a:pt x="166095" y="303368"/>
                </a:lnTo>
                <a:lnTo>
                  <a:pt x="164862" y="303487"/>
                </a:lnTo>
                <a:lnTo>
                  <a:pt x="163620" y="303599"/>
                </a:lnTo>
                <a:lnTo>
                  <a:pt x="162370" y="303702"/>
                </a:lnTo>
                <a:lnTo>
                  <a:pt x="161112" y="303796"/>
                </a:lnTo>
                <a:lnTo>
                  <a:pt x="159845" y="303880"/>
                </a:lnTo>
                <a:lnTo>
                  <a:pt x="158571" y="303953"/>
                </a:lnTo>
                <a:lnTo>
                  <a:pt x="157288" y="304014"/>
                </a:lnTo>
                <a:lnTo>
                  <a:pt x="155997" y="304064"/>
                </a:lnTo>
                <a:lnTo>
                  <a:pt x="154698" y="304100"/>
                </a:lnTo>
                <a:lnTo>
                  <a:pt x="153390" y="304122"/>
                </a:lnTo>
                <a:lnTo>
                  <a:pt x="152073" y="304130"/>
                </a:lnTo>
                <a:lnTo>
                  <a:pt x="150828" y="304122"/>
                </a:lnTo>
                <a:lnTo>
                  <a:pt x="149581" y="304099"/>
                </a:lnTo>
                <a:lnTo>
                  <a:pt x="148340" y="304063"/>
                </a:lnTo>
                <a:lnTo>
                  <a:pt x="147103" y="304013"/>
                </a:lnTo>
                <a:lnTo>
                  <a:pt x="145871" y="303951"/>
                </a:lnTo>
                <a:lnTo>
                  <a:pt x="144643" y="303877"/>
                </a:lnTo>
                <a:lnTo>
                  <a:pt x="143420" y="303793"/>
                </a:lnTo>
                <a:lnTo>
                  <a:pt x="142201" y="303698"/>
                </a:lnTo>
                <a:lnTo>
                  <a:pt x="140987" y="303595"/>
                </a:lnTo>
                <a:lnTo>
                  <a:pt x="139778" y="303483"/>
                </a:lnTo>
                <a:lnTo>
                  <a:pt x="138573" y="303364"/>
                </a:lnTo>
                <a:lnTo>
                  <a:pt x="137374" y="303237"/>
                </a:lnTo>
                <a:lnTo>
                  <a:pt x="136179" y="303105"/>
                </a:lnTo>
                <a:lnTo>
                  <a:pt x="134989" y="302966"/>
                </a:lnTo>
                <a:lnTo>
                  <a:pt x="133805" y="302822"/>
                </a:lnTo>
                <a:lnTo>
                  <a:pt x="132625" y="302674"/>
                </a:lnTo>
                <a:lnTo>
                  <a:pt x="131451" y="302522"/>
                </a:lnTo>
                <a:lnTo>
                  <a:pt x="130283" y="302367"/>
                </a:lnTo>
                <a:lnTo>
                  <a:pt x="129120" y="302210"/>
                </a:lnTo>
                <a:lnTo>
                  <a:pt x="127964" y="302050"/>
                </a:lnTo>
                <a:lnTo>
                  <a:pt x="126814" y="301889"/>
                </a:lnTo>
                <a:lnTo>
                  <a:pt x="125670" y="301727"/>
                </a:lnTo>
                <a:lnTo>
                  <a:pt x="124538" y="301565"/>
                </a:lnTo>
                <a:lnTo>
                  <a:pt x="122680" y="301299"/>
                </a:lnTo>
                <a:lnTo>
                  <a:pt x="120876" y="300876"/>
                </a:lnTo>
                <a:lnTo>
                  <a:pt x="119735" y="300602"/>
                </a:lnTo>
                <a:lnTo>
                  <a:pt x="118594" y="300320"/>
                </a:lnTo>
                <a:lnTo>
                  <a:pt x="117454" y="300030"/>
                </a:lnTo>
                <a:lnTo>
                  <a:pt x="116314" y="299734"/>
                </a:lnTo>
                <a:lnTo>
                  <a:pt x="115175" y="299430"/>
                </a:lnTo>
                <a:lnTo>
                  <a:pt x="114037" y="299120"/>
                </a:lnTo>
                <a:lnTo>
                  <a:pt x="112899" y="298802"/>
                </a:lnTo>
                <a:lnTo>
                  <a:pt x="111762" y="298477"/>
                </a:lnTo>
                <a:lnTo>
                  <a:pt x="110625" y="298145"/>
                </a:lnTo>
                <a:lnTo>
                  <a:pt x="109489" y="297806"/>
                </a:lnTo>
                <a:lnTo>
                  <a:pt x="108354" y="297460"/>
                </a:lnTo>
                <a:lnTo>
                  <a:pt x="107220" y="297106"/>
                </a:lnTo>
                <a:lnTo>
                  <a:pt x="106086" y="296746"/>
                </a:lnTo>
                <a:lnTo>
                  <a:pt x="104952" y="296380"/>
                </a:lnTo>
                <a:lnTo>
                  <a:pt x="103820" y="296006"/>
                </a:lnTo>
                <a:lnTo>
                  <a:pt x="102688" y="295625"/>
                </a:lnTo>
                <a:lnTo>
                  <a:pt x="101557" y="295238"/>
                </a:lnTo>
                <a:lnTo>
                  <a:pt x="100427" y="294843"/>
                </a:lnTo>
                <a:lnTo>
                  <a:pt x="99298" y="294442"/>
                </a:lnTo>
                <a:lnTo>
                  <a:pt x="98169" y="294034"/>
                </a:lnTo>
                <a:lnTo>
                  <a:pt x="97042" y="293620"/>
                </a:lnTo>
                <a:lnTo>
                  <a:pt x="95915" y="293199"/>
                </a:lnTo>
                <a:lnTo>
                  <a:pt x="94286" y="292580"/>
                </a:lnTo>
                <a:lnTo>
                  <a:pt x="92694" y="291843"/>
                </a:lnTo>
                <a:lnTo>
                  <a:pt x="91612" y="291339"/>
                </a:lnTo>
                <a:lnTo>
                  <a:pt x="90529" y="290830"/>
                </a:lnTo>
                <a:lnTo>
                  <a:pt x="89446" y="290316"/>
                </a:lnTo>
                <a:lnTo>
                  <a:pt x="88363" y="289796"/>
                </a:lnTo>
                <a:lnTo>
                  <a:pt x="87280" y="289269"/>
                </a:lnTo>
                <a:lnTo>
                  <a:pt x="86196" y="288735"/>
                </a:lnTo>
                <a:lnTo>
                  <a:pt x="85111" y="288192"/>
                </a:lnTo>
                <a:lnTo>
                  <a:pt x="84027" y="287641"/>
                </a:lnTo>
                <a:lnTo>
                  <a:pt x="82942" y="287080"/>
                </a:lnTo>
                <a:lnTo>
                  <a:pt x="81857" y="286510"/>
                </a:lnTo>
                <a:lnTo>
                  <a:pt x="80772" y="285928"/>
                </a:lnTo>
                <a:lnTo>
                  <a:pt x="79688" y="285334"/>
                </a:lnTo>
                <a:lnTo>
                  <a:pt x="78603" y="284729"/>
                </a:lnTo>
                <a:lnTo>
                  <a:pt x="77519" y="284110"/>
                </a:lnTo>
                <a:lnTo>
                  <a:pt x="76436" y="283478"/>
                </a:lnTo>
                <a:lnTo>
                  <a:pt x="75354" y="282831"/>
                </a:lnTo>
                <a:lnTo>
                  <a:pt x="74272" y="282169"/>
                </a:lnTo>
                <a:lnTo>
                  <a:pt x="73193" y="281492"/>
                </a:lnTo>
                <a:lnTo>
                  <a:pt x="72115" y="280798"/>
                </a:lnTo>
                <a:lnTo>
                  <a:pt x="71039" y="280087"/>
                </a:lnTo>
                <a:lnTo>
                  <a:pt x="69966" y="279359"/>
                </a:lnTo>
                <a:lnTo>
                  <a:pt x="68896" y="278612"/>
                </a:lnTo>
                <a:lnTo>
                  <a:pt x="68137" y="278068"/>
                </a:lnTo>
                <a:lnTo>
                  <a:pt x="67375" y="277557"/>
                </a:lnTo>
                <a:lnTo>
                  <a:pt x="66370" y="276878"/>
                </a:lnTo>
                <a:lnTo>
                  <a:pt x="65366" y="276194"/>
                </a:lnTo>
                <a:lnTo>
                  <a:pt x="64362" y="275504"/>
                </a:lnTo>
                <a:lnTo>
                  <a:pt x="63360" y="274807"/>
                </a:lnTo>
                <a:lnTo>
                  <a:pt x="62358" y="274103"/>
                </a:lnTo>
                <a:lnTo>
                  <a:pt x="61358" y="273391"/>
                </a:lnTo>
                <a:lnTo>
                  <a:pt x="60358" y="272670"/>
                </a:lnTo>
                <a:lnTo>
                  <a:pt x="59360" y="271940"/>
                </a:lnTo>
                <a:lnTo>
                  <a:pt x="58363" y="271201"/>
                </a:lnTo>
                <a:lnTo>
                  <a:pt x="57368" y="270450"/>
                </a:lnTo>
                <a:lnTo>
                  <a:pt x="56374" y="269689"/>
                </a:lnTo>
                <a:lnTo>
                  <a:pt x="55382" y="268915"/>
                </a:lnTo>
                <a:lnTo>
                  <a:pt x="54393" y="268129"/>
                </a:lnTo>
                <a:lnTo>
                  <a:pt x="53406" y="267331"/>
                </a:lnTo>
                <a:lnTo>
                  <a:pt x="52422" y="266519"/>
                </a:lnTo>
                <a:lnTo>
                  <a:pt x="51440" y="265692"/>
                </a:lnTo>
                <a:lnTo>
                  <a:pt x="50462" y="264851"/>
                </a:lnTo>
                <a:lnTo>
                  <a:pt x="49488" y="263995"/>
                </a:lnTo>
                <a:lnTo>
                  <a:pt x="48518" y="263123"/>
                </a:lnTo>
                <a:lnTo>
                  <a:pt x="47551" y="262235"/>
                </a:lnTo>
                <a:lnTo>
                  <a:pt x="46590" y="261331"/>
                </a:lnTo>
                <a:lnTo>
                  <a:pt x="45633" y="260409"/>
                </a:lnTo>
                <a:lnTo>
                  <a:pt x="44707" y="259494"/>
                </a:lnTo>
                <a:lnTo>
                  <a:pt x="43830" y="258613"/>
                </a:lnTo>
                <a:lnTo>
                  <a:pt x="42979" y="257750"/>
                </a:lnTo>
                <a:lnTo>
                  <a:pt x="42129" y="256879"/>
                </a:lnTo>
                <a:lnTo>
                  <a:pt x="41280" y="256000"/>
                </a:lnTo>
                <a:lnTo>
                  <a:pt x="40433" y="255111"/>
                </a:lnTo>
                <a:lnTo>
                  <a:pt x="39588" y="254212"/>
                </a:lnTo>
                <a:lnTo>
                  <a:pt x="38746" y="253302"/>
                </a:lnTo>
                <a:lnTo>
                  <a:pt x="37907" y="252380"/>
                </a:lnTo>
                <a:lnTo>
                  <a:pt x="37072" y="251446"/>
                </a:lnTo>
                <a:lnTo>
                  <a:pt x="36240" y="250499"/>
                </a:lnTo>
                <a:lnTo>
                  <a:pt x="35414" y="249539"/>
                </a:lnTo>
                <a:lnTo>
                  <a:pt x="34592" y="248564"/>
                </a:lnTo>
                <a:lnTo>
                  <a:pt x="33776" y="247574"/>
                </a:lnTo>
                <a:lnTo>
                  <a:pt x="32967" y="246568"/>
                </a:lnTo>
                <a:lnTo>
                  <a:pt x="32164" y="245547"/>
                </a:lnTo>
                <a:lnTo>
                  <a:pt x="31369" y="244508"/>
                </a:lnTo>
                <a:lnTo>
                  <a:pt x="30583" y="243452"/>
                </a:lnTo>
                <a:lnTo>
                  <a:pt x="29806" y="242378"/>
                </a:lnTo>
                <a:lnTo>
                  <a:pt x="29039" y="241286"/>
                </a:lnTo>
                <a:lnTo>
                  <a:pt x="28282" y="240175"/>
                </a:lnTo>
                <a:lnTo>
                  <a:pt x="27537" y="239045"/>
                </a:lnTo>
                <a:lnTo>
                  <a:pt x="26804" y="237895"/>
                </a:lnTo>
                <a:lnTo>
                  <a:pt x="26084" y="236726"/>
                </a:lnTo>
                <a:lnTo>
                  <a:pt x="25818" y="236277"/>
                </a:lnTo>
                <a:lnTo>
                  <a:pt x="25541" y="235890"/>
                </a:lnTo>
                <a:lnTo>
                  <a:pt x="24794" y="234820"/>
                </a:lnTo>
                <a:lnTo>
                  <a:pt x="24065" y="233747"/>
                </a:lnTo>
                <a:lnTo>
                  <a:pt x="23355" y="232671"/>
                </a:lnTo>
                <a:lnTo>
                  <a:pt x="22661" y="231593"/>
                </a:lnTo>
                <a:lnTo>
                  <a:pt x="21983" y="230514"/>
                </a:lnTo>
                <a:lnTo>
                  <a:pt x="21322" y="229433"/>
                </a:lnTo>
                <a:lnTo>
                  <a:pt x="20675" y="228350"/>
                </a:lnTo>
                <a:lnTo>
                  <a:pt x="20042" y="227267"/>
                </a:lnTo>
                <a:lnTo>
                  <a:pt x="19424" y="226183"/>
                </a:lnTo>
                <a:lnTo>
                  <a:pt x="18818" y="225099"/>
                </a:lnTo>
                <a:lnTo>
                  <a:pt x="18225" y="224014"/>
                </a:lnTo>
                <a:lnTo>
                  <a:pt x="17643" y="222929"/>
                </a:lnTo>
                <a:lnTo>
                  <a:pt x="17072" y="221844"/>
                </a:lnTo>
                <a:lnTo>
                  <a:pt x="16511" y="220759"/>
                </a:lnTo>
                <a:lnTo>
                  <a:pt x="15960" y="219675"/>
                </a:lnTo>
                <a:lnTo>
                  <a:pt x="15418" y="218591"/>
                </a:lnTo>
                <a:lnTo>
                  <a:pt x="14883" y="217507"/>
                </a:lnTo>
                <a:lnTo>
                  <a:pt x="14357" y="216423"/>
                </a:lnTo>
                <a:lnTo>
                  <a:pt x="13836" y="215340"/>
                </a:lnTo>
                <a:lnTo>
                  <a:pt x="13322" y="214257"/>
                </a:lnTo>
                <a:lnTo>
                  <a:pt x="12813" y="213175"/>
                </a:lnTo>
                <a:lnTo>
                  <a:pt x="12309" y="212092"/>
                </a:lnTo>
                <a:lnTo>
                  <a:pt x="11581" y="210517"/>
                </a:lnTo>
                <a:lnTo>
                  <a:pt x="10963" y="208902"/>
                </a:lnTo>
                <a:lnTo>
                  <a:pt x="10536" y="207767"/>
                </a:lnTo>
                <a:lnTo>
                  <a:pt x="10117" y="206630"/>
                </a:lnTo>
                <a:lnTo>
                  <a:pt x="9704" y="205490"/>
                </a:lnTo>
                <a:lnTo>
                  <a:pt x="9298" y="204347"/>
                </a:lnTo>
                <a:lnTo>
                  <a:pt x="8900" y="203202"/>
                </a:lnTo>
                <a:lnTo>
                  <a:pt x="8508" y="202053"/>
                </a:lnTo>
                <a:lnTo>
                  <a:pt x="8123" y="200901"/>
                </a:lnTo>
                <a:lnTo>
                  <a:pt x="7745" y="199745"/>
                </a:lnTo>
                <a:lnTo>
                  <a:pt x="7375" y="198585"/>
                </a:lnTo>
                <a:lnTo>
                  <a:pt x="7011" y="197421"/>
                </a:lnTo>
                <a:lnTo>
                  <a:pt x="6655" y="196254"/>
                </a:lnTo>
                <a:lnTo>
                  <a:pt x="6306" y="195081"/>
                </a:lnTo>
                <a:lnTo>
                  <a:pt x="5964" y="193905"/>
                </a:lnTo>
                <a:lnTo>
                  <a:pt x="5630" y="192723"/>
                </a:lnTo>
                <a:lnTo>
                  <a:pt x="5303" y="191537"/>
                </a:lnTo>
                <a:lnTo>
                  <a:pt x="4983" y="190346"/>
                </a:lnTo>
                <a:lnTo>
                  <a:pt x="4670" y="189149"/>
                </a:lnTo>
                <a:lnTo>
                  <a:pt x="4365" y="187947"/>
                </a:lnTo>
                <a:lnTo>
                  <a:pt x="4067" y="186740"/>
                </a:lnTo>
                <a:lnTo>
                  <a:pt x="3777" y="185527"/>
                </a:lnTo>
                <a:lnTo>
                  <a:pt x="3494" y="184307"/>
                </a:lnTo>
                <a:lnTo>
                  <a:pt x="3219" y="183082"/>
                </a:lnTo>
                <a:lnTo>
                  <a:pt x="2854" y="181407"/>
                </a:lnTo>
                <a:lnTo>
                  <a:pt x="2613" y="179845"/>
                </a:lnTo>
                <a:lnTo>
                  <a:pt x="2448" y="178766"/>
                </a:lnTo>
                <a:lnTo>
                  <a:pt x="2283" y="177673"/>
                </a:lnTo>
                <a:lnTo>
                  <a:pt x="2119" y="176567"/>
                </a:lnTo>
                <a:lnTo>
                  <a:pt x="1956" y="175447"/>
                </a:lnTo>
                <a:lnTo>
                  <a:pt x="1795" y="174315"/>
                </a:lnTo>
                <a:lnTo>
                  <a:pt x="1637" y="173170"/>
                </a:lnTo>
                <a:lnTo>
                  <a:pt x="1481" y="172013"/>
                </a:lnTo>
                <a:lnTo>
                  <a:pt x="1330" y="170845"/>
                </a:lnTo>
                <a:lnTo>
                  <a:pt x="1183" y="169664"/>
                </a:lnTo>
                <a:lnTo>
                  <a:pt x="1042" y="168472"/>
                </a:lnTo>
                <a:lnTo>
                  <a:pt x="906" y="167270"/>
                </a:lnTo>
                <a:lnTo>
                  <a:pt x="777" y="166056"/>
                </a:lnTo>
                <a:lnTo>
                  <a:pt x="655" y="164832"/>
                </a:lnTo>
                <a:lnTo>
                  <a:pt x="541" y="163597"/>
                </a:lnTo>
                <a:lnTo>
                  <a:pt x="436" y="162352"/>
                </a:lnTo>
                <a:lnTo>
                  <a:pt x="340" y="161097"/>
                </a:lnTo>
                <a:lnTo>
                  <a:pt x="255" y="159833"/>
                </a:lnTo>
                <a:lnTo>
                  <a:pt x="180" y="158559"/>
                </a:lnTo>
                <a:lnTo>
                  <a:pt x="118" y="157275"/>
                </a:lnTo>
                <a:lnTo>
                  <a:pt x="67" y="155983"/>
                </a:lnTo>
                <a:lnTo>
                  <a:pt x="31" y="154681"/>
                </a:lnTo>
                <a:lnTo>
                  <a:pt x="8" y="153371"/>
                </a:lnTo>
                <a:lnTo>
                  <a:pt x="0" y="152050"/>
                </a:lnTo>
                <a:lnTo>
                  <a:pt x="8" y="150799"/>
                </a:lnTo>
                <a:lnTo>
                  <a:pt x="31" y="149544"/>
                </a:lnTo>
                <a:lnTo>
                  <a:pt x="68" y="148289"/>
                </a:lnTo>
                <a:lnTo>
                  <a:pt x="119" y="147036"/>
                </a:lnTo>
                <a:lnTo>
                  <a:pt x="181" y="145783"/>
                </a:lnTo>
                <a:lnTo>
                  <a:pt x="256" y="144532"/>
                </a:lnTo>
                <a:lnTo>
                  <a:pt x="340" y="143282"/>
                </a:lnTo>
                <a:lnTo>
                  <a:pt x="435" y="142034"/>
                </a:lnTo>
                <a:lnTo>
                  <a:pt x="539" y="140788"/>
                </a:lnTo>
                <a:lnTo>
                  <a:pt x="652" y="139545"/>
                </a:lnTo>
                <a:lnTo>
                  <a:pt x="772" y="138304"/>
                </a:lnTo>
                <a:lnTo>
                  <a:pt x="899" y="137068"/>
                </a:lnTo>
                <a:lnTo>
                  <a:pt x="1033" y="135835"/>
                </a:lnTo>
                <a:lnTo>
                  <a:pt x="1173" y="134607"/>
                </a:lnTo>
                <a:lnTo>
                  <a:pt x="1317" y="133385"/>
                </a:lnTo>
                <a:lnTo>
                  <a:pt x="1467" y="132168"/>
                </a:lnTo>
                <a:lnTo>
                  <a:pt x="1620" y="130959"/>
                </a:lnTo>
                <a:lnTo>
                  <a:pt x="1776" y="129756"/>
                </a:lnTo>
                <a:lnTo>
                  <a:pt x="1935" y="128562"/>
                </a:lnTo>
                <a:lnTo>
                  <a:pt x="2097" y="127376"/>
                </a:lnTo>
                <a:lnTo>
                  <a:pt x="2260" y="126200"/>
                </a:lnTo>
                <a:lnTo>
                  <a:pt x="2423" y="125035"/>
                </a:lnTo>
                <a:lnTo>
                  <a:pt x="2587" y="123881"/>
                </a:lnTo>
                <a:lnTo>
                  <a:pt x="2853" y="122028"/>
                </a:lnTo>
                <a:lnTo>
                  <a:pt x="3273" y="120228"/>
                </a:lnTo>
                <a:lnTo>
                  <a:pt x="3547" y="119086"/>
                </a:lnTo>
                <a:lnTo>
                  <a:pt x="3828" y="117945"/>
                </a:lnTo>
                <a:lnTo>
                  <a:pt x="4117" y="116804"/>
                </a:lnTo>
                <a:lnTo>
                  <a:pt x="4412" y="115664"/>
                </a:lnTo>
                <a:lnTo>
                  <a:pt x="4715" y="114524"/>
                </a:lnTo>
                <a:lnTo>
                  <a:pt x="5025" y="113385"/>
                </a:lnTo>
                <a:lnTo>
                  <a:pt x="5342" y="112246"/>
                </a:lnTo>
                <a:lnTo>
                  <a:pt x="5666" y="111108"/>
                </a:lnTo>
                <a:lnTo>
                  <a:pt x="5997" y="109970"/>
                </a:lnTo>
                <a:lnTo>
                  <a:pt x="6336" y="108833"/>
                </a:lnTo>
                <a:lnTo>
                  <a:pt x="6681" y="107696"/>
                </a:lnTo>
                <a:lnTo>
                  <a:pt x="7034" y="106560"/>
                </a:lnTo>
                <a:lnTo>
                  <a:pt x="7394" y="105424"/>
                </a:lnTo>
                <a:lnTo>
                  <a:pt x="7762" y="104288"/>
                </a:lnTo>
                <a:lnTo>
                  <a:pt x="8136" y="103153"/>
                </a:lnTo>
                <a:lnTo>
                  <a:pt x="8518" y="102018"/>
                </a:lnTo>
                <a:lnTo>
                  <a:pt x="8907" y="100884"/>
                </a:lnTo>
                <a:lnTo>
                  <a:pt x="9303" y="99750"/>
                </a:lnTo>
                <a:lnTo>
                  <a:pt x="9706" y="98617"/>
                </a:lnTo>
                <a:lnTo>
                  <a:pt x="10116" y="97484"/>
                </a:lnTo>
                <a:lnTo>
                  <a:pt x="10534" y="96351"/>
                </a:lnTo>
                <a:lnTo>
                  <a:pt x="10959" y="95219"/>
                </a:lnTo>
                <a:lnTo>
                  <a:pt x="11580" y="93589"/>
                </a:lnTo>
                <a:lnTo>
                  <a:pt x="12315" y="92005"/>
                </a:lnTo>
                <a:lnTo>
                  <a:pt x="12817" y="90929"/>
                </a:lnTo>
                <a:lnTo>
                  <a:pt x="13323" y="89854"/>
                </a:lnTo>
                <a:lnTo>
                  <a:pt x="13833" y="88778"/>
                </a:lnTo>
                <a:lnTo>
                  <a:pt x="14349" y="87702"/>
                </a:lnTo>
                <a:lnTo>
                  <a:pt x="14871" y="86626"/>
                </a:lnTo>
                <a:lnTo>
                  <a:pt x="15399" y="85549"/>
                </a:lnTo>
                <a:lnTo>
                  <a:pt x="15933" y="84472"/>
                </a:lnTo>
                <a:lnTo>
                  <a:pt x="16476" y="83394"/>
                </a:lnTo>
                <a:lnTo>
                  <a:pt x="17027" y="82314"/>
                </a:lnTo>
                <a:lnTo>
                  <a:pt x="17586" y="81234"/>
                </a:lnTo>
                <a:lnTo>
                  <a:pt x="18155" y="80152"/>
                </a:lnTo>
                <a:lnTo>
                  <a:pt x="18734" y="79069"/>
                </a:lnTo>
                <a:lnTo>
                  <a:pt x="19324" y="77984"/>
                </a:lnTo>
                <a:lnTo>
                  <a:pt x="19925" y="76899"/>
                </a:lnTo>
                <a:lnTo>
                  <a:pt x="20537" y="75812"/>
                </a:lnTo>
                <a:lnTo>
                  <a:pt x="21162" y="74723"/>
                </a:lnTo>
                <a:lnTo>
                  <a:pt x="21799" y="73633"/>
                </a:lnTo>
                <a:lnTo>
                  <a:pt x="22450" y="72542"/>
                </a:lnTo>
                <a:lnTo>
                  <a:pt x="23115" y="71450"/>
                </a:lnTo>
                <a:lnTo>
                  <a:pt x="23794" y="70356"/>
                </a:lnTo>
                <a:lnTo>
                  <a:pt x="24487" y="69261"/>
                </a:lnTo>
                <a:lnTo>
                  <a:pt x="25196" y="68165"/>
                </a:lnTo>
                <a:lnTo>
                  <a:pt x="25817" y="67226"/>
                </a:lnTo>
                <a:lnTo>
                  <a:pt x="26375" y="66357"/>
                </a:lnTo>
                <a:lnTo>
                  <a:pt x="27055" y="65324"/>
                </a:lnTo>
                <a:lnTo>
                  <a:pt x="27748" y="64294"/>
                </a:lnTo>
                <a:lnTo>
                  <a:pt x="28456" y="63268"/>
                </a:lnTo>
                <a:lnTo>
                  <a:pt x="29177" y="62245"/>
                </a:lnTo>
                <a:lnTo>
                  <a:pt x="29911" y="61227"/>
                </a:lnTo>
                <a:lnTo>
                  <a:pt x="30659" y="60213"/>
                </a:lnTo>
                <a:lnTo>
                  <a:pt x="31420" y="59204"/>
                </a:lnTo>
                <a:lnTo>
                  <a:pt x="32194" y="58201"/>
                </a:lnTo>
                <a:lnTo>
                  <a:pt x="32981" y="57203"/>
                </a:lnTo>
                <a:lnTo>
                  <a:pt x="33781" y="56211"/>
                </a:lnTo>
                <a:lnTo>
                  <a:pt x="34593" y="55225"/>
                </a:lnTo>
                <a:lnTo>
                  <a:pt x="35418" y="54246"/>
                </a:lnTo>
                <a:lnTo>
                  <a:pt x="36256" y="53274"/>
                </a:lnTo>
                <a:lnTo>
                  <a:pt x="37106" y="52310"/>
                </a:lnTo>
                <a:lnTo>
                  <a:pt x="37969" y="51354"/>
                </a:lnTo>
                <a:lnTo>
                  <a:pt x="38844" y="50406"/>
                </a:lnTo>
                <a:lnTo>
                  <a:pt x="39731" y="49467"/>
                </a:lnTo>
                <a:lnTo>
                  <a:pt x="40630" y="48537"/>
                </a:lnTo>
                <a:lnTo>
                  <a:pt x="41542" y="47617"/>
                </a:lnTo>
                <a:lnTo>
                  <a:pt x="42466" y="46707"/>
                </a:lnTo>
                <a:lnTo>
                  <a:pt x="43401" y="45807"/>
                </a:lnTo>
                <a:lnTo>
                  <a:pt x="44350" y="44919"/>
                </a:lnTo>
                <a:lnTo>
                  <a:pt x="44976" y="44347"/>
                </a:lnTo>
                <a:lnTo>
                  <a:pt x="45586" y="43741"/>
                </a:lnTo>
                <a:lnTo>
                  <a:pt x="46497" y="42853"/>
                </a:lnTo>
                <a:lnTo>
                  <a:pt x="47416" y="41972"/>
                </a:lnTo>
                <a:lnTo>
                  <a:pt x="48342" y="41099"/>
                </a:lnTo>
                <a:lnTo>
                  <a:pt x="49276" y="40233"/>
                </a:lnTo>
                <a:lnTo>
                  <a:pt x="50217" y="39375"/>
                </a:lnTo>
                <a:lnTo>
                  <a:pt x="51165" y="38524"/>
                </a:lnTo>
                <a:lnTo>
                  <a:pt x="52120" y="37681"/>
                </a:lnTo>
                <a:lnTo>
                  <a:pt x="53083" y="36846"/>
                </a:lnTo>
                <a:lnTo>
                  <a:pt x="54054" y="36019"/>
                </a:lnTo>
                <a:lnTo>
                  <a:pt x="55031" y="35199"/>
                </a:lnTo>
                <a:lnTo>
                  <a:pt x="56016" y="34387"/>
                </a:lnTo>
                <a:lnTo>
                  <a:pt x="57008" y="33582"/>
                </a:lnTo>
                <a:lnTo>
                  <a:pt x="58007" y="32785"/>
                </a:lnTo>
                <a:lnTo>
                  <a:pt x="59013" y="31996"/>
                </a:lnTo>
                <a:lnTo>
                  <a:pt x="60026" y="31215"/>
                </a:lnTo>
                <a:lnTo>
                  <a:pt x="61046" y="30441"/>
                </a:lnTo>
                <a:lnTo>
                  <a:pt x="62073" y="29675"/>
                </a:lnTo>
                <a:lnTo>
                  <a:pt x="63107" y="28917"/>
                </a:lnTo>
                <a:lnTo>
                  <a:pt x="64149" y="28166"/>
                </a:lnTo>
                <a:lnTo>
                  <a:pt x="65197" y="27424"/>
                </a:lnTo>
                <a:lnTo>
                  <a:pt x="66251" y="26688"/>
                </a:lnTo>
                <a:lnTo>
                  <a:pt x="67313" y="25961"/>
                </a:lnTo>
                <a:lnTo>
                  <a:pt x="68526" y="25144"/>
                </a:lnTo>
                <a:lnTo>
                  <a:pt x="69641" y="24439"/>
                </a:lnTo>
                <a:lnTo>
                  <a:pt x="70589" y="23845"/>
                </a:lnTo>
                <a:lnTo>
                  <a:pt x="71548" y="23249"/>
                </a:lnTo>
                <a:lnTo>
                  <a:pt x="72521" y="22650"/>
                </a:lnTo>
                <a:lnTo>
                  <a:pt x="73507" y="22050"/>
                </a:lnTo>
                <a:lnTo>
                  <a:pt x="74506" y="21449"/>
                </a:lnTo>
                <a:lnTo>
                  <a:pt x="75518" y="20849"/>
                </a:lnTo>
                <a:lnTo>
                  <a:pt x="76543" y="20249"/>
                </a:lnTo>
                <a:lnTo>
                  <a:pt x="77581" y="19651"/>
                </a:lnTo>
                <a:lnTo>
                  <a:pt x="78632" y="19055"/>
                </a:lnTo>
                <a:lnTo>
                  <a:pt x="79696" y="18462"/>
                </a:lnTo>
                <a:lnTo>
                  <a:pt x="80775" y="17872"/>
                </a:lnTo>
                <a:lnTo>
                  <a:pt x="81866" y="17287"/>
                </a:lnTo>
                <a:lnTo>
                  <a:pt x="82972" y="16707"/>
                </a:lnTo>
                <a:lnTo>
                  <a:pt x="84091" y="16133"/>
                </a:lnTo>
                <a:lnTo>
                  <a:pt x="85224" y="15565"/>
                </a:lnTo>
                <a:lnTo>
                  <a:pt x="86371" y="15005"/>
                </a:lnTo>
                <a:lnTo>
                  <a:pt x="87532" y="14452"/>
                </a:lnTo>
                <a:lnTo>
                  <a:pt x="88708" y="13909"/>
                </a:lnTo>
                <a:lnTo>
                  <a:pt x="89898" y="13375"/>
                </a:lnTo>
                <a:lnTo>
                  <a:pt x="91102" y="12852"/>
                </a:lnTo>
                <a:lnTo>
                  <a:pt x="92321" y="12340"/>
                </a:lnTo>
                <a:lnTo>
                  <a:pt x="93555" y="11840"/>
                </a:lnTo>
                <a:lnTo>
                  <a:pt x="94747" y="11375"/>
                </a:lnTo>
                <a:lnTo>
                  <a:pt x="95881" y="10941"/>
                </a:lnTo>
                <a:lnTo>
                  <a:pt x="97010" y="10516"/>
                </a:lnTo>
                <a:lnTo>
                  <a:pt x="98141" y="10098"/>
                </a:lnTo>
                <a:lnTo>
                  <a:pt x="99272" y="9687"/>
                </a:lnTo>
                <a:lnTo>
                  <a:pt x="100403" y="9283"/>
                </a:lnTo>
                <a:lnTo>
                  <a:pt x="101536" y="8886"/>
                </a:lnTo>
                <a:lnTo>
                  <a:pt x="102669" y="8497"/>
                </a:lnTo>
                <a:lnTo>
                  <a:pt x="103803" y="8114"/>
                </a:lnTo>
                <a:lnTo>
                  <a:pt x="104937" y="7738"/>
                </a:lnTo>
                <a:lnTo>
                  <a:pt x="106072" y="7369"/>
                </a:lnTo>
                <a:lnTo>
                  <a:pt x="107208" y="7008"/>
                </a:lnTo>
                <a:lnTo>
                  <a:pt x="108344" y="6653"/>
                </a:lnTo>
                <a:lnTo>
                  <a:pt x="109481" y="6306"/>
                </a:lnTo>
                <a:lnTo>
                  <a:pt x="110618" y="5966"/>
                </a:lnTo>
                <a:lnTo>
                  <a:pt x="111756" y="5633"/>
                </a:lnTo>
                <a:lnTo>
                  <a:pt x="112895" y="5307"/>
                </a:lnTo>
                <a:lnTo>
                  <a:pt x="114033" y="4989"/>
                </a:lnTo>
                <a:lnTo>
                  <a:pt x="115173" y="4678"/>
                </a:lnTo>
                <a:lnTo>
                  <a:pt x="116313" y="4374"/>
                </a:lnTo>
                <a:lnTo>
                  <a:pt x="117453" y="4077"/>
                </a:lnTo>
                <a:lnTo>
                  <a:pt x="118593" y="3788"/>
                </a:lnTo>
                <a:lnTo>
                  <a:pt x="119734" y="3506"/>
                </a:lnTo>
                <a:lnTo>
                  <a:pt x="120876" y="3231"/>
                </a:lnTo>
                <a:lnTo>
                  <a:pt x="122169" y="2928"/>
                </a:lnTo>
                <a:lnTo>
                  <a:pt x="123587" y="2633"/>
                </a:lnTo>
                <a:lnTo>
                  <a:pt x="124891" y="2376"/>
                </a:lnTo>
                <a:lnTo>
                  <a:pt x="126192" y="2136"/>
                </a:lnTo>
                <a:lnTo>
                  <a:pt x="127488" y="1910"/>
                </a:lnTo>
                <a:lnTo>
                  <a:pt x="128779" y="1699"/>
                </a:lnTo>
                <a:lnTo>
                  <a:pt x="130066" y="1503"/>
                </a:lnTo>
                <a:lnTo>
                  <a:pt x="131347" y="1320"/>
                </a:lnTo>
                <a:lnTo>
                  <a:pt x="132623" y="1151"/>
                </a:lnTo>
                <a:lnTo>
                  <a:pt x="133893" y="995"/>
                </a:lnTo>
                <a:lnTo>
                  <a:pt x="135158" y="852"/>
                </a:lnTo>
                <a:lnTo>
                  <a:pt x="136416" y="721"/>
                </a:lnTo>
                <a:lnTo>
                  <a:pt x="137667" y="603"/>
                </a:lnTo>
                <a:lnTo>
                  <a:pt x="138911" y="496"/>
                </a:lnTo>
                <a:lnTo>
                  <a:pt x="140149" y="400"/>
                </a:lnTo>
                <a:lnTo>
                  <a:pt x="141379" y="315"/>
                </a:lnTo>
                <a:lnTo>
                  <a:pt x="142602" y="240"/>
                </a:lnTo>
                <a:lnTo>
                  <a:pt x="143816" y="176"/>
                </a:lnTo>
                <a:lnTo>
                  <a:pt x="145023" y="121"/>
                </a:lnTo>
                <a:lnTo>
                  <a:pt x="146221" y="76"/>
                </a:lnTo>
                <a:lnTo>
                  <a:pt x="147410" y="39"/>
                </a:lnTo>
                <a:lnTo>
                  <a:pt x="148591" y="12"/>
                </a:lnTo>
                <a:lnTo>
                  <a:pt x="149300" y="0"/>
                </a:lnTo>
                <a:lnTo>
                  <a:pt x="155029" y="0"/>
                </a:lnTo>
                <a:lnTo>
                  <a:pt x="155760" y="11"/>
                </a:lnTo>
                <a:lnTo>
                  <a:pt x="156996" y="39"/>
                </a:lnTo>
                <a:lnTo>
                  <a:pt x="158237" y="75"/>
                </a:lnTo>
                <a:lnTo>
                  <a:pt x="159481" y="120"/>
                </a:lnTo>
                <a:lnTo>
                  <a:pt x="160730" y="174"/>
                </a:lnTo>
                <a:lnTo>
                  <a:pt x="161982" y="238"/>
                </a:lnTo>
                <a:lnTo>
                  <a:pt x="163239" y="313"/>
                </a:lnTo>
                <a:lnTo>
                  <a:pt x="164500" y="397"/>
                </a:lnTo>
                <a:lnTo>
                  <a:pt x="165764" y="493"/>
                </a:lnTo>
                <a:lnTo>
                  <a:pt x="167033" y="600"/>
                </a:lnTo>
                <a:lnTo>
                  <a:pt x="168305" y="719"/>
                </a:lnTo>
                <a:lnTo>
                  <a:pt x="169581" y="850"/>
                </a:lnTo>
                <a:lnTo>
                  <a:pt x="170861" y="993"/>
                </a:lnTo>
                <a:lnTo>
                  <a:pt x="172145" y="1149"/>
                </a:lnTo>
                <a:lnTo>
                  <a:pt x="173432" y="1318"/>
                </a:lnTo>
                <a:lnTo>
                  <a:pt x="174722" y="1501"/>
                </a:lnTo>
                <a:lnTo>
                  <a:pt x="176016" y="1698"/>
                </a:lnTo>
                <a:lnTo>
                  <a:pt x="177313" y="1909"/>
                </a:lnTo>
                <a:lnTo>
                  <a:pt x="178613" y="2135"/>
                </a:lnTo>
                <a:lnTo>
                  <a:pt x="179916" y="2376"/>
                </a:lnTo>
                <a:lnTo>
                  <a:pt x="181222" y="2633"/>
                </a:lnTo>
                <a:lnTo>
                  <a:pt x="182636" y="2927"/>
                </a:lnTo>
                <a:lnTo>
                  <a:pt x="183928" y="3229"/>
                </a:lnTo>
                <a:lnTo>
                  <a:pt x="185073" y="3504"/>
                </a:lnTo>
                <a:lnTo>
                  <a:pt x="186216" y="3786"/>
                </a:lnTo>
                <a:lnTo>
                  <a:pt x="187360" y="4076"/>
                </a:lnTo>
                <a:lnTo>
                  <a:pt x="188502" y="4373"/>
                </a:lnTo>
                <a:lnTo>
                  <a:pt x="189643" y="4677"/>
                </a:lnTo>
                <a:lnTo>
                  <a:pt x="190784" y="4988"/>
                </a:lnTo>
                <a:lnTo>
                  <a:pt x="191924" y="5307"/>
                </a:lnTo>
                <a:lnTo>
                  <a:pt x="193063" y="5633"/>
                </a:lnTo>
                <a:lnTo>
                  <a:pt x="194202" y="5966"/>
                </a:lnTo>
                <a:lnTo>
                  <a:pt x="195339" y="6306"/>
                </a:lnTo>
                <a:lnTo>
                  <a:pt x="196476" y="6653"/>
                </a:lnTo>
                <a:lnTo>
                  <a:pt x="197612" y="7008"/>
                </a:lnTo>
                <a:lnTo>
                  <a:pt x="198748" y="7369"/>
                </a:lnTo>
                <a:lnTo>
                  <a:pt x="199883" y="7738"/>
                </a:lnTo>
                <a:lnTo>
                  <a:pt x="201017" y="8113"/>
                </a:lnTo>
                <a:lnTo>
                  <a:pt x="202150" y="8496"/>
                </a:lnTo>
                <a:lnTo>
                  <a:pt x="203283" y="8885"/>
                </a:lnTo>
                <a:lnTo>
                  <a:pt x="204415" y="9282"/>
                </a:lnTo>
                <a:lnTo>
                  <a:pt x="205546" y="9685"/>
                </a:lnTo>
                <a:lnTo>
                  <a:pt x="206677" y="10095"/>
                </a:lnTo>
                <a:lnTo>
                  <a:pt x="207807" y="10513"/>
                </a:lnTo>
                <a:lnTo>
                  <a:pt x="208937" y="10937"/>
                </a:lnTo>
                <a:lnTo>
                  <a:pt x="210085" y="11375"/>
                </a:lnTo>
                <a:lnTo>
                  <a:pt x="211287" y="11845"/>
                </a:lnTo>
                <a:lnTo>
                  <a:pt x="212518" y="12345"/>
                </a:lnTo>
                <a:lnTo>
                  <a:pt x="213734" y="12857"/>
                </a:lnTo>
                <a:lnTo>
                  <a:pt x="214936" y="13380"/>
                </a:lnTo>
                <a:lnTo>
                  <a:pt x="216123" y="13913"/>
                </a:lnTo>
                <a:lnTo>
                  <a:pt x="217296" y="14457"/>
                </a:lnTo>
                <a:lnTo>
                  <a:pt x="218455" y="15009"/>
                </a:lnTo>
                <a:lnTo>
                  <a:pt x="219600" y="15569"/>
                </a:lnTo>
                <a:lnTo>
                  <a:pt x="220731" y="16136"/>
                </a:lnTo>
                <a:lnTo>
                  <a:pt x="221848" y="16710"/>
                </a:lnTo>
                <a:lnTo>
                  <a:pt x="222952" y="17290"/>
                </a:lnTo>
                <a:lnTo>
                  <a:pt x="224042" y="17875"/>
                </a:lnTo>
                <a:lnTo>
                  <a:pt x="225119" y="18464"/>
                </a:lnTo>
                <a:lnTo>
                  <a:pt x="226182" y="19057"/>
                </a:lnTo>
                <a:lnTo>
                  <a:pt x="227232" y="19653"/>
                </a:lnTo>
                <a:lnTo>
                  <a:pt x="228270" y="20250"/>
                </a:lnTo>
                <a:lnTo>
                  <a:pt x="229294" y="20850"/>
                </a:lnTo>
                <a:lnTo>
                  <a:pt x="230305" y="21450"/>
                </a:lnTo>
                <a:lnTo>
                  <a:pt x="231303" y="22050"/>
                </a:lnTo>
                <a:lnTo>
                  <a:pt x="232288" y="22650"/>
                </a:lnTo>
                <a:lnTo>
                  <a:pt x="233261" y="23249"/>
                </a:lnTo>
                <a:lnTo>
                  <a:pt x="234221" y="23845"/>
                </a:lnTo>
                <a:lnTo>
                  <a:pt x="235168" y="24439"/>
                </a:lnTo>
                <a:lnTo>
                  <a:pt x="236294" y="25151"/>
                </a:lnTo>
                <a:lnTo>
                  <a:pt x="237535" y="25990"/>
                </a:lnTo>
                <a:lnTo>
                  <a:pt x="238627" y="26745"/>
                </a:lnTo>
                <a:lnTo>
                  <a:pt x="239704" y="27508"/>
                </a:lnTo>
                <a:lnTo>
                  <a:pt x="240766" y="28276"/>
                </a:lnTo>
                <a:lnTo>
                  <a:pt x="241813" y="29051"/>
                </a:lnTo>
                <a:lnTo>
                  <a:pt x="242846" y="29832"/>
                </a:lnTo>
                <a:lnTo>
                  <a:pt x="243865" y="30619"/>
                </a:lnTo>
                <a:lnTo>
                  <a:pt x="244870" y="31411"/>
                </a:lnTo>
                <a:lnTo>
                  <a:pt x="245863" y="32208"/>
                </a:lnTo>
                <a:lnTo>
                  <a:pt x="246842" y="33010"/>
                </a:lnTo>
                <a:lnTo>
                  <a:pt x="247810" y="33817"/>
                </a:lnTo>
                <a:lnTo>
                  <a:pt x="248765" y="34628"/>
                </a:lnTo>
                <a:lnTo>
                  <a:pt x="249709" y="35444"/>
                </a:lnTo>
                <a:lnTo>
                  <a:pt x="250642" y="36263"/>
                </a:lnTo>
                <a:lnTo>
                  <a:pt x="251565" y="37086"/>
                </a:lnTo>
                <a:lnTo>
                  <a:pt x="252478" y="37913"/>
                </a:lnTo>
                <a:lnTo>
                  <a:pt x="253382" y="38743"/>
                </a:lnTo>
                <a:lnTo>
                  <a:pt x="254277" y="39576"/>
                </a:lnTo>
                <a:lnTo>
                  <a:pt x="255163" y="40413"/>
                </a:lnTo>
                <a:lnTo>
                  <a:pt x="256042" y="41252"/>
                </a:lnTo>
                <a:lnTo>
                  <a:pt x="256914" y="42094"/>
                </a:lnTo>
                <a:lnTo>
                  <a:pt x="257779" y="42939"/>
                </a:lnTo>
                <a:lnTo>
                  <a:pt x="258638" y="43787"/>
                </a:lnTo>
                <a:lnTo>
                  <a:pt x="259212" y="44358"/>
                </a:lnTo>
                <a:lnTo>
                  <a:pt x="259826" y="44919"/>
                </a:lnTo>
                <a:lnTo>
                  <a:pt x="260774" y="45807"/>
                </a:lnTo>
                <a:lnTo>
                  <a:pt x="261710" y="46707"/>
                </a:lnTo>
                <a:lnTo>
                  <a:pt x="262634" y="47617"/>
                </a:lnTo>
                <a:lnTo>
                  <a:pt x="263545" y="48537"/>
                </a:lnTo>
                <a:lnTo>
                  <a:pt x="264444" y="49467"/>
                </a:lnTo>
                <a:lnTo>
                  <a:pt x="265332" y="50406"/>
                </a:lnTo>
                <a:lnTo>
                  <a:pt x="266206" y="51354"/>
                </a:lnTo>
                <a:lnTo>
                  <a:pt x="267069" y="52310"/>
                </a:lnTo>
                <a:lnTo>
                  <a:pt x="267919" y="53274"/>
                </a:lnTo>
                <a:lnTo>
                  <a:pt x="268757" y="54246"/>
                </a:lnTo>
                <a:lnTo>
                  <a:pt x="269582" y="55225"/>
                </a:lnTo>
                <a:lnTo>
                  <a:pt x="270395" y="56211"/>
                </a:lnTo>
                <a:lnTo>
                  <a:pt x="271195" y="57203"/>
                </a:lnTo>
                <a:lnTo>
                  <a:pt x="271982" y="58201"/>
                </a:lnTo>
                <a:lnTo>
                  <a:pt x="272756" y="59204"/>
                </a:lnTo>
                <a:lnTo>
                  <a:pt x="273517" y="60213"/>
                </a:lnTo>
                <a:lnTo>
                  <a:pt x="274264" y="61227"/>
                </a:lnTo>
                <a:lnTo>
                  <a:pt x="274999" y="62245"/>
                </a:lnTo>
                <a:lnTo>
                  <a:pt x="275720" y="63268"/>
                </a:lnTo>
                <a:lnTo>
                  <a:pt x="276427" y="64294"/>
                </a:lnTo>
                <a:lnTo>
                  <a:pt x="277121" y="65324"/>
                </a:lnTo>
                <a:lnTo>
                  <a:pt x="277800" y="66357"/>
                </a:lnTo>
                <a:lnTo>
                  <a:pt x="278358" y="67226"/>
                </a:lnTo>
                <a:lnTo>
                  <a:pt x="278979" y="68165"/>
                </a:lnTo>
                <a:lnTo>
                  <a:pt x="279688" y="69261"/>
                </a:lnTo>
                <a:lnTo>
                  <a:pt x="280382" y="70356"/>
                </a:lnTo>
                <a:lnTo>
                  <a:pt x="281061" y="71450"/>
                </a:lnTo>
                <a:lnTo>
                  <a:pt x="281725" y="72542"/>
                </a:lnTo>
                <a:lnTo>
                  <a:pt x="282376" y="73633"/>
                </a:lnTo>
                <a:lnTo>
                  <a:pt x="283014" y="74723"/>
                </a:lnTo>
                <a:lnTo>
                  <a:pt x="283638" y="75812"/>
                </a:lnTo>
                <a:lnTo>
                  <a:pt x="284251" y="76899"/>
                </a:lnTo>
                <a:lnTo>
                  <a:pt x="284851" y="77984"/>
                </a:lnTo>
                <a:lnTo>
                  <a:pt x="285441" y="79069"/>
                </a:lnTo>
                <a:lnTo>
                  <a:pt x="286020" y="80152"/>
                </a:lnTo>
                <a:lnTo>
                  <a:pt x="286589" y="81234"/>
                </a:lnTo>
                <a:lnTo>
                  <a:pt x="287149" y="82314"/>
                </a:lnTo>
                <a:lnTo>
                  <a:pt x="287699" y="83394"/>
                </a:lnTo>
                <a:lnTo>
                  <a:pt x="288242" y="84472"/>
                </a:lnTo>
                <a:lnTo>
                  <a:pt x="288777" y="85549"/>
                </a:lnTo>
                <a:lnTo>
                  <a:pt x="289305" y="86626"/>
                </a:lnTo>
                <a:lnTo>
                  <a:pt x="289826" y="87702"/>
                </a:lnTo>
                <a:lnTo>
                  <a:pt x="290342" y="88778"/>
                </a:lnTo>
                <a:lnTo>
                  <a:pt x="290852" y="89854"/>
                </a:lnTo>
                <a:lnTo>
                  <a:pt x="291359" y="90929"/>
                </a:lnTo>
                <a:lnTo>
                  <a:pt x="291861" y="92005"/>
                </a:lnTo>
                <a:lnTo>
                  <a:pt x="292595" y="93589"/>
                </a:lnTo>
                <a:lnTo>
                  <a:pt x="293217" y="95219"/>
                </a:lnTo>
                <a:lnTo>
                  <a:pt x="293641" y="96351"/>
                </a:lnTo>
                <a:lnTo>
                  <a:pt x="294059" y="97484"/>
                </a:lnTo>
                <a:lnTo>
                  <a:pt x="294469" y="98617"/>
                </a:lnTo>
                <a:lnTo>
                  <a:pt x="294873" y="99750"/>
                </a:lnTo>
                <a:lnTo>
                  <a:pt x="295269" y="100884"/>
                </a:lnTo>
                <a:lnTo>
                  <a:pt x="295657" y="102018"/>
                </a:lnTo>
                <a:lnTo>
                  <a:pt x="296039" y="103153"/>
                </a:lnTo>
                <a:lnTo>
                  <a:pt x="296414" y="104288"/>
                </a:lnTo>
                <a:lnTo>
                  <a:pt x="296781" y="105424"/>
                </a:lnTo>
                <a:lnTo>
                  <a:pt x="297141" y="106560"/>
                </a:lnTo>
                <a:lnTo>
                  <a:pt x="297494" y="107696"/>
                </a:lnTo>
                <a:lnTo>
                  <a:pt x="297840" y="108833"/>
                </a:lnTo>
                <a:lnTo>
                  <a:pt x="298178" y="109970"/>
                </a:lnTo>
                <a:lnTo>
                  <a:pt x="298510" y="111108"/>
                </a:lnTo>
                <a:lnTo>
                  <a:pt x="298834" y="112246"/>
                </a:lnTo>
                <a:lnTo>
                  <a:pt x="299151" y="113385"/>
                </a:lnTo>
                <a:lnTo>
                  <a:pt x="299460" y="114524"/>
                </a:lnTo>
                <a:lnTo>
                  <a:pt x="299763" y="115664"/>
                </a:lnTo>
                <a:lnTo>
                  <a:pt x="300059" y="116804"/>
                </a:lnTo>
                <a:lnTo>
                  <a:pt x="300347" y="117945"/>
                </a:lnTo>
                <a:lnTo>
                  <a:pt x="300628" y="119086"/>
                </a:lnTo>
                <a:lnTo>
                  <a:pt x="300902" y="120228"/>
                </a:lnTo>
                <a:lnTo>
                  <a:pt x="301322" y="122028"/>
                </a:lnTo>
                <a:lnTo>
                  <a:pt x="301588" y="123881"/>
                </a:lnTo>
                <a:lnTo>
                  <a:pt x="301752" y="125035"/>
                </a:lnTo>
                <a:lnTo>
                  <a:pt x="301916" y="126200"/>
                </a:lnTo>
                <a:lnTo>
                  <a:pt x="302079" y="127376"/>
                </a:lnTo>
                <a:lnTo>
                  <a:pt x="302240" y="128562"/>
                </a:lnTo>
                <a:lnTo>
                  <a:pt x="302399" y="129756"/>
                </a:lnTo>
                <a:lnTo>
                  <a:pt x="302556" y="130959"/>
                </a:lnTo>
                <a:lnTo>
                  <a:pt x="302709" y="132168"/>
                </a:lnTo>
                <a:lnTo>
                  <a:pt x="302858" y="133385"/>
                </a:lnTo>
                <a:lnTo>
                  <a:pt x="303003" y="134607"/>
                </a:lnTo>
                <a:lnTo>
                  <a:pt x="303142" y="135835"/>
                </a:lnTo>
                <a:lnTo>
                  <a:pt x="303276" y="137068"/>
                </a:lnTo>
                <a:lnTo>
                  <a:pt x="303403" y="138304"/>
                </a:lnTo>
                <a:lnTo>
                  <a:pt x="303524" y="139545"/>
                </a:lnTo>
                <a:lnTo>
                  <a:pt x="303636" y="140788"/>
                </a:lnTo>
                <a:lnTo>
                  <a:pt x="303740" y="142034"/>
                </a:lnTo>
                <a:lnTo>
                  <a:pt x="303835" y="143282"/>
                </a:lnTo>
                <a:lnTo>
                  <a:pt x="303920" y="144532"/>
                </a:lnTo>
                <a:lnTo>
                  <a:pt x="303994" y="145783"/>
                </a:lnTo>
                <a:lnTo>
                  <a:pt x="304057" y="147036"/>
                </a:lnTo>
                <a:lnTo>
                  <a:pt x="304107" y="148289"/>
                </a:lnTo>
                <a:lnTo>
                  <a:pt x="304144" y="149544"/>
                </a:lnTo>
                <a:lnTo>
                  <a:pt x="304167" y="150799"/>
                </a:lnTo>
                <a:close/>
                <a:moveTo>
                  <a:pt x="270802" y="152983"/>
                </a:moveTo>
                <a:lnTo>
                  <a:pt x="270808" y="152057"/>
                </a:lnTo>
                <a:lnTo>
                  <a:pt x="270802" y="151212"/>
                </a:lnTo>
                <a:lnTo>
                  <a:pt x="270787" y="150345"/>
                </a:lnTo>
                <a:lnTo>
                  <a:pt x="270760" y="149455"/>
                </a:lnTo>
                <a:lnTo>
                  <a:pt x="270723" y="148541"/>
                </a:lnTo>
                <a:lnTo>
                  <a:pt x="270676" y="147605"/>
                </a:lnTo>
                <a:lnTo>
                  <a:pt x="270620" y="146650"/>
                </a:lnTo>
                <a:lnTo>
                  <a:pt x="270554" y="145676"/>
                </a:lnTo>
                <a:lnTo>
                  <a:pt x="270478" y="144685"/>
                </a:lnTo>
                <a:lnTo>
                  <a:pt x="270394" y="143678"/>
                </a:lnTo>
                <a:lnTo>
                  <a:pt x="270302" y="142657"/>
                </a:lnTo>
                <a:lnTo>
                  <a:pt x="270202" y="141623"/>
                </a:lnTo>
                <a:lnTo>
                  <a:pt x="270094" y="140577"/>
                </a:lnTo>
                <a:lnTo>
                  <a:pt x="269979" y="139520"/>
                </a:lnTo>
                <a:lnTo>
                  <a:pt x="269858" y="138453"/>
                </a:lnTo>
                <a:lnTo>
                  <a:pt x="269731" y="137378"/>
                </a:lnTo>
                <a:lnTo>
                  <a:pt x="269598" y="136296"/>
                </a:lnTo>
                <a:lnTo>
                  <a:pt x="269460" y="135207"/>
                </a:lnTo>
                <a:lnTo>
                  <a:pt x="269318" y="134113"/>
                </a:lnTo>
                <a:lnTo>
                  <a:pt x="269172" y="133015"/>
                </a:lnTo>
                <a:lnTo>
                  <a:pt x="269022" y="131914"/>
                </a:lnTo>
                <a:lnTo>
                  <a:pt x="268869" y="130809"/>
                </a:lnTo>
                <a:lnTo>
                  <a:pt x="268713" y="129704"/>
                </a:lnTo>
                <a:lnTo>
                  <a:pt x="268556" y="128597"/>
                </a:lnTo>
                <a:lnTo>
                  <a:pt x="268500" y="128203"/>
                </a:lnTo>
                <a:lnTo>
                  <a:pt x="268432" y="127915"/>
                </a:lnTo>
                <a:lnTo>
                  <a:pt x="268205" y="126969"/>
                </a:lnTo>
                <a:lnTo>
                  <a:pt x="267972" y="126023"/>
                </a:lnTo>
                <a:lnTo>
                  <a:pt x="267733" y="125077"/>
                </a:lnTo>
                <a:lnTo>
                  <a:pt x="267488" y="124130"/>
                </a:lnTo>
                <a:lnTo>
                  <a:pt x="267237" y="123184"/>
                </a:lnTo>
                <a:lnTo>
                  <a:pt x="266979" y="122237"/>
                </a:lnTo>
                <a:lnTo>
                  <a:pt x="266716" y="121290"/>
                </a:lnTo>
                <a:lnTo>
                  <a:pt x="266446" y="120343"/>
                </a:lnTo>
                <a:lnTo>
                  <a:pt x="266170" y="119395"/>
                </a:lnTo>
                <a:lnTo>
                  <a:pt x="265888" y="118447"/>
                </a:lnTo>
                <a:lnTo>
                  <a:pt x="265599" y="117498"/>
                </a:lnTo>
                <a:lnTo>
                  <a:pt x="265304" y="116549"/>
                </a:lnTo>
                <a:lnTo>
                  <a:pt x="265003" y="115599"/>
                </a:lnTo>
                <a:lnTo>
                  <a:pt x="264696" y="114649"/>
                </a:lnTo>
                <a:lnTo>
                  <a:pt x="264382" y="113699"/>
                </a:lnTo>
                <a:lnTo>
                  <a:pt x="264063" y="112748"/>
                </a:lnTo>
                <a:lnTo>
                  <a:pt x="263736" y="111796"/>
                </a:lnTo>
                <a:lnTo>
                  <a:pt x="263404" y="110843"/>
                </a:lnTo>
                <a:lnTo>
                  <a:pt x="263064" y="109890"/>
                </a:lnTo>
                <a:lnTo>
                  <a:pt x="262719" y="108936"/>
                </a:lnTo>
                <a:lnTo>
                  <a:pt x="262367" y="107982"/>
                </a:lnTo>
                <a:lnTo>
                  <a:pt x="262009" y="107027"/>
                </a:lnTo>
                <a:lnTo>
                  <a:pt x="261834" y="106568"/>
                </a:lnTo>
                <a:lnTo>
                  <a:pt x="261606" y="106076"/>
                </a:lnTo>
                <a:lnTo>
                  <a:pt x="261144" y="105088"/>
                </a:lnTo>
                <a:lnTo>
                  <a:pt x="260685" y="104111"/>
                </a:lnTo>
                <a:lnTo>
                  <a:pt x="260226" y="103145"/>
                </a:lnTo>
                <a:lnTo>
                  <a:pt x="259769" y="102190"/>
                </a:lnTo>
                <a:lnTo>
                  <a:pt x="259311" y="101246"/>
                </a:lnTo>
                <a:lnTo>
                  <a:pt x="258853" y="100312"/>
                </a:lnTo>
                <a:lnTo>
                  <a:pt x="258395" y="99388"/>
                </a:lnTo>
                <a:lnTo>
                  <a:pt x="257935" y="98474"/>
                </a:lnTo>
                <a:lnTo>
                  <a:pt x="257473" y="97569"/>
                </a:lnTo>
                <a:lnTo>
                  <a:pt x="257008" y="96672"/>
                </a:lnTo>
                <a:lnTo>
                  <a:pt x="256541" y="95784"/>
                </a:lnTo>
                <a:lnTo>
                  <a:pt x="256071" y="94904"/>
                </a:lnTo>
                <a:lnTo>
                  <a:pt x="255596" y="94031"/>
                </a:lnTo>
                <a:lnTo>
                  <a:pt x="255117" y="93165"/>
                </a:lnTo>
                <a:lnTo>
                  <a:pt x="254633" y="92305"/>
                </a:lnTo>
                <a:lnTo>
                  <a:pt x="254143" y="91451"/>
                </a:lnTo>
                <a:lnTo>
                  <a:pt x="253646" y="90603"/>
                </a:lnTo>
                <a:lnTo>
                  <a:pt x="253143" y="89760"/>
                </a:lnTo>
                <a:lnTo>
                  <a:pt x="252633" y="88921"/>
                </a:lnTo>
                <a:lnTo>
                  <a:pt x="252114" y="88085"/>
                </a:lnTo>
                <a:lnTo>
                  <a:pt x="251587" y="87253"/>
                </a:lnTo>
                <a:lnTo>
                  <a:pt x="251051" y="86424"/>
                </a:lnTo>
                <a:lnTo>
                  <a:pt x="250400" y="85439"/>
                </a:lnTo>
                <a:lnTo>
                  <a:pt x="249824" y="84543"/>
                </a:lnTo>
                <a:lnTo>
                  <a:pt x="249343" y="83812"/>
                </a:lnTo>
                <a:lnTo>
                  <a:pt x="248851" y="83081"/>
                </a:lnTo>
                <a:lnTo>
                  <a:pt x="248347" y="82349"/>
                </a:lnTo>
                <a:lnTo>
                  <a:pt x="247832" y="81619"/>
                </a:lnTo>
                <a:lnTo>
                  <a:pt x="247306" y="80890"/>
                </a:lnTo>
                <a:lnTo>
                  <a:pt x="246771" y="80164"/>
                </a:lnTo>
                <a:lnTo>
                  <a:pt x="246225" y="79441"/>
                </a:lnTo>
                <a:lnTo>
                  <a:pt x="245670" y="78721"/>
                </a:lnTo>
                <a:lnTo>
                  <a:pt x="245106" y="78006"/>
                </a:lnTo>
                <a:lnTo>
                  <a:pt x="244533" y="77295"/>
                </a:lnTo>
                <a:lnTo>
                  <a:pt x="243953" y="76591"/>
                </a:lnTo>
                <a:lnTo>
                  <a:pt x="243364" y="75893"/>
                </a:lnTo>
                <a:lnTo>
                  <a:pt x="242769" y="75202"/>
                </a:lnTo>
                <a:lnTo>
                  <a:pt x="242166" y="74519"/>
                </a:lnTo>
                <a:lnTo>
                  <a:pt x="241558" y="73844"/>
                </a:lnTo>
                <a:lnTo>
                  <a:pt x="240944" y="73179"/>
                </a:lnTo>
                <a:lnTo>
                  <a:pt x="240324" y="72523"/>
                </a:lnTo>
                <a:lnTo>
                  <a:pt x="239700" y="71878"/>
                </a:lnTo>
                <a:lnTo>
                  <a:pt x="239071" y="71243"/>
                </a:lnTo>
                <a:lnTo>
                  <a:pt x="238439" y="70620"/>
                </a:lnTo>
                <a:lnTo>
                  <a:pt x="237804" y="70010"/>
                </a:lnTo>
                <a:lnTo>
                  <a:pt x="237166" y="69412"/>
                </a:lnTo>
                <a:lnTo>
                  <a:pt x="236179" y="68511"/>
                </a:lnTo>
                <a:lnTo>
                  <a:pt x="235151" y="67487"/>
                </a:lnTo>
                <a:lnTo>
                  <a:pt x="234406" y="66753"/>
                </a:lnTo>
                <a:lnTo>
                  <a:pt x="233665" y="66029"/>
                </a:lnTo>
                <a:lnTo>
                  <a:pt x="232927" y="65316"/>
                </a:lnTo>
                <a:lnTo>
                  <a:pt x="232191" y="64613"/>
                </a:lnTo>
                <a:lnTo>
                  <a:pt x="231457" y="63920"/>
                </a:lnTo>
                <a:lnTo>
                  <a:pt x="230725" y="63238"/>
                </a:lnTo>
                <a:lnTo>
                  <a:pt x="229993" y="62566"/>
                </a:lnTo>
                <a:lnTo>
                  <a:pt x="229261" y="61903"/>
                </a:lnTo>
                <a:lnTo>
                  <a:pt x="228529" y="61250"/>
                </a:lnTo>
                <a:lnTo>
                  <a:pt x="227796" y="60607"/>
                </a:lnTo>
                <a:lnTo>
                  <a:pt x="227062" y="59972"/>
                </a:lnTo>
                <a:lnTo>
                  <a:pt x="226325" y="59347"/>
                </a:lnTo>
                <a:lnTo>
                  <a:pt x="225586" y="58731"/>
                </a:lnTo>
                <a:lnTo>
                  <a:pt x="224844" y="58123"/>
                </a:lnTo>
                <a:lnTo>
                  <a:pt x="224097" y="57523"/>
                </a:lnTo>
                <a:lnTo>
                  <a:pt x="223346" y="56931"/>
                </a:lnTo>
                <a:lnTo>
                  <a:pt x="222590" y="56347"/>
                </a:lnTo>
                <a:lnTo>
                  <a:pt x="221827" y="55771"/>
                </a:lnTo>
                <a:lnTo>
                  <a:pt x="221058" y="55202"/>
                </a:lnTo>
                <a:lnTo>
                  <a:pt x="220282" y="54640"/>
                </a:lnTo>
                <a:lnTo>
                  <a:pt x="219497" y="54084"/>
                </a:lnTo>
                <a:lnTo>
                  <a:pt x="218703" y="53535"/>
                </a:lnTo>
                <a:lnTo>
                  <a:pt x="218034" y="53083"/>
                </a:lnTo>
                <a:lnTo>
                  <a:pt x="217387" y="52674"/>
                </a:lnTo>
                <a:lnTo>
                  <a:pt x="216549" y="52148"/>
                </a:lnTo>
                <a:lnTo>
                  <a:pt x="215710" y="51627"/>
                </a:lnTo>
                <a:lnTo>
                  <a:pt x="214870" y="51110"/>
                </a:lnTo>
                <a:lnTo>
                  <a:pt x="214031" y="50599"/>
                </a:lnTo>
                <a:lnTo>
                  <a:pt x="213191" y="50094"/>
                </a:lnTo>
                <a:lnTo>
                  <a:pt x="212350" y="49595"/>
                </a:lnTo>
                <a:lnTo>
                  <a:pt x="211510" y="49103"/>
                </a:lnTo>
                <a:lnTo>
                  <a:pt x="210669" y="48618"/>
                </a:lnTo>
                <a:lnTo>
                  <a:pt x="209828" y="48141"/>
                </a:lnTo>
                <a:lnTo>
                  <a:pt x="208987" y="47673"/>
                </a:lnTo>
                <a:lnTo>
                  <a:pt x="208146" y="47212"/>
                </a:lnTo>
                <a:lnTo>
                  <a:pt x="207306" y="46762"/>
                </a:lnTo>
                <a:lnTo>
                  <a:pt x="206465" y="46320"/>
                </a:lnTo>
                <a:lnTo>
                  <a:pt x="205626" y="45889"/>
                </a:lnTo>
                <a:lnTo>
                  <a:pt x="204786" y="45468"/>
                </a:lnTo>
                <a:lnTo>
                  <a:pt x="203948" y="45057"/>
                </a:lnTo>
                <a:lnTo>
                  <a:pt x="203110" y="44658"/>
                </a:lnTo>
                <a:lnTo>
                  <a:pt x="202273" y="44271"/>
                </a:lnTo>
                <a:lnTo>
                  <a:pt x="201437" y="43895"/>
                </a:lnTo>
                <a:lnTo>
                  <a:pt x="200602" y="43531"/>
                </a:lnTo>
                <a:lnTo>
                  <a:pt x="199768" y="43181"/>
                </a:lnTo>
                <a:lnTo>
                  <a:pt x="198936" y="42843"/>
                </a:lnTo>
                <a:lnTo>
                  <a:pt x="198062" y="42501"/>
                </a:lnTo>
                <a:lnTo>
                  <a:pt x="197123" y="42143"/>
                </a:lnTo>
                <a:lnTo>
                  <a:pt x="196165" y="41783"/>
                </a:lnTo>
                <a:lnTo>
                  <a:pt x="195208" y="41430"/>
                </a:lnTo>
                <a:lnTo>
                  <a:pt x="194252" y="41083"/>
                </a:lnTo>
                <a:lnTo>
                  <a:pt x="193297" y="40742"/>
                </a:lnTo>
                <a:lnTo>
                  <a:pt x="192342" y="40408"/>
                </a:lnTo>
                <a:lnTo>
                  <a:pt x="191389" y="40080"/>
                </a:lnTo>
                <a:lnTo>
                  <a:pt x="190437" y="39758"/>
                </a:lnTo>
                <a:lnTo>
                  <a:pt x="189485" y="39443"/>
                </a:lnTo>
                <a:lnTo>
                  <a:pt x="188534" y="39135"/>
                </a:lnTo>
                <a:lnTo>
                  <a:pt x="187584" y="38832"/>
                </a:lnTo>
                <a:lnTo>
                  <a:pt x="186635" y="38536"/>
                </a:lnTo>
                <a:lnTo>
                  <a:pt x="185686" y="38246"/>
                </a:lnTo>
                <a:lnTo>
                  <a:pt x="184738" y="37963"/>
                </a:lnTo>
                <a:lnTo>
                  <a:pt x="183791" y="37686"/>
                </a:lnTo>
                <a:lnTo>
                  <a:pt x="182845" y="37415"/>
                </a:lnTo>
                <a:lnTo>
                  <a:pt x="181899" y="37151"/>
                </a:lnTo>
                <a:lnTo>
                  <a:pt x="180953" y="36893"/>
                </a:lnTo>
                <a:lnTo>
                  <a:pt x="180009" y="36641"/>
                </a:lnTo>
                <a:lnTo>
                  <a:pt x="179064" y="36395"/>
                </a:lnTo>
                <a:lnTo>
                  <a:pt x="178121" y="36156"/>
                </a:lnTo>
                <a:lnTo>
                  <a:pt x="177177" y="35923"/>
                </a:lnTo>
                <a:lnTo>
                  <a:pt x="176235" y="35697"/>
                </a:lnTo>
                <a:lnTo>
                  <a:pt x="175439" y="35511"/>
                </a:lnTo>
                <a:lnTo>
                  <a:pt x="174606" y="35337"/>
                </a:lnTo>
                <a:lnTo>
                  <a:pt x="173665" y="35153"/>
                </a:lnTo>
                <a:lnTo>
                  <a:pt x="172721" y="34978"/>
                </a:lnTo>
                <a:lnTo>
                  <a:pt x="171775" y="34814"/>
                </a:lnTo>
                <a:lnTo>
                  <a:pt x="170825" y="34659"/>
                </a:lnTo>
                <a:lnTo>
                  <a:pt x="169872" y="34514"/>
                </a:lnTo>
                <a:lnTo>
                  <a:pt x="168915" y="34378"/>
                </a:lnTo>
                <a:lnTo>
                  <a:pt x="167956" y="34252"/>
                </a:lnTo>
                <a:lnTo>
                  <a:pt x="166992" y="34135"/>
                </a:lnTo>
                <a:lnTo>
                  <a:pt x="166026" y="34027"/>
                </a:lnTo>
                <a:lnTo>
                  <a:pt x="165055" y="33927"/>
                </a:lnTo>
                <a:lnTo>
                  <a:pt x="164081" y="33837"/>
                </a:lnTo>
                <a:lnTo>
                  <a:pt x="163102" y="33754"/>
                </a:lnTo>
                <a:lnTo>
                  <a:pt x="162120" y="33680"/>
                </a:lnTo>
                <a:lnTo>
                  <a:pt x="161134" y="33613"/>
                </a:lnTo>
                <a:lnTo>
                  <a:pt x="160144" y="33555"/>
                </a:lnTo>
                <a:lnTo>
                  <a:pt x="159150" y="33504"/>
                </a:lnTo>
                <a:lnTo>
                  <a:pt x="158152" y="33460"/>
                </a:lnTo>
                <a:lnTo>
                  <a:pt x="157150" y="33424"/>
                </a:lnTo>
                <a:lnTo>
                  <a:pt x="156143" y="33395"/>
                </a:lnTo>
                <a:lnTo>
                  <a:pt x="155133" y="33372"/>
                </a:lnTo>
                <a:lnTo>
                  <a:pt x="154118" y="33357"/>
                </a:lnTo>
                <a:lnTo>
                  <a:pt x="153099" y="33347"/>
                </a:lnTo>
                <a:lnTo>
                  <a:pt x="152078" y="33344"/>
                </a:lnTo>
                <a:lnTo>
                  <a:pt x="151140" y="33347"/>
                </a:lnTo>
                <a:lnTo>
                  <a:pt x="150199" y="33357"/>
                </a:lnTo>
                <a:lnTo>
                  <a:pt x="149255" y="33372"/>
                </a:lnTo>
                <a:lnTo>
                  <a:pt x="148309" y="33394"/>
                </a:lnTo>
                <a:lnTo>
                  <a:pt x="147360" y="33423"/>
                </a:lnTo>
                <a:lnTo>
                  <a:pt x="146409" y="33459"/>
                </a:lnTo>
                <a:lnTo>
                  <a:pt x="145456" y="33502"/>
                </a:lnTo>
                <a:lnTo>
                  <a:pt x="144501" y="33553"/>
                </a:lnTo>
                <a:lnTo>
                  <a:pt x="143545" y="33611"/>
                </a:lnTo>
                <a:lnTo>
                  <a:pt x="142589" y="33677"/>
                </a:lnTo>
                <a:lnTo>
                  <a:pt x="141631" y="33752"/>
                </a:lnTo>
                <a:lnTo>
                  <a:pt x="140674" y="33834"/>
                </a:lnTo>
                <a:lnTo>
                  <a:pt x="139716" y="33925"/>
                </a:lnTo>
                <a:lnTo>
                  <a:pt x="138759" y="34024"/>
                </a:lnTo>
                <a:lnTo>
                  <a:pt x="137802" y="34133"/>
                </a:lnTo>
                <a:lnTo>
                  <a:pt x="136846" y="34250"/>
                </a:lnTo>
                <a:lnTo>
                  <a:pt x="135891" y="34377"/>
                </a:lnTo>
                <a:lnTo>
                  <a:pt x="134938" y="34512"/>
                </a:lnTo>
                <a:lnTo>
                  <a:pt x="133987" y="34658"/>
                </a:lnTo>
                <a:lnTo>
                  <a:pt x="133037" y="34813"/>
                </a:lnTo>
                <a:lnTo>
                  <a:pt x="132090" y="34977"/>
                </a:lnTo>
                <a:lnTo>
                  <a:pt x="131146" y="35152"/>
                </a:lnTo>
                <a:lnTo>
                  <a:pt x="130204" y="35337"/>
                </a:lnTo>
                <a:lnTo>
                  <a:pt x="129375" y="35510"/>
                </a:lnTo>
                <a:lnTo>
                  <a:pt x="128585" y="35695"/>
                </a:lnTo>
                <a:lnTo>
                  <a:pt x="127644" y="35922"/>
                </a:lnTo>
                <a:lnTo>
                  <a:pt x="126701" y="36155"/>
                </a:lnTo>
                <a:lnTo>
                  <a:pt x="125757" y="36394"/>
                </a:lnTo>
                <a:lnTo>
                  <a:pt x="124813" y="36640"/>
                </a:lnTo>
                <a:lnTo>
                  <a:pt x="123868" y="36892"/>
                </a:lnTo>
                <a:lnTo>
                  <a:pt x="122923" y="37150"/>
                </a:lnTo>
                <a:lnTo>
                  <a:pt x="121977" y="37415"/>
                </a:lnTo>
                <a:lnTo>
                  <a:pt x="121030" y="37686"/>
                </a:lnTo>
                <a:lnTo>
                  <a:pt x="120082" y="37963"/>
                </a:lnTo>
                <a:lnTo>
                  <a:pt x="119134" y="38246"/>
                </a:lnTo>
                <a:lnTo>
                  <a:pt x="118186" y="38536"/>
                </a:lnTo>
                <a:lnTo>
                  <a:pt x="117237" y="38832"/>
                </a:lnTo>
                <a:lnTo>
                  <a:pt x="116287" y="39134"/>
                </a:lnTo>
                <a:lnTo>
                  <a:pt x="115337" y="39443"/>
                </a:lnTo>
                <a:lnTo>
                  <a:pt x="114386" y="39758"/>
                </a:lnTo>
                <a:lnTo>
                  <a:pt x="113435" y="40079"/>
                </a:lnTo>
                <a:lnTo>
                  <a:pt x="112483" y="40407"/>
                </a:lnTo>
                <a:lnTo>
                  <a:pt x="111531" y="40740"/>
                </a:lnTo>
                <a:lnTo>
                  <a:pt x="110578" y="41080"/>
                </a:lnTo>
                <a:lnTo>
                  <a:pt x="109625" y="41427"/>
                </a:lnTo>
                <a:lnTo>
                  <a:pt x="108672" y="41779"/>
                </a:lnTo>
                <a:lnTo>
                  <a:pt x="107718" y="42138"/>
                </a:lnTo>
                <a:lnTo>
                  <a:pt x="106769" y="42501"/>
                </a:lnTo>
                <a:lnTo>
                  <a:pt x="105879" y="42848"/>
                </a:lnTo>
                <a:lnTo>
                  <a:pt x="105046" y="43186"/>
                </a:lnTo>
                <a:lnTo>
                  <a:pt x="104211" y="43536"/>
                </a:lnTo>
                <a:lnTo>
                  <a:pt x="103375" y="43900"/>
                </a:lnTo>
                <a:lnTo>
                  <a:pt x="102538" y="44275"/>
                </a:lnTo>
                <a:lnTo>
                  <a:pt x="101700" y="44662"/>
                </a:lnTo>
                <a:lnTo>
                  <a:pt x="100861" y="45061"/>
                </a:lnTo>
                <a:lnTo>
                  <a:pt x="100022" y="45471"/>
                </a:lnTo>
                <a:lnTo>
                  <a:pt x="99182" y="45892"/>
                </a:lnTo>
                <a:lnTo>
                  <a:pt x="98342" y="46323"/>
                </a:lnTo>
                <a:lnTo>
                  <a:pt x="97502" y="46764"/>
                </a:lnTo>
                <a:lnTo>
                  <a:pt x="96661" y="47215"/>
                </a:lnTo>
                <a:lnTo>
                  <a:pt x="95820" y="47675"/>
                </a:lnTo>
                <a:lnTo>
                  <a:pt x="94980" y="48143"/>
                </a:lnTo>
                <a:lnTo>
                  <a:pt x="94139" y="48620"/>
                </a:lnTo>
                <a:lnTo>
                  <a:pt x="93298" y="49104"/>
                </a:lnTo>
                <a:lnTo>
                  <a:pt x="92458" y="49596"/>
                </a:lnTo>
                <a:lnTo>
                  <a:pt x="91618" y="50095"/>
                </a:lnTo>
                <a:lnTo>
                  <a:pt x="90778" y="50600"/>
                </a:lnTo>
                <a:lnTo>
                  <a:pt x="89938" y="51110"/>
                </a:lnTo>
                <a:lnTo>
                  <a:pt x="89099" y="51627"/>
                </a:lnTo>
                <a:lnTo>
                  <a:pt x="88260" y="52148"/>
                </a:lnTo>
                <a:lnTo>
                  <a:pt x="87422" y="52674"/>
                </a:lnTo>
                <a:lnTo>
                  <a:pt x="86765" y="53090"/>
                </a:lnTo>
                <a:lnTo>
                  <a:pt x="86060" y="53564"/>
                </a:lnTo>
                <a:lnTo>
                  <a:pt x="85218" y="54141"/>
                </a:lnTo>
                <a:lnTo>
                  <a:pt x="84382" y="54724"/>
                </a:lnTo>
                <a:lnTo>
                  <a:pt x="83552" y="55312"/>
                </a:lnTo>
                <a:lnTo>
                  <a:pt x="82728" y="55905"/>
                </a:lnTo>
                <a:lnTo>
                  <a:pt x="81911" y="56504"/>
                </a:lnTo>
                <a:lnTo>
                  <a:pt x="81101" y="57109"/>
                </a:lnTo>
                <a:lnTo>
                  <a:pt x="80296" y="57719"/>
                </a:lnTo>
                <a:lnTo>
                  <a:pt x="79498" y="58335"/>
                </a:lnTo>
                <a:lnTo>
                  <a:pt x="78706" y="58956"/>
                </a:lnTo>
                <a:lnTo>
                  <a:pt x="77921" y="59582"/>
                </a:lnTo>
                <a:lnTo>
                  <a:pt x="77142" y="60214"/>
                </a:lnTo>
                <a:lnTo>
                  <a:pt x="76369" y="60852"/>
                </a:lnTo>
                <a:lnTo>
                  <a:pt x="75602" y="61495"/>
                </a:lnTo>
                <a:lnTo>
                  <a:pt x="74842" y="62143"/>
                </a:lnTo>
                <a:lnTo>
                  <a:pt x="74088" y="62797"/>
                </a:lnTo>
                <a:lnTo>
                  <a:pt x="73340" y="63457"/>
                </a:lnTo>
                <a:lnTo>
                  <a:pt x="72598" y="64122"/>
                </a:lnTo>
                <a:lnTo>
                  <a:pt x="71862" y="64793"/>
                </a:lnTo>
                <a:lnTo>
                  <a:pt x="71133" y="65469"/>
                </a:lnTo>
                <a:lnTo>
                  <a:pt x="70410" y="66151"/>
                </a:lnTo>
                <a:lnTo>
                  <a:pt x="69693" y="66839"/>
                </a:lnTo>
                <a:lnTo>
                  <a:pt x="68982" y="67532"/>
                </a:lnTo>
                <a:lnTo>
                  <a:pt x="67984" y="68522"/>
                </a:lnTo>
                <a:lnTo>
                  <a:pt x="67010" y="69412"/>
                </a:lnTo>
                <a:lnTo>
                  <a:pt x="66372" y="70010"/>
                </a:lnTo>
                <a:lnTo>
                  <a:pt x="65736" y="70620"/>
                </a:lnTo>
                <a:lnTo>
                  <a:pt x="65104" y="71243"/>
                </a:lnTo>
                <a:lnTo>
                  <a:pt x="64476" y="71878"/>
                </a:lnTo>
                <a:lnTo>
                  <a:pt x="63851" y="72523"/>
                </a:lnTo>
                <a:lnTo>
                  <a:pt x="63232" y="73179"/>
                </a:lnTo>
                <a:lnTo>
                  <a:pt x="62617" y="73844"/>
                </a:lnTo>
                <a:lnTo>
                  <a:pt x="62009" y="74519"/>
                </a:lnTo>
                <a:lnTo>
                  <a:pt x="61407" y="75202"/>
                </a:lnTo>
                <a:lnTo>
                  <a:pt x="60811" y="75893"/>
                </a:lnTo>
                <a:lnTo>
                  <a:pt x="60223" y="76591"/>
                </a:lnTo>
                <a:lnTo>
                  <a:pt x="59642" y="77295"/>
                </a:lnTo>
                <a:lnTo>
                  <a:pt x="59069" y="78006"/>
                </a:lnTo>
                <a:lnTo>
                  <a:pt x="58505" y="78721"/>
                </a:lnTo>
                <a:lnTo>
                  <a:pt x="57950" y="79441"/>
                </a:lnTo>
                <a:lnTo>
                  <a:pt x="57405" y="80164"/>
                </a:lnTo>
                <a:lnTo>
                  <a:pt x="56869" y="80890"/>
                </a:lnTo>
                <a:lnTo>
                  <a:pt x="56343" y="81619"/>
                </a:lnTo>
                <a:lnTo>
                  <a:pt x="55828" y="82349"/>
                </a:lnTo>
                <a:lnTo>
                  <a:pt x="55324" y="83081"/>
                </a:lnTo>
                <a:lnTo>
                  <a:pt x="54832" y="83812"/>
                </a:lnTo>
                <a:lnTo>
                  <a:pt x="54351" y="84543"/>
                </a:lnTo>
                <a:lnTo>
                  <a:pt x="53775" y="85439"/>
                </a:lnTo>
                <a:lnTo>
                  <a:pt x="53125" y="86424"/>
                </a:lnTo>
                <a:lnTo>
                  <a:pt x="52588" y="87253"/>
                </a:lnTo>
                <a:lnTo>
                  <a:pt x="52061" y="88085"/>
                </a:lnTo>
                <a:lnTo>
                  <a:pt x="51542" y="88921"/>
                </a:lnTo>
                <a:lnTo>
                  <a:pt x="51032" y="89760"/>
                </a:lnTo>
                <a:lnTo>
                  <a:pt x="50529" y="90603"/>
                </a:lnTo>
                <a:lnTo>
                  <a:pt x="50033" y="91451"/>
                </a:lnTo>
                <a:lnTo>
                  <a:pt x="49543" y="92305"/>
                </a:lnTo>
                <a:lnTo>
                  <a:pt x="49059" y="93165"/>
                </a:lnTo>
                <a:lnTo>
                  <a:pt x="48579" y="94031"/>
                </a:lnTo>
                <a:lnTo>
                  <a:pt x="48105" y="94904"/>
                </a:lnTo>
                <a:lnTo>
                  <a:pt x="47634" y="95784"/>
                </a:lnTo>
                <a:lnTo>
                  <a:pt x="47167" y="96672"/>
                </a:lnTo>
                <a:lnTo>
                  <a:pt x="46703" y="97569"/>
                </a:lnTo>
                <a:lnTo>
                  <a:pt x="46241" y="98474"/>
                </a:lnTo>
                <a:lnTo>
                  <a:pt x="45781" y="99388"/>
                </a:lnTo>
                <a:lnTo>
                  <a:pt x="45322" y="100312"/>
                </a:lnTo>
                <a:lnTo>
                  <a:pt x="44864" y="101246"/>
                </a:lnTo>
                <a:lnTo>
                  <a:pt x="44407" y="102190"/>
                </a:lnTo>
                <a:lnTo>
                  <a:pt x="43949" y="103145"/>
                </a:lnTo>
                <a:lnTo>
                  <a:pt x="43490" y="104111"/>
                </a:lnTo>
                <a:lnTo>
                  <a:pt x="43031" y="105088"/>
                </a:lnTo>
                <a:lnTo>
                  <a:pt x="42570" y="106076"/>
                </a:lnTo>
                <a:lnTo>
                  <a:pt x="42342" y="106568"/>
                </a:lnTo>
                <a:lnTo>
                  <a:pt x="42167" y="107027"/>
                </a:lnTo>
                <a:lnTo>
                  <a:pt x="41808" y="107982"/>
                </a:lnTo>
                <a:lnTo>
                  <a:pt x="41456" y="108936"/>
                </a:lnTo>
                <a:lnTo>
                  <a:pt x="41111" y="109890"/>
                </a:lnTo>
                <a:lnTo>
                  <a:pt x="40772" y="110843"/>
                </a:lnTo>
                <a:lnTo>
                  <a:pt x="40439" y="111796"/>
                </a:lnTo>
                <a:lnTo>
                  <a:pt x="40113" y="112748"/>
                </a:lnTo>
                <a:lnTo>
                  <a:pt x="39793" y="113699"/>
                </a:lnTo>
                <a:lnTo>
                  <a:pt x="39479" y="114649"/>
                </a:lnTo>
                <a:lnTo>
                  <a:pt x="39172" y="115599"/>
                </a:lnTo>
                <a:lnTo>
                  <a:pt x="38871" y="116549"/>
                </a:lnTo>
                <a:lnTo>
                  <a:pt x="38576" y="117498"/>
                </a:lnTo>
                <a:lnTo>
                  <a:pt x="38288" y="118447"/>
                </a:lnTo>
                <a:lnTo>
                  <a:pt x="38006" y="119395"/>
                </a:lnTo>
                <a:lnTo>
                  <a:pt x="37730" y="120343"/>
                </a:lnTo>
                <a:lnTo>
                  <a:pt x="37460" y="121290"/>
                </a:lnTo>
                <a:lnTo>
                  <a:pt x="37196" y="122237"/>
                </a:lnTo>
                <a:lnTo>
                  <a:pt x="36939" y="123184"/>
                </a:lnTo>
                <a:lnTo>
                  <a:pt x="36687" y="124130"/>
                </a:lnTo>
                <a:lnTo>
                  <a:pt x="36442" y="125077"/>
                </a:lnTo>
                <a:lnTo>
                  <a:pt x="36203" y="126023"/>
                </a:lnTo>
                <a:lnTo>
                  <a:pt x="35970" y="126969"/>
                </a:lnTo>
                <a:lnTo>
                  <a:pt x="35743" y="127915"/>
                </a:lnTo>
                <a:lnTo>
                  <a:pt x="35676" y="128203"/>
                </a:lnTo>
                <a:lnTo>
                  <a:pt x="35619" y="128597"/>
                </a:lnTo>
                <a:lnTo>
                  <a:pt x="35462" y="129704"/>
                </a:lnTo>
                <a:lnTo>
                  <a:pt x="35307" y="130809"/>
                </a:lnTo>
                <a:lnTo>
                  <a:pt x="35154" y="131914"/>
                </a:lnTo>
                <a:lnTo>
                  <a:pt x="35004" y="133015"/>
                </a:lnTo>
                <a:lnTo>
                  <a:pt x="34857" y="134113"/>
                </a:lnTo>
                <a:lnTo>
                  <a:pt x="34715" y="135207"/>
                </a:lnTo>
                <a:lnTo>
                  <a:pt x="34577" y="136296"/>
                </a:lnTo>
                <a:lnTo>
                  <a:pt x="34444" y="137378"/>
                </a:lnTo>
                <a:lnTo>
                  <a:pt x="34317" y="138453"/>
                </a:lnTo>
                <a:lnTo>
                  <a:pt x="34196" y="139520"/>
                </a:lnTo>
                <a:lnTo>
                  <a:pt x="34081" y="140577"/>
                </a:lnTo>
                <a:lnTo>
                  <a:pt x="33973" y="141623"/>
                </a:lnTo>
                <a:lnTo>
                  <a:pt x="33873" y="142657"/>
                </a:lnTo>
                <a:lnTo>
                  <a:pt x="33781" y="143678"/>
                </a:lnTo>
                <a:lnTo>
                  <a:pt x="33697" y="144685"/>
                </a:lnTo>
                <a:lnTo>
                  <a:pt x="33622" y="145676"/>
                </a:lnTo>
                <a:lnTo>
                  <a:pt x="33555" y="146650"/>
                </a:lnTo>
                <a:lnTo>
                  <a:pt x="33499" y="147605"/>
                </a:lnTo>
                <a:lnTo>
                  <a:pt x="33452" y="148541"/>
                </a:lnTo>
                <a:lnTo>
                  <a:pt x="33415" y="149455"/>
                </a:lnTo>
                <a:lnTo>
                  <a:pt x="33389" y="150345"/>
                </a:lnTo>
                <a:lnTo>
                  <a:pt x="33373" y="151212"/>
                </a:lnTo>
                <a:lnTo>
                  <a:pt x="33368" y="152057"/>
                </a:lnTo>
                <a:lnTo>
                  <a:pt x="33373" y="152983"/>
                </a:lnTo>
                <a:lnTo>
                  <a:pt x="33389" y="153919"/>
                </a:lnTo>
                <a:lnTo>
                  <a:pt x="33416" y="154862"/>
                </a:lnTo>
                <a:lnTo>
                  <a:pt x="33453" y="155813"/>
                </a:lnTo>
                <a:lnTo>
                  <a:pt x="33500" y="156770"/>
                </a:lnTo>
                <a:lnTo>
                  <a:pt x="33556" y="157734"/>
                </a:lnTo>
                <a:lnTo>
                  <a:pt x="33622" y="158704"/>
                </a:lnTo>
                <a:lnTo>
                  <a:pt x="33696" y="159680"/>
                </a:lnTo>
                <a:lnTo>
                  <a:pt x="33779" y="160661"/>
                </a:lnTo>
                <a:lnTo>
                  <a:pt x="33870" y="161648"/>
                </a:lnTo>
                <a:lnTo>
                  <a:pt x="33968" y="162639"/>
                </a:lnTo>
                <a:lnTo>
                  <a:pt x="34074" y="163634"/>
                </a:lnTo>
                <a:lnTo>
                  <a:pt x="34187" y="164633"/>
                </a:lnTo>
                <a:lnTo>
                  <a:pt x="34306" y="165636"/>
                </a:lnTo>
                <a:lnTo>
                  <a:pt x="34432" y="166643"/>
                </a:lnTo>
                <a:lnTo>
                  <a:pt x="34562" y="167652"/>
                </a:lnTo>
                <a:lnTo>
                  <a:pt x="34698" y="168665"/>
                </a:lnTo>
                <a:lnTo>
                  <a:pt x="34838" y="169679"/>
                </a:lnTo>
                <a:lnTo>
                  <a:pt x="34983" y="170696"/>
                </a:lnTo>
                <a:lnTo>
                  <a:pt x="35131" y="171715"/>
                </a:lnTo>
                <a:lnTo>
                  <a:pt x="35283" y="172736"/>
                </a:lnTo>
                <a:lnTo>
                  <a:pt x="35437" y="173758"/>
                </a:lnTo>
                <a:lnTo>
                  <a:pt x="35593" y="174781"/>
                </a:lnTo>
                <a:lnTo>
                  <a:pt x="35675" y="175309"/>
                </a:lnTo>
                <a:lnTo>
                  <a:pt x="35798" y="175874"/>
                </a:lnTo>
                <a:lnTo>
                  <a:pt x="36023" y="176876"/>
                </a:lnTo>
                <a:lnTo>
                  <a:pt x="36254" y="177872"/>
                </a:lnTo>
                <a:lnTo>
                  <a:pt x="36491" y="178863"/>
                </a:lnTo>
                <a:lnTo>
                  <a:pt x="36734" y="179848"/>
                </a:lnTo>
                <a:lnTo>
                  <a:pt x="36983" y="180828"/>
                </a:lnTo>
                <a:lnTo>
                  <a:pt x="37238" y="181804"/>
                </a:lnTo>
                <a:lnTo>
                  <a:pt x="37499" y="182775"/>
                </a:lnTo>
                <a:lnTo>
                  <a:pt x="37766" y="183743"/>
                </a:lnTo>
                <a:lnTo>
                  <a:pt x="38038" y="184706"/>
                </a:lnTo>
                <a:lnTo>
                  <a:pt x="38317" y="185667"/>
                </a:lnTo>
                <a:lnTo>
                  <a:pt x="38603" y="186625"/>
                </a:lnTo>
                <a:lnTo>
                  <a:pt x="38894" y="187580"/>
                </a:lnTo>
                <a:lnTo>
                  <a:pt x="39192" y="188533"/>
                </a:lnTo>
                <a:lnTo>
                  <a:pt x="39496" y="189485"/>
                </a:lnTo>
                <a:lnTo>
                  <a:pt x="39806" y="190435"/>
                </a:lnTo>
                <a:lnTo>
                  <a:pt x="40123" y="191384"/>
                </a:lnTo>
                <a:lnTo>
                  <a:pt x="40446" y="192332"/>
                </a:lnTo>
                <a:lnTo>
                  <a:pt x="40776" y="193279"/>
                </a:lnTo>
                <a:lnTo>
                  <a:pt x="41113" y="194227"/>
                </a:lnTo>
                <a:lnTo>
                  <a:pt x="41456" y="195174"/>
                </a:lnTo>
                <a:lnTo>
                  <a:pt x="41806" y="196123"/>
                </a:lnTo>
                <a:lnTo>
                  <a:pt x="42162" y="197072"/>
                </a:lnTo>
                <a:lnTo>
                  <a:pt x="42341" y="197540"/>
                </a:lnTo>
                <a:lnTo>
                  <a:pt x="42575" y="198046"/>
                </a:lnTo>
                <a:lnTo>
                  <a:pt x="43034" y="199031"/>
                </a:lnTo>
                <a:lnTo>
                  <a:pt x="43491" y="200003"/>
                </a:lnTo>
                <a:lnTo>
                  <a:pt x="43946" y="200961"/>
                </a:lnTo>
                <a:lnTo>
                  <a:pt x="44399" y="201904"/>
                </a:lnTo>
                <a:lnTo>
                  <a:pt x="44851" y="202834"/>
                </a:lnTo>
                <a:lnTo>
                  <a:pt x="45303" y="203750"/>
                </a:lnTo>
                <a:lnTo>
                  <a:pt x="45754" y="204652"/>
                </a:lnTo>
                <a:lnTo>
                  <a:pt x="46205" y="205540"/>
                </a:lnTo>
                <a:lnTo>
                  <a:pt x="46657" y="206415"/>
                </a:lnTo>
                <a:lnTo>
                  <a:pt x="47110" y="207275"/>
                </a:lnTo>
                <a:lnTo>
                  <a:pt x="47565" y="208123"/>
                </a:lnTo>
                <a:lnTo>
                  <a:pt x="48021" y="208957"/>
                </a:lnTo>
                <a:lnTo>
                  <a:pt x="48480" y="209778"/>
                </a:lnTo>
                <a:lnTo>
                  <a:pt x="48941" y="210586"/>
                </a:lnTo>
                <a:lnTo>
                  <a:pt x="49405" y="211381"/>
                </a:lnTo>
                <a:lnTo>
                  <a:pt x="49873" y="212164"/>
                </a:lnTo>
                <a:lnTo>
                  <a:pt x="50345" y="212935"/>
                </a:lnTo>
                <a:lnTo>
                  <a:pt x="50821" y="213694"/>
                </a:lnTo>
                <a:lnTo>
                  <a:pt x="51302" y="214442"/>
                </a:lnTo>
                <a:lnTo>
                  <a:pt x="51789" y="215178"/>
                </a:lnTo>
                <a:lnTo>
                  <a:pt x="52282" y="215904"/>
                </a:lnTo>
                <a:lnTo>
                  <a:pt x="52781" y="216619"/>
                </a:lnTo>
                <a:lnTo>
                  <a:pt x="53774" y="218004"/>
                </a:lnTo>
                <a:lnTo>
                  <a:pt x="54642" y="219467"/>
                </a:lnTo>
                <a:lnTo>
                  <a:pt x="55082" y="220182"/>
                </a:lnTo>
                <a:lnTo>
                  <a:pt x="55536" y="220893"/>
                </a:lnTo>
                <a:lnTo>
                  <a:pt x="56002" y="221600"/>
                </a:lnTo>
                <a:lnTo>
                  <a:pt x="56481" y="222304"/>
                </a:lnTo>
                <a:lnTo>
                  <a:pt x="56974" y="223005"/>
                </a:lnTo>
                <a:lnTo>
                  <a:pt x="57480" y="223705"/>
                </a:lnTo>
                <a:lnTo>
                  <a:pt x="58001" y="224404"/>
                </a:lnTo>
                <a:lnTo>
                  <a:pt x="58535" y="225102"/>
                </a:lnTo>
                <a:lnTo>
                  <a:pt x="59084" y="225801"/>
                </a:lnTo>
                <a:lnTo>
                  <a:pt x="59647" y="226500"/>
                </a:lnTo>
                <a:lnTo>
                  <a:pt x="60224" y="227201"/>
                </a:lnTo>
                <a:lnTo>
                  <a:pt x="60816" y="227903"/>
                </a:lnTo>
                <a:lnTo>
                  <a:pt x="61422" y="228607"/>
                </a:lnTo>
                <a:lnTo>
                  <a:pt x="62043" y="229315"/>
                </a:lnTo>
                <a:lnTo>
                  <a:pt x="62679" y="230025"/>
                </a:lnTo>
                <a:lnTo>
                  <a:pt x="63329" y="230739"/>
                </a:lnTo>
                <a:lnTo>
                  <a:pt x="63994" y="231458"/>
                </a:lnTo>
                <a:lnTo>
                  <a:pt x="64673" y="232180"/>
                </a:lnTo>
                <a:lnTo>
                  <a:pt x="65366" y="232908"/>
                </a:lnTo>
                <a:lnTo>
                  <a:pt x="66073" y="233641"/>
                </a:lnTo>
                <a:lnTo>
                  <a:pt x="66794" y="234380"/>
                </a:lnTo>
                <a:lnTo>
                  <a:pt x="67529" y="235125"/>
                </a:lnTo>
                <a:lnTo>
                  <a:pt x="68253" y="235852"/>
                </a:lnTo>
                <a:lnTo>
                  <a:pt x="68935" y="236525"/>
                </a:lnTo>
                <a:lnTo>
                  <a:pt x="69600" y="237166"/>
                </a:lnTo>
                <a:lnTo>
                  <a:pt x="70274" y="237801"/>
                </a:lnTo>
                <a:lnTo>
                  <a:pt x="70958" y="238429"/>
                </a:lnTo>
                <a:lnTo>
                  <a:pt x="71650" y="239051"/>
                </a:lnTo>
                <a:lnTo>
                  <a:pt x="72352" y="239668"/>
                </a:lnTo>
                <a:lnTo>
                  <a:pt x="73064" y="240280"/>
                </a:lnTo>
                <a:lnTo>
                  <a:pt x="73786" y="240888"/>
                </a:lnTo>
                <a:lnTo>
                  <a:pt x="74519" y="241493"/>
                </a:lnTo>
                <a:lnTo>
                  <a:pt x="75263" y="242095"/>
                </a:lnTo>
                <a:lnTo>
                  <a:pt x="76018" y="242694"/>
                </a:lnTo>
                <a:lnTo>
                  <a:pt x="76784" y="243291"/>
                </a:lnTo>
                <a:lnTo>
                  <a:pt x="77561" y="243887"/>
                </a:lnTo>
                <a:lnTo>
                  <a:pt x="78350" y="244482"/>
                </a:lnTo>
                <a:lnTo>
                  <a:pt x="79151" y="245076"/>
                </a:lnTo>
                <a:lnTo>
                  <a:pt x="79964" y="245671"/>
                </a:lnTo>
                <a:lnTo>
                  <a:pt x="80789" y="246266"/>
                </a:lnTo>
                <a:lnTo>
                  <a:pt x="81626" y="246862"/>
                </a:lnTo>
                <a:lnTo>
                  <a:pt x="82476" y="247459"/>
                </a:lnTo>
                <a:lnTo>
                  <a:pt x="83338" y="248058"/>
                </a:lnTo>
                <a:lnTo>
                  <a:pt x="84212" y="248659"/>
                </a:lnTo>
                <a:lnTo>
                  <a:pt x="85099" y="249263"/>
                </a:lnTo>
                <a:lnTo>
                  <a:pt x="85998" y="249871"/>
                </a:lnTo>
                <a:lnTo>
                  <a:pt x="87154" y="250645"/>
                </a:lnTo>
                <a:lnTo>
                  <a:pt x="88167" y="251372"/>
                </a:lnTo>
                <a:lnTo>
                  <a:pt x="88883" y="251871"/>
                </a:lnTo>
                <a:lnTo>
                  <a:pt x="89608" y="252364"/>
                </a:lnTo>
                <a:lnTo>
                  <a:pt x="90345" y="252850"/>
                </a:lnTo>
                <a:lnTo>
                  <a:pt x="91092" y="253331"/>
                </a:lnTo>
                <a:lnTo>
                  <a:pt x="91851" y="253808"/>
                </a:lnTo>
                <a:lnTo>
                  <a:pt x="92622" y="254280"/>
                </a:lnTo>
                <a:lnTo>
                  <a:pt x="93405" y="254747"/>
                </a:lnTo>
                <a:lnTo>
                  <a:pt x="94200" y="255212"/>
                </a:lnTo>
                <a:lnTo>
                  <a:pt x="95008" y="255673"/>
                </a:lnTo>
                <a:lnTo>
                  <a:pt x="95829" y="256131"/>
                </a:lnTo>
                <a:lnTo>
                  <a:pt x="96663" y="256588"/>
                </a:lnTo>
                <a:lnTo>
                  <a:pt x="97511" y="257042"/>
                </a:lnTo>
                <a:lnTo>
                  <a:pt x="98372" y="257495"/>
                </a:lnTo>
                <a:lnTo>
                  <a:pt x="99246" y="257947"/>
                </a:lnTo>
                <a:lnTo>
                  <a:pt x="100134" y="258398"/>
                </a:lnTo>
                <a:lnTo>
                  <a:pt x="101036" y="258850"/>
                </a:lnTo>
                <a:lnTo>
                  <a:pt x="101952" y="259301"/>
                </a:lnTo>
                <a:lnTo>
                  <a:pt x="102882" y="259753"/>
                </a:lnTo>
                <a:lnTo>
                  <a:pt x="103826" y="260207"/>
                </a:lnTo>
                <a:lnTo>
                  <a:pt x="104783" y="260661"/>
                </a:lnTo>
                <a:lnTo>
                  <a:pt x="105755" y="261118"/>
                </a:lnTo>
                <a:lnTo>
                  <a:pt x="106741" y="261577"/>
                </a:lnTo>
                <a:lnTo>
                  <a:pt x="107230" y="261803"/>
                </a:lnTo>
                <a:lnTo>
                  <a:pt x="107684" y="261976"/>
                </a:lnTo>
                <a:lnTo>
                  <a:pt x="108640" y="262334"/>
                </a:lnTo>
                <a:lnTo>
                  <a:pt x="109596" y="262685"/>
                </a:lnTo>
                <a:lnTo>
                  <a:pt x="110552" y="263030"/>
                </a:lnTo>
                <a:lnTo>
                  <a:pt x="111507" y="263369"/>
                </a:lnTo>
                <a:lnTo>
                  <a:pt x="112461" y="263702"/>
                </a:lnTo>
                <a:lnTo>
                  <a:pt x="113415" y="264029"/>
                </a:lnTo>
                <a:lnTo>
                  <a:pt x="114369" y="264350"/>
                </a:lnTo>
                <a:lnTo>
                  <a:pt x="115321" y="264665"/>
                </a:lnTo>
                <a:lnTo>
                  <a:pt x="116274" y="264973"/>
                </a:lnTo>
                <a:lnTo>
                  <a:pt x="117225" y="265275"/>
                </a:lnTo>
                <a:lnTo>
                  <a:pt x="118176" y="265571"/>
                </a:lnTo>
                <a:lnTo>
                  <a:pt x="119126" y="265860"/>
                </a:lnTo>
                <a:lnTo>
                  <a:pt x="120076" y="266144"/>
                </a:lnTo>
                <a:lnTo>
                  <a:pt x="121024" y="266421"/>
                </a:lnTo>
                <a:lnTo>
                  <a:pt x="121972" y="266692"/>
                </a:lnTo>
                <a:lnTo>
                  <a:pt x="122919" y="266957"/>
                </a:lnTo>
                <a:lnTo>
                  <a:pt x="123866" y="267215"/>
                </a:lnTo>
                <a:lnTo>
                  <a:pt x="124811" y="267467"/>
                </a:lnTo>
                <a:lnTo>
                  <a:pt x="125756" y="267713"/>
                </a:lnTo>
                <a:lnTo>
                  <a:pt x="126700" y="267952"/>
                </a:lnTo>
                <a:lnTo>
                  <a:pt x="127643" y="268185"/>
                </a:lnTo>
                <a:lnTo>
                  <a:pt x="128585" y="268412"/>
                </a:lnTo>
                <a:lnTo>
                  <a:pt x="128864" y="268477"/>
                </a:lnTo>
                <a:lnTo>
                  <a:pt x="129258" y="268534"/>
                </a:lnTo>
                <a:lnTo>
                  <a:pt x="130367" y="268692"/>
                </a:lnTo>
                <a:lnTo>
                  <a:pt x="131468" y="268848"/>
                </a:lnTo>
                <a:lnTo>
                  <a:pt x="132561" y="269001"/>
                </a:lnTo>
                <a:lnTo>
                  <a:pt x="133645" y="269151"/>
                </a:lnTo>
                <a:lnTo>
                  <a:pt x="134721" y="269297"/>
                </a:lnTo>
                <a:lnTo>
                  <a:pt x="135787" y="269438"/>
                </a:lnTo>
                <a:lnTo>
                  <a:pt x="136844" y="269575"/>
                </a:lnTo>
                <a:lnTo>
                  <a:pt x="137891" y="269707"/>
                </a:lnTo>
                <a:lnTo>
                  <a:pt x="138927" y="269832"/>
                </a:lnTo>
                <a:lnTo>
                  <a:pt x="139953" y="269952"/>
                </a:lnTo>
                <a:lnTo>
                  <a:pt x="140967" y="270064"/>
                </a:lnTo>
                <a:lnTo>
                  <a:pt x="141969" y="270170"/>
                </a:lnTo>
                <a:lnTo>
                  <a:pt x="142960" y="270268"/>
                </a:lnTo>
                <a:lnTo>
                  <a:pt x="143937" y="270359"/>
                </a:lnTo>
                <a:lnTo>
                  <a:pt x="144902" y="270441"/>
                </a:lnTo>
                <a:lnTo>
                  <a:pt x="145852" y="270514"/>
                </a:lnTo>
                <a:lnTo>
                  <a:pt x="146788" y="270579"/>
                </a:lnTo>
                <a:lnTo>
                  <a:pt x="147710" y="270634"/>
                </a:lnTo>
                <a:lnTo>
                  <a:pt x="148616" y="270680"/>
                </a:lnTo>
                <a:lnTo>
                  <a:pt x="149506" y="270716"/>
                </a:lnTo>
                <a:lnTo>
                  <a:pt x="150379" y="270741"/>
                </a:lnTo>
                <a:lnTo>
                  <a:pt x="151236" y="270757"/>
                </a:lnTo>
                <a:lnTo>
                  <a:pt x="152080" y="270762"/>
                </a:lnTo>
                <a:lnTo>
                  <a:pt x="153009" y="270757"/>
                </a:lnTo>
                <a:lnTo>
                  <a:pt x="153948" y="270741"/>
                </a:lnTo>
                <a:lnTo>
                  <a:pt x="154896" y="270715"/>
                </a:lnTo>
                <a:lnTo>
                  <a:pt x="155852" y="270678"/>
                </a:lnTo>
                <a:lnTo>
                  <a:pt x="156815" y="270632"/>
                </a:lnTo>
                <a:lnTo>
                  <a:pt x="157788" y="270576"/>
                </a:lnTo>
                <a:lnTo>
                  <a:pt x="158768" y="270511"/>
                </a:lnTo>
                <a:lnTo>
                  <a:pt x="159757" y="270437"/>
                </a:lnTo>
                <a:lnTo>
                  <a:pt x="160753" y="270355"/>
                </a:lnTo>
                <a:lnTo>
                  <a:pt x="161758" y="270265"/>
                </a:lnTo>
                <a:lnTo>
                  <a:pt x="162771" y="270167"/>
                </a:lnTo>
                <a:lnTo>
                  <a:pt x="163793" y="270061"/>
                </a:lnTo>
                <a:lnTo>
                  <a:pt x="164822" y="269948"/>
                </a:lnTo>
                <a:lnTo>
                  <a:pt x="165859" y="269829"/>
                </a:lnTo>
                <a:lnTo>
                  <a:pt x="166904" y="269704"/>
                </a:lnTo>
                <a:lnTo>
                  <a:pt x="167958" y="269573"/>
                </a:lnTo>
                <a:lnTo>
                  <a:pt x="169019" y="269437"/>
                </a:lnTo>
                <a:lnTo>
                  <a:pt x="170088" y="269296"/>
                </a:lnTo>
                <a:lnTo>
                  <a:pt x="171165" y="269150"/>
                </a:lnTo>
                <a:lnTo>
                  <a:pt x="172250" y="269001"/>
                </a:lnTo>
                <a:lnTo>
                  <a:pt x="173343" y="268848"/>
                </a:lnTo>
                <a:lnTo>
                  <a:pt x="174443" y="268692"/>
                </a:lnTo>
                <a:lnTo>
                  <a:pt x="175551" y="268534"/>
                </a:lnTo>
                <a:lnTo>
                  <a:pt x="175949" y="268477"/>
                </a:lnTo>
                <a:lnTo>
                  <a:pt x="176235" y="268410"/>
                </a:lnTo>
                <a:lnTo>
                  <a:pt x="177178" y="268184"/>
                </a:lnTo>
                <a:lnTo>
                  <a:pt x="178121" y="267951"/>
                </a:lnTo>
                <a:lnTo>
                  <a:pt x="179066" y="267711"/>
                </a:lnTo>
                <a:lnTo>
                  <a:pt x="180010" y="267466"/>
                </a:lnTo>
                <a:lnTo>
                  <a:pt x="180956" y="267214"/>
                </a:lnTo>
                <a:lnTo>
                  <a:pt x="181902" y="266956"/>
                </a:lnTo>
                <a:lnTo>
                  <a:pt x="182849" y="266692"/>
                </a:lnTo>
                <a:lnTo>
                  <a:pt x="183797" y="266421"/>
                </a:lnTo>
                <a:lnTo>
                  <a:pt x="184745" y="266144"/>
                </a:lnTo>
                <a:lnTo>
                  <a:pt x="185695" y="265860"/>
                </a:lnTo>
                <a:lnTo>
                  <a:pt x="186645" y="265571"/>
                </a:lnTo>
                <a:lnTo>
                  <a:pt x="187596" y="265275"/>
                </a:lnTo>
                <a:lnTo>
                  <a:pt x="188547" y="264973"/>
                </a:lnTo>
                <a:lnTo>
                  <a:pt x="189500" y="264664"/>
                </a:lnTo>
                <a:lnTo>
                  <a:pt x="190454" y="264350"/>
                </a:lnTo>
                <a:lnTo>
                  <a:pt x="191408" y="264029"/>
                </a:lnTo>
                <a:lnTo>
                  <a:pt x="192364" y="263701"/>
                </a:lnTo>
                <a:lnTo>
                  <a:pt x="193320" y="263368"/>
                </a:lnTo>
                <a:lnTo>
                  <a:pt x="194278" y="263028"/>
                </a:lnTo>
                <a:lnTo>
                  <a:pt x="195237" y="262682"/>
                </a:lnTo>
                <a:lnTo>
                  <a:pt x="196196" y="262330"/>
                </a:lnTo>
                <a:lnTo>
                  <a:pt x="197157" y="261972"/>
                </a:lnTo>
                <a:lnTo>
                  <a:pt x="197600" y="261803"/>
                </a:lnTo>
                <a:lnTo>
                  <a:pt x="198074" y="261584"/>
                </a:lnTo>
                <a:lnTo>
                  <a:pt x="199058" y="261124"/>
                </a:lnTo>
                <a:lnTo>
                  <a:pt x="200029" y="260667"/>
                </a:lnTo>
                <a:lnTo>
                  <a:pt x="200985" y="260212"/>
                </a:lnTo>
                <a:lnTo>
                  <a:pt x="201928" y="259758"/>
                </a:lnTo>
                <a:lnTo>
                  <a:pt x="202857" y="259306"/>
                </a:lnTo>
                <a:lnTo>
                  <a:pt x="203772" y="258854"/>
                </a:lnTo>
                <a:lnTo>
                  <a:pt x="204674" y="258402"/>
                </a:lnTo>
                <a:lnTo>
                  <a:pt x="205562" y="257951"/>
                </a:lnTo>
                <a:lnTo>
                  <a:pt x="206436" y="257498"/>
                </a:lnTo>
                <a:lnTo>
                  <a:pt x="207297" y="257045"/>
                </a:lnTo>
                <a:lnTo>
                  <a:pt x="208144" y="256590"/>
                </a:lnTo>
                <a:lnTo>
                  <a:pt x="208978" y="256134"/>
                </a:lnTo>
                <a:lnTo>
                  <a:pt x="209799" y="255675"/>
                </a:lnTo>
                <a:lnTo>
                  <a:pt x="210607" y="255213"/>
                </a:lnTo>
                <a:lnTo>
                  <a:pt x="211403" y="254749"/>
                </a:lnTo>
                <a:lnTo>
                  <a:pt x="212186" y="254281"/>
                </a:lnTo>
                <a:lnTo>
                  <a:pt x="212957" y="253808"/>
                </a:lnTo>
                <a:lnTo>
                  <a:pt x="213716" y="253332"/>
                </a:lnTo>
                <a:lnTo>
                  <a:pt x="214464" y="252851"/>
                </a:lnTo>
                <a:lnTo>
                  <a:pt x="215201" y="252364"/>
                </a:lnTo>
                <a:lnTo>
                  <a:pt x="215926" y="251871"/>
                </a:lnTo>
                <a:lnTo>
                  <a:pt x="216642" y="251372"/>
                </a:lnTo>
                <a:lnTo>
                  <a:pt x="217645" y="250652"/>
                </a:lnTo>
                <a:lnTo>
                  <a:pt x="218765" y="249899"/>
                </a:lnTo>
                <a:lnTo>
                  <a:pt x="219616" y="249319"/>
                </a:lnTo>
                <a:lnTo>
                  <a:pt x="220451" y="248741"/>
                </a:lnTo>
                <a:lnTo>
                  <a:pt x="221272" y="248164"/>
                </a:lnTo>
                <a:lnTo>
                  <a:pt x="222080" y="247588"/>
                </a:lnTo>
                <a:lnTo>
                  <a:pt x="222874" y="247012"/>
                </a:lnTo>
                <a:lnTo>
                  <a:pt x="223657" y="246436"/>
                </a:lnTo>
                <a:lnTo>
                  <a:pt x="224428" y="245858"/>
                </a:lnTo>
                <a:lnTo>
                  <a:pt x="225189" y="245278"/>
                </a:lnTo>
                <a:lnTo>
                  <a:pt x="225940" y="244696"/>
                </a:lnTo>
                <a:lnTo>
                  <a:pt x="226683" y="244111"/>
                </a:lnTo>
                <a:lnTo>
                  <a:pt x="227417" y="243522"/>
                </a:lnTo>
                <a:lnTo>
                  <a:pt x="228144" y="242928"/>
                </a:lnTo>
                <a:lnTo>
                  <a:pt x="228865" y="242329"/>
                </a:lnTo>
                <a:lnTo>
                  <a:pt x="229580" y="241724"/>
                </a:lnTo>
                <a:lnTo>
                  <a:pt x="230290" y="241112"/>
                </a:lnTo>
                <a:lnTo>
                  <a:pt x="230997" y="240492"/>
                </a:lnTo>
                <a:lnTo>
                  <a:pt x="231700" y="239864"/>
                </a:lnTo>
                <a:lnTo>
                  <a:pt x="232401" y="239227"/>
                </a:lnTo>
                <a:lnTo>
                  <a:pt x="233101" y="238580"/>
                </a:lnTo>
                <a:lnTo>
                  <a:pt x="233800" y="237922"/>
                </a:lnTo>
                <a:lnTo>
                  <a:pt x="234498" y="237252"/>
                </a:lnTo>
                <a:lnTo>
                  <a:pt x="235198" y="236570"/>
                </a:lnTo>
                <a:lnTo>
                  <a:pt x="235911" y="235863"/>
                </a:lnTo>
                <a:lnTo>
                  <a:pt x="236646" y="235125"/>
                </a:lnTo>
                <a:lnTo>
                  <a:pt x="237381" y="234380"/>
                </a:lnTo>
                <a:lnTo>
                  <a:pt x="238102" y="233641"/>
                </a:lnTo>
                <a:lnTo>
                  <a:pt x="238809" y="232908"/>
                </a:lnTo>
                <a:lnTo>
                  <a:pt x="239503" y="232180"/>
                </a:lnTo>
                <a:lnTo>
                  <a:pt x="240182" y="231458"/>
                </a:lnTo>
                <a:lnTo>
                  <a:pt x="240846" y="230739"/>
                </a:lnTo>
                <a:lnTo>
                  <a:pt x="241496" y="230025"/>
                </a:lnTo>
                <a:lnTo>
                  <a:pt x="242132" y="229315"/>
                </a:lnTo>
                <a:lnTo>
                  <a:pt x="242753" y="228607"/>
                </a:lnTo>
                <a:lnTo>
                  <a:pt x="243359" y="227903"/>
                </a:lnTo>
                <a:lnTo>
                  <a:pt x="243951" y="227201"/>
                </a:lnTo>
                <a:lnTo>
                  <a:pt x="244529" y="226500"/>
                </a:lnTo>
                <a:lnTo>
                  <a:pt x="245092" y="225801"/>
                </a:lnTo>
                <a:lnTo>
                  <a:pt x="245640" y="225102"/>
                </a:lnTo>
                <a:lnTo>
                  <a:pt x="246175" y="224404"/>
                </a:lnTo>
                <a:lnTo>
                  <a:pt x="246695" y="223705"/>
                </a:lnTo>
                <a:lnTo>
                  <a:pt x="247202" y="223005"/>
                </a:lnTo>
                <a:lnTo>
                  <a:pt x="247694" y="222304"/>
                </a:lnTo>
                <a:lnTo>
                  <a:pt x="248174" y="221600"/>
                </a:lnTo>
                <a:lnTo>
                  <a:pt x="248640" y="220893"/>
                </a:lnTo>
                <a:lnTo>
                  <a:pt x="249093" y="220182"/>
                </a:lnTo>
                <a:lnTo>
                  <a:pt x="249533" y="219467"/>
                </a:lnTo>
                <a:lnTo>
                  <a:pt x="250401" y="218004"/>
                </a:lnTo>
                <a:lnTo>
                  <a:pt x="251395" y="216619"/>
                </a:lnTo>
                <a:lnTo>
                  <a:pt x="251894" y="215904"/>
                </a:lnTo>
                <a:lnTo>
                  <a:pt x="252386" y="215178"/>
                </a:lnTo>
                <a:lnTo>
                  <a:pt x="252873" y="214442"/>
                </a:lnTo>
                <a:lnTo>
                  <a:pt x="253354" y="213694"/>
                </a:lnTo>
                <a:lnTo>
                  <a:pt x="253831" y="212935"/>
                </a:lnTo>
                <a:lnTo>
                  <a:pt x="254302" y="212164"/>
                </a:lnTo>
                <a:lnTo>
                  <a:pt x="254770" y="211381"/>
                </a:lnTo>
                <a:lnTo>
                  <a:pt x="255235" y="210586"/>
                </a:lnTo>
                <a:lnTo>
                  <a:pt x="255696" y="209778"/>
                </a:lnTo>
                <a:lnTo>
                  <a:pt x="256154" y="208957"/>
                </a:lnTo>
                <a:lnTo>
                  <a:pt x="256611" y="208123"/>
                </a:lnTo>
                <a:lnTo>
                  <a:pt x="257065" y="207275"/>
                </a:lnTo>
                <a:lnTo>
                  <a:pt x="257518" y="206415"/>
                </a:lnTo>
                <a:lnTo>
                  <a:pt x="257970" y="205540"/>
                </a:lnTo>
                <a:lnTo>
                  <a:pt x="258421" y="204652"/>
                </a:lnTo>
                <a:lnTo>
                  <a:pt x="258873" y="203750"/>
                </a:lnTo>
                <a:lnTo>
                  <a:pt x="259324" y="202834"/>
                </a:lnTo>
                <a:lnTo>
                  <a:pt x="259776" y="201904"/>
                </a:lnTo>
                <a:lnTo>
                  <a:pt x="260229" y="200961"/>
                </a:lnTo>
                <a:lnTo>
                  <a:pt x="260684" y="200003"/>
                </a:lnTo>
                <a:lnTo>
                  <a:pt x="261141" y="199031"/>
                </a:lnTo>
                <a:lnTo>
                  <a:pt x="261600" y="198046"/>
                </a:lnTo>
                <a:lnTo>
                  <a:pt x="261834" y="197540"/>
                </a:lnTo>
                <a:lnTo>
                  <a:pt x="262013" y="197072"/>
                </a:lnTo>
                <a:lnTo>
                  <a:pt x="262370" y="196123"/>
                </a:lnTo>
                <a:lnTo>
                  <a:pt x="262719" y="195174"/>
                </a:lnTo>
                <a:lnTo>
                  <a:pt x="263063" y="194227"/>
                </a:lnTo>
                <a:lnTo>
                  <a:pt x="263399" y="193279"/>
                </a:lnTo>
                <a:lnTo>
                  <a:pt x="263729" y="192332"/>
                </a:lnTo>
                <a:lnTo>
                  <a:pt x="264052" y="191384"/>
                </a:lnTo>
                <a:lnTo>
                  <a:pt x="264369" y="190435"/>
                </a:lnTo>
                <a:lnTo>
                  <a:pt x="264680" y="189485"/>
                </a:lnTo>
                <a:lnTo>
                  <a:pt x="264984" y="188533"/>
                </a:lnTo>
                <a:lnTo>
                  <a:pt x="265281" y="187580"/>
                </a:lnTo>
                <a:lnTo>
                  <a:pt x="265573" y="186625"/>
                </a:lnTo>
                <a:lnTo>
                  <a:pt x="265858" y="185667"/>
                </a:lnTo>
                <a:lnTo>
                  <a:pt x="266137" y="184706"/>
                </a:lnTo>
                <a:lnTo>
                  <a:pt x="266410" y="183743"/>
                </a:lnTo>
                <a:lnTo>
                  <a:pt x="266677" y="182775"/>
                </a:lnTo>
                <a:lnTo>
                  <a:pt x="266937" y="181804"/>
                </a:lnTo>
                <a:lnTo>
                  <a:pt x="267192" y="180828"/>
                </a:lnTo>
                <a:lnTo>
                  <a:pt x="267441" y="179848"/>
                </a:lnTo>
                <a:lnTo>
                  <a:pt x="267684" y="178863"/>
                </a:lnTo>
                <a:lnTo>
                  <a:pt x="267921" y="177872"/>
                </a:lnTo>
                <a:lnTo>
                  <a:pt x="268152" y="176876"/>
                </a:lnTo>
                <a:lnTo>
                  <a:pt x="268378" y="175874"/>
                </a:lnTo>
                <a:lnTo>
                  <a:pt x="268501" y="175309"/>
                </a:lnTo>
                <a:lnTo>
                  <a:pt x="268582" y="174781"/>
                </a:lnTo>
                <a:lnTo>
                  <a:pt x="268738" y="173758"/>
                </a:lnTo>
                <a:lnTo>
                  <a:pt x="268893" y="172736"/>
                </a:lnTo>
                <a:lnTo>
                  <a:pt x="269044" y="171715"/>
                </a:lnTo>
                <a:lnTo>
                  <a:pt x="269192" y="170696"/>
                </a:lnTo>
                <a:lnTo>
                  <a:pt x="269337" y="169679"/>
                </a:lnTo>
                <a:lnTo>
                  <a:pt x="269477" y="168665"/>
                </a:lnTo>
                <a:lnTo>
                  <a:pt x="269613" y="167652"/>
                </a:lnTo>
                <a:lnTo>
                  <a:pt x="269744" y="166643"/>
                </a:lnTo>
                <a:lnTo>
                  <a:pt x="269869" y="165636"/>
                </a:lnTo>
                <a:lnTo>
                  <a:pt x="269988" y="164633"/>
                </a:lnTo>
                <a:lnTo>
                  <a:pt x="270101" y="163634"/>
                </a:lnTo>
                <a:lnTo>
                  <a:pt x="270207" y="162639"/>
                </a:lnTo>
                <a:lnTo>
                  <a:pt x="270305" y="161648"/>
                </a:lnTo>
                <a:lnTo>
                  <a:pt x="270396" y="160661"/>
                </a:lnTo>
                <a:lnTo>
                  <a:pt x="270479" y="159680"/>
                </a:lnTo>
                <a:lnTo>
                  <a:pt x="270554" y="158704"/>
                </a:lnTo>
                <a:lnTo>
                  <a:pt x="270619" y="157734"/>
                </a:lnTo>
                <a:lnTo>
                  <a:pt x="270676" y="156770"/>
                </a:lnTo>
                <a:lnTo>
                  <a:pt x="270722" y="155813"/>
                </a:lnTo>
                <a:lnTo>
                  <a:pt x="270759" y="154862"/>
                </a:lnTo>
                <a:lnTo>
                  <a:pt x="270786" y="153919"/>
                </a:lnTo>
                <a:lnTo>
                  <a:pt x="270802" y="1529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Collision">
            <a:extLst xmlns:a="http://schemas.openxmlformats.org/drawingml/2006/main">
              <a:ext uri="{FF2B5EF4-FFF2-40B4-BE49-F238E27FC236}">
                <a16:creationId xmlns:a16="http://schemas.microsoft.com/office/drawing/2014/main" id="{0C242E1C-BC12-4F38-A0A9-E7CF5F6B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27" y="1484340"/>
            <a:ext cx="898204" cy="133827"/>
          </a:xfrm>
          <a:custGeom xmlns:a="http://schemas.openxmlformats.org/drawingml/2006/main">
            <a:pathLst>
              <a:path w="898204" h="133827">
                <a:moveTo>
                  <a:pt x="452849" y="21720"/>
                </a:moveTo>
                <a:lnTo>
                  <a:pt x="453288" y="21685"/>
                </a:lnTo>
                <a:lnTo>
                  <a:pt x="453718" y="21639"/>
                </a:lnTo>
                <a:lnTo>
                  <a:pt x="454140" y="21584"/>
                </a:lnTo>
                <a:lnTo>
                  <a:pt x="454554" y="21519"/>
                </a:lnTo>
                <a:lnTo>
                  <a:pt x="454959" y="21444"/>
                </a:lnTo>
                <a:lnTo>
                  <a:pt x="455357" y="21358"/>
                </a:lnTo>
                <a:lnTo>
                  <a:pt x="455746" y="21263"/>
                </a:lnTo>
                <a:lnTo>
                  <a:pt x="456126" y="21158"/>
                </a:lnTo>
                <a:lnTo>
                  <a:pt x="456499" y="21042"/>
                </a:lnTo>
                <a:lnTo>
                  <a:pt x="456863" y="20917"/>
                </a:lnTo>
                <a:lnTo>
                  <a:pt x="457219" y="20781"/>
                </a:lnTo>
                <a:lnTo>
                  <a:pt x="457567" y="20636"/>
                </a:lnTo>
                <a:lnTo>
                  <a:pt x="457906" y="20480"/>
                </a:lnTo>
                <a:lnTo>
                  <a:pt x="458237" y="20315"/>
                </a:lnTo>
                <a:lnTo>
                  <a:pt x="458560" y="20139"/>
                </a:lnTo>
                <a:lnTo>
                  <a:pt x="458875" y="19953"/>
                </a:lnTo>
                <a:lnTo>
                  <a:pt x="459181" y="19757"/>
                </a:lnTo>
                <a:lnTo>
                  <a:pt x="459479" y="19552"/>
                </a:lnTo>
                <a:lnTo>
                  <a:pt x="459769" y="19336"/>
                </a:lnTo>
                <a:lnTo>
                  <a:pt x="460051" y="19110"/>
                </a:lnTo>
                <a:lnTo>
                  <a:pt x="460324" y="18874"/>
                </a:lnTo>
                <a:lnTo>
                  <a:pt x="460588" y="18630"/>
                </a:lnTo>
                <a:lnTo>
                  <a:pt x="460840" y="18378"/>
                </a:lnTo>
                <a:lnTo>
                  <a:pt x="461082" y="18120"/>
                </a:lnTo>
                <a:lnTo>
                  <a:pt x="461312" y="17854"/>
                </a:lnTo>
                <a:lnTo>
                  <a:pt x="461531" y="17581"/>
                </a:lnTo>
                <a:lnTo>
                  <a:pt x="461739" y="17301"/>
                </a:lnTo>
                <a:lnTo>
                  <a:pt x="461935" y="17014"/>
                </a:lnTo>
                <a:lnTo>
                  <a:pt x="462120" y="16720"/>
                </a:lnTo>
                <a:lnTo>
                  <a:pt x="462294" y="16419"/>
                </a:lnTo>
                <a:lnTo>
                  <a:pt x="462457" y="16111"/>
                </a:lnTo>
                <a:lnTo>
                  <a:pt x="462609" y="15796"/>
                </a:lnTo>
                <a:lnTo>
                  <a:pt x="462749" y="15473"/>
                </a:lnTo>
                <a:lnTo>
                  <a:pt x="462878" y="15144"/>
                </a:lnTo>
                <a:lnTo>
                  <a:pt x="462996" y="14807"/>
                </a:lnTo>
                <a:lnTo>
                  <a:pt x="463103" y="14463"/>
                </a:lnTo>
                <a:lnTo>
                  <a:pt x="463198" y="14113"/>
                </a:lnTo>
                <a:lnTo>
                  <a:pt x="463282" y="13755"/>
                </a:lnTo>
                <a:lnTo>
                  <a:pt x="463355" y="13390"/>
                </a:lnTo>
                <a:lnTo>
                  <a:pt x="463417" y="13018"/>
                </a:lnTo>
                <a:lnTo>
                  <a:pt x="463467" y="12639"/>
                </a:lnTo>
                <a:lnTo>
                  <a:pt x="463507" y="12252"/>
                </a:lnTo>
                <a:lnTo>
                  <a:pt x="463535" y="11859"/>
                </a:lnTo>
                <a:lnTo>
                  <a:pt x="463552" y="11459"/>
                </a:lnTo>
                <a:lnTo>
                  <a:pt x="463557" y="11051"/>
                </a:lnTo>
                <a:lnTo>
                  <a:pt x="463552" y="10630"/>
                </a:lnTo>
                <a:lnTo>
                  <a:pt x="463535" y="10216"/>
                </a:lnTo>
                <a:lnTo>
                  <a:pt x="463507" y="9809"/>
                </a:lnTo>
                <a:lnTo>
                  <a:pt x="463467" y="9410"/>
                </a:lnTo>
                <a:lnTo>
                  <a:pt x="463417" y="9018"/>
                </a:lnTo>
                <a:lnTo>
                  <a:pt x="463355" y="8633"/>
                </a:lnTo>
                <a:lnTo>
                  <a:pt x="463282" y="8256"/>
                </a:lnTo>
                <a:lnTo>
                  <a:pt x="463198" y="7887"/>
                </a:lnTo>
                <a:lnTo>
                  <a:pt x="463103" y="7524"/>
                </a:lnTo>
                <a:lnTo>
                  <a:pt x="462996" y="7169"/>
                </a:lnTo>
                <a:lnTo>
                  <a:pt x="462878" y="6822"/>
                </a:lnTo>
                <a:lnTo>
                  <a:pt x="462749" y="6482"/>
                </a:lnTo>
                <a:lnTo>
                  <a:pt x="462609" y="6149"/>
                </a:lnTo>
                <a:lnTo>
                  <a:pt x="462457" y="5824"/>
                </a:lnTo>
                <a:lnTo>
                  <a:pt x="462294" y="5506"/>
                </a:lnTo>
                <a:lnTo>
                  <a:pt x="462120" y="5195"/>
                </a:lnTo>
                <a:lnTo>
                  <a:pt x="461935" y="4892"/>
                </a:lnTo>
                <a:lnTo>
                  <a:pt x="461739" y="4596"/>
                </a:lnTo>
                <a:lnTo>
                  <a:pt x="461531" y="4308"/>
                </a:lnTo>
                <a:lnTo>
                  <a:pt x="461312" y="4026"/>
                </a:lnTo>
                <a:lnTo>
                  <a:pt x="461082" y="3753"/>
                </a:lnTo>
                <a:lnTo>
                  <a:pt x="460840" y="3487"/>
                </a:lnTo>
                <a:lnTo>
                  <a:pt x="460588" y="3228"/>
                </a:lnTo>
                <a:lnTo>
                  <a:pt x="460324" y="2976"/>
                </a:lnTo>
                <a:lnTo>
                  <a:pt x="460051" y="2733"/>
                </a:lnTo>
                <a:lnTo>
                  <a:pt x="459769" y="2501"/>
                </a:lnTo>
                <a:lnTo>
                  <a:pt x="459479" y="2279"/>
                </a:lnTo>
                <a:lnTo>
                  <a:pt x="459181" y="2067"/>
                </a:lnTo>
                <a:lnTo>
                  <a:pt x="458875" y="1865"/>
                </a:lnTo>
                <a:lnTo>
                  <a:pt x="458560" y="1674"/>
                </a:lnTo>
                <a:lnTo>
                  <a:pt x="458237" y="1493"/>
                </a:lnTo>
                <a:lnTo>
                  <a:pt x="457906" y="1323"/>
                </a:lnTo>
                <a:lnTo>
                  <a:pt x="457567" y="1163"/>
                </a:lnTo>
                <a:lnTo>
                  <a:pt x="457219" y="1013"/>
                </a:lnTo>
                <a:lnTo>
                  <a:pt x="456863" y="873"/>
                </a:lnTo>
                <a:lnTo>
                  <a:pt x="456499" y="744"/>
                </a:lnTo>
                <a:lnTo>
                  <a:pt x="456126" y="625"/>
                </a:lnTo>
                <a:lnTo>
                  <a:pt x="455746" y="517"/>
                </a:lnTo>
                <a:lnTo>
                  <a:pt x="455357" y="419"/>
                </a:lnTo>
                <a:lnTo>
                  <a:pt x="454959" y="331"/>
                </a:lnTo>
                <a:lnTo>
                  <a:pt x="454554" y="253"/>
                </a:lnTo>
                <a:lnTo>
                  <a:pt x="454140" y="186"/>
                </a:lnTo>
                <a:lnTo>
                  <a:pt x="453718" y="129"/>
                </a:lnTo>
                <a:lnTo>
                  <a:pt x="453288" y="83"/>
                </a:lnTo>
                <a:lnTo>
                  <a:pt x="452849" y="47"/>
                </a:lnTo>
                <a:lnTo>
                  <a:pt x="452402" y="21"/>
                </a:lnTo>
                <a:lnTo>
                  <a:pt x="451947" y="5"/>
                </a:lnTo>
                <a:lnTo>
                  <a:pt x="451484" y="0"/>
                </a:lnTo>
                <a:lnTo>
                  <a:pt x="451020" y="5"/>
                </a:lnTo>
                <a:lnTo>
                  <a:pt x="450565" y="21"/>
                </a:lnTo>
                <a:lnTo>
                  <a:pt x="450118" y="47"/>
                </a:lnTo>
                <a:lnTo>
                  <a:pt x="449679" y="83"/>
                </a:lnTo>
                <a:lnTo>
                  <a:pt x="449249" y="129"/>
                </a:lnTo>
                <a:lnTo>
                  <a:pt x="448826" y="186"/>
                </a:lnTo>
                <a:lnTo>
                  <a:pt x="448412" y="253"/>
                </a:lnTo>
                <a:lnTo>
                  <a:pt x="448007" y="331"/>
                </a:lnTo>
                <a:lnTo>
                  <a:pt x="447609" y="419"/>
                </a:lnTo>
                <a:lnTo>
                  <a:pt x="447220" y="517"/>
                </a:lnTo>
                <a:lnTo>
                  <a:pt x="446839" y="625"/>
                </a:lnTo>
                <a:lnTo>
                  <a:pt x="446467" y="744"/>
                </a:lnTo>
                <a:lnTo>
                  <a:pt x="446102" y="873"/>
                </a:lnTo>
                <a:lnTo>
                  <a:pt x="445746" y="1013"/>
                </a:lnTo>
                <a:lnTo>
                  <a:pt x="445399" y="1163"/>
                </a:lnTo>
                <a:lnTo>
                  <a:pt x="445059" y="1323"/>
                </a:lnTo>
                <a:lnTo>
                  <a:pt x="444728" y="1493"/>
                </a:lnTo>
                <a:lnTo>
                  <a:pt x="444405" y="1674"/>
                </a:lnTo>
                <a:lnTo>
                  <a:pt x="444090" y="1865"/>
                </a:lnTo>
                <a:lnTo>
                  <a:pt x="443784" y="2067"/>
                </a:lnTo>
                <a:lnTo>
                  <a:pt x="443486" y="2279"/>
                </a:lnTo>
                <a:lnTo>
                  <a:pt x="443196" y="2501"/>
                </a:lnTo>
                <a:lnTo>
                  <a:pt x="442914" y="2733"/>
                </a:lnTo>
                <a:lnTo>
                  <a:pt x="442641" y="2976"/>
                </a:lnTo>
                <a:lnTo>
                  <a:pt x="442377" y="3228"/>
                </a:lnTo>
                <a:lnTo>
                  <a:pt x="442125" y="3487"/>
                </a:lnTo>
                <a:lnTo>
                  <a:pt x="441884" y="3753"/>
                </a:lnTo>
                <a:lnTo>
                  <a:pt x="441654" y="4026"/>
                </a:lnTo>
                <a:lnTo>
                  <a:pt x="441435" y="4308"/>
                </a:lnTo>
                <a:lnTo>
                  <a:pt x="441227" y="4596"/>
                </a:lnTo>
                <a:lnTo>
                  <a:pt x="441031" y="4892"/>
                </a:lnTo>
                <a:lnTo>
                  <a:pt x="440846" y="5195"/>
                </a:lnTo>
                <a:lnTo>
                  <a:pt x="440672" y="5506"/>
                </a:lnTo>
                <a:lnTo>
                  <a:pt x="440510" y="5824"/>
                </a:lnTo>
                <a:lnTo>
                  <a:pt x="440358" y="6149"/>
                </a:lnTo>
                <a:lnTo>
                  <a:pt x="440218" y="6482"/>
                </a:lnTo>
                <a:lnTo>
                  <a:pt x="440089" y="6822"/>
                </a:lnTo>
                <a:lnTo>
                  <a:pt x="439971" y="7169"/>
                </a:lnTo>
                <a:lnTo>
                  <a:pt x="439865" y="7524"/>
                </a:lnTo>
                <a:lnTo>
                  <a:pt x="439769" y="7887"/>
                </a:lnTo>
                <a:lnTo>
                  <a:pt x="439685" y="8256"/>
                </a:lnTo>
                <a:lnTo>
                  <a:pt x="439612" y="8633"/>
                </a:lnTo>
                <a:lnTo>
                  <a:pt x="439551" y="9018"/>
                </a:lnTo>
                <a:lnTo>
                  <a:pt x="439500" y="9410"/>
                </a:lnTo>
                <a:lnTo>
                  <a:pt x="439461" y="9809"/>
                </a:lnTo>
                <a:lnTo>
                  <a:pt x="439433" y="10216"/>
                </a:lnTo>
                <a:lnTo>
                  <a:pt x="439416" y="10630"/>
                </a:lnTo>
                <a:lnTo>
                  <a:pt x="439410" y="11051"/>
                </a:lnTo>
                <a:lnTo>
                  <a:pt x="439416" y="11459"/>
                </a:lnTo>
                <a:lnTo>
                  <a:pt x="439433" y="11859"/>
                </a:lnTo>
                <a:lnTo>
                  <a:pt x="439461" y="12252"/>
                </a:lnTo>
                <a:lnTo>
                  <a:pt x="439500" y="12639"/>
                </a:lnTo>
                <a:lnTo>
                  <a:pt x="439551" y="13018"/>
                </a:lnTo>
                <a:lnTo>
                  <a:pt x="439612" y="13390"/>
                </a:lnTo>
                <a:lnTo>
                  <a:pt x="439685" y="13755"/>
                </a:lnTo>
                <a:lnTo>
                  <a:pt x="439769" y="14113"/>
                </a:lnTo>
                <a:lnTo>
                  <a:pt x="439865" y="14463"/>
                </a:lnTo>
                <a:lnTo>
                  <a:pt x="439971" y="14807"/>
                </a:lnTo>
                <a:lnTo>
                  <a:pt x="440089" y="15144"/>
                </a:lnTo>
                <a:lnTo>
                  <a:pt x="440218" y="15473"/>
                </a:lnTo>
                <a:lnTo>
                  <a:pt x="440358" y="15796"/>
                </a:lnTo>
                <a:lnTo>
                  <a:pt x="440510" y="16111"/>
                </a:lnTo>
                <a:lnTo>
                  <a:pt x="440672" y="16419"/>
                </a:lnTo>
                <a:lnTo>
                  <a:pt x="440846" y="16720"/>
                </a:lnTo>
                <a:lnTo>
                  <a:pt x="441031" y="17014"/>
                </a:lnTo>
                <a:lnTo>
                  <a:pt x="441227" y="17301"/>
                </a:lnTo>
                <a:lnTo>
                  <a:pt x="441435" y="17581"/>
                </a:lnTo>
                <a:lnTo>
                  <a:pt x="441654" y="17854"/>
                </a:lnTo>
                <a:lnTo>
                  <a:pt x="441884" y="18120"/>
                </a:lnTo>
                <a:lnTo>
                  <a:pt x="442125" y="18378"/>
                </a:lnTo>
                <a:lnTo>
                  <a:pt x="442377" y="18630"/>
                </a:lnTo>
                <a:lnTo>
                  <a:pt x="442641" y="18874"/>
                </a:lnTo>
                <a:lnTo>
                  <a:pt x="442914" y="19110"/>
                </a:lnTo>
                <a:lnTo>
                  <a:pt x="443196" y="19336"/>
                </a:lnTo>
                <a:lnTo>
                  <a:pt x="443486" y="19552"/>
                </a:lnTo>
                <a:lnTo>
                  <a:pt x="443784" y="19757"/>
                </a:lnTo>
                <a:lnTo>
                  <a:pt x="444090" y="19953"/>
                </a:lnTo>
                <a:lnTo>
                  <a:pt x="444405" y="20139"/>
                </a:lnTo>
                <a:lnTo>
                  <a:pt x="444728" y="20315"/>
                </a:lnTo>
                <a:lnTo>
                  <a:pt x="445059" y="20480"/>
                </a:lnTo>
                <a:lnTo>
                  <a:pt x="445399" y="20636"/>
                </a:lnTo>
                <a:lnTo>
                  <a:pt x="445746" y="20781"/>
                </a:lnTo>
                <a:lnTo>
                  <a:pt x="446102" y="20917"/>
                </a:lnTo>
                <a:lnTo>
                  <a:pt x="446467" y="21042"/>
                </a:lnTo>
                <a:lnTo>
                  <a:pt x="446839" y="21158"/>
                </a:lnTo>
                <a:lnTo>
                  <a:pt x="447220" y="21263"/>
                </a:lnTo>
                <a:lnTo>
                  <a:pt x="447609" y="21358"/>
                </a:lnTo>
                <a:lnTo>
                  <a:pt x="448007" y="21444"/>
                </a:lnTo>
                <a:lnTo>
                  <a:pt x="448412" y="21519"/>
                </a:lnTo>
                <a:lnTo>
                  <a:pt x="448826" y="21584"/>
                </a:lnTo>
                <a:lnTo>
                  <a:pt x="449249" y="21639"/>
                </a:lnTo>
                <a:lnTo>
                  <a:pt x="449679" y="21685"/>
                </a:lnTo>
                <a:lnTo>
                  <a:pt x="450118" y="21720"/>
                </a:lnTo>
                <a:lnTo>
                  <a:pt x="450565" y="21745"/>
                </a:lnTo>
                <a:lnTo>
                  <a:pt x="451020" y="21760"/>
                </a:lnTo>
                <a:lnTo>
                  <a:pt x="451484" y="21765"/>
                </a:lnTo>
                <a:lnTo>
                  <a:pt x="451947" y="21760"/>
                </a:lnTo>
                <a:lnTo>
                  <a:pt x="452402" y="21745"/>
                </a:lnTo>
                <a:lnTo>
                  <a:pt x="452849" y="21720"/>
                </a:lnTo>
                <a:close/>
                <a:moveTo>
                  <a:pt x="40387" y="133707"/>
                </a:moveTo>
                <a:lnTo>
                  <a:pt x="41275" y="133639"/>
                </a:lnTo>
                <a:lnTo>
                  <a:pt x="42151" y="133556"/>
                </a:lnTo>
                <a:lnTo>
                  <a:pt x="43017" y="133458"/>
                </a:lnTo>
                <a:lnTo>
                  <a:pt x="43873" y="133345"/>
                </a:lnTo>
                <a:lnTo>
                  <a:pt x="44718" y="133217"/>
                </a:lnTo>
                <a:lnTo>
                  <a:pt x="45552" y="133074"/>
                </a:lnTo>
                <a:lnTo>
                  <a:pt x="46376" y="132916"/>
                </a:lnTo>
                <a:lnTo>
                  <a:pt x="47189" y="132743"/>
                </a:lnTo>
                <a:lnTo>
                  <a:pt x="47991" y="132555"/>
                </a:lnTo>
                <a:lnTo>
                  <a:pt x="48783" y="132352"/>
                </a:lnTo>
                <a:lnTo>
                  <a:pt x="49564" y="132134"/>
                </a:lnTo>
                <a:lnTo>
                  <a:pt x="50335" y="131900"/>
                </a:lnTo>
                <a:lnTo>
                  <a:pt x="51095" y="131652"/>
                </a:lnTo>
                <a:lnTo>
                  <a:pt x="51844" y="131388"/>
                </a:lnTo>
                <a:lnTo>
                  <a:pt x="52583" y="131110"/>
                </a:lnTo>
                <a:lnTo>
                  <a:pt x="53311" y="130816"/>
                </a:lnTo>
                <a:lnTo>
                  <a:pt x="54028" y="130508"/>
                </a:lnTo>
                <a:lnTo>
                  <a:pt x="54735" y="130184"/>
                </a:lnTo>
                <a:lnTo>
                  <a:pt x="55431" y="129845"/>
                </a:lnTo>
                <a:lnTo>
                  <a:pt x="56117" y="129491"/>
                </a:lnTo>
                <a:lnTo>
                  <a:pt x="56791" y="129124"/>
                </a:lnTo>
                <a:lnTo>
                  <a:pt x="57451" y="128743"/>
                </a:lnTo>
                <a:lnTo>
                  <a:pt x="58099" y="128349"/>
                </a:lnTo>
                <a:lnTo>
                  <a:pt x="58734" y="127942"/>
                </a:lnTo>
                <a:lnTo>
                  <a:pt x="59356" y="127522"/>
                </a:lnTo>
                <a:lnTo>
                  <a:pt x="59965" y="127090"/>
                </a:lnTo>
                <a:lnTo>
                  <a:pt x="60560" y="126644"/>
                </a:lnTo>
                <a:lnTo>
                  <a:pt x="61143" y="126185"/>
                </a:lnTo>
                <a:lnTo>
                  <a:pt x="61713" y="125713"/>
                </a:lnTo>
                <a:lnTo>
                  <a:pt x="62270" y="125229"/>
                </a:lnTo>
                <a:lnTo>
                  <a:pt x="62814" y="124731"/>
                </a:lnTo>
                <a:lnTo>
                  <a:pt x="63345" y="124220"/>
                </a:lnTo>
                <a:lnTo>
                  <a:pt x="63862" y="123696"/>
                </a:lnTo>
                <a:lnTo>
                  <a:pt x="64367" y="123160"/>
                </a:lnTo>
                <a:lnTo>
                  <a:pt x="64859" y="122610"/>
                </a:lnTo>
                <a:lnTo>
                  <a:pt x="65338" y="122047"/>
                </a:lnTo>
                <a:lnTo>
                  <a:pt x="65804" y="121472"/>
                </a:lnTo>
                <a:lnTo>
                  <a:pt x="66257" y="120883"/>
                </a:lnTo>
                <a:lnTo>
                  <a:pt x="66697" y="120281"/>
                </a:lnTo>
                <a:lnTo>
                  <a:pt x="67124" y="119667"/>
                </a:lnTo>
                <a:lnTo>
                  <a:pt x="67538" y="119039"/>
                </a:lnTo>
                <a:lnTo>
                  <a:pt x="67938" y="118398"/>
                </a:lnTo>
                <a:lnTo>
                  <a:pt x="68326" y="117745"/>
                </a:lnTo>
                <a:lnTo>
                  <a:pt x="68701" y="117078"/>
                </a:lnTo>
                <a:lnTo>
                  <a:pt x="69062" y="116400"/>
                </a:lnTo>
                <a:lnTo>
                  <a:pt x="69408" y="115712"/>
                </a:lnTo>
                <a:lnTo>
                  <a:pt x="69738" y="115015"/>
                </a:lnTo>
                <a:lnTo>
                  <a:pt x="70052" y="114308"/>
                </a:lnTo>
                <a:lnTo>
                  <a:pt x="70352" y="113591"/>
                </a:lnTo>
                <a:lnTo>
                  <a:pt x="70636" y="112864"/>
                </a:lnTo>
                <a:lnTo>
                  <a:pt x="70904" y="112128"/>
                </a:lnTo>
                <a:lnTo>
                  <a:pt x="71158" y="111381"/>
                </a:lnTo>
                <a:lnTo>
                  <a:pt x="71396" y="110625"/>
                </a:lnTo>
                <a:lnTo>
                  <a:pt x="71618" y="109860"/>
                </a:lnTo>
                <a:lnTo>
                  <a:pt x="71826" y="109084"/>
                </a:lnTo>
                <a:lnTo>
                  <a:pt x="72017" y="108299"/>
                </a:lnTo>
                <a:lnTo>
                  <a:pt x="72194" y="107504"/>
                </a:lnTo>
                <a:lnTo>
                  <a:pt x="72355" y="106700"/>
                </a:lnTo>
                <a:lnTo>
                  <a:pt x="72501" y="105886"/>
                </a:lnTo>
                <a:lnTo>
                  <a:pt x="72632" y="105061"/>
                </a:lnTo>
                <a:lnTo>
                  <a:pt x="72747" y="104228"/>
                </a:lnTo>
                <a:lnTo>
                  <a:pt x="72847" y="103384"/>
                </a:lnTo>
                <a:lnTo>
                  <a:pt x="72931" y="102531"/>
                </a:lnTo>
                <a:lnTo>
                  <a:pt x="73000" y="101668"/>
                </a:lnTo>
                <a:lnTo>
                  <a:pt x="73054" y="100795"/>
                </a:lnTo>
                <a:lnTo>
                  <a:pt x="73092" y="99912"/>
                </a:lnTo>
                <a:lnTo>
                  <a:pt x="73115" y="99020"/>
                </a:lnTo>
                <a:lnTo>
                  <a:pt x="73123" y="98118"/>
                </a:lnTo>
                <a:lnTo>
                  <a:pt x="57816" y="98118"/>
                </a:lnTo>
                <a:lnTo>
                  <a:pt x="57807" y="98988"/>
                </a:lnTo>
                <a:lnTo>
                  <a:pt x="57778" y="99842"/>
                </a:lnTo>
                <a:lnTo>
                  <a:pt x="57730" y="100678"/>
                </a:lnTo>
                <a:lnTo>
                  <a:pt x="57663" y="101498"/>
                </a:lnTo>
                <a:lnTo>
                  <a:pt x="57577" y="102301"/>
                </a:lnTo>
                <a:lnTo>
                  <a:pt x="57471" y="103087"/>
                </a:lnTo>
                <a:lnTo>
                  <a:pt x="57346" y="103856"/>
                </a:lnTo>
                <a:lnTo>
                  <a:pt x="57202" y="104608"/>
                </a:lnTo>
                <a:lnTo>
                  <a:pt x="57039" y="105344"/>
                </a:lnTo>
                <a:lnTo>
                  <a:pt x="56857" y="106063"/>
                </a:lnTo>
                <a:lnTo>
                  <a:pt x="56655" y="106764"/>
                </a:lnTo>
                <a:lnTo>
                  <a:pt x="56435" y="107450"/>
                </a:lnTo>
                <a:lnTo>
                  <a:pt x="56195" y="108118"/>
                </a:lnTo>
                <a:lnTo>
                  <a:pt x="55936" y="108769"/>
                </a:lnTo>
                <a:lnTo>
                  <a:pt x="55657" y="109404"/>
                </a:lnTo>
                <a:lnTo>
                  <a:pt x="55360" y="110022"/>
                </a:lnTo>
                <a:lnTo>
                  <a:pt x="55043" y="110623"/>
                </a:lnTo>
                <a:lnTo>
                  <a:pt x="54708" y="111207"/>
                </a:lnTo>
                <a:lnTo>
                  <a:pt x="54353" y="111774"/>
                </a:lnTo>
                <a:lnTo>
                  <a:pt x="53978" y="112325"/>
                </a:lnTo>
                <a:lnTo>
                  <a:pt x="53585" y="112859"/>
                </a:lnTo>
                <a:lnTo>
                  <a:pt x="53172" y="113375"/>
                </a:lnTo>
                <a:lnTo>
                  <a:pt x="52741" y="113875"/>
                </a:lnTo>
                <a:lnTo>
                  <a:pt x="52290" y="114359"/>
                </a:lnTo>
                <a:lnTo>
                  <a:pt x="51821" y="114823"/>
                </a:lnTo>
                <a:lnTo>
                  <a:pt x="51338" y="115268"/>
                </a:lnTo>
                <a:lnTo>
                  <a:pt x="50838" y="115694"/>
                </a:lnTo>
                <a:lnTo>
                  <a:pt x="50323" y="116099"/>
                </a:lnTo>
                <a:lnTo>
                  <a:pt x="49792" y="116485"/>
                </a:lnTo>
                <a:lnTo>
                  <a:pt x="49246" y="116851"/>
                </a:lnTo>
                <a:lnTo>
                  <a:pt x="48683" y="117197"/>
                </a:lnTo>
                <a:lnTo>
                  <a:pt x="48106" y="117523"/>
                </a:lnTo>
                <a:lnTo>
                  <a:pt x="47512" y="117829"/>
                </a:lnTo>
                <a:lnTo>
                  <a:pt x="46903" y="118116"/>
                </a:lnTo>
                <a:lnTo>
                  <a:pt x="46278" y="118383"/>
                </a:lnTo>
                <a:lnTo>
                  <a:pt x="45638" y="118630"/>
                </a:lnTo>
                <a:lnTo>
                  <a:pt x="44982" y="118858"/>
                </a:lnTo>
                <a:lnTo>
                  <a:pt x="44310" y="119065"/>
                </a:lnTo>
                <a:lnTo>
                  <a:pt x="43623" y="119253"/>
                </a:lnTo>
                <a:lnTo>
                  <a:pt x="42920" y="119421"/>
                </a:lnTo>
                <a:lnTo>
                  <a:pt x="42201" y="119570"/>
                </a:lnTo>
                <a:lnTo>
                  <a:pt x="41466" y="119698"/>
                </a:lnTo>
                <a:lnTo>
                  <a:pt x="40716" y="119807"/>
                </a:lnTo>
                <a:lnTo>
                  <a:pt x="39951" y="119896"/>
                </a:lnTo>
                <a:lnTo>
                  <a:pt x="39169" y="119965"/>
                </a:lnTo>
                <a:lnTo>
                  <a:pt x="38372" y="120015"/>
                </a:lnTo>
                <a:lnTo>
                  <a:pt x="37560" y="120044"/>
                </a:lnTo>
                <a:lnTo>
                  <a:pt x="36731" y="120054"/>
                </a:lnTo>
                <a:lnTo>
                  <a:pt x="35903" y="120044"/>
                </a:lnTo>
                <a:lnTo>
                  <a:pt x="35089" y="120015"/>
                </a:lnTo>
                <a:lnTo>
                  <a:pt x="34291" y="119965"/>
                </a:lnTo>
                <a:lnTo>
                  <a:pt x="33507" y="119896"/>
                </a:lnTo>
                <a:lnTo>
                  <a:pt x="32739" y="119807"/>
                </a:lnTo>
                <a:lnTo>
                  <a:pt x="31985" y="119698"/>
                </a:lnTo>
                <a:lnTo>
                  <a:pt x="31247" y="119570"/>
                </a:lnTo>
                <a:lnTo>
                  <a:pt x="30524" y="119421"/>
                </a:lnTo>
                <a:lnTo>
                  <a:pt x="29816" y="119253"/>
                </a:lnTo>
                <a:lnTo>
                  <a:pt x="29123" y="119065"/>
                </a:lnTo>
                <a:lnTo>
                  <a:pt x="28444" y="118858"/>
                </a:lnTo>
                <a:lnTo>
                  <a:pt x="27781" y="118630"/>
                </a:lnTo>
                <a:lnTo>
                  <a:pt x="27133" y="118383"/>
                </a:lnTo>
                <a:lnTo>
                  <a:pt x="26501" y="118116"/>
                </a:lnTo>
                <a:lnTo>
                  <a:pt x="25883" y="117829"/>
                </a:lnTo>
                <a:lnTo>
                  <a:pt x="25280" y="117523"/>
                </a:lnTo>
                <a:lnTo>
                  <a:pt x="24692" y="117197"/>
                </a:lnTo>
                <a:lnTo>
                  <a:pt x="24119" y="116851"/>
                </a:lnTo>
                <a:lnTo>
                  <a:pt x="23562" y="116485"/>
                </a:lnTo>
                <a:lnTo>
                  <a:pt x="23019" y="116099"/>
                </a:lnTo>
                <a:lnTo>
                  <a:pt x="22492" y="115694"/>
                </a:lnTo>
                <a:lnTo>
                  <a:pt x="21979" y="115268"/>
                </a:lnTo>
                <a:lnTo>
                  <a:pt x="21482" y="114823"/>
                </a:lnTo>
                <a:lnTo>
                  <a:pt x="20999" y="114359"/>
                </a:lnTo>
                <a:lnTo>
                  <a:pt x="20535" y="113875"/>
                </a:lnTo>
                <a:lnTo>
                  <a:pt x="20090" y="113375"/>
                </a:lnTo>
                <a:lnTo>
                  <a:pt x="19664" y="112859"/>
                </a:lnTo>
                <a:lnTo>
                  <a:pt x="19259" y="112325"/>
                </a:lnTo>
                <a:lnTo>
                  <a:pt x="18873" y="111774"/>
                </a:lnTo>
                <a:lnTo>
                  <a:pt x="18508" y="111207"/>
                </a:lnTo>
                <a:lnTo>
                  <a:pt x="18162" y="110623"/>
                </a:lnTo>
                <a:lnTo>
                  <a:pt x="17835" y="110022"/>
                </a:lnTo>
                <a:lnTo>
                  <a:pt x="17529" y="109404"/>
                </a:lnTo>
                <a:lnTo>
                  <a:pt x="17242" y="108769"/>
                </a:lnTo>
                <a:lnTo>
                  <a:pt x="16975" y="108118"/>
                </a:lnTo>
                <a:lnTo>
                  <a:pt x="16728" y="107450"/>
                </a:lnTo>
                <a:lnTo>
                  <a:pt x="16500" y="106764"/>
                </a:lnTo>
                <a:lnTo>
                  <a:pt x="16293" y="106063"/>
                </a:lnTo>
                <a:lnTo>
                  <a:pt x="16105" y="105344"/>
                </a:lnTo>
                <a:lnTo>
                  <a:pt x="15937" y="104608"/>
                </a:lnTo>
                <a:lnTo>
                  <a:pt x="15788" y="103856"/>
                </a:lnTo>
                <a:lnTo>
                  <a:pt x="15660" y="103087"/>
                </a:lnTo>
                <a:lnTo>
                  <a:pt x="15551" y="102301"/>
                </a:lnTo>
                <a:lnTo>
                  <a:pt x="15462" y="101498"/>
                </a:lnTo>
                <a:lnTo>
                  <a:pt x="15393" y="100678"/>
                </a:lnTo>
                <a:lnTo>
                  <a:pt x="15343" y="99842"/>
                </a:lnTo>
                <a:lnTo>
                  <a:pt x="15314" y="98988"/>
                </a:lnTo>
                <a:lnTo>
                  <a:pt x="15304" y="98118"/>
                </a:lnTo>
                <a:lnTo>
                  <a:pt x="15304" y="41830"/>
                </a:lnTo>
                <a:lnTo>
                  <a:pt x="15314" y="40960"/>
                </a:lnTo>
                <a:lnTo>
                  <a:pt x="15343" y="40107"/>
                </a:lnTo>
                <a:lnTo>
                  <a:pt x="15393" y="39272"/>
                </a:lnTo>
                <a:lnTo>
                  <a:pt x="15462" y="38453"/>
                </a:lnTo>
                <a:lnTo>
                  <a:pt x="15551" y="37651"/>
                </a:lnTo>
                <a:lnTo>
                  <a:pt x="15660" y="36867"/>
                </a:lnTo>
                <a:lnTo>
                  <a:pt x="15788" y="36100"/>
                </a:lnTo>
                <a:lnTo>
                  <a:pt x="15937" y="35350"/>
                </a:lnTo>
                <a:lnTo>
                  <a:pt x="16105" y="34617"/>
                </a:lnTo>
                <a:lnTo>
                  <a:pt x="16293" y="33901"/>
                </a:lnTo>
                <a:lnTo>
                  <a:pt x="16500" y="33202"/>
                </a:lnTo>
                <a:lnTo>
                  <a:pt x="16728" y="32521"/>
                </a:lnTo>
                <a:lnTo>
                  <a:pt x="16975" y="31856"/>
                </a:lnTo>
                <a:lnTo>
                  <a:pt x="17242" y="31209"/>
                </a:lnTo>
                <a:lnTo>
                  <a:pt x="17529" y="30579"/>
                </a:lnTo>
                <a:lnTo>
                  <a:pt x="17835" y="29966"/>
                </a:lnTo>
                <a:lnTo>
                  <a:pt x="18162" y="29370"/>
                </a:lnTo>
                <a:lnTo>
                  <a:pt x="18508" y="28791"/>
                </a:lnTo>
                <a:lnTo>
                  <a:pt x="18873" y="28229"/>
                </a:lnTo>
                <a:lnTo>
                  <a:pt x="19259" y="27685"/>
                </a:lnTo>
                <a:lnTo>
                  <a:pt x="19664" y="27157"/>
                </a:lnTo>
                <a:lnTo>
                  <a:pt x="20090" y="26647"/>
                </a:lnTo>
                <a:lnTo>
                  <a:pt x="20535" y="26154"/>
                </a:lnTo>
                <a:lnTo>
                  <a:pt x="20999" y="25678"/>
                </a:lnTo>
                <a:lnTo>
                  <a:pt x="21482" y="25220"/>
                </a:lnTo>
                <a:lnTo>
                  <a:pt x="21979" y="24781"/>
                </a:lnTo>
                <a:lnTo>
                  <a:pt x="22492" y="24362"/>
                </a:lnTo>
                <a:lnTo>
                  <a:pt x="23019" y="23963"/>
                </a:lnTo>
                <a:lnTo>
                  <a:pt x="23562" y="23583"/>
                </a:lnTo>
                <a:lnTo>
                  <a:pt x="24119" y="23222"/>
                </a:lnTo>
                <a:lnTo>
                  <a:pt x="24692" y="22881"/>
                </a:lnTo>
                <a:lnTo>
                  <a:pt x="25280" y="22560"/>
                </a:lnTo>
                <a:lnTo>
                  <a:pt x="25883" y="22258"/>
                </a:lnTo>
                <a:lnTo>
                  <a:pt x="26501" y="21975"/>
                </a:lnTo>
                <a:lnTo>
                  <a:pt x="27133" y="21712"/>
                </a:lnTo>
                <a:lnTo>
                  <a:pt x="27781" y="21468"/>
                </a:lnTo>
                <a:lnTo>
                  <a:pt x="28444" y="21244"/>
                </a:lnTo>
                <a:lnTo>
                  <a:pt x="29123" y="21040"/>
                </a:lnTo>
                <a:lnTo>
                  <a:pt x="29816" y="20855"/>
                </a:lnTo>
                <a:lnTo>
                  <a:pt x="30524" y="20689"/>
                </a:lnTo>
                <a:lnTo>
                  <a:pt x="31247" y="20543"/>
                </a:lnTo>
                <a:lnTo>
                  <a:pt x="31985" y="20416"/>
                </a:lnTo>
                <a:lnTo>
                  <a:pt x="32739" y="20309"/>
                </a:lnTo>
                <a:lnTo>
                  <a:pt x="33507" y="20221"/>
                </a:lnTo>
                <a:lnTo>
                  <a:pt x="34291" y="20153"/>
                </a:lnTo>
                <a:lnTo>
                  <a:pt x="35089" y="20104"/>
                </a:lnTo>
                <a:lnTo>
                  <a:pt x="35903" y="20075"/>
                </a:lnTo>
                <a:lnTo>
                  <a:pt x="36731" y="20065"/>
                </a:lnTo>
                <a:lnTo>
                  <a:pt x="37560" y="20075"/>
                </a:lnTo>
                <a:lnTo>
                  <a:pt x="38372" y="20105"/>
                </a:lnTo>
                <a:lnTo>
                  <a:pt x="39169" y="20154"/>
                </a:lnTo>
                <a:lnTo>
                  <a:pt x="39951" y="20224"/>
                </a:lnTo>
                <a:lnTo>
                  <a:pt x="40716" y="20313"/>
                </a:lnTo>
                <a:lnTo>
                  <a:pt x="41466" y="20421"/>
                </a:lnTo>
                <a:lnTo>
                  <a:pt x="42201" y="20550"/>
                </a:lnTo>
                <a:lnTo>
                  <a:pt x="42920" y="20698"/>
                </a:lnTo>
                <a:lnTo>
                  <a:pt x="43623" y="20867"/>
                </a:lnTo>
                <a:lnTo>
                  <a:pt x="44310" y="21055"/>
                </a:lnTo>
                <a:lnTo>
                  <a:pt x="44982" y="21262"/>
                </a:lnTo>
                <a:lnTo>
                  <a:pt x="45638" y="21490"/>
                </a:lnTo>
                <a:lnTo>
                  <a:pt x="46278" y="21737"/>
                </a:lnTo>
                <a:lnTo>
                  <a:pt x="46903" y="22004"/>
                </a:lnTo>
                <a:lnTo>
                  <a:pt x="47512" y="22291"/>
                </a:lnTo>
                <a:lnTo>
                  <a:pt x="48106" y="22598"/>
                </a:lnTo>
                <a:lnTo>
                  <a:pt x="48683" y="22924"/>
                </a:lnTo>
                <a:lnTo>
                  <a:pt x="49246" y="23270"/>
                </a:lnTo>
                <a:lnTo>
                  <a:pt x="49792" y="23636"/>
                </a:lnTo>
                <a:lnTo>
                  <a:pt x="50323" y="24022"/>
                </a:lnTo>
                <a:lnTo>
                  <a:pt x="50838" y="24428"/>
                </a:lnTo>
                <a:lnTo>
                  <a:pt x="51338" y="24853"/>
                </a:lnTo>
                <a:lnTo>
                  <a:pt x="51821" y="25298"/>
                </a:lnTo>
                <a:lnTo>
                  <a:pt x="52290" y="25763"/>
                </a:lnTo>
                <a:lnTo>
                  <a:pt x="52741" y="26246"/>
                </a:lnTo>
                <a:lnTo>
                  <a:pt x="53172" y="26746"/>
                </a:lnTo>
                <a:lnTo>
                  <a:pt x="53585" y="27263"/>
                </a:lnTo>
                <a:lnTo>
                  <a:pt x="53978" y="27796"/>
                </a:lnTo>
                <a:lnTo>
                  <a:pt x="54353" y="28347"/>
                </a:lnTo>
                <a:lnTo>
                  <a:pt x="54708" y="28914"/>
                </a:lnTo>
                <a:lnTo>
                  <a:pt x="55043" y="29498"/>
                </a:lnTo>
                <a:lnTo>
                  <a:pt x="55360" y="30099"/>
                </a:lnTo>
                <a:lnTo>
                  <a:pt x="55657" y="30717"/>
                </a:lnTo>
                <a:lnTo>
                  <a:pt x="55936" y="31351"/>
                </a:lnTo>
                <a:lnTo>
                  <a:pt x="56195" y="32002"/>
                </a:lnTo>
                <a:lnTo>
                  <a:pt x="56435" y="32671"/>
                </a:lnTo>
                <a:lnTo>
                  <a:pt x="56655" y="33356"/>
                </a:lnTo>
                <a:lnTo>
                  <a:pt x="56857" y="34057"/>
                </a:lnTo>
                <a:lnTo>
                  <a:pt x="57039" y="34776"/>
                </a:lnTo>
                <a:lnTo>
                  <a:pt x="57202" y="35512"/>
                </a:lnTo>
                <a:lnTo>
                  <a:pt x="57346" y="36264"/>
                </a:lnTo>
                <a:lnTo>
                  <a:pt x="57471" y="37033"/>
                </a:lnTo>
                <a:lnTo>
                  <a:pt x="57577" y="37819"/>
                </a:lnTo>
                <a:lnTo>
                  <a:pt x="57663" y="38622"/>
                </a:lnTo>
                <a:lnTo>
                  <a:pt x="57730" y="39441"/>
                </a:lnTo>
                <a:lnTo>
                  <a:pt x="57778" y="40278"/>
                </a:lnTo>
                <a:lnTo>
                  <a:pt x="57807" y="41131"/>
                </a:lnTo>
                <a:lnTo>
                  <a:pt x="57816" y="42001"/>
                </a:lnTo>
                <a:lnTo>
                  <a:pt x="73123" y="42001"/>
                </a:lnTo>
                <a:lnTo>
                  <a:pt x="73115" y="41086"/>
                </a:lnTo>
                <a:lnTo>
                  <a:pt x="73092" y="40180"/>
                </a:lnTo>
                <a:lnTo>
                  <a:pt x="73054" y="39286"/>
                </a:lnTo>
                <a:lnTo>
                  <a:pt x="73000" y="38402"/>
                </a:lnTo>
                <a:lnTo>
                  <a:pt x="72931" y="37529"/>
                </a:lnTo>
                <a:lnTo>
                  <a:pt x="72847" y="36666"/>
                </a:lnTo>
                <a:lnTo>
                  <a:pt x="72747" y="35814"/>
                </a:lnTo>
                <a:lnTo>
                  <a:pt x="72632" y="34972"/>
                </a:lnTo>
                <a:lnTo>
                  <a:pt x="72501" y="34142"/>
                </a:lnTo>
                <a:lnTo>
                  <a:pt x="72355" y="33322"/>
                </a:lnTo>
                <a:lnTo>
                  <a:pt x="72194" y="32512"/>
                </a:lnTo>
                <a:lnTo>
                  <a:pt x="72017" y="31713"/>
                </a:lnTo>
                <a:lnTo>
                  <a:pt x="71826" y="30925"/>
                </a:lnTo>
                <a:lnTo>
                  <a:pt x="71618" y="30147"/>
                </a:lnTo>
                <a:lnTo>
                  <a:pt x="71396" y="29380"/>
                </a:lnTo>
                <a:lnTo>
                  <a:pt x="71158" y="28624"/>
                </a:lnTo>
                <a:lnTo>
                  <a:pt x="70904" y="27878"/>
                </a:lnTo>
                <a:lnTo>
                  <a:pt x="70636" y="27143"/>
                </a:lnTo>
                <a:lnTo>
                  <a:pt x="70352" y="26419"/>
                </a:lnTo>
                <a:lnTo>
                  <a:pt x="70052" y="25705"/>
                </a:lnTo>
                <a:lnTo>
                  <a:pt x="69738" y="25002"/>
                </a:lnTo>
                <a:lnTo>
                  <a:pt x="69408" y="24309"/>
                </a:lnTo>
                <a:lnTo>
                  <a:pt x="69062" y="23627"/>
                </a:lnTo>
                <a:lnTo>
                  <a:pt x="68701" y="22956"/>
                </a:lnTo>
                <a:lnTo>
                  <a:pt x="68326" y="22296"/>
                </a:lnTo>
                <a:lnTo>
                  <a:pt x="67938" y="21649"/>
                </a:lnTo>
                <a:lnTo>
                  <a:pt x="67538" y="21015"/>
                </a:lnTo>
                <a:lnTo>
                  <a:pt x="67124" y="20393"/>
                </a:lnTo>
                <a:lnTo>
                  <a:pt x="66697" y="19785"/>
                </a:lnTo>
                <a:lnTo>
                  <a:pt x="66257" y="19188"/>
                </a:lnTo>
                <a:lnTo>
                  <a:pt x="65804" y="18605"/>
                </a:lnTo>
                <a:lnTo>
                  <a:pt x="65338" y="18034"/>
                </a:lnTo>
                <a:lnTo>
                  <a:pt x="64859" y="17476"/>
                </a:lnTo>
                <a:lnTo>
                  <a:pt x="64367" y="16931"/>
                </a:lnTo>
                <a:lnTo>
                  <a:pt x="63862" y="16398"/>
                </a:lnTo>
                <a:lnTo>
                  <a:pt x="63345" y="15878"/>
                </a:lnTo>
                <a:lnTo>
                  <a:pt x="62814" y="15371"/>
                </a:lnTo>
                <a:lnTo>
                  <a:pt x="62270" y="14876"/>
                </a:lnTo>
                <a:lnTo>
                  <a:pt x="61713" y="14394"/>
                </a:lnTo>
                <a:lnTo>
                  <a:pt x="61143" y="13925"/>
                </a:lnTo>
                <a:lnTo>
                  <a:pt x="60560" y="13468"/>
                </a:lnTo>
                <a:lnTo>
                  <a:pt x="59965" y="13025"/>
                </a:lnTo>
                <a:lnTo>
                  <a:pt x="59356" y="12593"/>
                </a:lnTo>
                <a:lnTo>
                  <a:pt x="58734" y="12175"/>
                </a:lnTo>
                <a:lnTo>
                  <a:pt x="58099" y="11769"/>
                </a:lnTo>
                <a:lnTo>
                  <a:pt x="57451" y="11376"/>
                </a:lnTo>
                <a:lnTo>
                  <a:pt x="56791" y="10996"/>
                </a:lnTo>
                <a:lnTo>
                  <a:pt x="56117" y="10628"/>
                </a:lnTo>
                <a:lnTo>
                  <a:pt x="55431" y="10274"/>
                </a:lnTo>
                <a:lnTo>
                  <a:pt x="54735" y="9935"/>
                </a:lnTo>
                <a:lnTo>
                  <a:pt x="54028" y="9611"/>
                </a:lnTo>
                <a:lnTo>
                  <a:pt x="53311" y="9302"/>
                </a:lnTo>
                <a:lnTo>
                  <a:pt x="52583" y="9009"/>
                </a:lnTo>
                <a:lnTo>
                  <a:pt x="51844" y="8730"/>
                </a:lnTo>
                <a:lnTo>
                  <a:pt x="51095" y="8466"/>
                </a:lnTo>
                <a:lnTo>
                  <a:pt x="50335" y="8218"/>
                </a:lnTo>
                <a:lnTo>
                  <a:pt x="49564" y="7984"/>
                </a:lnTo>
                <a:lnTo>
                  <a:pt x="48783" y="7766"/>
                </a:lnTo>
                <a:lnTo>
                  <a:pt x="47991" y="7563"/>
                </a:lnTo>
                <a:lnTo>
                  <a:pt x="47189" y="7374"/>
                </a:lnTo>
                <a:lnTo>
                  <a:pt x="46376" y="7201"/>
                </a:lnTo>
                <a:lnTo>
                  <a:pt x="45552" y="7043"/>
                </a:lnTo>
                <a:lnTo>
                  <a:pt x="44718" y="6900"/>
                </a:lnTo>
                <a:lnTo>
                  <a:pt x="43873" y="6772"/>
                </a:lnTo>
                <a:lnTo>
                  <a:pt x="43017" y="6659"/>
                </a:lnTo>
                <a:lnTo>
                  <a:pt x="42151" y="6561"/>
                </a:lnTo>
                <a:lnTo>
                  <a:pt x="41275" y="6478"/>
                </a:lnTo>
                <a:lnTo>
                  <a:pt x="40387" y="6410"/>
                </a:lnTo>
                <a:lnTo>
                  <a:pt x="39489" y="6357"/>
                </a:lnTo>
                <a:lnTo>
                  <a:pt x="38581" y="6320"/>
                </a:lnTo>
                <a:lnTo>
                  <a:pt x="37661" y="6297"/>
                </a:lnTo>
                <a:lnTo>
                  <a:pt x="36731" y="6290"/>
                </a:lnTo>
                <a:lnTo>
                  <a:pt x="35801" y="6297"/>
                </a:lnTo>
                <a:lnTo>
                  <a:pt x="34882" y="6319"/>
                </a:lnTo>
                <a:lnTo>
                  <a:pt x="33972" y="6356"/>
                </a:lnTo>
                <a:lnTo>
                  <a:pt x="33073" y="6408"/>
                </a:lnTo>
                <a:lnTo>
                  <a:pt x="32184" y="6474"/>
                </a:lnTo>
                <a:lnTo>
                  <a:pt x="31306" y="6555"/>
                </a:lnTo>
                <a:lnTo>
                  <a:pt x="30438" y="6651"/>
                </a:lnTo>
                <a:lnTo>
                  <a:pt x="29580" y="6762"/>
                </a:lnTo>
                <a:lnTo>
                  <a:pt x="28733" y="6888"/>
                </a:lnTo>
                <a:lnTo>
                  <a:pt x="27896" y="7028"/>
                </a:lnTo>
                <a:lnTo>
                  <a:pt x="27069" y="7183"/>
                </a:lnTo>
                <a:lnTo>
                  <a:pt x="26252" y="7353"/>
                </a:lnTo>
                <a:lnTo>
                  <a:pt x="25446" y="7537"/>
                </a:lnTo>
                <a:lnTo>
                  <a:pt x="24651" y="7737"/>
                </a:lnTo>
                <a:lnTo>
                  <a:pt x="23865" y="7951"/>
                </a:lnTo>
                <a:lnTo>
                  <a:pt x="23090" y="8180"/>
                </a:lnTo>
                <a:lnTo>
                  <a:pt x="22325" y="8423"/>
                </a:lnTo>
                <a:lnTo>
                  <a:pt x="21571" y="8682"/>
                </a:lnTo>
                <a:lnTo>
                  <a:pt x="20826" y="8955"/>
                </a:lnTo>
                <a:lnTo>
                  <a:pt x="20093" y="9243"/>
                </a:lnTo>
                <a:lnTo>
                  <a:pt x="19369" y="9546"/>
                </a:lnTo>
                <a:lnTo>
                  <a:pt x="18656" y="9863"/>
                </a:lnTo>
                <a:lnTo>
                  <a:pt x="17953" y="10195"/>
                </a:lnTo>
                <a:lnTo>
                  <a:pt x="17260" y="10542"/>
                </a:lnTo>
                <a:lnTo>
                  <a:pt x="16580" y="10903"/>
                </a:lnTo>
                <a:lnTo>
                  <a:pt x="15912" y="11277"/>
                </a:lnTo>
                <a:lnTo>
                  <a:pt x="15257" y="11664"/>
                </a:lnTo>
                <a:lnTo>
                  <a:pt x="14615" y="12063"/>
                </a:lnTo>
                <a:lnTo>
                  <a:pt x="13987" y="12476"/>
                </a:lnTo>
                <a:lnTo>
                  <a:pt x="13371" y="12902"/>
                </a:lnTo>
                <a:lnTo>
                  <a:pt x="12768" y="13340"/>
                </a:lnTo>
                <a:lnTo>
                  <a:pt x="12178" y="13792"/>
                </a:lnTo>
                <a:lnTo>
                  <a:pt x="11602" y="14257"/>
                </a:lnTo>
                <a:lnTo>
                  <a:pt x="11038" y="14734"/>
                </a:lnTo>
                <a:lnTo>
                  <a:pt x="10487" y="15225"/>
                </a:lnTo>
                <a:lnTo>
                  <a:pt x="9949" y="15729"/>
                </a:lnTo>
                <a:lnTo>
                  <a:pt x="9424" y="16245"/>
                </a:lnTo>
                <a:lnTo>
                  <a:pt x="8912" y="16775"/>
                </a:lnTo>
                <a:lnTo>
                  <a:pt x="8413" y="17318"/>
                </a:lnTo>
                <a:lnTo>
                  <a:pt x="7927" y="17874"/>
                </a:lnTo>
                <a:lnTo>
                  <a:pt x="7454" y="18442"/>
                </a:lnTo>
                <a:lnTo>
                  <a:pt x="6994" y="19024"/>
                </a:lnTo>
                <a:lnTo>
                  <a:pt x="6547" y="19619"/>
                </a:lnTo>
                <a:lnTo>
                  <a:pt x="6113" y="20226"/>
                </a:lnTo>
                <a:lnTo>
                  <a:pt x="5692" y="20847"/>
                </a:lnTo>
                <a:lnTo>
                  <a:pt x="5284" y="21481"/>
                </a:lnTo>
                <a:lnTo>
                  <a:pt x="4889" y="22127"/>
                </a:lnTo>
                <a:lnTo>
                  <a:pt x="4507" y="22787"/>
                </a:lnTo>
                <a:lnTo>
                  <a:pt x="4139" y="23459"/>
                </a:lnTo>
                <a:lnTo>
                  <a:pt x="3787" y="24142"/>
                </a:lnTo>
                <a:lnTo>
                  <a:pt x="3451" y="24836"/>
                </a:lnTo>
                <a:lnTo>
                  <a:pt x="3130" y="25541"/>
                </a:lnTo>
                <a:lnTo>
                  <a:pt x="2825" y="26257"/>
                </a:lnTo>
                <a:lnTo>
                  <a:pt x="2535" y="26985"/>
                </a:lnTo>
                <a:lnTo>
                  <a:pt x="2261" y="27724"/>
                </a:lnTo>
                <a:lnTo>
                  <a:pt x="2003" y="28474"/>
                </a:lnTo>
                <a:lnTo>
                  <a:pt x="1761" y="29235"/>
                </a:lnTo>
                <a:lnTo>
                  <a:pt x="1534" y="30008"/>
                </a:lnTo>
                <a:lnTo>
                  <a:pt x="1322" y="30792"/>
                </a:lnTo>
                <a:lnTo>
                  <a:pt x="1127" y="31587"/>
                </a:lnTo>
                <a:lnTo>
                  <a:pt x="947" y="32393"/>
                </a:lnTo>
                <a:lnTo>
                  <a:pt x="782" y="33210"/>
                </a:lnTo>
                <a:lnTo>
                  <a:pt x="634" y="34039"/>
                </a:lnTo>
                <a:lnTo>
                  <a:pt x="501" y="34879"/>
                </a:lnTo>
                <a:lnTo>
                  <a:pt x="383" y="35730"/>
                </a:lnTo>
                <a:lnTo>
                  <a:pt x="282" y="36592"/>
                </a:lnTo>
                <a:lnTo>
                  <a:pt x="196" y="37466"/>
                </a:lnTo>
                <a:lnTo>
                  <a:pt x="125" y="38350"/>
                </a:lnTo>
                <a:lnTo>
                  <a:pt x="70" y="39246"/>
                </a:lnTo>
                <a:lnTo>
                  <a:pt x="31" y="40153"/>
                </a:lnTo>
                <a:lnTo>
                  <a:pt x="8" y="41072"/>
                </a:lnTo>
                <a:lnTo>
                  <a:pt x="0" y="42001"/>
                </a:lnTo>
                <a:lnTo>
                  <a:pt x="0" y="98118"/>
                </a:lnTo>
                <a:lnTo>
                  <a:pt x="8" y="99034"/>
                </a:lnTo>
                <a:lnTo>
                  <a:pt x="31" y="99940"/>
                </a:lnTo>
                <a:lnTo>
                  <a:pt x="70" y="100835"/>
                </a:lnTo>
                <a:lnTo>
                  <a:pt x="125" y="101720"/>
                </a:lnTo>
                <a:lnTo>
                  <a:pt x="196" y="102595"/>
                </a:lnTo>
                <a:lnTo>
                  <a:pt x="282" y="103459"/>
                </a:lnTo>
                <a:lnTo>
                  <a:pt x="383" y="104313"/>
                </a:lnTo>
                <a:lnTo>
                  <a:pt x="501" y="105157"/>
                </a:lnTo>
                <a:lnTo>
                  <a:pt x="634" y="105990"/>
                </a:lnTo>
                <a:lnTo>
                  <a:pt x="782" y="106813"/>
                </a:lnTo>
                <a:lnTo>
                  <a:pt x="947" y="107625"/>
                </a:lnTo>
                <a:lnTo>
                  <a:pt x="1127" y="108428"/>
                </a:lnTo>
                <a:lnTo>
                  <a:pt x="1322" y="109220"/>
                </a:lnTo>
                <a:lnTo>
                  <a:pt x="1534" y="110001"/>
                </a:lnTo>
                <a:lnTo>
                  <a:pt x="1761" y="110773"/>
                </a:lnTo>
                <a:lnTo>
                  <a:pt x="2003" y="111534"/>
                </a:lnTo>
                <a:lnTo>
                  <a:pt x="2261" y="112284"/>
                </a:lnTo>
                <a:lnTo>
                  <a:pt x="2535" y="113025"/>
                </a:lnTo>
                <a:lnTo>
                  <a:pt x="2825" y="113755"/>
                </a:lnTo>
                <a:lnTo>
                  <a:pt x="3130" y="114474"/>
                </a:lnTo>
                <a:lnTo>
                  <a:pt x="3451" y="115183"/>
                </a:lnTo>
                <a:lnTo>
                  <a:pt x="3787" y="115882"/>
                </a:lnTo>
                <a:lnTo>
                  <a:pt x="4139" y="116571"/>
                </a:lnTo>
                <a:lnTo>
                  <a:pt x="4507" y="117249"/>
                </a:lnTo>
                <a:lnTo>
                  <a:pt x="4889" y="117916"/>
                </a:lnTo>
                <a:lnTo>
                  <a:pt x="5284" y="118569"/>
                </a:lnTo>
                <a:lnTo>
                  <a:pt x="5692" y="119209"/>
                </a:lnTo>
                <a:lnTo>
                  <a:pt x="6113" y="119835"/>
                </a:lnTo>
                <a:lnTo>
                  <a:pt x="6547" y="120449"/>
                </a:lnTo>
                <a:lnTo>
                  <a:pt x="6994" y="121049"/>
                </a:lnTo>
                <a:lnTo>
                  <a:pt x="7454" y="121636"/>
                </a:lnTo>
                <a:lnTo>
                  <a:pt x="7927" y="122209"/>
                </a:lnTo>
                <a:lnTo>
                  <a:pt x="8413" y="122769"/>
                </a:lnTo>
                <a:lnTo>
                  <a:pt x="8912" y="123316"/>
                </a:lnTo>
                <a:lnTo>
                  <a:pt x="9424" y="123850"/>
                </a:lnTo>
                <a:lnTo>
                  <a:pt x="9949" y="124370"/>
                </a:lnTo>
                <a:lnTo>
                  <a:pt x="10487" y="124877"/>
                </a:lnTo>
                <a:lnTo>
                  <a:pt x="11038" y="125371"/>
                </a:lnTo>
                <a:lnTo>
                  <a:pt x="11602" y="125851"/>
                </a:lnTo>
                <a:lnTo>
                  <a:pt x="12178" y="126318"/>
                </a:lnTo>
                <a:lnTo>
                  <a:pt x="12768" y="126772"/>
                </a:lnTo>
                <a:lnTo>
                  <a:pt x="13371" y="127213"/>
                </a:lnTo>
                <a:lnTo>
                  <a:pt x="13987" y="127640"/>
                </a:lnTo>
                <a:lnTo>
                  <a:pt x="14615" y="128054"/>
                </a:lnTo>
                <a:lnTo>
                  <a:pt x="15257" y="128455"/>
                </a:lnTo>
                <a:lnTo>
                  <a:pt x="15912" y="128842"/>
                </a:lnTo>
                <a:lnTo>
                  <a:pt x="16580" y="129216"/>
                </a:lnTo>
                <a:lnTo>
                  <a:pt x="17260" y="129577"/>
                </a:lnTo>
                <a:lnTo>
                  <a:pt x="17953" y="129924"/>
                </a:lnTo>
                <a:lnTo>
                  <a:pt x="18656" y="130256"/>
                </a:lnTo>
                <a:lnTo>
                  <a:pt x="19369" y="130573"/>
                </a:lnTo>
                <a:lnTo>
                  <a:pt x="20093" y="130876"/>
                </a:lnTo>
                <a:lnTo>
                  <a:pt x="20826" y="131163"/>
                </a:lnTo>
                <a:lnTo>
                  <a:pt x="21571" y="131436"/>
                </a:lnTo>
                <a:lnTo>
                  <a:pt x="22325" y="131695"/>
                </a:lnTo>
                <a:lnTo>
                  <a:pt x="23090" y="131938"/>
                </a:lnTo>
                <a:lnTo>
                  <a:pt x="23865" y="132167"/>
                </a:lnTo>
                <a:lnTo>
                  <a:pt x="24651" y="132381"/>
                </a:lnTo>
                <a:lnTo>
                  <a:pt x="25446" y="132580"/>
                </a:lnTo>
                <a:lnTo>
                  <a:pt x="26252" y="132765"/>
                </a:lnTo>
                <a:lnTo>
                  <a:pt x="27069" y="132934"/>
                </a:lnTo>
                <a:lnTo>
                  <a:pt x="27896" y="133089"/>
                </a:lnTo>
                <a:lnTo>
                  <a:pt x="28733" y="133230"/>
                </a:lnTo>
                <a:lnTo>
                  <a:pt x="29580" y="133355"/>
                </a:lnTo>
                <a:lnTo>
                  <a:pt x="30438" y="133466"/>
                </a:lnTo>
                <a:lnTo>
                  <a:pt x="31306" y="133562"/>
                </a:lnTo>
                <a:lnTo>
                  <a:pt x="32184" y="133643"/>
                </a:lnTo>
                <a:lnTo>
                  <a:pt x="33073" y="133709"/>
                </a:lnTo>
                <a:lnTo>
                  <a:pt x="33972" y="133761"/>
                </a:lnTo>
                <a:lnTo>
                  <a:pt x="34882" y="133798"/>
                </a:lnTo>
                <a:lnTo>
                  <a:pt x="35801" y="133820"/>
                </a:lnTo>
                <a:lnTo>
                  <a:pt x="36731" y="133827"/>
                </a:lnTo>
                <a:lnTo>
                  <a:pt x="37661" y="133820"/>
                </a:lnTo>
                <a:lnTo>
                  <a:pt x="38581" y="133797"/>
                </a:lnTo>
                <a:lnTo>
                  <a:pt x="39489" y="133759"/>
                </a:lnTo>
                <a:lnTo>
                  <a:pt x="40387" y="133707"/>
                </a:lnTo>
                <a:close/>
                <a:moveTo>
                  <a:pt x="255136" y="118178"/>
                </a:moveTo>
                <a:lnTo>
                  <a:pt x="254694" y="118160"/>
                </a:lnTo>
                <a:lnTo>
                  <a:pt x="254260" y="118132"/>
                </a:lnTo>
                <a:lnTo>
                  <a:pt x="253833" y="118091"/>
                </a:lnTo>
                <a:lnTo>
                  <a:pt x="253414" y="118039"/>
                </a:lnTo>
                <a:lnTo>
                  <a:pt x="253003" y="117976"/>
                </a:lnTo>
                <a:lnTo>
                  <a:pt x="252599" y="117901"/>
                </a:lnTo>
                <a:lnTo>
                  <a:pt x="252204" y="117815"/>
                </a:lnTo>
                <a:lnTo>
                  <a:pt x="251815" y="117717"/>
                </a:lnTo>
                <a:lnTo>
                  <a:pt x="251435" y="117608"/>
                </a:lnTo>
                <a:lnTo>
                  <a:pt x="251062" y="117487"/>
                </a:lnTo>
                <a:lnTo>
                  <a:pt x="250696" y="117354"/>
                </a:lnTo>
                <a:lnTo>
                  <a:pt x="250339" y="117210"/>
                </a:lnTo>
                <a:lnTo>
                  <a:pt x="249989" y="117055"/>
                </a:lnTo>
                <a:lnTo>
                  <a:pt x="249647" y="116888"/>
                </a:lnTo>
                <a:lnTo>
                  <a:pt x="249312" y="116710"/>
                </a:lnTo>
                <a:lnTo>
                  <a:pt x="248985" y="116520"/>
                </a:lnTo>
                <a:lnTo>
                  <a:pt x="248666" y="116318"/>
                </a:lnTo>
                <a:lnTo>
                  <a:pt x="248354" y="116105"/>
                </a:lnTo>
                <a:lnTo>
                  <a:pt x="248050" y="115881"/>
                </a:lnTo>
                <a:lnTo>
                  <a:pt x="247754" y="115645"/>
                </a:lnTo>
                <a:lnTo>
                  <a:pt x="247466" y="115397"/>
                </a:lnTo>
                <a:lnTo>
                  <a:pt x="247185" y="115138"/>
                </a:lnTo>
                <a:lnTo>
                  <a:pt x="246911" y="114867"/>
                </a:lnTo>
                <a:lnTo>
                  <a:pt x="246648" y="114587"/>
                </a:lnTo>
                <a:lnTo>
                  <a:pt x="246395" y="114298"/>
                </a:lnTo>
                <a:lnTo>
                  <a:pt x="246154" y="114000"/>
                </a:lnTo>
                <a:lnTo>
                  <a:pt x="245924" y="113693"/>
                </a:lnTo>
                <a:lnTo>
                  <a:pt x="245706" y="113379"/>
                </a:lnTo>
                <a:lnTo>
                  <a:pt x="245498" y="113055"/>
                </a:lnTo>
                <a:lnTo>
                  <a:pt x="245302" y="112723"/>
                </a:lnTo>
                <a:lnTo>
                  <a:pt x="245117" y="112383"/>
                </a:lnTo>
                <a:lnTo>
                  <a:pt x="244943" y="112034"/>
                </a:lnTo>
                <a:lnTo>
                  <a:pt x="244780" y="111676"/>
                </a:lnTo>
                <a:lnTo>
                  <a:pt x="244629" y="111310"/>
                </a:lnTo>
                <a:lnTo>
                  <a:pt x="244489" y="110935"/>
                </a:lnTo>
                <a:lnTo>
                  <a:pt x="244360" y="110552"/>
                </a:lnTo>
                <a:lnTo>
                  <a:pt x="244242" y="110160"/>
                </a:lnTo>
                <a:lnTo>
                  <a:pt x="244135" y="109759"/>
                </a:lnTo>
                <a:lnTo>
                  <a:pt x="244040" y="109350"/>
                </a:lnTo>
                <a:lnTo>
                  <a:pt x="243956" y="108933"/>
                </a:lnTo>
                <a:lnTo>
                  <a:pt x="243883" y="108507"/>
                </a:lnTo>
                <a:lnTo>
                  <a:pt x="243821" y="108072"/>
                </a:lnTo>
                <a:lnTo>
                  <a:pt x="243771" y="107629"/>
                </a:lnTo>
                <a:lnTo>
                  <a:pt x="243731" y="107177"/>
                </a:lnTo>
                <a:lnTo>
                  <a:pt x="243703" y="106717"/>
                </a:lnTo>
                <a:lnTo>
                  <a:pt x="243687" y="106248"/>
                </a:lnTo>
                <a:lnTo>
                  <a:pt x="243681" y="105770"/>
                </a:lnTo>
                <a:lnTo>
                  <a:pt x="243681" y="7992"/>
                </a:lnTo>
                <a:lnTo>
                  <a:pt x="196918" y="7992"/>
                </a:lnTo>
                <a:lnTo>
                  <a:pt x="196918" y="21936"/>
                </a:lnTo>
                <a:lnTo>
                  <a:pt x="228377" y="21936"/>
                </a:lnTo>
                <a:lnTo>
                  <a:pt x="228377" y="105770"/>
                </a:lnTo>
                <a:lnTo>
                  <a:pt x="228383" y="106433"/>
                </a:lnTo>
                <a:lnTo>
                  <a:pt x="228401" y="107088"/>
                </a:lnTo>
                <a:lnTo>
                  <a:pt x="228430" y="107736"/>
                </a:lnTo>
                <a:lnTo>
                  <a:pt x="228472" y="108377"/>
                </a:lnTo>
                <a:lnTo>
                  <a:pt x="228525" y="109012"/>
                </a:lnTo>
                <a:lnTo>
                  <a:pt x="228590" y="109639"/>
                </a:lnTo>
                <a:lnTo>
                  <a:pt x="228666" y="110259"/>
                </a:lnTo>
                <a:lnTo>
                  <a:pt x="228755" y="110871"/>
                </a:lnTo>
                <a:lnTo>
                  <a:pt x="228855" y="111477"/>
                </a:lnTo>
                <a:lnTo>
                  <a:pt x="228968" y="112076"/>
                </a:lnTo>
                <a:lnTo>
                  <a:pt x="229092" y="112668"/>
                </a:lnTo>
                <a:lnTo>
                  <a:pt x="229227" y="113252"/>
                </a:lnTo>
                <a:lnTo>
                  <a:pt x="229375" y="113830"/>
                </a:lnTo>
                <a:lnTo>
                  <a:pt x="229535" y="114400"/>
                </a:lnTo>
                <a:lnTo>
                  <a:pt x="229706" y="114963"/>
                </a:lnTo>
                <a:lnTo>
                  <a:pt x="229889" y="115519"/>
                </a:lnTo>
                <a:lnTo>
                  <a:pt x="230084" y="116069"/>
                </a:lnTo>
                <a:lnTo>
                  <a:pt x="230291" y="116611"/>
                </a:lnTo>
                <a:lnTo>
                  <a:pt x="230509" y="117146"/>
                </a:lnTo>
                <a:lnTo>
                  <a:pt x="230739" y="117674"/>
                </a:lnTo>
                <a:lnTo>
                  <a:pt x="230981" y="118194"/>
                </a:lnTo>
                <a:lnTo>
                  <a:pt x="231235" y="118708"/>
                </a:lnTo>
                <a:lnTo>
                  <a:pt x="231501" y="119215"/>
                </a:lnTo>
                <a:lnTo>
                  <a:pt x="231779" y="119714"/>
                </a:lnTo>
                <a:lnTo>
                  <a:pt x="232067" y="120206"/>
                </a:lnTo>
                <a:lnTo>
                  <a:pt x="232365" y="120687"/>
                </a:lnTo>
                <a:lnTo>
                  <a:pt x="232672" y="121160"/>
                </a:lnTo>
                <a:lnTo>
                  <a:pt x="232988" y="121623"/>
                </a:lnTo>
                <a:lnTo>
                  <a:pt x="233314" y="122076"/>
                </a:lnTo>
                <a:lnTo>
                  <a:pt x="233650" y="122520"/>
                </a:lnTo>
                <a:lnTo>
                  <a:pt x="233994" y="122955"/>
                </a:lnTo>
                <a:lnTo>
                  <a:pt x="234349" y="123380"/>
                </a:lnTo>
                <a:lnTo>
                  <a:pt x="234712" y="123796"/>
                </a:lnTo>
                <a:lnTo>
                  <a:pt x="235086" y="124202"/>
                </a:lnTo>
                <a:lnTo>
                  <a:pt x="235468" y="124599"/>
                </a:lnTo>
                <a:lnTo>
                  <a:pt x="235860" y="124986"/>
                </a:lnTo>
                <a:lnTo>
                  <a:pt x="236262" y="125364"/>
                </a:lnTo>
                <a:lnTo>
                  <a:pt x="236673" y="125733"/>
                </a:lnTo>
                <a:lnTo>
                  <a:pt x="237093" y="126092"/>
                </a:lnTo>
                <a:lnTo>
                  <a:pt x="237523" y="126441"/>
                </a:lnTo>
                <a:lnTo>
                  <a:pt x="237962" y="126781"/>
                </a:lnTo>
                <a:lnTo>
                  <a:pt x="238411" y="127112"/>
                </a:lnTo>
                <a:lnTo>
                  <a:pt x="238869" y="127433"/>
                </a:lnTo>
                <a:lnTo>
                  <a:pt x="239337" y="127745"/>
                </a:lnTo>
                <a:lnTo>
                  <a:pt x="239814" y="128047"/>
                </a:lnTo>
                <a:lnTo>
                  <a:pt x="240300" y="128340"/>
                </a:lnTo>
                <a:lnTo>
                  <a:pt x="240796" y="128623"/>
                </a:lnTo>
                <a:lnTo>
                  <a:pt x="241302" y="128897"/>
                </a:lnTo>
                <a:lnTo>
                  <a:pt x="241815" y="129161"/>
                </a:lnTo>
                <a:lnTo>
                  <a:pt x="242336" y="129413"/>
                </a:lnTo>
                <a:lnTo>
                  <a:pt x="242864" y="129654"/>
                </a:lnTo>
                <a:lnTo>
                  <a:pt x="243399" y="129884"/>
                </a:lnTo>
                <a:lnTo>
                  <a:pt x="243941" y="130103"/>
                </a:lnTo>
                <a:lnTo>
                  <a:pt x="244490" y="130311"/>
                </a:lnTo>
                <a:lnTo>
                  <a:pt x="245046" y="130507"/>
                </a:lnTo>
                <a:lnTo>
                  <a:pt x="245609" y="130692"/>
                </a:lnTo>
                <a:lnTo>
                  <a:pt x="246179" y="130866"/>
                </a:lnTo>
                <a:lnTo>
                  <a:pt x="246757" y="131028"/>
                </a:lnTo>
                <a:lnTo>
                  <a:pt x="247341" y="131180"/>
                </a:lnTo>
                <a:lnTo>
                  <a:pt x="247933" y="131320"/>
                </a:lnTo>
                <a:lnTo>
                  <a:pt x="248532" y="131449"/>
                </a:lnTo>
                <a:lnTo>
                  <a:pt x="249138" y="131567"/>
                </a:lnTo>
                <a:lnTo>
                  <a:pt x="249751" y="131673"/>
                </a:lnTo>
                <a:lnTo>
                  <a:pt x="250370" y="131769"/>
                </a:lnTo>
                <a:lnTo>
                  <a:pt x="250998" y="131853"/>
                </a:lnTo>
                <a:lnTo>
                  <a:pt x="251632" y="131926"/>
                </a:lnTo>
                <a:lnTo>
                  <a:pt x="252273" y="131987"/>
                </a:lnTo>
                <a:lnTo>
                  <a:pt x="252921" y="132038"/>
                </a:lnTo>
                <a:lnTo>
                  <a:pt x="253577" y="132077"/>
                </a:lnTo>
                <a:lnTo>
                  <a:pt x="254239" y="132105"/>
                </a:lnTo>
                <a:lnTo>
                  <a:pt x="254909" y="132122"/>
                </a:lnTo>
                <a:lnTo>
                  <a:pt x="255586" y="132128"/>
                </a:lnTo>
                <a:lnTo>
                  <a:pt x="285345" y="132128"/>
                </a:lnTo>
                <a:lnTo>
                  <a:pt x="285345" y="118183"/>
                </a:lnTo>
                <a:lnTo>
                  <a:pt x="255586" y="118183"/>
                </a:lnTo>
                <a:lnTo>
                  <a:pt x="255136" y="118178"/>
                </a:lnTo>
                <a:close/>
                <a:moveTo>
                  <a:pt x="358976" y="118183"/>
                </a:moveTo>
                <a:lnTo>
                  <a:pt x="358526" y="118178"/>
                </a:lnTo>
                <a:lnTo>
                  <a:pt x="358085" y="118160"/>
                </a:lnTo>
                <a:lnTo>
                  <a:pt x="357650" y="118132"/>
                </a:lnTo>
                <a:lnTo>
                  <a:pt x="357224" y="118091"/>
                </a:lnTo>
                <a:lnTo>
                  <a:pt x="356805" y="118039"/>
                </a:lnTo>
                <a:lnTo>
                  <a:pt x="356393" y="117976"/>
                </a:lnTo>
                <a:lnTo>
                  <a:pt x="355990" y="117901"/>
                </a:lnTo>
                <a:lnTo>
                  <a:pt x="355594" y="117815"/>
                </a:lnTo>
                <a:lnTo>
                  <a:pt x="355206" y="117717"/>
                </a:lnTo>
                <a:lnTo>
                  <a:pt x="354825" y="117608"/>
                </a:lnTo>
                <a:lnTo>
                  <a:pt x="354452" y="117487"/>
                </a:lnTo>
                <a:lnTo>
                  <a:pt x="354087" y="117354"/>
                </a:lnTo>
                <a:lnTo>
                  <a:pt x="353729" y="117210"/>
                </a:lnTo>
                <a:lnTo>
                  <a:pt x="353379" y="117055"/>
                </a:lnTo>
                <a:lnTo>
                  <a:pt x="353037" y="116888"/>
                </a:lnTo>
                <a:lnTo>
                  <a:pt x="352703" y="116710"/>
                </a:lnTo>
                <a:lnTo>
                  <a:pt x="352376" y="116520"/>
                </a:lnTo>
                <a:lnTo>
                  <a:pt x="352056" y="116318"/>
                </a:lnTo>
                <a:lnTo>
                  <a:pt x="351745" y="116105"/>
                </a:lnTo>
                <a:lnTo>
                  <a:pt x="351441" y="115881"/>
                </a:lnTo>
                <a:lnTo>
                  <a:pt x="351145" y="115645"/>
                </a:lnTo>
                <a:lnTo>
                  <a:pt x="350856" y="115397"/>
                </a:lnTo>
                <a:lnTo>
                  <a:pt x="350575" y="115138"/>
                </a:lnTo>
                <a:lnTo>
                  <a:pt x="350302" y="114867"/>
                </a:lnTo>
                <a:lnTo>
                  <a:pt x="350038" y="114587"/>
                </a:lnTo>
                <a:lnTo>
                  <a:pt x="349786" y="114298"/>
                </a:lnTo>
                <a:lnTo>
                  <a:pt x="349545" y="114000"/>
                </a:lnTo>
                <a:lnTo>
                  <a:pt x="349315" y="113693"/>
                </a:lnTo>
                <a:lnTo>
                  <a:pt x="349096" y="113379"/>
                </a:lnTo>
                <a:lnTo>
                  <a:pt x="348888" y="113055"/>
                </a:lnTo>
                <a:lnTo>
                  <a:pt x="348692" y="112723"/>
                </a:lnTo>
                <a:lnTo>
                  <a:pt x="348507" y="112383"/>
                </a:lnTo>
                <a:lnTo>
                  <a:pt x="348333" y="112034"/>
                </a:lnTo>
                <a:lnTo>
                  <a:pt x="348171" y="111676"/>
                </a:lnTo>
                <a:lnTo>
                  <a:pt x="348019" y="111310"/>
                </a:lnTo>
                <a:lnTo>
                  <a:pt x="347879" y="110935"/>
                </a:lnTo>
                <a:lnTo>
                  <a:pt x="347750" y="110552"/>
                </a:lnTo>
                <a:lnTo>
                  <a:pt x="347632" y="110160"/>
                </a:lnTo>
                <a:lnTo>
                  <a:pt x="347526" y="109759"/>
                </a:lnTo>
                <a:lnTo>
                  <a:pt x="347430" y="109350"/>
                </a:lnTo>
                <a:lnTo>
                  <a:pt x="347346" y="108933"/>
                </a:lnTo>
                <a:lnTo>
                  <a:pt x="347273" y="108507"/>
                </a:lnTo>
                <a:lnTo>
                  <a:pt x="347212" y="108072"/>
                </a:lnTo>
                <a:lnTo>
                  <a:pt x="347161" y="107629"/>
                </a:lnTo>
                <a:lnTo>
                  <a:pt x="347122" y="107177"/>
                </a:lnTo>
                <a:lnTo>
                  <a:pt x="347094" y="106717"/>
                </a:lnTo>
                <a:lnTo>
                  <a:pt x="347077" y="106248"/>
                </a:lnTo>
                <a:lnTo>
                  <a:pt x="347071" y="105770"/>
                </a:lnTo>
                <a:lnTo>
                  <a:pt x="347071" y="7992"/>
                </a:lnTo>
                <a:lnTo>
                  <a:pt x="300309" y="7992"/>
                </a:lnTo>
                <a:lnTo>
                  <a:pt x="300309" y="21936"/>
                </a:lnTo>
                <a:lnTo>
                  <a:pt x="331767" y="21936"/>
                </a:lnTo>
                <a:lnTo>
                  <a:pt x="331767" y="105770"/>
                </a:lnTo>
                <a:lnTo>
                  <a:pt x="331773" y="106433"/>
                </a:lnTo>
                <a:lnTo>
                  <a:pt x="331791" y="107088"/>
                </a:lnTo>
                <a:lnTo>
                  <a:pt x="331821" y="107736"/>
                </a:lnTo>
                <a:lnTo>
                  <a:pt x="331862" y="108377"/>
                </a:lnTo>
                <a:lnTo>
                  <a:pt x="331915" y="109012"/>
                </a:lnTo>
                <a:lnTo>
                  <a:pt x="331980" y="109639"/>
                </a:lnTo>
                <a:lnTo>
                  <a:pt x="332057" y="110259"/>
                </a:lnTo>
                <a:lnTo>
                  <a:pt x="332145" y="110871"/>
                </a:lnTo>
                <a:lnTo>
                  <a:pt x="332246" y="111477"/>
                </a:lnTo>
                <a:lnTo>
                  <a:pt x="332358" y="112076"/>
                </a:lnTo>
                <a:lnTo>
                  <a:pt x="332482" y="112668"/>
                </a:lnTo>
                <a:lnTo>
                  <a:pt x="332618" y="113252"/>
                </a:lnTo>
                <a:lnTo>
                  <a:pt x="332766" y="113830"/>
                </a:lnTo>
                <a:lnTo>
                  <a:pt x="332925" y="114400"/>
                </a:lnTo>
                <a:lnTo>
                  <a:pt x="333096" y="114963"/>
                </a:lnTo>
                <a:lnTo>
                  <a:pt x="333279" y="115519"/>
                </a:lnTo>
                <a:lnTo>
                  <a:pt x="333474" y="116069"/>
                </a:lnTo>
                <a:lnTo>
                  <a:pt x="333681" y="116611"/>
                </a:lnTo>
                <a:lnTo>
                  <a:pt x="333899" y="117146"/>
                </a:lnTo>
                <a:lnTo>
                  <a:pt x="334130" y="117674"/>
                </a:lnTo>
                <a:lnTo>
                  <a:pt x="334372" y="118194"/>
                </a:lnTo>
                <a:lnTo>
                  <a:pt x="334626" y="118708"/>
                </a:lnTo>
                <a:lnTo>
                  <a:pt x="334892" y="119215"/>
                </a:lnTo>
                <a:lnTo>
                  <a:pt x="335169" y="119714"/>
                </a:lnTo>
                <a:lnTo>
                  <a:pt x="335457" y="120206"/>
                </a:lnTo>
                <a:lnTo>
                  <a:pt x="335755" y="120687"/>
                </a:lnTo>
                <a:lnTo>
                  <a:pt x="336062" y="121160"/>
                </a:lnTo>
                <a:lnTo>
                  <a:pt x="336379" y="121623"/>
                </a:lnTo>
                <a:lnTo>
                  <a:pt x="336705" y="122076"/>
                </a:lnTo>
                <a:lnTo>
                  <a:pt x="337040" y="122520"/>
                </a:lnTo>
                <a:lnTo>
                  <a:pt x="337385" y="122955"/>
                </a:lnTo>
                <a:lnTo>
                  <a:pt x="337739" y="123380"/>
                </a:lnTo>
                <a:lnTo>
                  <a:pt x="338103" y="123796"/>
                </a:lnTo>
                <a:lnTo>
                  <a:pt x="338476" y="124202"/>
                </a:lnTo>
                <a:lnTo>
                  <a:pt x="338859" y="124599"/>
                </a:lnTo>
                <a:lnTo>
                  <a:pt x="339251" y="124986"/>
                </a:lnTo>
                <a:lnTo>
                  <a:pt x="339652" y="125364"/>
                </a:lnTo>
                <a:lnTo>
                  <a:pt x="340063" y="125733"/>
                </a:lnTo>
                <a:lnTo>
                  <a:pt x="340484" y="126092"/>
                </a:lnTo>
                <a:lnTo>
                  <a:pt x="340913" y="126441"/>
                </a:lnTo>
                <a:lnTo>
                  <a:pt x="341353" y="126781"/>
                </a:lnTo>
                <a:lnTo>
                  <a:pt x="341801" y="127112"/>
                </a:lnTo>
                <a:lnTo>
                  <a:pt x="342260" y="127433"/>
                </a:lnTo>
                <a:lnTo>
                  <a:pt x="342727" y="127745"/>
                </a:lnTo>
                <a:lnTo>
                  <a:pt x="343204" y="128047"/>
                </a:lnTo>
                <a:lnTo>
                  <a:pt x="343691" y="128340"/>
                </a:lnTo>
                <a:lnTo>
                  <a:pt x="344187" y="128623"/>
                </a:lnTo>
                <a:lnTo>
                  <a:pt x="344692" y="128897"/>
                </a:lnTo>
                <a:lnTo>
                  <a:pt x="345206" y="129161"/>
                </a:lnTo>
                <a:lnTo>
                  <a:pt x="345726" y="129413"/>
                </a:lnTo>
                <a:lnTo>
                  <a:pt x="346254" y="129654"/>
                </a:lnTo>
                <a:lnTo>
                  <a:pt x="346789" y="129884"/>
                </a:lnTo>
                <a:lnTo>
                  <a:pt x="347331" y="130103"/>
                </a:lnTo>
                <a:lnTo>
                  <a:pt x="347880" y="130311"/>
                </a:lnTo>
                <a:lnTo>
                  <a:pt x="348436" y="130507"/>
                </a:lnTo>
                <a:lnTo>
                  <a:pt x="349000" y="130692"/>
                </a:lnTo>
                <a:lnTo>
                  <a:pt x="349570" y="130866"/>
                </a:lnTo>
                <a:lnTo>
                  <a:pt x="350147" y="131028"/>
                </a:lnTo>
                <a:lnTo>
                  <a:pt x="350732" y="131180"/>
                </a:lnTo>
                <a:lnTo>
                  <a:pt x="351323" y="131320"/>
                </a:lnTo>
                <a:lnTo>
                  <a:pt x="351922" y="131449"/>
                </a:lnTo>
                <a:lnTo>
                  <a:pt x="352528" y="131567"/>
                </a:lnTo>
                <a:lnTo>
                  <a:pt x="353141" y="131673"/>
                </a:lnTo>
                <a:lnTo>
                  <a:pt x="353761" y="131769"/>
                </a:lnTo>
                <a:lnTo>
                  <a:pt x="354388" y="131853"/>
                </a:lnTo>
                <a:lnTo>
                  <a:pt x="355022" y="131926"/>
                </a:lnTo>
                <a:lnTo>
                  <a:pt x="355663" y="131987"/>
                </a:lnTo>
                <a:lnTo>
                  <a:pt x="356312" y="132038"/>
                </a:lnTo>
                <a:lnTo>
                  <a:pt x="356967" y="132077"/>
                </a:lnTo>
                <a:lnTo>
                  <a:pt x="357630" y="132105"/>
                </a:lnTo>
                <a:lnTo>
                  <a:pt x="358299" y="132122"/>
                </a:lnTo>
                <a:lnTo>
                  <a:pt x="358976" y="132128"/>
                </a:lnTo>
                <a:lnTo>
                  <a:pt x="388735" y="132128"/>
                </a:lnTo>
                <a:lnTo>
                  <a:pt x="388735" y="118183"/>
                </a:lnTo>
                <a:lnTo>
                  <a:pt x="358976" y="118183"/>
                </a:lnTo>
                <a:close/>
                <a:moveTo>
                  <a:pt x="460835" y="38600"/>
                </a:moveTo>
                <a:lnTo>
                  <a:pt x="416623" y="38600"/>
                </a:lnTo>
                <a:lnTo>
                  <a:pt x="416623" y="52544"/>
                </a:lnTo>
                <a:lnTo>
                  <a:pt x="445531" y="52544"/>
                </a:lnTo>
                <a:lnTo>
                  <a:pt x="445531" y="118183"/>
                </a:lnTo>
                <a:lnTo>
                  <a:pt x="412373" y="118183"/>
                </a:lnTo>
                <a:lnTo>
                  <a:pt x="412373" y="132128"/>
                </a:lnTo>
                <a:lnTo>
                  <a:pt x="492294" y="132128"/>
                </a:lnTo>
                <a:lnTo>
                  <a:pt x="492294" y="118183"/>
                </a:lnTo>
                <a:lnTo>
                  <a:pt x="460835" y="118183"/>
                </a:lnTo>
                <a:lnTo>
                  <a:pt x="460835" y="38600"/>
                </a:lnTo>
                <a:close/>
                <a:moveTo>
                  <a:pt x="143098" y="133369"/>
                </a:moveTo>
                <a:lnTo>
                  <a:pt x="143985" y="133303"/>
                </a:lnTo>
                <a:lnTo>
                  <a:pt x="144862" y="133222"/>
                </a:lnTo>
                <a:lnTo>
                  <a:pt x="145728" y="133126"/>
                </a:lnTo>
                <a:lnTo>
                  <a:pt x="146584" y="133015"/>
                </a:lnTo>
                <a:lnTo>
                  <a:pt x="147429" y="132890"/>
                </a:lnTo>
                <a:lnTo>
                  <a:pt x="148263" y="132749"/>
                </a:lnTo>
                <a:lnTo>
                  <a:pt x="149086" y="132594"/>
                </a:lnTo>
                <a:lnTo>
                  <a:pt x="149899" y="132425"/>
                </a:lnTo>
                <a:lnTo>
                  <a:pt x="150702" y="132240"/>
                </a:lnTo>
                <a:lnTo>
                  <a:pt x="151494" y="132041"/>
                </a:lnTo>
                <a:lnTo>
                  <a:pt x="152275" y="131827"/>
                </a:lnTo>
                <a:lnTo>
                  <a:pt x="153045" y="131598"/>
                </a:lnTo>
                <a:lnTo>
                  <a:pt x="153805" y="131355"/>
                </a:lnTo>
                <a:lnTo>
                  <a:pt x="154555" y="131097"/>
                </a:lnTo>
                <a:lnTo>
                  <a:pt x="155293" y="130824"/>
                </a:lnTo>
                <a:lnTo>
                  <a:pt x="156021" y="130536"/>
                </a:lnTo>
                <a:lnTo>
                  <a:pt x="156739" y="130233"/>
                </a:lnTo>
                <a:lnTo>
                  <a:pt x="157446" y="129916"/>
                </a:lnTo>
                <a:lnTo>
                  <a:pt x="158142" y="129584"/>
                </a:lnTo>
                <a:lnTo>
                  <a:pt x="158827" y="129237"/>
                </a:lnTo>
                <a:lnTo>
                  <a:pt x="159501" y="128876"/>
                </a:lnTo>
                <a:lnTo>
                  <a:pt x="160163" y="128502"/>
                </a:lnTo>
                <a:lnTo>
                  <a:pt x="160811" y="128114"/>
                </a:lnTo>
                <a:lnTo>
                  <a:pt x="161447" y="127713"/>
                </a:lnTo>
                <a:lnTo>
                  <a:pt x="162070" y="127299"/>
                </a:lnTo>
                <a:lnTo>
                  <a:pt x="162680" y="126872"/>
                </a:lnTo>
                <a:lnTo>
                  <a:pt x="163278" y="126431"/>
                </a:lnTo>
                <a:lnTo>
                  <a:pt x="163863" y="125977"/>
                </a:lnTo>
                <a:lnTo>
                  <a:pt x="164435" y="125510"/>
                </a:lnTo>
                <a:lnTo>
                  <a:pt x="164995" y="125030"/>
                </a:lnTo>
                <a:lnTo>
                  <a:pt x="165542" y="124536"/>
                </a:lnTo>
                <a:lnTo>
                  <a:pt x="166076" y="124029"/>
                </a:lnTo>
                <a:lnTo>
                  <a:pt x="166597" y="123508"/>
                </a:lnTo>
                <a:lnTo>
                  <a:pt x="167106" y="122975"/>
                </a:lnTo>
                <a:lnTo>
                  <a:pt x="167602" y="122428"/>
                </a:lnTo>
                <a:lnTo>
                  <a:pt x="168085" y="121868"/>
                </a:lnTo>
                <a:lnTo>
                  <a:pt x="168556" y="121295"/>
                </a:lnTo>
                <a:lnTo>
                  <a:pt x="169014" y="120708"/>
                </a:lnTo>
                <a:lnTo>
                  <a:pt x="169459" y="120108"/>
                </a:lnTo>
                <a:lnTo>
                  <a:pt x="169892" y="119495"/>
                </a:lnTo>
                <a:lnTo>
                  <a:pt x="170312" y="118868"/>
                </a:lnTo>
                <a:lnTo>
                  <a:pt x="170719" y="118229"/>
                </a:lnTo>
                <a:lnTo>
                  <a:pt x="171113" y="117576"/>
                </a:lnTo>
                <a:lnTo>
                  <a:pt x="171495" y="116909"/>
                </a:lnTo>
                <a:lnTo>
                  <a:pt x="171863" y="116231"/>
                </a:lnTo>
                <a:lnTo>
                  <a:pt x="172215" y="115542"/>
                </a:lnTo>
                <a:lnTo>
                  <a:pt x="172551" y="114844"/>
                </a:lnTo>
                <a:lnTo>
                  <a:pt x="172872" y="114134"/>
                </a:lnTo>
                <a:lnTo>
                  <a:pt x="173177" y="113415"/>
                </a:lnTo>
                <a:lnTo>
                  <a:pt x="173467" y="112685"/>
                </a:lnTo>
                <a:lnTo>
                  <a:pt x="173741" y="111944"/>
                </a:lnTo>
                <a:lnTo>
                  <a:pt x="173999" y="111194"/>
                </a:lnTo>
                <a:lnTo>
                  <a:pt x="174242" y="110433"/>
                </a:lnTo>
                <a:lnTo>
                  <a:pt x="174468" y="109661"/>
                </a:lnTo>
                <a:lnTo>
                  <a:pt x="174680" y="108880"/>
                </a:lnTo>
                <a:lnTo>
                  <a:pt x="174875" y="108088"/>
                </a:lnTo>
                <a:lnTo>
                  <a:pt x="175055" y="107286"/>
                </a:lnTo>
                <a:lnTo>
                  <a:pt x="175220" y="106473"/>
                </a:lnTo>
                <a:lnTo>
                  <a:pt x="175368" y="105650"/>
                </a:lnTo>
                <a:lnTo>
                  <a:pt x="175501" y="104817"/>
                </a:lnTo>
                <a:lnTo>
                  <a:pt x="175619" y="103973"/>
                </a:lnTo>
                <a:lnTo>
                  <a:pt x="175720" y="103119"/>
                </a:lnTo>
                <a:lnTo>
                  <a:pt x="175806" y="102255"/>
                </a:lnTo>
                <a:lnTo>
                  <a:pt x="175877" y="101380"/>
                </a:lnTo>
                <a:lnTo>
                  <a:pt x="175932" y="100495"/>
                </a:lnTo>
                <a:lnTo>
                  <a:pt x="175971" y="99600"/>
                </a:lnTo>
                <a:lnTo>
                  <a:pt x="175994" y="98694"/>
                </a:lnTo>
                <a:lnTo>
                  <a:pt x="176002" y="97778"/>
                </a:lnTo>
                <a:lnTo>
                  <a:pt x="176002" y="72780"/>
                </a:lnTo>
                <a:lnTo>
                  <a:pt x="175994" y="71865"/>
                </a:lnTo>
                <a:lnTo>
                  <a:pt x="175971" y="70959"/>
                </a:lnTo>
                <a:lnTo>
                  <a:pt x="175932" y="70065"/>
                </a:lnTo>
                <a:lnTo>
                  <a:pt x="175877" y="69181"/>
                </a:lnTo>
                <a:lnTo>
                  <a:pt x="175806" y="68308"/>
                </a:lnTo>
                <a:lnTo>
                  <a:pt x="175720" y="67445"/>
                </a:lnTo>
                <a:lnTo>
                  <a:pt x="175619" y="66593"/>
                </a:lnTo>
                <a:lnTo>
                  <a:pt x="175501" y="65751"/>
                </a:lnTo>
                <a:lnTo>
                  <a:pt x="175368" y="64921"/>
                </a:lnTo>
                <a:lnTo>
                  <a:pt x="175220" y="64101"/>
                </a:lnTo>
                <a:lnTo>
                  <a:pt x="175055" y="63291"/>
                </a:lnTo>
                <a:lnTo>
                  <a:pt x="174875" y="62492"/>
                </a:lnTo>
                <a:lnTo>
                  <a:pt x="174680" y="61704"/>
                </a:lnTo>
                <a:lnTo>
                  <a:pt x="174468" y="60926"/>
                </a:lnTo>
                <a:lnTo>
                  <a:pt x="174242" y="60159"/>
                </a:lnTo>
                <a:lnTo>
                  <a:pt x="173999" y="59403"/>
                </a:lnTo>
                <a:lnTo>
                  <a:pt x="173741" y="58657"/>
                </a:lnTo>
                <a:lnTo>
                  <a:pt x="173467" y="57922"/>
                </a:lnTo>
                <a:lnTo>
                  <a:pt x="173177" y="57198"/>
                </a:lnTo>
                <a:lnTo>
                  <a:pt x="172872" y="56484"/>
                </a:lnTo>
                <a:lnTo>
                  <a:pt x="172551" y="55781"/>
                </a:lnTo>
                <a:lnTo>
                  <a:pt x="172215" y="55088"/>
                </a:lnTo>
                <a:lnTo>
                  <a:pt x="171863" y="54406"/>
                </a:lnTo>
                <a:lnTo>
                  <a:pt x="171495" y="53735"/>
                </a:lnTo>
                <a:lnTo>
                  <a:pt x="171113" y="53075"/>
                </a:lnTo>
                <a:lnTo>
                  <a:pt x="170719" y="52429"/>
                </a:lnTo>
                <a:lnTo>
                  <a:pt x="170312" y="51795"/>
                </a:lnTo>
                <a:lnTo>
                  <a:pt x="169892" y="51175"/>
                </a:lnTo>
                <a:lnTo>
                  <a:pt x="169459" y="50567"/>
                </a:lnTo>
                <a:lnTo>
                  <a:pt x="169014" y="49973"/>
                </a:lnTo>
                <a:lnTo>
                  <a:pt x="168556" y="49391"/>
                </a:lnTo>
                <a:lnTo>
                  <a:pt x="168085" y="48823"/>
                </a:lnTo>
                <a:lnTo>
                  <a:pt x="167602" y="48267"/>
                </a:lnTo>
                <a:lnTo>
                  <a:pt x="167106" y="47725"/>
                </a:lnTo>
                <a:lnTo>
                  <a:pt x="166597" y="47195"/>
                </a:lnTo>
                <a:lnTo>
                  <a:pt x="166076" y="46678"/>
                </a:lnTo>
                <a:lnTo>
                  <a:pt x="165542" y="46175"/>
                </a:lnTo>
                <a:lnTo>
                  <a:pt x="164995" y="45684"/>
                </a:lnTo>
                <a:lnTo>
                  <a:pt x="164435" y="45207"/>
                </a:lnTo>
                <a:lnTo>
                  <a:pt x="163863" y="44742"/>
                </a:lnTo>
                <a:lnTo>
                  <a:pt x="163278" y="44290"/>
                </a:lnTo>
                <a:lnTo>
                  <a:pt x="162680" y="43852"/>
                </a:lnTo>
                <a:lnTo>
                  <a:pt x="162070" y="43426"/>
                </a:lnTo>
                <a:lnTo>
                  <a:pt x="161447" y="43013"/>
                </a:lnTo>
                <a:lnTo>
                  <a:pt x="160811" y="42614"/>
                </a:lnTo>
                <a:lnTo>
                  <a:pt x="160163" y="42227"/>
                </a:lnTo>
                <a:lnTo>
                  <a:pt x="159501" y="41853"/>
                </a:lnTo>
                <a:lnTo>
                  <a:pt x="158827" y="41493"/>
                </a:lnTo>
                <a:lnTo>
                  <a:pt x="158142" y="41146"/>
                </a:lnTo>
                <a:lnTo>
                  <a:pt x="157446" y="40813"/>
                </a:lnTo>
                <a:lnTo>
                  <a:pt x="156739" y="40496"/>
                </a:lnTo>
                <a:lnTo>
                  <a:pt x="156021" y="40193"/>
                </a:lnTo>
                <a:lnTo>
                  <a:pt x="155293" y="39905"/>
                </a:lnTo>
                <a:lnTo>
                  <a:pt x="154555" y="39632"/>
                </a:lnTo>
                <a:lnTo>
                  <a:pt x="153805" y="39374"/>
                </a:lnTo>
                <a:lnTo>
                  <a:pt x="153045" y="39130"/>
                </a:lnTo>
                <a:lnTo>
                  <a:pt x="152275" y="38901"/>
                </a:lnTo>
                <a:lnTo>
                  <a:pt x="151494" y="38687"/>
                </a:lnTo>
                <a:lnTo>
                  <a:pt x="150702" y="38488"/>
                </a:lnTo>
                <a:lnTo>
                  <a:pt x="149899" y="38303"/>
                </a:lnTo>
                <a:lnTo>
                  <a:pt x="149086" y="38133"/>
                </a:lnTo>
                <a:lnTo>
                  <a:pt x="148263" y="37978"/>
                </a:lnTo>
                <a:lnTo>
                  <a:pt x="147429" y="37838"/>
                </a:lnTo>
                <a:lnTo>
                  <a:pt x="146584" y="37712"/>
                </a:lnTo>
                <a:lnTo>
                  <a:pt x="145728" y="37602"/>
                </a:lnTo>
                <a:lnTo>
                  <a:pt x="144862" y="37506"/>
                </a:lnTo>
                <a:lnTo>
                  <a:pt x="143985" y="37425"/>
                </a:lnTo>
                <a:lnTo>
                  <a:pt x="143098" y="37358"/>
                </a:lnTo>
                <a:lnTo>
                  <a:pt x="142200" y="37306"/>
                </a:lnTo>
                <a:lnTo>
                  <a:pt x="141291" y="37269"/>
                </a:lnTo>
                <a:lnTo>
                  <a:pt x="140372" y="37247"/>
                </a:lnTo>
                <a:lnTo>
                  <a:pt x="139442" y="37240"/>
                </a:lnTo>
                <a:lnTo>
                  <a:pt x="138512" y="37247"/>
                </a:lnTo>
                <a:lnTo>
                  <a:pt x="137592" y="37269"/>
                </a:lnTo>
                <a:lnTo>
                  <a:pt x="136684" y="37306"/>
                </a:lnTo>
                <a:lnTo>
                  <a:pt x="135785" y="37358"/>
                </a:lnTo>
                <a:lnTo>
                  <a:pt x="134898" y="37425"/>
                </a:lnTo>
                <a:lnTo>
                  <a:pt x="134021" y="37506"/>
                </a:lnTo>
                <a:lnTo>
                  <a:pt x="133155" y="37602"/>
                </a:lnTo>
                <a:lnTo>
                  <a:pt x="132299" y="37712"/>
                </a:lnTo>
                <a:lnTo>
                  <a:pt x="131454" y="37838"/>
                </a:lnTo>
                <a:lnTo>
                  <a:pt x="130619" y="37978"/>
                </a:lnTo>
                <a:lnTo>
                  <a:pt x="129796" y="38133"/>
                </a:lnTo>
                <a:lnTo>
                  <a:pt x="128982" y="38303"/>
                </a:lnTo>
                <a:lnTo>
                  <a:pt x="128180" y="38488"/>
                </a:lnTo>
                <a:lnTo>
                  <a:pt x="127388" y="38687"/>
                </a:lnTo>
                <a:lnTo>
                  <a:pt x="126607" y="38901"/>
                </a:lnTo>
                <a:lnTo>
                  <a:pt x="125836" y="39130"/>
                </a:lnTo>
                <a:lnTo>
                  <a:pt x="125076" y="39374"/>
                </a:lnTo>
                <a:lnTo>
                  <a:pt x="124327" y="39632"/>
                </a:lnTo>
                <a:lnTo>
                  <a:pt x="123588" y="39905"/>
                </a:lnTo>
                <a:lnTo>
                  <a:pt x="122860" y="40193"/>
                </a:lnTo>
                <a:lnTo>
                  <a:pt x="122143" y="40496"/>
                </a:lnTo>
                <a:lnTo>
                  <a:pt x="121436" y="40813"/>
                </a:lnTo>
                <a:lnTo>
                  <a:pt x="120740" y="41146"/>
                </a:lnTo>
                <a:lnTo>
                  <a:pt x="120054" y="41493"/>
                </a:lnTo>
                <a:lnTo>
                  <a:pt x="119380" y="41853"/>
                </a:lnTo>
                <a:lnTo>
                  <a:pt x="118719" y="42227"/>
                </a:lnTo>
                <a:lnTo>
                  <a:pt x="118071" y="42614"/>
                </a:lnTo>
                <a:lnTo>
                  <a:pt x="117435" y="43013"/>
                </a:lnTo>
                <a:lnTo>
                  <a:pt x="116812" y="43426"/>
                </a:lnTo>
                <a:lnTo>
                  <a:pt x="116202" y="43852"/>
                </a:lnTo>
                <a:lnTo>
                  <a:pt x="115604" y="44290"/>
                </a:lnTo>
                <a:lnTo>
                  <a:pt x="115020" y="44742"/>
                </a:lnTo>
                <a:lnTo>
                  <a:pt x="114447" y="45207"/>
                </a:lnTo>
                <a:lnTo>
                  <a:pt x="113888" y="45684"/>
                </a:lnTo>
                <a:lnTo>
                  <a:pt x="113341" y="46175"/>
                </a:lnTo>
                <a:lnTo>
                  <a:pt x="112807" y="46678"/>
                </a:lnTo>
                <a:lnTo>
                  <a:pt x="112285" y="47195"/>
                </a:lnTo>
                <a:lnTo>
                  <a:pt x="111777" y="47725"/>
                </a:lnTo>
                <a:lnTo>
                  <a:pt x="111280" y="48267"/>
                </a:lnTo>
                <a:lnTo>
                  <a:pt x="110797" y="48823"/>
                </a:lnTo>
                <a:lnTo>
                  <a:pt x="110326" y="49391"/>
                </a:lnTo>
                <a:lnTo>
                  <a:pt x="109868" y="49973"/>
                </a:lnTo>
                <a:lnTo>
                  <a:pt x="109423" y="50567"/>
                </a:lnTo>
                <a:lnTo>
                  <a:pt x="108990" y="51175"/>
                </a:lnTo>
                <a:lnTo>
                  <a:pt x="108570" y="51795"/>
                </a:lnTo>
                <a:lnTo>
                  <a:pt x="108163" y="52429"/>
                </a:lnTo>
                <a:lnTo>
                  <a:pt x="107768" y="53075"/>
                </a:lnTo>
                <a:lnTo>
                  <a:pt x="107386" y="53735"/>
                </a:lnTo>
                <a:lnTo>
                  <a:pt x="107019" y="54406"/>
                </a:lnTo>
                <a:lnTo>
                  <a:pt x="106667" y="55089"/>
                </a:lnTo>
                <a:lnTo>
                  <a:pt x="106331" y="55783"/>
                </a:lnTo>
                <a:lnTo>
                  <a:pt x="106010" y="56489"/>
                </a:lnTo>
                <a:lnTo>
                  <a:pt x="105705" y="57205"/>
                </a:lnTo>
                <a:lnTo>
                  <a:pt x="105416" y="57933"/>
                </a:lnTo>
                <a:lnTo>
                  <a:pt x="105142" y="58672"/>
                </a:lnTo>
                <a:lnTo>
                  <a:pt x="104884" y="59422"/>
                </a:lnTo>
                <a:lnTo>
                  <a:pt x="104641" y="60183"/>
                </a:lnTo>
                <a:lnTo>
                  <a:pt x="104415" y="60956"/>
                </a:lnTo>
                <a:lnTo>
                  <a:pt x="104203" y="61739"/>
                </a:lnTo>
                <a:lnTo>
                  <a:pt x="104008" y="62534"/>
                </a:lnTo>
                <a:lnTo>
                  <a:pt x="103828" y="63341"/>
                </a:lnTo>
                <a:lnTo>
                  <a:pt x="103664" y="64158"/>
                </a:lnTo>
                <a:lnTo>
                  <a:pt x="103515" y="64987"/>
                </a:lnTo>
                <a:lnTo>
                  <a:pt x="103382" y="65826"/>
                </a:lnTo>
                <a:lnTo>
                  <a:pt x="103265" y="66677"/>
                </a:lnTo>
                <a:lnTo>
                  <a:pt x="103163" y="67540"/>
                </a:lnTo>
                <a:lnTo>
                  <a:pt x="103077" y="68413"/>
                </a:lnTo>
                <a:lnTo>
                  <a:pt x="103007" y="69298"/>
                </a:lnTo>
                <a:lnTo>
                  <a:pt x="102952" y="70194"/>
                </a:lnTo>
                <a:lnTo>
                  <a:pt x="102913" y="71101"/>
                </a:lnTo>
                <a:lnTo>
                  <a:pt x="102890" y="72019"/>
                </a:lnTo>
                <a:lnTo>
                  <a:pt x="102882" y="72949"/>
                </a:lnTo>
                <a:lnTo>
                  <a:pt x="102882" y="97778"/>
                </a:lnTo>
                <a:lnTo>
                  <a:pt x="102890" y="98694"/>
                </a:lnTo>
                <a:lnTo>
                  <a:pt x="102913" y="99600"/>
                </a:lnTo>
                <a:lnTo>
                  <a:pt x="102952" y="100495"/>
                </a:lnTo>
                <a:lnTo>
                  <a:pt x="103007" y="101380"/>
                </a:lnTo>
                <a:lnTo>
                  <a:pt x="103077" y="102255"/>
                </a:lnTo>
                <a:lnTo>
                  <a:pt x="103163" y="103119"/>
                </a:lnTo>
                <a:lnTo>
                  <a:pt x="103265" y="103973"/>
                </a:lnTo>
                <a:lnTo>
                  <a:pt x="103382" y="104817"/>
                </a:lnTo>
                <a:lnTo>
                  <a:pt x="103515" y="105650"/>
                </a:lnTo>
                <a:lnTo>
                  <a:pt x="103664" y="106473"/>
                </a:lnTo>
                <a:lnTo>
                  <a:pt x="103828" y="107286"/>
                </a:lnTo>
                <a:lnTo>
                  <a:pt x="104008" y="108088"/>
                </a:lnTo>
                <a:lnTo>
                  <a:pt x="104203" y="108880"/>
                </a:lnTo>
                <a:lnTo>
                  <a:pt x="104415" y="109661"/>
                </a:lnTo>
                <a:lnTo>
                  <a:pt x="104641" y="110433"/>
                </a:lnTo>
                <a:lnTo>
                  <a:pt x="104884" y="111194"/>
                </a:lnTo>
                <a:lnTo>
                  <a:pt x="105142" y="111944"/>
                </a:lnTo>
                <a:lnTo>
                  <a:pt x="105416" y="112685"/>
                </a:lnTo>
                <a:lnTo>
                  <a:pt x="105705" y="113415"/>
                </a:lnTo>
                <a:lnTo>
                  <a:pt x="106010" y="114134"/>
                </a:lnTo>
                <a:lnTo>
                  <a:pt x="106331" y="114844"/>
                </a:lnTo>
                <a:lnTo>
                  <a:pt x="106667" y="115542"/>
                </a:lnTo>
                <a:lnTo>
                  <a:pt x="107019" y="116231"/>
                </a:lnTo>
                <a:lnTo>
                  <a:pt x="107386" y="116909"/>
                </a:lnTo>
                <a:lnTo>
                  <a:pt x="107768" y="117576"/>
                </a:lnTo>
                <a:lnTo>
                  <a:pt x="108163" y="118229"/>
                </a:lnTo>
                <a:lnTo>
                  <a:pt x="108570" y="118868"/>
                </a:lnTo>
                <a:lnTo>
                  <a:pt x="108990" y="119495"/>
                </a:lnTo>
                <a:lnTo>
                  <a:pt x="109423" y="120108"/>
                </a:lnTo>
                <a:lnTo>
                  <a:pt x="109868" y="120708"/>
                </a:lnTo>
                <a:lnTo>
                  <a:pt x="110326" y="121295"/>
                </a:lnTo>
                <a:lnTo>
                  <a:pt x="110797" y="121868"/>
                </a:lnTo>
                <a:lnTo>
                  <a:pt x="111280" y="122428"/>
                </a:lnTo>
                <a:lnTo>
                  <a:pt x="111777" y="122975"/>
                </a:lnTo>
                <a:lnTo>
                  <a:pt x="112285" y="123508"/>
                </a:lnTo>
                <a:lnTo>
                  <a:pt x="112807" y="124029"/>
                </a:lnTo>
                <a:lnTo>
                  <a:pt x="113341" y="124536"/>
                </a:lnTo>
                <a:lnTo>
                  <a:pt x="113888" y="125030"/>
                </a:lnTo>
                <a:lnTo>
                  <a:pt x="114447" y="125510"/>
                </a:lnTo>
                <a:lnTo>
                  <a:pt x="115020" y="125977"/>
                </a:lnTo>
                <a:lnTo>
                  <a:pt x="115604" y="126431"/>
                </a:lnTo>
                <a:lnTo>
                  <a:pt x="116202" y="126872"/>
                </a:lnTo>
                <a:lnTo>
                  <a:pt x="116812" y="127299"/>
                </a:lnTo>
                <a:lnTo>
                  <a:pt x="117435" y="127713"/>
                </a:lnTo>
                <a:lnTo>
                  <a:pt x="118071" y="128114"/>
                </a:lnTo>
                <a:lnTo>
                  <a:pt x="118719" y="128502"/>
                </a:lnTo>
                <a:lnTo>
                  <a:pt x="119380" y="128876"/>
                </a:lnTo>
                <a:lnTo>
                  <a:pt x="120054" y="129237"/>
                </a:lnTo>
                <a:lnTo>
                  <a:pt x="120740" y="129584"/>
                </a:lnTo>
                <a:lnTo>
                  <a:pt x="121436" y="129916"/>
                </a:lnTo>
                <a:lnTo>
                  <a:pt x="122143" y="130233"/>
                </a:lnTo>
                <a:lnTo>
                  <a:pt x="122860" y="130536"/>
                </a:lnTo>
                <a:lnTo>
                  <a:pt x="123588" y="130824"/>
                </a:lnTo>
                <a:lnTo>
                  <a:pt x="124327" y="131097"/>
                </a:lnTo>
                <a:lnTo>
                  <a:pt x="125076" y="131355"/>
                </a:lnTo>
                <a:lnTo>
                  <a:pt x="125836" y="131598"/>
                </a:lnTo>
                <a:lnTo>
                  <a:pt x="126607" y="131827"/>
                </a:lnTo>
                <a:lnTo>
                  <a:pt x="127388" y="132041"/>
                </a:lnTo>
                <a:lnTo>
                  <a:pt x="128180" y="132240"/>
                </a:lnTo>
                <a:lnTo>
                  <a:pt x="128982" y="132425"/>
                </a:lnTo>
                <a:lnTo>
                  <a:pt x="129796" y="132594"/>
                </a:lnTo>
                <a:lnTo>
                  <a:pt x="130619" y="132749"/>
                </a:lnTo>
                <a:lnTo>
                  <a:pt x="131454" y="132890"/>
                </a:lnTo>
                <a:lnTo>
                  <a:pt x="132299" y="133015"/>
                </a:lnTo>
                <a:lnTo>
                  <a:pt x="133155" y="133126"/>
                </a:lnTo>
                <a:lnTo>
                  <a:pt x="134021" y="133222"/>
                </a:lnTo>
                <a:lnTo>
                  <a:pt x="134898" y="133303"/>
                </a:lnTo>
                <a:lnTo>
                  <a:pt x="135785" y="133369"/>
                </a:lnTo>
                <a:lnTo>
                  <a:pt x="136684" y="133421"/>
                </a:lnTo>
                <a:lnTo>
                  <a:pt x="137592" y="133458"/>
                </a:lnTo>
                <a:lnTo>
                  <a:pt x="138512" y="133480"/>
                </a:lnTo>
                <a:lnTo>
                  <a:pt x="139442" y="133487"/>
                </a:lnTo>
                <a:lnTo>
                  <a:pt x="140372" y="133480"/>
                </a:lnTo>
                <a:lnTo>
                  <a:pt x="141291" y="133458"/>
                </a:lnTo>
                <a:lnTo>
                  <a:pt x="142200" y="133421"/>
                </a:lnTo>
                <a:lnTo>
                  <a:pt x="143098" y="133369"/>
                </a:lnTo>
                <a:close/>
                <a:moveTo>
                  <a:pt x="136270" y="119727"/>
                </a:moveTo>
                <a:lnTo>
                  <a:pt x="135513" y="119640"/>
                </a:lnTo>
                <a:lnTo>
                  <a:pt x="134771" y="119532"/>
                </a:lnTo>
                <a:lnTo>
                  <a:pt x="134043" y="119406"/>
                </a:lnTo>
                <a:lnTo>
                  <a:pt x="133330" y="119260"/>
                </a:lnTo>
                <a:lnTo>
                  <a:pt x="132631" y="119094"/>
                </a:lnTo>
                <a:lnTo>
                  <a:pt x="131946" y="118909"/>
                </a:lnTo>
                <a:lnTo>
                  <a:pt x="131276" y="118705"/>
                </a:lnTo>
                <a:lnTo>
                  <a:pt x="130620" y="118481"/>
                </a:lnTo>
                <a:lnTo>
                  <a:pt x="129979" y="118237"/>
                </a:lnTo>
                <a:lnTo>
                  <a:pt x="129353" y="117974"/>
                </a:lnTo>
                <a:lnTo>
                  <a:pt x="128740" y="117692"/>
                </a:lnTo>
                <a:lnTo>
                  <a:pt x="128143" y="117390"/>
                </a:lnTo>
                <a:lnTo>
                  <a:pt x="127559" y="117068"/>
                </a:lnTo>
                <a:lnTo>
                  <a:pt x="126991" y="116727"/>
                </a:lnTo>
                <a:lnTo>
                  <a:pt x="126436" y="116367"/>
                </a:lnTo>
                <a:lnTo>
                  <a:pt x="125896" y="115987"/>
                </a:lnTo>
                <a:lnTo>
                  <a:pt x="125371" y="115588"/>
                </a:lnTo>
                <a:lnTo>
                  <a:pt x="124860" y="115169"/>
                </a:lnTo>
                <a:lnTo>
                  <a:pt x="124363" y="114731"/>
                </a:lnTo>
                <a:lnTo>
                  <a:pt x="123881" y="114273"/>
                </a:lnTo>
                <a:lnTo>
                  <a:pt x="123416" y="113796"/>
                </a:lnTo>
                <a:lnTo>
                  <a:pt x="122972" y="113301"/>
                </a:lnTo>
                <a:lnTo>
                  <a:pt x="122546" y="112788"/>
                </a:lnTo>
                <a:lnTo>
                  <a:pt x="122141" y="112256"/>
                </a:lnTo>
                <a:lnTo>
                  <a:pt x="121755" y="111706"/>
                </a:lnTo>
                <a:lnTo>
                  <a:pt x="121389" y="111138"/>
                </a:lnTo>
                <a:lnTo>
                  <a:pt x="121043" y="110551"/>
                </a:lnTo>
                <a:lnTo>
                  <a:pt x="120717" y="109946"/>
                </a:lnTo>
                <a:lnTo>
                  <a:pt x="120411" y="109323"/>
                </a:lnTo>
                <a:lnTo>
                  <a:pt x="120124" y="108681"/>
                </a:lnTo>
                <a:lnTo>
                  <a:pt x="119857" y="108021"/>
                </a:lnTo>
                <a:lnTo>
                  <a:pt x="119610" y="107343"/>
                </a:lnTo>
                <a:lnTo>
                  <a:pt x="119382" y="106647"/>
                </a:lnTo>
                <a:lnTo>
                  <a:pt x="119175" y="105932"/>
                </a:lnTo>
                <a:lnTo>
                  <a:pt x="118987" y="105199"/>
                </a:lnTo>
                <a:lnTo>
                  <a:pt x="118819" y="104448"/>
                </a:lnTo>
                <a:lnTo>
                  <a:pt x="118670" y="103678"/>
                </a:lnTo>
                <a:lnTo>
                  <a:pt x="118542" y="102890"/>
                </a:lnTo>
                <a:lnTo>
                  <a:pt x="118433" y="102084"/>
                </a:lnTo>
                <a:lnTo>
                  <a:pt x="118344" y="101259"/>
                </a:lnTo>
                <a:lnTo>
                  <a:pt x="118275" y="100417"/>
                </a:lnTo>
                <a:lnTo>
                  <a:pt x="118225" y="99555"/>
                </a:lnTo>
                <a:lnTo>
                  <a:pt x="118196" y="98676"/>
                </a:lnTo>
                <a:lnTo>
                  <a:pt x="118186" y="97778"/>
                </a:lnTo>
                <a:lnTo>
                  <a:pt x="118186" y="72949"/>
                </a:lnTo>
                <a:lnTo>
                  <a:pt x="118196" y="72051"/>
                </a:lnTo>
                <a:lnTo>
                  <a:pt x="118225" y="71172"/>
                </a:lnTo>
                <a:lnTo>
                  <a:pt x="118275" y="70311"/>
                </a:lnTo>
                <a:lnTo>
                  <a:pt x="118344" y="69468"/>
                </a:lnTo>
                <a:lnTo>
                  <a:pt x="118433" y="68644"/>
                </a:lnTo>
                <a:lnTo>
                  <a:pt x="118542" y="67837"/>
                </a:lnTo>
                <a:lnTo>
                  <a:pt x="118670" y="67049"/>
                </a:lnTo>
                <a:lnTo>
                  <a:pt x="118819" y="66280"/>
                </a:lnTo>
                <a:lnTo>
                  <a:pt x="118987" y="65529"/>
                </a:lnTo>
                <a:lnTo>
                  <a:pt x="119175" y="64796"/>
                </a:lnTo>
                <a:lnTo>
                  <a:pt x="119382" y="64081"/>
                </a:lnTo>
                <a:lnTo>
                  <a:pt x="119610" y="63385"/>
                </a:lnTo>
                <a:lnTo>
                  <a:pt x="119857" y="62707"/>
                </a:lnTo>
                <a:lnTo>
                  <a:pt x="120124" y="62047"/>
                </a:lnTo>
                <a:lnTo>
                  <a:pt x="120411" y="61406"/>
                </a:lnTo>
                <a:lnTo>
                  <a:pt x="120717" y="60782"/>
                </a:lnTo>
                <a:lnTo>
                  <a:pt x="121043" y="60178"/>
                </a:lnTo>
                <a:lnTo>
                  <a:pt x="121389" y="59591"/>
                </a:lnTo>
                <a:lnTo>
                  <a:pt x="121755" y="59023"/>
                </a:lnTo>
                <a:lnTo>
                  <a:pt x="122141" y="58473"/>
                </a:lnTo>
                <a:lnTo>
                  <a:pt x="122546" y="57942"/>
                </a:lnTo>
                <a:lnTo>
                  <a:pt x="122972" y="57428"/>
                </a:lnTo>
                <a:lnTo>
                  <a:pt x="123416" y="56933"/>
                </a:lnTo>
                <a:lnTo>
                  <a:pt x="123881" y="56457"/>
                </a:lnTo>
                <a:lnTo>
                  <a:pt x="124363" y="55999"/>
                </a:lnTo>
                <a:lnTo>
                  <a:pt x="124860" y="55560"/>
                </a:lnTo>
                <a:lnTo>
                  <a:pt x="125371" y="55141"/>
                </a:lnTo>
                <a:lnTo>
                  <a:pt x="125896" y="54742"/>
                </a:lnTo>
                <a:lnTo>
                  <a:pt x="126436" y="54362"/>
                </a:lnTo>
                <a:lnTo>
                  <a:pt x="126991" y="54001"/>
                </a:lnTo>
                <a:lnTo>
                  <a:pt x="127559" y="53660"/>
                </a:lnTo>
                <a:lnTo>
                  <a:pt x="128143" y="53339"/>
                </a:lnTo>
                <a:lnTo>
                  <a:pt x="128740" y="53037"/>
                </a:lnTo>
                <a:lnTo>
                  <a:pt x="129353" y="52754"/>
                </a:lnTo>
                <a:lnTo>
                  <a:pt x="129979" y="52491"/>
                </a:lnTo>
                <a:lnTo>
                  <a:pt x="130620" y="52247"/>
                </a:lnTo>
                <a:lnTo>
                  <a:pt x="131276" y="52023"/>
                </a:lnTo>
                <a:lnTo>
                  <a:pt x="131946" y="51819"/>
                </a:lnTo>
                <a:lnTo>
                  <a:pt x="132631" y="51634"/>
                </a:lnTo>
                <a:lnTo>
                  <a:pt x="133330" y="51468"/>
                </a:lnTo>
                <a:lnTo>
                  <a:pt x="134043" y="51322"/>
                </a:lnTo>
                <a:lnTo>
                  <a:pt x="134771" y="51195"/>
                </a:lnTo>
                <a:lnTo>
                  <a:pt x="135513" y="51088"/>
                </a:lnTo>
                <a:lnTo>
                  <a:pt x="136270" y="51000"/>
                </a:lnTo>
                <a:lnTo>
                  <a:pt x="137041" y="50932"/>
                </a:lnTo>
                <a:lnTo>
                  <a:pt x="137827" y="50883"/>
                </a:lnTo>
                <a:lnTo>
                  <a:pt x="138627" y="50854"/>
                </a:lnTo>
                <a:lnTo>
                  <a:pt x="139442" y="50844"/>
                </a:lnTo>
                <a:lnTo>
                  <a:pt x="140270" y="50854"/>
                </a:lnTo>
                <a:lnTo>
                  <a:pt x="141083" y="50883"/>
                </a:lnTo>
                <a:lnTo>
                  <a:pt x="141881" y="50932"/>
                </a:lnTo>
                <a:lnTo>
                  <a:pt x="142663" y="51000"/>
                </a:lnTo>
                <a:lnTo>
                  <a:pt x="143430" y="51088"/>
                </a:lnTo>
                <a:lnTo>
                  <a:pt x="144181" y="51195"/>
                </a:lnTo>
                <a:lnTo>
                  <a:pt x="144918" y="51322"/>
                </a:lnTo>
                <a:lnTo>
                  <a:pt x="145639" y="51468"/>
                </a:lnTo>
                <a:lnTo>
                  <a:pt x="146344" y="51634"/>
                </a:lnTo>
                <a:lnTo>
                  <a:pt x="147034" y="51819"/>
                </a:lnTo>
                <a:lnTo>
                  <a:pt x="147709" y="52023"/>
                </a:lnTo>
                <a:lnTo>
                  <a:pt x="148369" y="52247"/>
                </a:lnTo>
                <a:lnTo>
                  <a:pt x="149013" y="52491"/>
                </a:lnTo>
                <a:lnTo>
                  <a:pt x="149642" y="52754"/>
                </a:lnTo>
                <a:lnTo>
                  <a:pt x="150255" y="53037"/>
                </a:lnTo>
                <a:lnTo>
                  <a:pt x="150853" y="53339"/>
                </a:lnTo>
                <a:lnTo>
                  <a:pt x="151436" y="53660"/>
                </a:lnTo>
                <a:lnTo>
                  <a:pt x="152003" y="54001"/>
                </a:lnTo>
                <a:lnTo>
                  <a:pt x="152555" y="54362"/>
                </a:lnTo>
                <a:lnTo>
                  <a:pt x="153092" y="54742"/>
                </a:lnTo>
                <a:lnTo>
                  <a:pt x="153614" y="55141"/>
                </a:lnTo>
                <a:lnTo>
                  <a:pt x="154120" y="55560"/>
                </a:lnTo>
                <a:lnTo>
                  <a:pt x="154610" y="55999"/>
                </a:lnTo>
                <a:lnTo>
                  <a:pt x="155086" y="56457"/>
                </a:lnTo>
                <a:lnTo>
                  <a:pt x="155544" y="56933"/>
                </a:lnTo>
                <a:lnTo>
                  <a:pt x="155982" y="57428"/>
                </a:lnTo>
                <a:lnTo>
                  <a:pt x="156401" y="57942"/>
                </a:lnTo>
                <a:lnTo>
                  <a:pt x="156801" y="58473"/>
                </a:lnTo>
                <a:lnTo>
                  <a:pt x="157181" y="59023"/>
                </a:lnTo>
                <a:lnTo>
                  <a:pt x="157541" y="59591"/>
                </a:lnTo>
                <a:lnTo>
                  <a:pt x="157882" y="60178"/>
                </a:lnTo>
                <a:lnTo>
                  <a:pt x="158204" y="60782"/>
                </a:lnTo>
                <a:lnTo>
                  <a:pt x="158506" y="61406"/>
                </a:lnTo>
                <a:lnTo>
                  <a:pt x="158788" y="62047"/>
                </a:lnTo>
                <a:lnTo>
                  <a:pt x="159052" y="62707"/>
                </a:lnTo>
                <a:lnTo>
                  <a:pt x="159295" y="63385"/>
                </a:lnTo>
                <a:lnTo>
                  <a:pt x="159519" y="64081"/>
                </a:lnTo>
                <a:lnTo>
                  <a:pt x="159724" y="64796"/>
                </a:lnTo>
                <a:lnTo>
                  <a:pt x="159909" y="65529"/>
                </a:lnTo>
                <a:lnTo>
                  <a:pt x="160075" y="66280"/>
                </a:lnTo>
                <a:lnTo>
                  <a:pt x="160221" y="67049"/>
                </a:lnTo>
                <a:lnTo>
                  <a:pt x="160347" y="67837"/>
                </a:lnTo>
                <a:lnTo>
                  <a:pt x="160455" y="68644"/>
                </a:lnTo>
                <a:lnTo>
                  <a:pt x="160542" y="69468"/>
                </a:lnTo>
                <a:lnTo>
                  <a:pt x="160611" y="70311"/>
                </a:lnTo>
                <a:lnTo>
                  <a:pt x="160659" y="71172"/>
                </a:lnTo>
                <a:lnTo>
                  <a:pt x="160688" y="72051"/>
                </a:lnTo>
                <a:lnTo>
                  <a:pt x="160698" y="72949"/>
                </a:lnTo>
                <a:lnTo>
                  <a:pt x="160698" y="97778"/>
                </a:lnTo>
                <a:lnTo>
                  <a:pt x="160688" y="98676"/>
                </a:lnTo>
                <a:lnTo>
                  <a:pt x="160659" y="99555"/>
                </a:lnTo>
                <a:lnTo>
                  <a:pt x="160611" y="100417"/>
                </a:lnTo>
                <a:lnTo>
                  <a:pt x="160542" y="101259"/>
                </a:lnTo>
                <a:lnTo>
                  <a:pt x="160455" y="102084"/>
                </a:lnTo>
                <a:lnTo>
                  <a:pt x="160347" y="102890"/>
                </a:lnTo>
                <a:lnTo>
                  <a:pt x="160221" y="103678"/>
                </a:lnTo>
                <a:lnTo>
                  <a:pt x="160075" y="104448"/>
                </a:lnTo>
                <a:lnTo>
                  <a:pt x="159909" y="105199"/>
                </a:lnTo>
                <a:lnTo>
                  <a:pt x="159724" y="105932"/>
                </a:lnTo>
                <a:lnTo>
                  <a:pt x="159519" y="106647"/>
                </a:lnTo>
                <a:lnTo>
                  <a:pt x="159295" y="107343"/>
                </a:lnTo>
                <a:lnTo>
                  <a:pt x="159052" y="108021"/>
                </a:lnTo>
                <a:lnTo>
                  <a:pt x="158788" y="108681"/>
                </a:lnTo>
                <a:lnTo>
                  <a:pt x="158506" y="109323"/>
                </a:lnTo>
                <a:lnTo>
                  <a:pt x="158204" y="109946"/>
                </a:lnTo>
                <a:lnTo>
                  <a:pt x="157882" y="110551"/>
                </a:lnTo>
                <a:lnTo>
                  <a:pt x="157541" y="111138"/>
                </a:lnTo>
                <a:lnTo>
                  <a:pt x="157181" y="111706"/>
                </a:lnTo>
                <a:lnTo>
                  <a:pt x="156801" y="112256"/>
                </a:lnTo>
                <a:lnTo>
                  <a:pt x="156401" y="112788"/>
                </a:lnTo>
                <a:lnTo>
                  <a:pt x="155982" y="113301"/>
                </a:lnTo>
                <a:lnTo>
                  <a:pt x="155544" y="113796"/>
                </a:lnTo>
                <a:lnTo>
                  <a:pt x="155086" y="114273"/>
                </a:lnTo>
                <a:lnTo>
                  <a:pt x="154610" y="114731"/>
                </a:lnTo>
                <a:lnTo>
                  <a:pt x="154120" y="115169"/>
                </a:lnTo>
                <a:lnTo>
                  <a:pt x="153614" y="115588"/>
                </a:lnTo>
                <a:lnTo>
                  <a:pt x="153092" y="115987"/>
                </a:lnTo>
                <a:lnTo>
                  <a:pt x="152555" y="116367"/>
                </a:lnTo>
                <a:lnTo>
                  <a:pt x="152003" y="116727"/>
                </a:lnTo>
                <a:lnTo>
                  <a:pt x="151436" y="117068"/>
                </a:lnTo>
                <a:lnTo>
                  <a:pt x="150853" y="117390"/>
                </a:lnTo>
                <a:lnTo>
                  <a:pt x="150255" y="117692"/>
                </a:lnTo>
                <a:lnTo>
                  <a:pt x="149642" y="117974"/>
                </a:lnTo>
                <a:lnTo>
                  <a:pt x="149013" y="118237"/>
                </a:lnTo>
                <a:lnTo>
                  <a:pt x="148369" y="118481"/>
                </a:lnTo>
                <a:lnTo>
                  <a:pt x="147709" y="118705"/>
                </a:lnTo>
                <a:lnTo>
                  <a:pt x="147034" y="118909"/>
                </a:lnTo>
                <a:lnTo>
                  <a:pt x="146344" y="119094"/>
                </a:lnTo>
                <a:lnTo>
                  <a:pt x="145639" y="119260"/>
                </a:lnTo>
                <a:lnTo>
                  <a:pt x="144918" y="119406"/>
                </a:lnTo>
                <a:lnTo>
                  <a:pt x="144181" y="119532"/>
                </a:lnTo>
                <a:lnTo>
                  <a:pt x="143430" y="119640"/>
                </a:lnTo>
                <a:lnTo>
                  <a:pt x="142663" y="119727"/>
                </a:lnTo>
                <a:lnTo>
                  <a:pt x="141881" y="119795"/>
                </a:lnTo>
                <a:lnTo>
                  <a:pt x="141083" y="119844"/>
                </a:lnTo>
                <a:lnTo>
                  <a:pt x="140270" y="119873"/>
                </a:lnTo>
                <a:lnTo>
                  <a:pt x="139442" y="119883"/>
                </a:lnTo>
                <a:lnTo>
                  <a:pt x="138627" y="119873"/>
                </a:lnTo>
                <a:lnTo>
                  <a:pt x="137827" y="119844"/>
                </a:lnTo>
                <a:lnTo>
                  <a:pt x="137041" y="119795"/>
                </a:lnTo>
                <a:lnTo>
                  <a:pt x="136270" y="119727"/>
                </a:lnTo>
                <a:close/>
                <a:moveTo>
                  <a:pt x="659630" y="21720"/>
                </a:moveTo>
                <a:lnTo>
                  <a:pt x="660068" y="21685"/>
                </a:lnTo>
                <a:lnTo>
                  <a:pt x="660499" y="21639"/>
                </a:lnTo>
                <a:lnTo>
                  <a:pt x="660921" y="21584"/>
                </a:lnTo>
                <a:lnTo>
                  <a:pt x="661335" y="21519"/>
                </a:lnTo>
                <a:lnTo>
                  <a:pt x="661740" y="21444"/>
                </a:lnTo>
                <a:lnTo>
                  <a:pt x="662137" y="21358"/>
                </a:lnTo>
                <a:lnTo>
                  <a:pt x="662526" y="21263"/>
                </a:lnTo>
                <a:lnTo>
                  <a:pt x="662907" y="21158"/>
                </a:lnTo>
                <a:lnTo>
                  <a:pt x="663280" y="21042"/>
                </a:lnTo>
                <a:lnTo>
                  <a:pt x="663644" y="20917"/>
                </a:lnTo>
                <a:lnTo>
                  <a:pt x="664000" y="20781"/>
                </a:lnTo>
                <a:lnTo>
                  <a:pt x="664347" y="20636"/>
                </a:lnTo>
                <a:lnTo>
                  <a:pt x="664687" y="20480"/>
                </a:lnTo>
                <a:lnTo>
                  <a:pt x="665018" y="20315"/>
                </a:lnTo>
                <a:lnTo>
                  <a:pt x="665341" y="20139"/>
                </a:lnTo>
                <a:lnTo>
                  <a:pt x="665656" y="19953"/>
                </a:lnTo>
                <a:lnTo>
                  <a:pt x="665962" y="19757"/>
                </a:lnTo>
                <a:lnTo>
                  <a:pt x="666260" y="19552"/>
                </a:lnTo>
                <a:lnTo>
                  <a:pt x="666550" y="19336"/>
                </a:lnTo>
                <a:lnTo>
                  <a:pt x="666832" y="19110"/>
                </a:lnTo>
                <a:lnTo>
                  <a:pt x="667105" y="18874"/>
                </a:lnTo>
                <a:lnTo>
                  <a:pt x="667369" y="18630"/>
                </a:lnTo>
                <a:lnTo>
                  <a:pt x="667621" y="18378"/>
                </a:lnTo>
                <a:lnTo>
                  <a:pt x="667863" y="18120"/>
                </a:lnTo>
                <a:lnTo>
                  <a:pt x="668093" y="17854"/>
                </a:lnTo>
                <a:lnTo>
                  <a:pt x="668312" y="17581"/>
                </a:lnTo>
                <a:lnTo>
                  <a:pt x="668519" y="17301"/>
                </a:lnTo>
                <a:lnTo>
                  <a:pt x="668716" y="17014"/>
                </a:lnTo>
                <a:lnTo>
                  <a:pt x="668901" y="16720"/>
                </a:lnTo>
                <a:lnTo>
                  <a:pt x="669075" y="16419"/>
                </a:lnTo>
                <a:lnTo>
                  <a:pt x="669238" y="16111"/>
                </a:lnTo>
                <a:lnTo>
                  <a:pt x="669389" y="15796"/>
                </a:lnTo>
                <a:lnTo>
                  <a:pt x="669530" y="15473"/>
                </a:lnTo>
                <a:lnTo>
                  <a:pt x="669659" y="15144"/>
                </a:lnTo>
                <a:lnTo>
                  <a:pt x="669777" y="14807"/>
                </a:lnTo>
                <a:lnTo>
                  <a:pt x="669883" y="14463"/>
                </a:lnTo>
                <a:lnTo>
                  <a:pt x="669979" y="14113"/>
                </a:lnTo>
                <a:lnTo>
                  <a:pt x="670063" y="13755"/>
                </a:lnTo>
                <a:lnTo>
                  <a:pt x="670136" y="13390"/>
                </a:lnTo>
                <a:lnTo>
                  <a:pt x="670198" y="13018"/>
                </a:lnTo>
                <a:lnTo>
                  <a:pt x="670248" y="12639"/>
                </a:lnTo>
                <a:lnTo>
                  <a:pt x="670287" y="12252"/>
                </a:lnTo>
                <a:lnTo>
                  <a:pt x="670316" y="11859"/>
                </a:lnTo>
                <a:lnTo>
                  <a:pt x="670332" y="11459"/>
                </a:lnTo>
                <a:lnTo>
                  <a:pt x="670338" y="11051"/>
                </a:lnTo>
                <a:lnTo>
                  <a:pt x="670332" y="10630"/>
                </a:lnTo>
                <a:lnTo>
                  <a:pt x="670316" y="10216"/>
                </a:lnTo>
                <a:lnTo>
                  <a:pt x="670287" y="9809"/>
                </a:lnTo>
                <a:lnTo>
                  <a:pt x="670248" y="9410"/>
                </a:lnTo>
                <a:lnTo>
                  <a:pt x="670198" y="9018"/>
                </a:lnTo>
                <a:lnTo>
                  <a:pt x="670136" y="8633"/>
                </a:lnTo>
                <a:lnTo>
                  <a:pt x="670063" y="8256"/>
                </a:lnTo>
                <a:lnTo>
                  <a:pt x="669979" y="7887"/>
                </a:lnTo>
                <a:lnTo>
                  <a:pt x="669883" y="7524"/>
                </a:lnTo>
                <a:lnTo>
                  <a:pt x="669777" y="7169"/>
                </a:lnTo>
                <a:lnTo>
                  <a:pt x="669659" y="6822"/>
                </a:lnTo>
                <a:lnTo>
                  <a:pt x="669530" y="6482"/>
                </a:lnTo>
                <a:lnTo>
                  <a:pt x="669389" y="6149"/>
                </a:lnTo>
                <a:lnTo>
                  <a:pt x="669238" y="5824"/>
                </a:lnTo>
                <a:lnTo>
                  <a:pt x="669075" y="5506"/>
                </a:lnTo>
                <a:lnTo>
                  <a:pt x="668901" y="5195"/>
                </a:lnTo>
                <a:lnTo>
                  <a:pt x="668716" y="4892"/>
                </a:lnTo>
                <a:lnTo>
                  <a:pt x="668519" y="4596"/>
                </a:lnTo>
                <a:lnTo>
                  <a:pt x="668312" y="4308"/>
                </a:lnTo>
                <a:lnTo>
                  <a:pt x="668093" y="4026"/>
                </a:lnTo>
                <a:lnTo>
                  <a:pt x="667863" y="3753"/>
                </a:lnTo>
                <a:lnTo>
                  <a:pt x="667621" y="3487"/>
                </a:lnTo>
                <a:lnTo>
                  <a:pt x="667369" y="3228"/>
                </a:lnTo>
                <a:lnTo>
                  <a:pt x="667105" y="2976"/>
                </a:lnTo>
                <a:lnTo>
                  <a:pt x="666832" y="2733"/>
                </a:lnTo>
                <a:lnTo>
                  <a:pt x="666550" y="2501"/>
                </a:lnTo>
                <a:lnTo>
                  <a:pt x="666260" y="2279"/>
                </a:lnTo>
                <a:lnTo>
                  <a:pt x="665962" y="2067"/>
                </a:lnTo>
                <a:lnTo>
                  <a:pt x="665656" y="1865"/>
                </a:lnTo>
                <a:lnTo>
                  <a:pt x="665341" y="1674"/>
                </a:lnTo>
                <a:lnTo>
                  <a:pt x="665018" y="1493"/>
                </a:lnTo>
                <a:lnTo>
                  <a:pt x="664687" y="1323"/>
                </a:lnTo>
                <a:lnTo>
                  <a:pt x="664347" y="1163"/>
                </a:lnTo>
                <a:lnTo>
                  <a:pt x="664000" y="1013"/>
                </a:lnTo>
                <a:lnTo>
                  <a:pt x="663644" y="873"/>
                </a:lnTo>
                <a:lnTo>
                  <a:pt x="663280" y="744"/>
                </a:lnTo>
                <a:lnTo>
                  <a:pt x="662907" y="625"/>
                </a:lnTo>
                <a:lnTo>
                  <a:pt x="662526" y="517"/>
                </a:lnTo>
                <a:lnTo>
                  <a:pt x="662137" y="419"/>
                </a:lnTo>
                <a:lnTo>
                  <a:pt x="661740" y="331"/>
                </a:lnTo>
                <a:lnTo>
                  <a:pt x="661335" y="253"/>
                </a:lnTo>
                <a:lnTo>
                  <a:pt x="660921" y="186"/>
                </a:lnTo>
                <a:lnTo>
                  <a:pt x="660499" y="129"/>
                </a:lnTo>
                <a:lnTo>
                  <a:pt x="660068" y="83"/>
                </a:lnTo>
                <a:lnTo>
                  <a:pt x="659630" y="47"/>
                </a:lnTo>
                <a:lnTo>
                  <a:pt x="659183" y="21"/>
                </a:lnTo>
                <a:lnTo>
                  <a:pt x="658728" y="5"/>
                </a:lnTo>
                <a:lnTo>
                  <a:pt x="658265" y="0"/>
                </a:lnTo>
                <a:lnTo>
                  <a:pt x="657801" y="5"/>
                </a:lnTo>
                <a:lnTo>
                  <a:pt x="657346" y="21"/>
                </a:lnTo>
                <a:lnTo>
                  <a:pt x="656899" y="47"/>
                </a:lnTo>
                <a:lnTo>
                  <a:pt x="656460" y="83"/>
                </a:lnTo>
                <a:lnTo>
                  <a:pt x="656029" y="129"/>
                </a:lnTo>
                <a:lnTo>
                  <a:pt x="655607" y="186"/>
                </a:lnTo>
                <a:lnTo>
                  <a:pt x="655193" y="253"/>
                </a:lnTo>
                <a:lnTo>
                  <a:pt x="654788" y="331"/>
                </a:lnTo>
                <a:lnTo>
                  <a:pt x="654390" y="419"/>
                </a:lnTo>
                <a:lnTo>
                  <a:pt x="654001" y="517"/>
                </a:lnTo>
                <a:lnTo>
                  <a:pt x="653620" y="625"/>
                </a:lnTo>
                <a:lnTo>
                  <a:pt x="653248" y="744"/>
                </a:lnTo>
                <a:lnTo>
                  <a:pt x="652883" y="873"/>
                </a:lnTo>
                <a:lnTo>
                  <a:pt x="652527" y="1013"/>
                </a:lnTo>
                <a:lnTo>
                  <a:pt x="652179" y="1163"/>
                </a:lnTo>
                <a:lnTo>
                  <a:pt x="651840" y="1323"/>
                </a:lnTo>
                <a:lnTo>
                  <a:pt x="651509" y="1493"/>
                </a:lnTo>
                <a:lnTo>
                  <a:pt x="651186" y="1674"/>
                </a:lnTo>
                <a:lnTo>
                  <a:pt x="650871" y="1865"/>
                </a:lnTo>
                <a:lnTo>
                  <a:pt x="650565" y="2067"/>
                </a:lnTo>
                <a:lnTo>
                  <a:pt x="650266" y="2279"/>
                </a:lnTo>
                <a:lnTo>
                  <a:pt x="649977" y="2501"/>
                </a:lnTo>
                <a:lnTo>
                  <a:pt x="649695" y="2733"/>
                </a:lnTo>
                <a:lnTo>
                  <a:pt x="649422" y="2976"/>
                </a:lnTo>
                <a:lnTo>
                  <a:pt x="649158" y="3228"/>
                </a:lnTo>
                <a:lnTo>
                  <a:pt x="648906" y="3487"/>
                </a:lnTo>
                <a:lnTo>
                  <a:pt x="648664" y="3753"/>
                </a:lnTo>
                <a:lnTo>
                  <a:pt x="648435" y="4026"/>
                </a:lnTo>
                <a:lnTo>
                  <a:pt x="648216" y="4308"/>
                </a:lnTo>
                <a:lnTo>
                  <a:pt x="648008" y="4596"/>
                </a:lnTo>
                <a:lnTo>
                  <a:pt x="647812" y="4892"/>
                </a:lnTo>
                <a:lnTo>
                  <a:pt x="647627" y="5195"/>
                </a:lnTo>
                <a:lnTo>
                  <a:pt x="647453" y="5506"/>
                </a:lnTo>
                <a:lnTo>
                  <a:pt x="647290" y="5824"/>
                </a:lnTo>
                <a:lnTo>
                  <a:pt x="647139" y="6149"/>
                </a:lnTo>
                <a:lnTo>
                  <a:pt x="646999" y="6482"/>
                </a:lnTo>
                <a:lnTo>
                  <a:pt x="646870" y="6822"/>
                </a:lnTo>
                <a:lnTo>
                  <a:pt x="646752" y="7169"/>
                </a:lnTo>
                <a:lnTo>
                  <a:pt x="646645" y="7524"/>
                </a:lnTo>
                <a:lnTo>
                  <a:pt x="646550" y="7887"/>
                </a:lnTo>
                <a:lnTo>
                  <a:pt x="646466" y="8256"/>
                </a:lnTo>
                <a:lnTo>
                  <a:pt x="646393" y="8633"/>
                </a:lnTo>
                <a:lnTo>
                  <a:pt x="646331" y="9018"/>
                </a:lnTo>
                <a:lnTo>
                  <a:pt x="646281" y="9410"/>
                </a:lnTo>
                <a:lnTo>
                  <a:pt x="646242" y="9809"/>
                </a:lnTo>
                <a:lnTo>
                  <a:pt x="646214" y="10216"/>
                </a:lnTo>
                <a:lnTo>
                  <a:pt x="646197" y="10630"/>
                </a:lnTo>
                <a:lnTo>
                  <a:pt x="646191" y="11051"/>
                </a:lnTo>
                <a:lnTo>
                  <a:pt x="646197" y="11459"/>
                </a:lnTo>
                <a:lnTo>
                  <a:pt x="646214" y="11859"/>
                </a:lnTo>
                <a:lnTo>
                  <a:pt x="646242" y="12252"/>
                </a:lnTo>
                <a:lnTo>
                  <a:pt x="646281" y="12639"/>
                </a:lnTo>
                <a:lnTo>
                  <a:pt x="646331" y="13018"/>
                </a:lnTo>
                <a:lnTo>
                  <a:pt x="646393" y="13390"/>
                </a:lnTo>
                <a:lnTo>
                  <a:pt x="646466" y="13755"/>
                </a:lnTo>
                <a:lnTo>
                  <a:pt x="646550" y="14113"/>
                </a:lnTo>
                <a:lnTo>
                  <a:pt x="646645" y="14463"/>
                </a:lnTo>
                <a:lnTo>
                  <a:pt x="646752" y="14807"/>
                </a:lnTo>
                <a:lnTo>
                  <a:pt x="646870" y="15144"/>
                </a:lnTo>
                <a:lnTo>
                  <a:pt x="646999" y="15473"/>
                </a:lnTo>
                <a:lnTo>
                  <a:pt x="647139" y="15796"/>
                </a:lnTo>
                <a:lnTo>
                  <a:pt x="647290" y="16111"/>
                </a:lnTo>
                <a:lnTo>
                  <a:pt x="647453" y="16419"/>
                </a:lnTo>
                <a:lnTo>
                  <a:pt x="647627" y="16720"/>
                </a:lnTo>
                <a:lnTo>
                  <a:pt x="647812" y="17014"/>
                </a:lnTo>
                <a:lnTo>
                  <a:pt x="648008" y="17301"/>
                </a:lnTo>
                <a:lnTo>
                  <a:pt x="648216" y="17581"/>
                </a:lnTo>
                <a:lnTo>
                  <a:pt x="648435" y="17854"/>
                </a:lnTo>
                <a:lnTo>
                  <a:pt x="648664" y="18120"/>
                </a:lnTo>
                <a:lnTo>
                  <a:pt x="648906" y="18378"/>
                </a:lnTo>
                <a:lnTo>
                  <a:pt x="649158" y="18630"/>
                </a:lnTo>
                <a:lnTo>
                  <a:pt x="649422" y="18874"/>
                </a:lnTo>
                <a:lnTo>
                  <a:pt x="649695" y="19110"/>
                </a:lnTo>
                <a:lnTo>
                  <a:pt x="649977" y="19336"/>
                </a:lnTo>
                <a:lnTo>
                  <a:pt x="650266" y="19552"/>
                </a:lnTo>
                <a:lnTo>
                  <a:pt x="650565" y="19757"/>
                </a:lnTo>
                <a:lnTo>
                  <a:pt x="650871" y="19953"/>
                </a:lnTo>
                <a:lnTo>
                  <a:pt x="651186" y="20139"/>
                </a:lnTo>
                <a:lnTo>
                  <a:pt x="651509" y="20315"/>
                </a:lnTo>
                <a:lnTo>
                  <a:pt x="651840" y="20480"/>
                </a:lnTo>
                <a:lnTo>
                  <a:pt x="652179" y="20636"/>
                </a:lnTo>
                <a:lnTo>
                  <a:pt x="652527" y="20781"/>
                </a:lnTo>
                <a:lnTo>
                  <a:pt x="652883" y="20917"/>
                </a:lnTo>
                <a:lnTo>
                  <a:pt x="653248" y="21042"/>
                </a:lnTo>
                <a:lnTo>
                  <a:pt x="653620" y="21158"/>
                </a:lnTo>
                <a:lnTo>
                  <a:pt x="654001" y="21263"/>
                </a:lnTo>
                <a:lnTo>
                  <a:pt x="654390" y="21358"/>
                </a:lnTo>
                <a:lnTo>
                  <a:pt x="654788" y="21444"/>
                </a:lnTo>
                <a:lnTo>
                  <a:pt x="655193" y="21519"/>
                </a:lnTo>
                <a:lnTo>
                  <a:pt x="655607" y="21584"/>
                </a:lnTo>
                <a:lnTo>
                  <a:pt x="656029" y="21639"/>
                </a:lnTo>
                <a:lnTo>
                  <a:pt x="656460" y="21685"/>
                </a:lnTo>
                <a:lnTo>
                  <a:pt x="656899" y="21720"/>
                </a:lnTo>
                <a:lnTo>
                  <a:pt x="657346" y="21745"/>
                </a:lnTo>
                <a:lnTo>
                  <a:pt x="657801" y="21760"/>
                </a:lnTo>
                <a:lnTo>
                  <a:pt x="658265" y="21765"/>
                </a:lnTo>
                <a:lnTo>
                  <a:pt x="658728" y="21760"/>
                </a:lnTo>
                <a:lnTo>
                  <a:pt x="659183" y="21745"/>
                </a:lnTo>
                <a:lnTo>
                  <a:pt x="659630" y="21720"/>
                </a:lnTo>
                <a:close/>
                <a:moveTo>
                  <a:pt x="827123" y="132128"/>
                </a:moveTo>
                <a:lnTo>
                  <a:pt x="842430" y="132128"/>
                </a:lnTo>
                <a:lnTo>
                  <a:pt x="842430" y="72609"/>
                </a:lnTo>
                <a:lnTo>
                  <a:pt x="842439" y="71711"/>
                </a:lnTo>
                <a:lnTo>
                  <a:pt x="842468" y="70831"/>
                </a:lnTo>
                <a:lnTo>
                  <a:pt x="842516" y="69968"/>
                </a:lnTo>
                <a:lnTo>
                  <a:pt x="842583" y="69123"/>
                </a:lnTo>
                <a:lnTo>
                  <a:pt x="842669" y="68296"/>
                </a:lnTo>
                <a:lnTo>
                  <a:pt x="842775" y="67487"/>
                </a:lnTo>
                <a:lnTo>
                  <a:pt x="842900" y="66695"/>
                </a:lnTo>
                <a:lnTo>
                  <a:pt x="843043" y="65921"/>
                </a:lnTo>
                <a:lnTo>
                  <a:pt x="843207" y="65165"/>
                </a:lnTo>
                <a:lnTo>
                  <a:pt x="843389" y="64426"/>
                </a:lnTo>
                <a:lnTo>
                  <a:pt x="843590" y="63705"/>
                </a:lnTo>
                <a:lnTo>
                  <a:pt x="843811" y="63002"/>
                </a:lnTo>
                <a:lnTo>
                  <a:pt x="844051" y="62317"/>
                </a:lnTo>
                <a:lnTo>
                  <a:pt x="844309" y="61649"/>
                </a:lnTo>
                <a:lnTo>
                  <a:pt x="844588" y="60999"/>
                </a:lnTo>
                <a:lnTo>
                  <a:pt x="844885" y="60366"/>
                </a:lnTo>
                <a:lnTo>
                  <a:pt x="845201" y="59752"/>
                </a:lnTo>
                <a:lnTo>
                  <a:pt x="845537" y="59155"/>
                </a:lnTo>
                <a:lnTo>
                  <a:pt x="845892" y="58576"/>
                </a:lnTo>
                <a:lnTo>
                  <a:pt x="846266" y="58014"/>
                </a:lnTo>
                <a:lnTo>
                  <a:pt x="846659" y="57471"/>
                </a:lnTo>
                <a:lnTo>
                  <a:pt x="847072" y="56945"/>
                </a:lnTo>
                <a:lnTo>
                  <a:pt x="847503" y="56436"/>
                </a:lnTo>
                <a:lnTo>
                  <a:pt x="847954" y="55946"/>
                </a:lnTo>
                <a:lnTo>
                  <a:pt x="848421" y="55474"/>
                </a:lnTo>
                <a:lnTo>
                  <a:pt x="848903" y="55022"/>
                </a:lnTo>
                <a:lnTo>
                  <a:pt x="849398" y="54591"/>
                </a:lnTo>
                <a:lnTo>
                  <a:pt x="849907" y="54179"/>
                </a:lnTo>
                <a:lnTo>
                  <a:pt x="850430" y="53788"/>
                </a:lnTo>
                <a:lnTo>
                  <a:pt x="850967" y="53416"/>
                </a:lnTo>
                <a:lnTo>
                  <a:pt x="851518" y="53065"/>
                </a:lnTo>
                <a:lnTo>
                  <a:pt x="852082" y="52734"/>
                </a:lnTo>
                <a:lnTo>
                  <a:pt x="852661" y="52423"/>
                </a:lnTo>
                <a:lnTo>
                  <a:pt x="853253" y="52132"/>
                </a:lnTo>
                <a:lnTo>
                  <a:pt x="853860" y="51861"/>
                </a:lnTo>
                <a:lnTo>
                  <a:pt x="854480" y="51610"/>
                </a:lnTo>
                <a:lnTo>
                  <a:pt x="855114" y="51379"/>
                </a:lnTo>
                <a:lnTo>
                  <a:pt x="855762" y="51168"/>
                </a:lnTo>
                <a:lnTo>
                  <a:pt x="856423" y="50977"/>
                </a:lnTo>
                <a:lnTo>
                  <a:pt x="857099" y="50807"/>
                </a:lnTo>
                <a:lnTo>
                  <a:pt x="857788" y="50656"/>
                </a:lnTo>
                <a:lnTo>
                  <a:pt x="858492" y="50526"/>
                </a:lnTo>
                <a:lnTo>
                  <a:pt x="859209" y="50415"/>
                </a:lnTo>
                <a:lnTo>
                  <a:pt x="859940" y="50325"/>
                </a:lnTo>
                <a:lnTo>
                  <a:pt x="860685" y="50255"/>
                </a:lnTo>
                <a:lnTo>
                  <a:pt x="861444" y="50205"/>
                </a:lnTo>
                <a:lnTo>
                  <a:pt x="862217" y="50174"/>
                </a:lnTo>
                <a:lnTo>
                  <a:pt x="863004" y="50164"/>
                </a:lnTo>
                <a:lnTo>
                  <a:pt x="863762" y="50174"/>
                </a:lnTo>
                <a:lnTo>
                  <a:pt x="864507" y="50202"/>
                </a:lnTo>
                <a:lnTo>
                  <a:pt x="865239" y="50248"/>
                </a:lnTo>
                <a:lnTo>
                  <a:pt x="865958" y="50313"/>
                </a:lnTo>
                <a:lnTo>
                  <a:pt x="866664" y="50397"/>
                </a:lnTo>
                <a:lnTo>
                  <a:pt x="867356" y="50499"/>
                </a:lnTo>
                <a:lnTo>
                  <a:pt x="868035" y="50620"/>
                </a:lnTo>
                <a:lnTo>
                  <a:pt x="868700" y="50760"/>
                </a:lnTo>
                <a:lnTo>
                  <a:pt x="869352" y="50918"/>
                </a:lnTo>
                <a:lnTo>
                  <a:pt x="869991" y="51094"/>
                </a:lnTo>
                <a:lnTo>
                  <a:pt x="870617" y="51289"/>
                </a:lnTo>
                <a:lnTo>
                  <a:pt x="871230" y="51503"/>
                </a:lnTo>
                <a:lnTo>
                  <a:pt x="871829" y="51736"/>
                </a:lnTo>
                <a:lnTo>
                  <a:pt x="872414" y="51987"/>
                </a:lnTo>
                <a:lnTo>
                  <a:pt x="872987" y="52256"/>
                </a:lnTo>
                <a:lnTo>
                  <a:pt x="873546" y="52545"/>
                </a:lnTo>
                <a:lnTo>
                  <a:pt x="874092" y="52852"/>
                </a:lnTo>
                <a:lnTo>
                  <a:pt x="874625" y="53177"/>
                </a:lnTo>
                <a:lnTo>
                  <a:pt x="875144" y="53521"/>
                </a:lnTo>
                <a:lnTo>
                  <a:pt x="875650" y="53884"/>
                </a:lnTo>
                <a:lnTo>
                  <a:pt x="876143" y="54265"/>
                </a:lnTo>
                <a:lnTo>
                  <a:pt x="876623" y="54665"/>
                </a:lnTo>
                <a:lnTo>
                  <a:pt x="877089" y="55083"/>
                </a:lnTo>
                <a:lnTo>
                  <a:pt x="877542" y="55520"/>
                </a:lnTo>
                <a:lnTo>
                  <a:pt x="877979" y="55974"/>
                </a:lnTo>
                <a:lnTo>
                  <a:pt x="878398" y="56445"/>
                </a:lnTo>
                <a:lnTo>
                  <a:pt x="878798" y="56932"/>
                </a:lnTo>
                <a:lnTo>
                  <a:pt x="879179" y="57435"/>
                </a:lnTo>
                <a:lnTo>
                  <a:pt x="879542" y="57955"/>
                </a:lnTo>
                <a:lnTo>
                  <a:pt x="879886" y="58490"/>
                </a:lnTo>
                <a:lnTo>
                  <a:pt x="880212" y="59042"/>
                </a:lnTo>
                <a:lnTo>
                  <a:pt x="880519" y="59610"/>
                </a:lnTo>
                <a:lnTo>
                  <a:pt x="880807" y="60195"/>
                </a:lnTo>
                <a:lnTo>
                  <a:pt x="881077" y="60795"/>
                </a:lnTo>
                <a:lnTo>
                  <a:pt x="881328" y="61412"/>
                </a:lnTo>
                <a:lnTo>
                  <a:pt x="881561" y="62045"/>
                </a:lnTo>
                <a:lnTo>
                  <a:pt x="881775" y="62695"/>
                </a:lnTo>
                <a:lnTo>
                  <a:pt x="881970" y="63360"/>
                </a:lnTo>
                <a:lnTo>
                  <a:pt x="882147" y="64042"/>
                </a:lnTo>
                <a:lnTo>
                  <a:pt x="882305" y="64740"/>
                </a:lnTo>
                <a:lnTo>
                  <a:pt x="882444" y="65454"/>
                </a:lnTo>
                <a:lnTo>
                  <a:pt x="882565" y="66185"/>
                </a:lnTo>
                <a:lnTo>
                  <a:pt x="882668" y="66932"/>
                </a:lnTo>
                <a:lnTo>
                  <a:pt x="882751" y="67695"/>
                </a:lnTo>
                <a:lnTo>
                  <a:pt x="882816" y="68474"/>
                </a:lnTo>
                <a:lnTo>
                  <a:pt x="882863" y="69270"/>
                </a:lnTo>
                <a:lnTo>
                  <a:pt x="882891" y="70081"/>
                </a:lnTo>
                <a:lnTo>
                  <a:pt x="882900" y="70910"/>
                </a:lnTo>
                <a:lnTo>
                  <a:pt x="882900" y="132128"/>
                </a:lnTo>
                <a:lnTo>
                  <a:pt x="898204" y="132128"/>
                </a:lnTo>
                <a:lnTo>
                  <a:pt x="898204" y="69210"/>
                </a:lnTo>
                <a:lnTo>
                  <a:pt x="898190" y="67974"/>
                </a:lnTo>
                <a:lnTo>
                  <a:pt x="898146" y="66760"/>
                </a:lnTo>
                <a:lnTo>
                  <a:pt x="898074" y="65567"/>
                </a:lnTo>
                <a:lnTo>
                  <a:pt x="897973" y="64397"/>
                </a:lnTo>
                <a:lnTo>
                  <a:pt x="897842" y="63248"/>
                </a:lnTo>
                <a:lnTo>
                  <a:pt x="897683" y="62121"/>
                </a:lnTo>
                <a:lnTo>
                  <a:pt x="897495" y="61016"/>
                </a:lnTo>
                <a:lnTo>
                  <a:pt x="897278" y="59933"/>
                </a:lnTo>
                <a:lnTo>
                  <a:pt x="897032" y="58872"/>
                </a:lnTo>
                <a:lnTo>
                  <a:pt x="896758" y="57832"/>
                </a:lnTo>
                <a:lnTo>
                  <a:pt x="896454" y="56815"/>
                </a:lnTo>
                <a:lnTo>
                  <a:pt x="896121" y="55819"/>
                </a:lnTo>
                <a:lnTo>
                  <a:pt x="895759" y="54845"/>
                </a:lnTo>
                <a:lnTo>
                  <a:pt x="895369" y="53893"/>
                </a:lnTo>
                <a:lnTo>
                  <a:pt x="894949" y="52963"/>
                </a:lnTo>
                <a:lnTo>
                  <a:pt x="894501" y="52055"/>
                </a:lnTo>
                <a:lnTo>
                  <a:pt x="894024" y="51168"/>
                </a:lnTo>
                <a:lnTo>
                  <a:pt x="893517" y="50303"/>
                </a:lnTo>
                <a:lnTo>
                  <a:pt x="892982" y="49461"/>
                </a:lnTo>
                <a:lnTo>
                  <a:pt x="892418" y="48640"/>
                </a:lnTo>
                <a:lnTo>
                  <a:pt x="891825" y="47841"/>
                </a:lnTo>
                <a:lnTo>
                  <a:pt x="891203" y="47063"/>
                </a:lnTo>
                <a:lnTo>
                  <a:pt x="890552" y="46308"/>
                </a:lnTo>
                <a:lnTo>
                  <a:pt x="889872" y="45574"/>
                </a:lnTo>
                <a:lnTo>
                  <a:pt x="889168" y="44867"/>
                </a:lnTo>
                <a:lnTo>
                  <a:pt x="888443" y="44189"/>
                </a:lnTo>
                <a:lnTo>
                  <a:pt x="887699" y="43541"/>
                </a:lnTo>
                <a:lnTo>
                  <a:pt x="886934" y="42924"/>
                </a:lnTo>
                <a:lnTo>
                  <a:pt x="886150" y="42337"/>
                </a:lnTo>
                <a:lnTo>
                  <a:pt x="885345" y="41779"/>
                </a:lnTo>
                <a:lnTo>
                  <a:pt x="884520" y="41252"/>
                </a:lnTo>
                <a:lnTo>
                  <a:pt x="883675" y="40755"/>
                </a:lnTo>
                <a:lnTo>
                  <a:pt x="882810" y="40288"/>
                </a:lnTo>
                <a:lnTo>
                  <a:pt x="881925" y="39852"/>
                </a:lnTo>
                <a:lnTo>
                  <a:pt x="881020" y="39445"/>
                </a:lnTo>
                <a:lnTo>
                  <a:pt x="880095" y="39069"/>
                </a:lnTo>
                <a:lnTo>
                  <a:pt x="879149" y="38722"/>
                </a:lnTo>
                <a:lnTo>
                  <a:pt x="878184" y="38406"/>
                </a:lnTo>
                <a:lnTo>
                  <a:pt x="877198" y="38120"/>
                </a:lnTo>
                <a:lnTo>
                  <a:pt x="876193" y="37864"/>
                </a:lnTo>
                <a:lnTo>
                  <a:pt x="875167" y="37638"/>
                </a:lnTo>
                <a:lnTo>
                  <a:pt x="874121" y="37442"/>
                </a:lnTo>
                <a:lnTo>
                  <a:pt x="873055" y="37277"/>
                </a:lnTo>
                <a:lnTo>
                  <a:pt x="871969" y="37141"/>
                </a:lnTo>
                <a:lnTo>
                  <a:pt x="870863" y="37036"/>
                </a:lnTo>
                <a:lnTo>
                  <a:pt x="869737" y="36960"/>
                </a:lnTo>
                <a:lnTo>
                  <a:pt x="868591" y="36915"/>
                </a:lnTo>
                <a:lnTo>
                  <a:pt x="867425" y="36900"/>
                </a:lnTo>
                <a:lnTo>
                  <a:pt x="866456" y="36911"/>
                </a:lnTo>
                <a:lnTo>
                  <a:pt x="865505" y="36942"/>
                </a:lnTo>
                <a:lnTo>
                  <a:pt x="864571" y="36994"/>
                </a:lnTo>
                <a:lnTo>
                  <a:pt x="863656" y="37068"/>
                </a:lnTo>
                <a:lnTo>
                  <a:pt x="862757" y="37162"/>
                </a:lnTo>
                <a:lnTo>
                  <a:pt x="861877" y="37277"/>
                </a:lnTo>
                <a:lnTo>
                  <a:pt x="861014" y="37414"/>
                </a:lnTo>
                <a:lnTo>
                  <a:pt x="860169" y="37571"/>
                </a:lnTo>
                <a:lnTo>
                  <a:pt x="859342" y="37749"/>
                </a:lnTo>
                <a:lnTo>
                  <a:pt x="858533" y="37948"/>
                </a:lnTo>
                <a:lnTo>
                  <a:pt x="857741" y="38168"/>
                </a:lnTo>
                <a:lnTo>
                  <a:pt x="856967" y="38410"/>
                </a:lnTo>
                <a:lnTo>
                  <a:pt x="856210" y="38672"/>
                </a:lnTo>
                <a:lnTo>
                  <a:pt x="855472" y="38955"/>
                </a:lnTo>
                <a:lnTo>
                  <a:pt x="854751" y="39259"/>
                </a:lnTo>
                <a:lnTo>
                  <a:pt x="854048" y="39584"/>
                </a:lnTo>
                <a:lnTo>
                  <a:pt x="853362" y="39930"/>
                </a:lnTo>
                <a:lnTo>
                  <a:pt x="852694" y="40296"/>
                </a:lnTo>
                <a:lnTo>
                  <a:pt x="852044" y="40684"/>
                </a:lnTo>
                <a:lnTo>
                  <a:pt x="851412" y="41093"/>
                </a:lnTo>
                <a:lnTo>
                  <a:pt x="850797" y="41523"/>
                </a:lnTo>
                <a:lnTo>
                  <a:pt x="850200" y="41974"/>
                </a:lnTo>
                <a:lnTo>
                  <a:pt x="849621" y="42445"/>
                </a:lnTo>
                <a:lnTo>
                  <a:pt x="849059" y="42938"/>
                </a:lnTo>
                <a:lnTo>
                  <a:pt x="848518" y="43450"/>
                </a:lnTo>
                <a:lnTo>
                  <a:pt x="848000" y="43979"/>
                </a:lnTo>
                <a:lnTo>
                  <a:pt x="847505" y="44525"/>
                </a:lnTo>
                <a:lnTo>
                  <a:pt x="847034" y="45089"/>
                </a:lnTo>
                <a:lnTo>
                  <a:pt x="846585" y="45671"/>
                </a:lnTo>
                <a:lnTo>
                  <a:pt x="846159" y="46269"/>
                </a:lnTo>
                <a:lnTo>
                  <a:pt x="845756" y="46886"/>
                </a:lnTo>
                <a:lnTo>
                  <a:pt x="845376" y="47519"/>
                </a:lnTo>
                <a:lnTo>
                  <a:pt x="845019" y="48170"/>
                </a:lnTo>
                <a:lnTo>
                  <a:pt x="844686" y="48839"/>
                </a:lnTo>
                <a:lnTo>
                  <a:pt x="844375" y="49525"/>
                </a:lnTo>
                <a:lnTo>
                  <a:pt x="844087" y="50228"/>
                </a:lnTo>
                <a:lnTo>
                  <a:pt x="843822" y="50949"/>
                </a:lnTo>
                <a:lnTo>
                  <a:pt x="843581" y="51687"/>
                </a:lnTo>
                <a:lnTo>
                  <a:pt x="843362" y="52443"/>
                </a:lnTo>
                <a:lnTo>
                  <a:pt x="843166" y="53216"/>
                </a:lnTo>
                <a:lnTo>
                  <a:pt x="842994" y="54006"/>
                </a:lnTo>
                <a:lnTo>
                  <a:pt x="842844" y="54814"/>
                </a:lnTo>
                <a:lnTo>
                  <a:pt x="842717" y="55639"/>
                </a:lnTo>
                <a:lnTo>
                  <a:pt x="842617" y="56454"/>
                </a:lnTo>
                <a:lnTo>
                  <a:pt x="842430" y="56454"/>
                </a:lnTo>
                <a:lnTo>
                  <a:pt x="842430" y="38600"/>
                </a:lnTo>
                <a:lnTo>
                  <a:pt x="827123" y="38600"/>
                </a:lnTo>
                <a:lnTo>
                  <a:pt x="827123" y="132128"/>
                </a:lnTo>
                <a:close/>
                <a:moveTo>
                  <a:pt x="667616" y="118183"/>
                </a:moveTo>
                <a:lnTo>
                  <a:pt x="667616" y="38600"/>
                </a:lnTo>
                <a:lnTo>
                  <a:pt x="623404" y="38600"/>
                </a:lnTo>
                <a:lnTo>
                  <a:pt x="623404" y="52544"/>
                </a:lnTo>
                <a:lnTo>
                  <a:pt x="652312" y="52544"/>
                </a:lnTo>
                <a:lnTo>
                  <a:pt x="652312" y="118183"/>
                </a:lnTo>
                <a:lnTo>
                  <a:pt x="619154" y="118183"/>
                </a:lnTo>
                <a:lnTo>
                  <a:pt x="619154" y="132128"/>
                </a:lnTo>
                <a:lnTo>
                  <a:pt x="699075" y="132128"/>
                </a:lnTo>
                <a:lnTo>
                  <a:pt x="699075" y="118183"/>
                </a:lnTo>
                <a:lnTo>
                  <a:pt x="667616" y="118183"/>
                </a:lnTo>
                <a:close/>
                <a:moveTo>
                  <a:pt x="560609" y="133372"/>
                </a:moveTo>
                <a:lnTo>
                  <a:pt x="561895" y="133282"/>
                </a:lnTo>
                <a:lnTo>
                  <a:pt x="563152" y="133166"/>
                </a:lnTo>
                <a:lnTo>
                  <a:pt x="564380" y="133025"/>
                </a:lnTo>
                <a:lnTo>
                  <a:pt x="565579" y="132858"/>
                </a:lnTo>
                <a:lnTo>
                  <a:pt x="566749" y="132666"/>
                </a:lnTo>
                <a:lnTo>
                  <a:pt x="567889" y="132447"/>
                </a:lnTo>
                <a:lnTo>
                  <a:pt x="569000" y="132203"/>
                </a:lnTo>
                <a:lnTo>
                  <a:pt x="570082" y="131934"/>
                </a:lnTo>
                <a:lnTo>
                  <a:pt x="571135" y="131639"/>
                </a:lnTo>
                <a:lnTo>
                  <a:pt x="572158" y="131318"/>
                </a:lnTo>
                <a:lnTo>
                  <a:pt x="573152" y="130971"/>
                </a:lnTo>
                <a:lnTo>
                  <a:pt x="574117" y="130599"/>
                </a:lnTo>
                <a:lnTo>
                  <a:pt x="575053" y="130201"/>
                </a:lnTo>
                <a:lnTo>
                  <a:pt x="575959" y="129777"/>
                </a:lnTo>
                <a:lnTo>
                  <a:pt x="576837" y="129328"/>
                </a:lnTo>
                <a:lnTo>
                  <a:pt x="577685" y="128853"/>
                </a:lnTo>
                <a:lnTo>
                  <a:pt x="578503" y="128352"/>
                </a:lnTo>
                <a:lnTo>
                  <a:pt x="579293" y="127825"/>
                </a:lnTo>
                <a:lnTo>
                  <a:pt x="580053" y="127273"/>
                </a:lnTo>
                <a:lnTo>
                  <a:pt x="580784" y="126696"/>
                </a:lnTo>
                <a:lnTo>
                  <a:pt x="581486" y="126092"/>
                </a:lnTo>
                <a:lnTo>
                  <a:pt x="582159" y="125466"/>
                </a:lnTo>
                <a:lnTo>
                  <a:pt x="582803" y="124821"/>
                </a:lnTo>
                <a:lnTo>
                  <a:pt x="583419" y="124156"/>
                </a:lnTo>
                <a:lnTo>
                  <a:pt x="584006" y="123473"/>
                </a:lnTo>
                <a:lnTo>
                  <a:pt x="584565" y="122770"/>
                </a:lnTo>
                <a:lnTo>
                  <a:pt x="585095" y="122048"/>
                </a:lnTo>
                <a:lnTo>
                  <a:pt x="585596" y="121307"/>
                </a:lnTo>
                <a:lnTo>
                  <a:pt x="586069" y="120546"/>
                </a:lnTo>
                <a:lnTo>
                  <a:pt x="586513" y="119767"/>
                </a:lnTo>
                <a:lnTo>
                  <a:pt x="586928" y="118968"/>
                </a:lnTo>
                <a:lnTo>
                  <a:pt x="587314" y="118150"/>
                </a:lnTo>
                <a:lnTo>
                  <a:pt x="587672" y="117313"/>
                </a:lnTo>
                <a:lnTo>
                  <a:pt x="588002" y="116457"/>
                </a:lnTo>
                <a:lnTo>
                  <a:pt x="588303" y="115581"/>
                </a:lnTo>
                <a:lnTo>
                  <a:pt x="588575" y="114686"/>
                </a:lnTo>
                <a:lnTo>
                  <a:pt x="588818" y="113772"/>
                </a:lnTo>
                <a:lnTo>
                  <a:pt x="589033" y="112839"/>
                </a:lnTo>
                <a:lnTo>
                  <a:pt x="589219" y="111887"/>
                </a:lnTo>
                <a:lnTo>
                  <a:pt x="589377" y="110915"/>
                </a:lnTo>
                <a:lnTo>
                  <a:pt x="589506" y="109925"/>
                </a:lnTo>
                <a:lnTo>
                  <a:pt x="589606" y="108915"/>
                </a:lnTo>
                <a:lnTo>
                  <a:pt x="589677" y="107886"/>
                </a:lnTo>
                <a:lnTo>
                  <a:pt x="589720" y="106838"/>
                </a:lnTo>
                <a:lnTo>
                  <a:pt x="589735" y="105770"/>
                </a:lnTo>
                <a:lnTo>
                  <a:pt x="589723" y="104760"/>
                </a:lnTo>
                <a:lnTo>
                  <a:pt x="589687" y="103769"/>
                </a:lnTo>
                <a:lnTo>
                  <a:pt x="589627" y="102799"/>
                </a:lnTo>
                <a:lnTo>
                  <a:pt x="589543" y="101849"/>
                </a:lnTo>
                <a:lnTo>
                  <a:pt x="589436" y="100919"/>
                </a:lnTo>
                <a:lnTo>
                  <a:pt x="589304" y="100009"/>
                </a:lnTo>
                <a:lnTo>
                  <a:pt x="589149" y="99119"/>
                </a:lnTo>
                <a:lnTo>
                  <a:pt x="588969" y="98250"/>
                </a:lnTo>
                <a:lnTo>
                  <a:pt x="588766" y="97400"/>
                </a:lnTo>
                <a:lnTo>
                  <a:pt x="588539" y="96570"/>
                </a:lnTo>
                <a:lnTo>
                  <a:pt x="588287" y="95761"/>
                </a:lnTo>
                <a:lnTo>
                  <a:pt x="588012" y="94971"/>
                </a:lnTo>
                <a:lnTo>
                  <a:pt x="587713" y="94202"/>
                </a:lnTo>
                <a:lnTo>
                  <a:pt x="587390" y="93453"/>
                </a:lnTo>
                <a:lnTo>
                  <a:pt x="587044" y="92724"/>
                </a:lnTo>
                <a:lnTo>
                  <a:pt x="586673" y="92014"/>
                </a:lnTo>
                <a:lnTo>
                  <a:pt x="586278" y="91325"/>
                </a:lnTo>
                <a:lnTo>
                  <a:pt x="585860" y="90656"/>
                </a:lnTo>
                <a:lnTo>
                  <a:pt x="585417" y="90008"/>
                </a:lnTo>
                <a:lnTo>
                  <a:pt x="584951" y="89379"/>
                </a:lnTo>
                <a:lnTo>
                  <a:pt x="584460" y="88770"/>
                </a:lnTo>
                <a:lnTo>
                  <a:pt x="583946" y="88181"/>
                </a:lnTo>
                <a:lnTo>
                  <a:pt x="583408" y="87613"/>
                </a:lnTo>
                <a:lnTo>
                  <a:pt x="582846" y="87064"/>
                </a:lnTo>
                <a:lnTo>
                  <a:pt x="582257" y="86533"/>
                </a:lnTo>
                <a:lnTo>
                  <a:pt x="581641" y="86016"/>
                </a:lnTo>
                <a:lnTo>
                  <a:pt x="580995" y="85513"/>
                </a:lnTo>
                <a:lnTo>
                  <a:pt x="580321" y="85024"/>
                </a:lnTo>
                <a:lnTo>
                  <a:pt x="579618" y="84549"/>
                </a:lnTo>
                <a:lnTo>
                  <a:pt x="578887" y="84089"/>
                </a:lnTo>
                <a:lnTo>
                  <a:pt x="578127" y="83643"/>
                </a:lnTo>
                <a:lnTo>
                  <a:pt x="577338" y="83210"/>
                </a:lnTo>
                <a:lnTo>
                  <a:pt x="576521" y="82792"/>
                </a:lnTo>
                <a:lnTo>
                  <a:pt x="575675" y="82389"/>
                </a:lnTo>
                <a:lnTo>
                  <a:pt x="574801" y="81999"/>
                </a:lnTo>
                <a:lnTo>
                  <a:pt x="573898" y="81623"/>
                </a:lnTo>
                <a:lnTo>
                  <a:pt x="572966" y="81262"/>
                </a:lnTo>
                <a:lnTo>
                  <a:pt x="572005" y="80915"/>
                </a:lnTo>
                <a:lnTo>
                  <a:pt x="571016" y="80582"/>
                </a:lnTo>
                <a:lnTo>
                  <a:pt x="569999" y="80263"/>
                </a:lnTo>
                <a:lnTo>
                  <a:pt x="568952" y="79958"/>
                </a:lnTo>
                <a:lnTo>
                  <a:pt x="567877" y="79667"/>
                </a:lnTo>
                <a:lnTo>
                  <a:pt x="566774" y="79391"/>
                </a:lnTo>
                <a:lnTo>
                  <a:pt x="565642" y="79129"/>
                </a:lnTo>
                <a:lnTo>
                  <a:pt x="564481" y="78881"/>
                </a:lnTo>
                <a:lnTo>
                  <a:pt x="563291" y="78647"/>
                </a:lnTo>
                <a:lnTo>
                  <a:pt x="562073" y="78427"/>
                </a:lnTo>
                <a:lnTo>
                  <a:pt x="560826" y="78222"/>
                </a:lnTo>
                <a:lnTo>
                  <a:pt x="548242" y="76182"/>
                </a:lnTo>
                <a:lnTo>
                  <a:pt x="547639" y="76080"/>
                </a:lnTo>
                <a:lnTo>
                  <a:pt x="547050" y="75973"/>
                </a:lnTo>
                <a:lnTo>
                  <a:pt x="546475" y="75860"/>
                </a:lnTo>
                <a:lnTo>
                  <a:pt x="545913" y="75743"/>
                </a:lnTo>
                <a:lnTo>
                  <a:pt x="545365" y="75619"/>
                </a:lnTo>
                <a:lnTo>
                  <a:pt x="544830" y="75491"/>
                </a:lnTo>
                <a:lnTo>
                  <a:pt x="544309" y="75357"/>
                </a:lnTo>
                <a:lnTo>
                  <a:pt x="543802" y="75218"/>
                </a:lnTo>
                <a:lnTo>
                  <a:pt x="543308" y="75074"/>
                </a:lnTo>
                <a:lnTo>
                  <a:pt x="542827" y="74924"/>
                </a:lnTo>
                <a:lnTo>
                  <a:pt x="542361" y="74769"/>
                </a:lnTo>
                <a:lnTo>
                  <a:pt x="541907" y="74609"/>
                </a:lnTo>
                <a:lnTo>
                  <a:pt x="541468" y="74443"/>
                </a:lnTo>
                <a:lnTo>
                  <a:pt x="541042" y="74273"/>
                </a:lnTo>
                <a:lnTo>
                  <a:pt x="540629" y="74096"/>
                </a:lnTo>
                <a:lnTo>
                  <a:pt x="540230" y="73915"/>
                </a:lnTo>
                <a:lnTo>
                  <a:pt x="539845" y="73728"/>
                </a:lnTo>
                <a:lnTo>
                  <a:pt x="539473" y="73536"/>
                </a:lnTo>
                <a:lnTo>
                  <a:pt x="539115" y="73338"/>
                </a:lnTo>
                <a:lnTo>
                  <a:pt x="538771" y="73136"/>
                </a:lnTo>
                <a:lnTo>
                  <a:pt x="538440" y="72928"/>
                </a:lnTo>
                <a:lnTo>
                  <a:pt x="538122" y="72714"/>
                </a:lnTo>
                <a:lnTo>
                  <a:pt x="537818" y="72496"/>
                </a:lnTo>
                <a:lnTo>
                  <a:pt x="537528" y="72272"/>
                </a:lnTo>
                <a:lnTo>
                  <a:pt x="537251" y="72040"/>
                </a:lnTo>
                <a:lnTo>
                  <a:pt x="536985" y="71797"/>
                </a:lnTo>
                <a:lnTo>
                  <a:pt x="536731" y="71544"/>
                </a:lnTo>
                <a:lnTo>
                  <a:pt x="536489" y="71279"/>
                </a:lnTo>
                <a:lnTo>
                  <a:pt x="536258" y="71005"/>
                </a:lnTo>
                <a:lnTo>
                  <a:pt x="536040" y="70720"/>
                </a:lnTo>
                <a:lnTo>
                  <a:pt x="535833" y="70424"/>
                </a:lnTo>
                <a:lnTo>
                  <a:pt x="535638" y="70117"/>
                </a:lnTo>
                <a:lnTo>
                  <a:pt x="535455" y="69800"/>
                </a:lnTo>
                <a:lnTo>
                  <a:pt x="535284" y="69472"/>
                </a:lnTo>
                <a:lnTo>
                  <a:pt x="535124" y="69134"/>
                </a:lnTo>
                <a:lnTo>
                  <a:pt x="534977" y="68785"/>
                </a:lnTo>
                <a:lnTo>
                  <a:pt x="534841" y="68425"/>
                </a:lnTo>
                <a:lnTo>
                  <a:pt x="534717" y="68055"/>
                </a:lnTo>
                <a:lnTo>
                  <a:pt x="534605" y="67674"/>
                </a:lnTo>
                <a:lnTo>
                  <a:pt x="534504" y="67283"/>
                </a:lnTo>
                <a:lnTo>
                  <a:pt x="534416" y="66881"/>
                </a:lnTo>
                <a:lnTo>
                  <a:pt x="534339" y="66468"/>
                </a:lnTo>
                <a:lnTo>
                  <a:pt x="534274" y="66045"/>
                </a:lnTo>
                <a:lnTo>
                  <a:pt x="534221" y="65611"/>
                </a:lnTo>
                <a:lnTo>
                  <a:pt x="534180" y="65166"/>
                </a:lnTo>
                <a:lnTo>
                  <a:pt x="534150" y="64711"/>
                </a:lnTo>
                <a:lnTo>
                  <a:pt x="534132" y="64245"/>
                </a:lnTo>
                <a:lnTo>
                  <a:pt x="534126" y="63769"/>
                </a:lnTo>
                <a:lnTo>
                  <a:pt x="534133" y="63236"/>
                </a:lnTo>
                <a:lnTo>
                  <a:pt x="534154" y="62714"/>
                </a:lnTo>
                <a:lnTo>
                  <a:pt x="534189" y="62203"/>
                </a:lnTo>
                <a:lnTo>
                  <a:pt x="534237" y="61704"/>
                </a:lnTo>
                <a:lnTo>
                  <a:pt x="534300" y="61216"/>
                </a:lnTo>
                <a:lnTo>
                  <a:pt x="534376" y="60739"/>
                </a:lnTo>
                <a:lnTo>
                  <a:pt x="534466" y="60273"/>
                </a:lnTo>
                <a:lnTo>
                  <a:pt x="534570" y="59819"/>
                </a:lnTo>
                <a:lnTo>
                  <a:pt x="534688" y="59376"/>
                </a:lnTo>
                <a:lnTo>
                  <a:pt x="534820" y="58944"/>
                </a:lnTo>
                <a:lnTo>
                  <a:pt x="534966" y="58523"/>
                </a:lnTo>
                <a:lnTo>
                  <a:pt x="535125" y="58113"/>
                </a:lnTo>
                <a:lnTo>
                  <a:pt x="535299" y="57715"/>
                </a:lnTo>
                <a:lnTo>
                  <a:pt x="535486" y="57328"/>
                </a:lnTo>
                <a:lnTo>
                  <a:pt x="535687" y="56952"/>
                </a:lnTo>
                <a:lnTo>
                  <a:pt x="535902" y="56588"/>
                </a:lnTo>
                <a:lnTo>
                  <a:pt x="536131" y="56234"/>
                </a:lnTo>
                <a:lnTo>
                  <a:pt x="536374" y="55892"/>
                </a:lnTo>
                <a:lnTo>
                  <a:pt x="536631" y="55561"/>
                </a:lnTo>
                <a:lnTo>
                  <a:pt x="536901" y="55241"/>
                </a:lnTo>
                <a:lnTo>
                  <a:pt x="537186" y="54933"/>
                </a:lnTo>
                <a:lnTo>
                  <a:pt x="537484" y="54636"/>
                </a:lnTo>
                <a:lnTo>
                  <a:pt x="537796" y="54350"/>
                </a:lnTo>
                <a:lnTo>
                  <a:pt x="538122" y="54075"/>
                </a:lnTo>
                <a:lnTo>
                  <a:pt x="538464" y="53811"/>
                </a:lnTo>
                <a:lnTo>
                  <a:pt x="538821" y="53559"/>
                </a:lnTo>
                <a:lnTo>
                  <a:pt x="539195" y="53318"/>
                </a:lnTo>
                <a:lnTo>
                  <a:pt x="539585" y="53088"/>
                </a:lnTo>
                <a:lnTo>
                  <a:pt x="539991" y="52869"/>
                </a:lnTo>
                <a:lnTo>
                  <a:pt x="540414" y="52661"/>
                </a:lnTo>
                <a:lnTo>
                  <a:pt x="540852" y="52465"/>
                </a:lnTo>
                <a:lnTo>
                  <a:pt x="541307" y="52280"/>
                </a:lnTo>
                <a:lnTo>
                  <a:pt x="541778" y="52106"/>
                </a:lnTo>
                <a:lnTo>
                  <a:pt x="542266" y="51944"/>
                </a:lnTo>
                <a:lnTo>
                  <a:pt x="542769" y="51792"/>
                </a:lnTo>
                <a:lnTo>
                  <a:pt x="543289" y="51652"/>
                </a:lnTo>
                <a:lnTo>
                  <a:pt x="543825" y="51523"/>
                </a:lnTo>
                <a:lnTo>
                  <a:pt x="544377" y="51405"/>
                </a:lnTo>
                <a:lnTo>
                  <a:pt x="544946" y="51299"/>
                </a:lnTo>
                <a:lnTo>
                  <a:pt x="545531" y="51203"/>
                </a:lnTo>
                <a:lnTo>
                  <a:pt x="546132" y="51119"/>
                </a:lnTo>
                <a:lnTo>
                  <a:pt x="546749" y="51046"/>
                </a:lnTo>
                <a:lnTo>
                  <a:pt x="547382" y="50984"/>
                </a:lnTo>
                <a:lnTo>
                  <a:pt x="548032" y="50934"/>
                </a:lnTo>
                <a:lnTo>
                  <a:pt x="548698" y="50895"/>
                </a:lnTo>
                <a:lnTo>
                  <a:pt x="549380" y="50867"/>
                </a:lnTo>
                <a:lnTo>
                  <a:pt x="550078" y="50850"/>
                </a:lnTo>
                <a:lnTo>
                  <a:pt x="550793" y="50844"/>
                </a:lnTo>
                <a:lnTo>
                  <a:pt x="557253" y="50844"/>
                </a:lnTo>
                <a:lnTo>
                  <a:pt x="557829" y="50849"/>
                </a:lnTo>
                <a:lnTo>
                  <a:pt x="558395" y="50863"/>
                </a:lnTo>
                <a:lnTo>
                  <a:pt x="558951" y="50885"/>
                </a:lnTo>
                <a:lnTo>
                  <a:pt x="559497" y="50918"/>
                </a:lnTo>
                <a:lnTo>
                  <a:pt x="560033" y="50959"/>
                </a:lnTo>
                <a:lnTo>
                  <a:pt x="560559" y="51009"/>
                </a:lnTo>
                <a:lnTo>
                  <a:pt x="561075" y="51069"/>
                </a:lnTo>
                <a:lnTo>
                  <a:pt x="561580" y="51137"/>
                </a:lnTo>
                <a:lnTo>
                  <a:pt x="562076" y="51215"/>
                </a:lnTo>
                <a:lnTo>
                  <a:pt x="562562" y="51302"/>
                </a:lnTo>
                <a:lnTo>
                  <a:pt x="563037" y="51398"/>
                </a:lnTo>
                <a:lnTo>
                  <a:pt x="563503" y="51503"/>
                </a:lnTo>
                <a:lnTo>
                  <a:pt x="563959" y="51618"/>
                </a:lnTo>
                <a:lnTo>
                  <a:pt x="564404" y="51741"/>
                </a:lnTo>
                <a:lnTo>
                  <a:pt x="564840" y="51874"/>
                </a:lnTo>
                <a:lnTo>
                  <a:pt x="565265" y="52016"/>
                </a:lnTo>
                <a:lnTo>
                  <a:pt x="565680" y="52167"/>
                </a:lnTo>
                <a:lnTo>
                  <a:pt x="566086" y="52327"/>
                </a:lnTo>
                <a:lnTo>
                  <a:pt x="566481" y="52497"/>
                </a:lnTo>
                <a:lnTo>
                  <a:pt x="566866" y="52675"/>
                </a:lnTo>
                <a:lnTo>
                  <a:pt x="567242" y="52863"/>
                </a:lnTo>
                <a:lnTo>
                  <a:pt x="567607" y="53059"/>
                </a:lnTo>
                <a:lnTo>
                  <a:pt x="567962" y="53265"/>
                </a:lnTo>
                <a:lnTo>
                  <a:pt x="568307" y="53481"/>
                </a:lnTo>
                <a:lnTo>
                  <a:pt x="568642" y="53703"/>
                </a:lnTo>
                <a:lnTo>
                  <a:pt x="568966" y="53932"/>
                </a:lnTo>
                <a:lnTo>
                  <a:pt x="569280" y="54167"/>
                </a:lnTo>
                <a:lnTo>
                  <a:pt x="569583" y="54408"/>
                </a:lnTo>
                <a:lnTo>
                  <a:pt x="569875" y="54656"/>
                </a:lnTo>
                <a:lnTo>
                  <a:pt x="570157" y="54909"/>
                </a:lnTo>
                <a:lnTo>
                  <a:pt x="570428" y="55169"/>
                </a:lnTo>
                <a:lnTo>
                  <a:pt x="570688" y="55435"/>
                </a:lnTo>
                <a:lnTo>
                  <a:pt x="570938" y="55707"/>
                </a:lnTo>
                <a:lnTo>
                  <a:pt x="571177" y="55986"/>
                </a:lnTo>
                <a:lnTo>
                  <a:pt x="571405" y="56270"/>
                </a:lnTo>
                <a:lnTo>
                  <a:pt x="571623" y="56561"/>
                </a:lnTo>
                <a:lnTo>
                  <a:pt x="571831" y="56858"/>
                </a:lnTo>
                <a:lnTo>
                  <a:pt x="572027" y="57162"/>
                </a:lnTo>
                <a:lnTo>
                  <a:pt x="572213" y="57471"/>
                </a:lnTo>
                <a:lnTo>
                  <a:pt x="572388" y="57787"/>
                </a:lnTo>
                <a:lnTo>
                  <a:pt x="572553" y="58109"/>
                </a:lnTo>
                <a:lnTo>
                  <a:pt x="572707" y="58437"/>
                </a:lnTo>
                <a:lnTo>
                  <a:pt x="572851" y="58771"/>
                </a:lnTo>
                <a:lnTo>
                  <a:pt x="572983" y="59112"/>
                </a:lnTo>
                <a:lnTo>
                  <a:pt x="573106" y="59458"/>
                </a:lnTo>
                <a:lnTo>
                  <a:pt x="573217" y="59811"/>
                </a:lnTo>
                <a:lnTo>
                  <a:pt x="573318" y="60170"/>
                </a:lnTo>
                <a:lnTo>
                  <a:pt x="573408" y="60536"/>
                </a:lnTo>
                <a:lnTo>
                  <a:pt x="588715" y="60536"/>
                </a:lnTo>
                <a:lnTo>
                  <a:pt x="588562" y="59651"/>
                </a:lnTo>
                <a:lnTo>
                  <a:pt x="588386" y="58781"/>
                </a:lnTo>
                <a:lnTo>
                  <a:pt x="588188" y="57927"/>
                </a:lnTo>
                <a:lnTo>
                  <a:pt x="587968" y="57088"/>
                </a:lnTo>
                <a:lnTo>
                  <a:pt x="587725" y="56264"/>
                </a:lnTo>
                <a:lnTo>
                  <a:pt x="587460" y="55456"/>
                </a:lnTo>
                <a:lnTo>
                  <a:pt x="587172" y="54663"/>
                </a:lnTo>
                <a:lnTo>
                  <a:pt x="586862" y="53886"/>
                </a:lnTo>
                <a:lnTo>
                  <a:pt x="586530" y="53124"/>
                </a:lnTo>
                <a:lnTo>
                  <a:pt x="586175" y="52377"/>
                </a:lnTo>
                <a:lnTo>
                  <a:pt x="585797" y="51645"/>
                </a:lnTo>
                <a:lnTo>
                  <a:pt x="585398" y="50929"/>
                </a:lnTo>
                <a:lnTo>
                  <a:pt x="584975" y="50228"/>
                </a:lnTo>
                <a:lnTo>
                  <a:pt x="584531" y="49543"/>
                </a:lnTo>
                <a:lnTo>
                  <a:pt x="584063" y="48873"/>
                </a:lnTo>
                <a:lnTo>
                  <a:pt x="583574" y="48218"/>
                </a:lnTo>
                <a:lnTo>
                  <a:pt x="583062" y="47579"/>
                </a:lnTo>
                <a:lnTo>
                  <a:pt x="582527" y="46955"/>
                </a:lnTo>
                <a:lnTo>
                  <a:pt x="581971" y="46346"/>
                </a:lnTo>
                <a:lnTo>
                  <a:pt x="581391" y="45752"/>
                </a:lnTo>
                <a:lnTo>
                  <a:pt x="580789" y="45174"/>
                </a:lnTo>
                <a:lnTo>
                  <a:pt x="580165" y="44612"/>
                </a:lnTo>
                <a:lnTo>
                  <a:pt x="579519" y="44064"/>
                </a:lnTo>
                <a:lnTo>
                  <a:pt x="578850" y="43532"/>
                </a:lnTo>
                <a:lnTo>
                  <a:pt x="578160" y="43019"/>
                </a:lnTo>
                <a:lnTo>
                  <a:pt x="577453" y="42527"/>
                </a:lnTo>
                <a:lnTo>
                  <a:pt x="576727" y="42057"/>
                </a:lnTo>
                <a:lnTo>
                  <a:pt x="575983" y="41610"/>
                </a:lnTo>
                <a:lnTo>
                  <a:pt x="575220" y="41184"/>
                </a:lnTo>
                <a:lnTo>
                  <a:pt x="574440" y="40779"/>
                </a:lnTo>
                <a:lnTo>
                  <a:pt x="573641" y="40397"/>
                </a:lnTo>
                <a:lnTo>
                  <a:pt x="572823" y="40037"/>
                </a:lnTo>
                <a:lnTo>
                  <a:pt x="571987" y="39698"/>
                </a:lnTo>
                <a:lnTo>
                  <a:pt x="571133" y="39381"/>
                </a:lnTo>
                <a:lnTo>
                  <a:pt x="570261" y="39086"/>
                </a:lnTo>
                <a:lnTo>
                  <a:pt x="569370" y="38813"/>
                </a:lnTo>
                <a:lnTo>
                  <a:pt x="568461" y="38562"/>
                </a:lnTo>
                <a:lnTo>
                  <a:pt x="567534" y="38332"/>
                </a:lnTo>
                <a:lnTo>
                  <a:pt x="566588" y="38125"/>
                </a:lnTo>
                <a:lnTo>
                  <a:pt x="565624" y="37939"/>
                </a:lnTo>
                <a:lnTo>
                  <a:pt x="564642" y="37775"/>
                </a:lnTo>
                <a:lnTo>
                  <a:pt x="563642" y="37633"/>
                </a:lnTo>
                <a:lnTo>
                  <a:pt x="562623" y="37513"/>
                </a:lnTo>
                <a:lnTo>
                  <a:pt x="561586" y="37415"/>
                </a:lnTo>
                <a:lnTo>
                  <a:pt x="560530" y="37338"/>
                </a:lnTo>
                <a:lnTo>
                  <a:pt x="559456" y="37284"/>
                </a:lnTo>
                <a:lnTo>
                  <a:pt x="558364" y="37251"/>
                </a:lnTo>
                <a:lnTo>
                  <a:pt x="557253" y="37240"/>
                </a:lnTo>
                <a:lnTo>
                  <a:pt x="550793" y="37240"/>
                </a:lnTo>
                <a:lnTo>
                  <a:pt x="549474" y="37252"/>
                </a:lnTo>
                <a:lnTo>
                  <a:pt x="548184" y="37288"/>
                </a:lnTo>
                <a:lnTo>
                  <a:pt x="546921" y="37348"/>
                </a:lnTo>
                <a:lnTo>
                  <a:pt x="545687" y="37431"/>
                </a:lnTo>
                <a:lnTo>
                  <a:pt x="544479" y="37539"/>
                </a:lnTo>
                <a:lnTo>
                  <a:pt x="543300" y="37670"/>
                </a:lnTo>
                <a:lnTo>
                  <a:pt x="542148" y="37826"/>
                </a:lnTo>
                <a:lnTo>
                  <a:pt x="541024" y="38005"/>
                </a:lnTo>
                <a:lnTo>
                  <a:pt x="539928" y="38208"/>
                </a:lnTo>
                <a:lnTo>
                  <a:pt x="538860" y="38436"/>
                </a:lnTo>
                <a:lnTo>
                  <a:pt x="537819" y="38687"/>
                </a:lnTo>
                <a:lnTo>
                  <a:pt x="536806" y="38962"/>
                </a:lnTo>
                <a:lnTo>
                  <a:pt x="535821" y="39260"/>
                </a:lnTo>
                <a:lnTo>
                  <a:pt x="534863" y="39583"/>
                </a:lnTo>
                <a:lnTo>
                  <a:pt x="533934" y="39930"/>
                </a:lnTo>
                <a:lnTo>
                  <a:pt x="533032" y="40301"/>
                </a:lnTo>
                <a:lnTo>
                  <a:pt x="532157" y="40695"/>
                </a:lnTo>
                <a:lnTo>
                  <a:pt x="531311" y="41114"/>
                </a:lnTo>
                <a:lnTo>
                  <a:pt x="530492" y="41556"/>
                </a:lnTo>
                <a:lnTo>
                  <a:pt x="529701" y="42022"/>
                </a:lnTo>
                <a:lnTo>
                  <a:pt x="528938" y="42512"/>
                </a:lnTo>
                <a:lnTo>
                  <a:pt x="528202" y="43027"/>
                </a:lnTo>
                <a:lnTo>
                  <a:pt x="527494" y="43565"/>
                </a:lnTo>
                <a:lnTo>
                  <a:pt x="526814" y="44126"/>
                </a:lnTo>
                <a:lnTo>
                  <a:pt x="526162" y="44710"/>
                </a:lnTo>
                <a:lnTo>
                  <a:pt x="525538" y="45314"/>
                </a:lnTo>
                <a:lnTo>
                  <a:pt x="524941" y="45937"/>
                </a:lnTo>
                <a:lnTo>
                  <a:pt x="524372" y="46580"/>
                </a:lnTo>
                <a:lnTo>
                  <a:pt x="523831" y="47243"/>
                </a:lnTo>
                <a:lnTo>
                  <a:pt x="523318" y="47926"/>
                </a:lnTo>
                <a:lnTo>
                  <a:pt x="522832" y="48628"/>
                </a:lnTo>
                <a:lnTo>
                  <a:pt x="522374" y="49351"/>
                </a:lnTo>
                <a:lnTo>
                  <a:pt x="521944" y="50093"/>
                </a:lnTo>
                <a:lnTo>
                  <a:pt x="521542" y="50854"/>
                </a:lnTo>
                <a:lnTo>
                  <a:pt x="521167" y="51636"/>
                </a:lnTo>
                <a:lnTo>
                  <a:pt x="520821" y="52437"/>
                </a:lnTo>
                <a:lnTo>
                  <a:pt x="520501" y="53259"/>
                </a:lnTo>
                <a:lnTo>
                  <a:pt x="520210" y="54100"/>
                </a:lnTo>
                <a:lnTo>
                  <a:pt x="519946" y="54960"/>
                </a:lnTo>
                <a:lnTo>
                  <a:pt x="519711" y="55841"/>
                </a:lnTo>
                <a:lnTo>
                  <a:pt x="519502" y="56741"/>
                </a:lnTo>
                <a:lnTo>
                  <a:pt x="519322" y="57661"/>
                </a:lnTo>
                <a:lnTo>
                  <a:pt x="519169" y="58601"/>
                </a:lnTo>
                <a:lnTo>
                  <a:pt x="519045" y="59561"/>
                </a:lnTo>
                <a:lnTo>
                  <a:pt x="518947" y="60540"/>
                </a:lnTo>
                <a:lnTo>
                  <a:pt x="518878" y="61540"/>
                </a:lnTo>
                <a:lnTo>
                  <a:pt x="518836" y="62559"/>
                </a:lnTo>
                <a:lnTo>
                  <a:pt x="518823" y="63598"/>
                </a:lnTo>
                <a:lnTo>
                  <a:pt x="518834" y="64580"/>
                </a:lnTo>
                <a:lnTo>
                  <a:pt x="518869" y="65542"/>
                </a:lnTo>
                <a:lnTo>
                  <a:pt x="518928" y="66485"/>
                </a:lnTo>
                <a:lnTo>
                  <a:pt x="519009" y="67407"/>
                </a:lnTo>
                <a:lnTo>
                  <a:pt x="519114" y="68311"/>
                </a:lnTo>
                <a:lnTo>
                  <a:pt x="519242" y="69194"/>
                </a:lnTo>
                <a:lnTo>
                  <a:pt x="519394" y="70057"/>
                </a:lnTo>
                <a:lnTo>
                  <a:pt x="519569" y="70901"/>
                </a:lnTo>
                <a:lnTo>
                  <a:pt x="519767" y="71725"/>
                </a:lnTo>
                <a:lnTo>
                  <a:pt x="519989" y="72529"/>
                </a:lnTo>
                <a:lnTo>
                  <a:pt x="520234" y="73313"/>
                </a:lnTo>
                <a:lnTo>
                  <a:pt x="520502" y="74078"/>
                </a:lnTo>
                <a:lnTo>
                  <a:pt x="520794" y="74822"/>
                </a:lnTo>
                <a:lnTo>
                  <a:pt x="521108" y="75547"/>
                </a:lnTo>
                <a:lnTo>
                  <a:pt x="521447" y="76253"/>
                </a:lnTo>
                <a:lnTo>
                  <a:pt x="521808" y="76938"/>
                </a:lnTo>
                <a:lnTo>
                  <a:pt x="522193" y="77604"/>
                </a:lnTo>
                <a:lnTo>
                  <a:pt x="522601" y="78249"/>
                </a:lnTo>
                <a:lnTo>
                  <a:pt x="523033" y="78875"/>
                </a:lnTo>
                <a:lnTo>
                  <a:pt x="523488" y="79482"/>
                </a:lnTo>
                <a:lnTo>
                  <a:pt x="523966" y="80068"/>
                </a:lnTo>
                <a:lnTo>
                  <a:pt x="524467" y="80635"/>
                </a:lnTo>
                <a:lnTo>
                  <a:pt x="524992" y="81182"/>
                </a:lnTo>
                <a:lnTo>
                  <a:pt x="525540" y="81709"/>
                </a:lnTo>
                <a:lnTo>
                  <a:pt x="526112" y="82219"/>
                </a:lnTo>
                <a:lnTo>
                  <a:pt x="526709" y="82717"/>
                </a:lnTo>
                <a:lnTo>
                  <a:pt x="527330" y="83201"/>
                </a:lnTo>
                <a:lnTo>
                  <a:pt x="527976" y="83671"/>
                </a:lnTo>
                <a:lnTo>
                  <a:pt x="528646" y="84129"/>
                </a:lnTo>
                <a:lnTo>
                  <a:pt x="529340" y="84573"/>
                </a:lnTo>
                <a:lnTo>
                  <a:pt x="530059" y="85004"/>
                </a:lnTo>
                <a:lnTo>
                  <a:pt x="530803" y="85421"/>
                </a:lnTo>
                <a:lnTo>
                  <a:pt x="531571" y="85826"/>
                </a:lnTo>
                <a:lnTo>
                  <a:pt x="532363" y="86217"/>
                </a:lnTo>
                <a:lnTo>
                  <a:pt x="533180" y="86594"/>
                </a:lnTo>
                <a:lnTo>
                  <a:pt x="534022" y="86959"/>
                </a:lnTo>
                <a:lnTo>
                  <a:pt x="534888" y="87310"/>
                </a:lnTo>
                <a:lnTo>
                  <a:pt x="535779" y="87648"/>
                </a:lnTo>
                <a:lnTo>
                  <a:pt x="536694" y="87972"/>
                </a:lnTo>
                <a:lnTo>
                  <a:pt x="537633" y="88283"/>
                </a:lnTo>
                <a:lnTo>
                  <a:pt x="538597" y="88581"/>
                </a:lnTo>
                <a:lnTo>
                  <a:pt x="539586" y="88866"/>
                </a:lnTo>
                <a:lnTo>
                  <a:pt x="540599" y="89137"/>
                </a:lnTo>
                <a:lnTo>
                  <a:pt x="541636" y="89396"/>
                </a:lnTo>
                <a:lnTo>
                  <a:pt x="542698" y="89640"/>
                </a:lnTo>
                <a:lnTo>
                  <a:pt x="543785" y="89872"/>
                </a:lnTo>
                <a:lnTo>
                  <a:pt x="544896" y="90090"/>
                </a:lnTo>
                <a:lnTo>
                  <a:pt x="546031" y="90295"/>
                </a:lnTo>
                <a:lnTo>
                  <a:pt x="558616" y="92337"/>
                </a:lnTo>
                <a:lnTo>
                  <a:pt x="559261" y="92440"/>
                </a:lnTo>
                <a:lnTo>
                  <a:pt x="559893" y="92551"/>
                </a:lnTo>
                <a:lnTo>
                  <a:pt x="560511" y="92670"/>
                </a:lnTo>
                <a:lnTo>
                  <a:pt x="561116" y="92797"/>
                </a:lnTo>
                <a:lnTo>
                  <a:pt x="561708" y="92932"/>
                </a:lnTo>
                <a:lnTo>
                  <a:pt x="562287" y="93075"/>
                </a:lnTo>
                <a:lnTo>
                  <a:pt x="562852" y="93226"/>
                </a:lnTo>
                <a:lnTo>
                  <a:pt x="563405" y="93385"/>
                </a:lnTo>
                <a:lnTo>
                  <a:pt x="563943" y="93552"/>
                </a:lnTo>
                <a:lnTo>
                  <a:pt x="564469" y="93726"/>
                </a:lnTo>
                <a:lnTo>
                  <a:pt x="564981" y="93909"/>
                </a:lnTo>
                <a:lnTo>
                  <a:pt x="565480" y="94100"/>
                </a:lnTo>
                <a:lnTo>
                  <a:pt x="565966" y="94299"/>
                </a:lnTo>
                <a:lnTo>
                  <a:pt x="566438" y="94506"/>
                </a:lnTo>
                <a:lnTo>
                  <a:pt x="566897" y="94721"/>
                </a:lnTo>
                <a:lnTo>
                  <a:pt x="567343" y="94943"/>
                </a:lnTo>
                <a:lnTo>
                  <a:pt x="567776" y="95174"/>
                </a:lnTo>
                <a:lnTo>
                  <a:pt x="568195" y="95413"/>
                </a:lnTo>
                <a:lnTo>
                  <a:pt x="568601" y="95660"/>
                </a:lnTo>
                <a:lnTo>
                  <a:pt x="568994" y="95914"/>
                </a:lnTo>
                <a:lnTo>
                  <a:pt x="569374" y="96177"/>
                </a:lnTo>
                <a:lnTo>
                  <a:pt x="569740" y="96448"/>
                </a:lnTo>
                <a:lnTo>
                  <a:pt x="570093" y="96726"/>
                </a:lnTo>
                <a:lnTo>
                  <a:pt x="570432" y="97013"/>
                </a:lnTo>
                <a:lnTo>
                  <a:pt x="570758" y="97307"/>
                </a:lnTo>
                <a:lnTo>
                  <a:pt x="571071" y="97611"/>
                </a:lnTo>
                <a:lnTo>
                  <a:pt x="571369" y="97923"/>
                </a:lnTo>
                <a:lnTo>
                  <a:pt x="571653" y="98243"/>
                </a:lnTo>
                <a:lnTo>
                  <a:pt x="571924" y="98572"/>
                </a:lnTo>
                <a:lnTo>
                  <a:pt x="572180" y="98909"/>
                </a:lnTo>
                <a:lnTo>
                  <a:pt x="572423" y="99255"/>
                </a:lnTo>
                <a:lnTo>
                  <a:pt x="572652" y="99610"/>
                </a:lnTo>
                <a:lnTo>
                  <a:pt x="572867" y="99973"/>
                </a:lnTo>
                <a:lnTo>
                  <a:pt x="573068" y="100345"/>
                </a:lnTo>
                <a:lnTo>
                  <a:pt x="573256" y="100726"/>
                </a:lnTo>
                <a:lnTo>
                  <a:pt x="573429" y="101114"/>
                </a:lnTo>
                <a:lnTo>
                  <a:pt x="573589" y="101512"/>
                </a:lnTo>
                <a:lnTo>
                  <a:pt x="573734" y="101918"/>
                </a:lnTo>
                <a:lnTo>
                  <a:pt x="573866" y="102333"/>
                </a:lnTo>
                <a:lnTo>
                  <a:pt x="573984" y="102756"/>
                </a:lnTo>
                <a:lnTo>
                  <a:pt x="574088" y="103188"/>
                </a:lnTo>
                <a:lnTo>
                  <a:pt x="574178" y="103628"/>
                </a:lnTo>
                <a:lnTo>
                  <a:pt x="574255" y="104077"/>
                </a:lnTo>
                <a:lnTo>
                  <a:pt x="574317" y="104534"/>
                </a:lnTo>
                <a:lnTo>
                  <a:pt x="574366" y="105000"/>
                </a:lnTo>
                <a:lnTo>
                  <a:pt x="574400" y="105475"/>
                </a:lnTo>
                <a:lnTo>
                  <a:pt x="574421" y="105958"/>
                </a:lnTo>
                <a:lnTo>
                  <a:pt x="574428" y="106450"/>
                </a:lnTo>
                <a:lnTo>
                  <a:pt x="574421" y="106956"/>
                </a:lnTo>
                <a:lnTo>
                  <a:pt x="574397" y="107453"/>
                </a:lnTo>
                <a:lnTo>
                  <a:pt x="574359" y="107942"/>
                </a:lnTo>
                <a:lnTo>
                  <a:pt x="574305" y="108422"/>
                </a:lnTo>
                <a:lnTo>
                  <a:pt x="574236" y="108893"/>
                </a:lnTo>
                <a:lnTo>
                  <a:pt x="574152" y="109356"/>
                </a:lnTo>
                <a:lnTo>
                  <a:pt x="574052" y="109811"/>
                </a:lnTo>
                <a:lnTo>
                  <a:pt x="573937" y="110257"/>
                </a:lnTo>
                <a:lnTo>
                  <a:pt x="573806" y="110694"/>
                </a:lnTo>
                <a:lnTo>
                  <a:pt x="573661" y="111123"/>
                </a:lnTo>
                <a:lnTo>
                  <a:pt x="573499" y="111543"/>
                </a:lnTo>
                <a:lnTo>
                  <a:pt x="573323" y="111955"/>
                </a:lnTo>
                <a:lnTo>
                  <a:pt x="573131" y="112358"/>
                </a:lnTo>
                <a:lnTo>
                  <a:pt x="572924" y="112752"/>
                </a:lnTo>
                <a:lnTo>
                  <a:pt x="572701" y="113138"/>
                </a:lnTo>
                <a:lnTo>
                  <a:pt x="572463" y="113516"/>
                </a:lnTo>
                <a:lnTo>
                  <a:pt x="572210" y="113885"/>
                </a:lnTo>
                <a:lnTo>
                  <a:pt x="571941" y="114245"/>
                </a:lnTo>
                <a:lnTo>
                  <a:pt x="571657" y="114597"/>
                </a:lnTo>
                <a:lnTo>
                  <a:pt x="571358" y="114940"/>
                </a:lnTo>
                <a:lnTo>
                  <a:pt x="571043" y="115274"/>
                </a:lnTo>
                <a:lnTo>
                  <a:pt x="570713" y="115601"/>
                </a:lnTo>
                <a:lnTo>
                  <a:pt x="570368" y="115918"/>
                </a:lnTo>
                <a:lnTo>
                  <a:pt x="570007" y="116227"/>
                </a:lnTo>
                <a:lnTo>
                  <a:pt x="569631" y="116525"/>
                </a:lnTo>
                <a:lnTo>
                  <a:pt x="569238" y="116811"/>
                </a:lnTo>
                <a:lnTo>
                  <a:pt x="568830" y="117084"/>
                </a:lnTo>
                <a:lnTo>
                  <a:pt x="568406" y="117344"/>
                </a:lnTo>
                <a:lnTo>
                  <a:pt x="567966" y="117592"/>
                </a:lnTo>
                <a:lnTo>
                  <a:pt x="567510" y="117826"/>
                </a:lnTo>
                <a:lnTo>
                  <a:pt x="567038" y="118049"/>
                </a:lnTo>
                <a:lnTo>
                  <a:pt x="566550" y="118258"/>
                </a:lnTo>
                <a:lnTo>
                  <a:pt x="566046" y="118455"/>
                </a:lnTo>
                <a:lnTo>
                  <a:pt x="565527" y="118639"/>
                </a:lnTo>
                <a:lnTo>
                  <a:pt x="564991" y="118810"/>
                </a:lnTo>
                <a:lnTo>
                  <a:pt x="564439" y="118969"/>
                </a:lnTo>
                <a:lnTo>
                  <a:pt x="563871" y="119115"/>
                </a:lnTo>
                <a:lnTo>
                  <a:pt x="563288" y="119248"/>
                </a:lnTo>
                <a:lnTo>
                  <a:pt x="562688" y="119369"/>
                </a:lnTo>
                <a:lnTo>
                  <a:pt x="562073" y="119477"/>
                </a:lnTo>
                <a:lnTo>
                  <a:pt x="561441" y="119572"/>
                </a:lnTo>
                <a:lnTo>
                  <a:pt x="560794" y="119654"/>
                </a:lnTo>
                <a:lnTo>
                  <a:pt x="560130" y="119724"/>
                </a:lnTo>
                <a:lnTo>
                  <a:pt x="559451" y="119781"/>
                </a:lnTo>
                <a:lnTo>
                  <a:pt x="558755" y="119826"/>
                </a:lnTo>
                <a:lnTo>
                  <a:pt x="558044" y="119858"/>
                </a:lnTo>
                <a:lnTo>
                  <a:pt x="557317" y="119877"/>
                </a:lnTo>
                <a:lnTo>
                  <a:pt x="556574" y="119883"/>
                </a:lnTo>
                <a:lnTo>
                  <a:pt x="549433" y="119883"/>
                </a:lnTo>
                <a:lnTo>
                  <a:pt x="548814" y="119878"/>
                </a:lnTo>
                <a:lnTo>
                  <a:pt x="548206" y="119863"/>
                </a:lnTo>
                <a:lnTo>
                  <a:pt x="547609" y="119838"/>
                </a:lnTo>
                <a:lnTo>
                  <a:pt x="547021" y="119803"/>
                </a:lnTo>
                <a:lnTo>
                  <a:pt x="546444" y="119758"/>
                </a:lnTo>
                <a:lnTo>
                  <a:pt x="545877" y="119702"/>
                </a:lnTo>
                <a:lnTo>
                  <a:pt x="545321" y="119637"/>
                </a:lnTo>
                <a:lnTo>
                  <a:pt x="544775" y="119562"/>
                </a:lnTo>
                <a:lnTo>
                  <a:pt x="544239" y="119476"/>
                </a:lnTo>
                <a:lnTo>
                  <a:pt x="543714" y="119381"/>
                </a:lnTo>
                <a:lnTo>
                  <a:pt x="543198" y="119276"/>
                </a:lnTo>
                <a:lnTo>
                  <a:pt x="542694" y="119160"/>
                </a:lnTo>
                <a:lnTo>
                  <a:pt x="542199" y="119035"/>
                </a:lnTo>
                <a:lnTo>
                  <a:pt x="541715" y="118899"/>
                </a:lnTo>
                <a:lnTo>
                  <a:pt x="541241" y="118754"/>
                </a:lnTo>
                <a:lnTo>
                  <a:pt x="540778" y="118598"/>
                </a:lnTo>
                <a:lnTo>
                  <a:pt x="540325" y="118433"/>
                </a:lnTo>
                <a:lnTo>
                  <a:pt x="539882" y="118257"/>
                </a:lnTo>
                <a:lnTo>
                  <a:pt x="539450" y="118071"/>
                </a:lnTo>
                <a:lnTo>
                  <a:pt x="539028" y="117876"/>
                </a:lnTo>
                <a:lnTo>
                  <a:pt x="538616" y="117670"/>
                </a:lnTo>
                <a:lnTo>
                  <a:pt x="538214" y="117454"/>
                </a:lnTo>
                <a:lnTo>
                  <a:pt x="537823" y="117228"/>
                </a:lnTo>
                <a:lnTo>
                  <a:pt x="537443" y="116992"/>
                </a:lnTo>
                <a:lnTo>
                  <a:pt x="537073" y="116748"/>
                </a:lnTo>
                <a:lnTo>
                  <a:pt x="536716" y="116497"/>
                </a:lnTo>
                <a:lnTo>
                  <a:pt x="536371" y="116238"/>
                </a:lnTo>
                <a:lnTo>
                  <a:pt x="536038" y="115972"/>
                </a:lnTo>
                <a:lnTo>
                  <a:pt x="535717" y="115700"/>
                </a:lnTo>
                <a:lnTo>
                  <a:pt x="535408" y="115420"/>
                </a:lnTo>
                <a:lnTo>
                  <a:pt x="535111" y="115133"/>
                </a:lnTo>
                <a:lnTo>
                  <a:pt x="534826" y="114839"/>
                </a:lnTo>
                <a:lnTo>
                  <a:pt x="534554" y="114538"/>
                </a:lnTo>
                <a:lnTo>
                  <a:pt x="534293" y="114230"/>
                </a:lnTo>
                <a:lnTo>
                  <a:pt x="534045" y="113914"/>
                </a:lnTo>
                <a:lnTo>
                  <a:pt x="533809" y="113592"/>
                </a:lnTo>
                <a:lnTo>
                  <a:pt x="533584" y="113263"/>
                </a:lnTo>
                <a:lnTo>
                  <a:pt x="533372" y="112926"/>
                </a:lnTo>
                <a:lnTo>
                  <a:pt x="533172" y="112583"/>
                </a:lnTo>
                <a:lnTo>
                  <a:pt x="532984" y="112232"/>
                </a:lnTo>
                <a:lnTo>
                  <a:pt x="532808" y="111874"/>
                </a:lnTo>
                <a:lnTo>
                  <a:pt x="532644" y="111509"/>
                </a:lnTo>
                <a:lnTo>
                  <a:pt x="532493" y="111137"/>
                </a:lnTo>
                <a:lnTo>
                  <a:pt x="532353" y="110759"/>
                </a:lnTo>
                <a:lnTo>
                  <a:pt x="532226" y="110372"/>
                </a:lnTo>
                <a:lnTo>
                  <a:pt x="532110" y="109979"/>
                </a:lnTo>
                <a:lnTo>
                  <a:pt x="532007" y="109579"/>
                </a:lnTo>
                <a:lnTo>
                  <a:pt x="531916" y="109172"/>
                </a:lnTo>
                <a:lnTo>
                  <a:pt x="516612" y="109172"/>
                </a:lnTo>
                <a:lnTo>
                  <a:pt x="516688" y="109792"/>
                </a:lnTo>
                <a:lnTo>
                  <a:pt x="516777" y="110404"/>
                </a:lnTo>
                <a:lnTo>
                  <a:pt x="516876" y="111010"/>
                </a:lnTo>
                <a:lnTo>
                  <a:pt x="516988" y="111609"/>
                </a:lnTo>
                <a:lnTo>
                  <a:pt x="517110" y="112200"/>
                </a:lnTo>
                <a:lnTo>
                  <a:pt x="517244" y="112785"/>
                </a:lnTo>
                <a:lnTo>
                  <a:pt x="517390" y="113362"/>
                </a:lnTo>
                <a:lnTo>
                  <a:pt x="517547" y="113933"/>
                </a:lnTo>
                <a:lnTo>
                  <a:pt x="517716" y="114496"/>
                </a:lnTo>
                <a:lnTo>
                  <a:pt x="517896" y="115052"/>
                </a:lnTo>
                <a:lnTo>
                  <a:pt x="518088" y="115601"/>
                </a:lnTo>
                <a:lnTo>
                  <a:pt x="518291" y="116143"/>
                </a:lnTo>
                <a:lnTo>
                  <a:pt x="518506" y="116678"/>
                </a:lnTo>
                <a:lnTo>
                  <a:pt x="518732" y="117206"/>
                </a:lnTo>
                <a:lnTo>
                  <a:pt x="518970" y="117727"/>
                </a:lnTo>
                <a:lnTo>
                  <a:pt x="519219" y="118241"/>
                </a:lnTo>
                <a:lnTo>
                  <a:pt x="519480" y="118747"/>
                </a:lnTo>
                <a:lnTo>
                  <a:pt x="519752" y="119247"/>
                </a:lnTo>
                <a:lnTo>
                  <a:pt x="520036" y="119740"/>
                </a:lnTo>
                <a:lnTo>
                  <a:pt x="520331" y="120225"/>
                </a:lnTo>
                <a:lnTo>
                  <a:pt x="520638" y="120704"/>
                </a:lnTo>
                <a:lnTo>
                  <a:pt x="520956" y="121175"/>
                </a:lnTo>
                <a:lnTo>
                  <a:pt x="521286" y="121639"/>
                </a:lnTo>
                <a:lnTo>
                  <a:pt x="521627" y="122096"/>
                </a:lnTo>
                <a:lnTo>
                  <a:pt x="521980" y="122545"/>
                </a:lnTo>
                <a:lnTo>
                  <a:pt x="522342" y="122986"/>
                </a:lnTo>
                <a:lnTo>
                  <a:pt x="522714" y="123418"/>
                </a:lnTo>
                <a:lnTo>
                  <a:pt x="523097" y="123842"/>
                </a:lnTo>
                <a:lnTo>
                  <a:pt x="523489" y="124256"/>
                </a:lnTo>
                <a:lnTo>
                  <a:pt x="523892" y="124663"/>
                </a:lnTo>
                <a:lnTo>
                  <a:pt x="524304" y="125061"/>
                </a:lnTo>
                <a:lnTo>
                  <a:pt x="524727" y="125450"/>
                </a:lnTo>
                <a:lnTo>
                  <a:pt x="525159" y="125831"/>
                </a:lnTo>
                <a:lnTo>
                  <a:pt x="525602" y="126203"/>
                </a:lnTo>
                <a:lnTo>
                  <a:pt x="526055" y="126566"/>
                </a:lnTo>
                <a:lnTo>
                  <a:pt x="526517" y="126921"/>
                </a:lnTo>
                <a:lnTo>
                  <a:pt x="526990" y="127268"/>
                </a:lnTo>
                <a:lnTo>
                  <a:pt x="527473" y="127606"/>
                </a:lnTo>
                <a:lnTo>
                  <a:pt x="527966" y="127935"/>
                </a:lnTo>
                <a:lnTo>
                  <a:pt x="528468" y="128256"/>
                </a:lnTo>
                <a:lnTo>
                  <a:pt x="528981" y="128568"/>
                </a:lnTo>
                <a:lnTo>
                  <a:pt x="529504" y="128872"/>
                </a:lnTo>
                <a:lnTo>
                  <a:pt x="530037" y="129167"/>
                </a:lnTo>
                <a:lnTo>
                  <a:pt x="530580" y="129453"/>
                </a:lnTo>
                <a:lnTo>
                  <a:pt x="531133" y="129731"/>
                </a:lnTo>
                <a:lnTo>
                  <a:pt x="531696" y="130001"/>
                </a:lnTo>
                <a:lnTo>
                  <a:pt x="532269" y="130261"/>
                </a:lnTo>
                <a:lnTo>
                  <a:pt x="532852" y="130514"/>
                </a:lnTo>
                <a:lnTo>
                  <a:pt x="533445" y="130756"/>
                </a:lnTo>
                <a:lnTo>
                  <a:pt x="534046" y="130989"/>
                </a:lnTo>
                <a:lnTo>
                  <a:pt x="534655" y="131211"/>
                </a:lnTo>
                <a:lnTo>
                  <a:pt x="535273" y="131422"/>
                </a:lnTo>
                <a:lnTo>
                  <a:pt x="535900" y="131624"/>
                </a:lnTo>
                <a:lnTo>
                  <a:pt x="536535" y="131815"/>
                </a:lnTo>
                <a:lnTo>
                  <a:pt x="537179" y="131995"/>
                </a:lnTo>
                <a:lnTo>
                  <a:pt x="537831" y="132166"/>
                </a:lnTo>
                <a:lnTo>
                  <a:pt x="538492" y="132326"/>
                </a:lnTo>
                <a:lnTo>
                  <a:pt x="539162" y="132475"/>
                </a:lnTo>
                <a:lnTo>
                  <a:pt x="539840" y="132615"/>
                </a:lnTo>
                <a:lnTo>
                  <a:pt x="540526" y="132744"/>
                </a:lnTo>
                <a:lnTo>
                  <a:pt x="541222" y="132863"/>
                </a:lnTo>
                <a:lnTo>
                  <a:pt x="541925" y="132971"/>
                </a:lnTo>
                <a:lnTo>
                  <a:pt x="542637" y="133069"/>
                </a:lnTo>
                <a:lnTo>
                  <a:pt x="543358" y="133157"/>
                </a:lnTo>
                <a:lnTo>
                  <a:pt x="544088" y="133234"/>
                </a:lnTo>
                <a:lnTo>
                  <a:pt x="544826" y="133301"/>
                </a:lnTo>
                <a:lnTo>
                  <a:pt x="545572" y="133358"/>
                </a:lnTo>
                <a:lnTo>
                  <a:pt x="546327" y="133405"/>
                </a:lnTo>
                <a:lnTo>
                  <a:pt x="547091" y="133441"/>
                </a:lnTo>
                <a:lnTo>
                  <a:pt x="547863" y="133467"/>
                </a:lnTo>
                <a:lnTo>
                  <a:pt x="548644" y="133482"/>
                </a:lnTo>
                <a:lnTo>
                  <a:pt x="549433" y="133487"/>
                </a:lnTo>
                <a:lnTo>
                  <a:pt x="556574" y="133487"/>
                </a:lnTo>
                <a:lnTo>
                  <a:pt x="557948" y="133474"/>
                </a:lnTo>
                <a:lnTo>
                  <a:pt x="559293" y="133436"/>
                </a:lnTo>
                <a:lnTo>
                  <a:pt x="560609" y="133372"/>
                </a:lnTo>
                <a:close/>
                <a:moveTo>
                  <a:pt x="762760" y="133369"/>
                </a:moveTo>
                <a:lnTo>
                  <a:pt x="763648" y="133303"/>
                </a:lnTo>
                <a:lnTo>
                  <a:pt x="764524" y="133222"/>
                </a:lnTo>
                <a:lnTo>
                  <a:pt x="765391" y="133126"/>
                </a:lnTo>
                <a:lnTo>
                  <a:pt x="766246" y="133015"/>
                </a:lnTo>
                <a:lnTo>
                  <a:pt x="767091" y="132890"/>
                </a:lnTo>
                <a:lnTo>
                  <a:pt x="767925" y="132749"/>
                </a:lnTo>
                <a:lnTo>
                  <a:pt x="768749" y="132594"/>
                </a:lnTo>
                <a:lnTo>
                  <a:pt x="769562" y="132425"/>
                </a:lnTo>
                <a:lnTo>
                  <a:pt x="770364" y="132240"/>
                </a:lnTo>
                <a:lnTo>
                  <a:pt x="771156" y="132041"/>
                </a:lnTo>
                <a:lnTo>
                  <a:pt x="771937" y="131827"/>
                </a:lnTo>
                <a:lnTo>
                  <a:pt x="772708" y="131598"/>
                </a:lnTo>
                <a:lnTo>
                  <a:pt x="773468" y="131355"/>
                </a:lnTo>
                <a:lnTo>
                  <a:pt x="774217" y="131097"/>
                </a:lnTo>
                <a:lnTo>
                  <a:pt x="774956" y="130824"/>
                </a:lnTo>
                <a:lnTo>
                  <a:pt x="775684" y="130536"/>
                </a:lnTo>
                <a:lnTo>
                  <a:pt x="776401" y="130233"/>
                </a:lnTo>
                <a:lnTo>
                  <a:pt x="777108" y="129916"/>
                </a:lnTo>
                <a:lnTo>
                  <a:pt x="777804" y="129584"/>
                </a:lnTo>
                <a:lnTo>
                  <a:pt x="778490" y="129237"/>
                </a:lnTo>
                <a:lnTo>
                  <a:pt x="779164" y="128876"/>
                </a:lnTo>
                <a:lnTo>
                  <a:pt x="779825" y="128502"/>
                </a:lnTo>
                <a:lnTo>
                  <a:pt x="780474" y="128114"/>
                </a:lnTo>
                <a:lnTo>
                  <a:pt x="781109" y="127713"/>
                </a:lnTo>
                <a:lnTo>
                  <a:pt x="781732" y="127299"/>
                </a:lnTo>
                <a:lnTo>
                  <a:pt x="782343" y="126872"/>
                </a:lnTo>
                <a:lnTo>
                  <a:pt x="782940" y="126431"/>
                </a:lnTo>
                <a:lnTo>
                  <a:pt x="783525" y="125977"/>
                </a:lnTo>
                <a:lnTo>
                  <a:pt x="784098" y="125510"/>
                </a:lnTo>
                <a:lnTo>
                  <a:pt x="784657" y="125030"/>
                </a:lnTo>
                <a:lnTo>
                  <a:pt x="785204" y="124536"/>
                </a:lnTo>
                <a:lnTo>
                  <a:pt x="785738" y="124029"/>
                </a:lnTo>
                <a:lnTo>
                  <a:pt x="786260" y="123508"/>
                </a:lnTo>
                <a:lnTo>
                  <a:pt x="786769" y="122975"/>
                </a:lnTo>
                <a:lnTo>
                  <a:pt x="787265" y="122428"/>
                </a:lnTo>
                <a:lnTo>
                  <a:pt x="787748" y="121868"/>
                </a:lnTo>
                <a:lnTo>
                  <a:pt x="788219" y="121295"/>
                </a:lnTo>
                <a:lnTo>
                  <a:pt x="788677" y="120708"/>
                </a:lnTo>
                <a:lnTo>
                  <a:pt x="789122" y="120108"/>
                </a:lnTo>
                <a:lnTo>
                  <a:pt x="789554" y="119495"/>
                </a:lnTo>
                <a:lnTo>
                  <a:pt x="789974" y="118868"/>
                </a:lnTo>
                <a:lnTo>
                  <a:pt x="790381" y="118229"/>
                </a:lnTo>
                <a:lnTo>
                  <a:pt x="790776" y="117576"/>
                </a:lnTo>
                <a:lnTo>
                  <a:pt x="791158" y="116909"/>
                </a:lnTo>
                <a:lnTo>
                  <a:pt x="791525" y="116231"/>
                </a:lnTo>
                <a:lnTo>
                  <a:pt x="791877" y="115542"/>
                </a:lnTo>
                <a:lnTo>
                  <a:pt x="792214" y="114844"/>
                </a:lnTo>
                <a:lnTo>
                  <a:pt x="792535" y="114134"/>
                </a:lnTo>
                <a:lnTo>
                  <a:pt x="792840" y="113415"/>
                </a:lnTo>
                <a:lnTo>
                  <a:pt x="793129" y="112685"/>
                </a:lnTo>
                <a:lnTo>
                  <a:pt x="793403" y="111944"/>
                </a:lnTo>
                <a:lnTo>
                  <a:pt x="793661" y="111194"/>
                </a:lnTo>
                <a:lnTo>
                  <a:pt x="793904" y="110433"/>
                </a:lnTo>
                <a:lnTo>
                  <a:pt x="794131" y="109661"/>
                </a:lnTo>
                <a:lnTo>
                  <a:pt x="794342" y="108880"/>
                </a:lnTo>
                <a:lnTo>
                  <a:pt x="794538" y="108088"/>
                </a:lnTo>
                <a:lnTo>
                  <a:pt x="794718" y="107286"/>
                </a:lnTo>
                <a:lnTo>
                  <a:pt x="794882" y="106473"/>
                </a:lnTo>
                <a:lnTo>
                  <a:pt x="795031" y="105650"/>
                </a:lnTo>
                <a:lnTo>
                  <a:pt x="795164" y="104817"/>
                </a:lnTo>
                <a:lnTo>
                  <a:pt x="795281" y="103973"/>
                </a:lnTo>
                <a:lnTo>
                  <a:pt x="795383" y="103119"/>
                </a:lnTo>
                <a:lnTo>
                  <a:pt x="795469" y="102255"/>
                </a:lnTo>
                <a:lnTo>
                  <a:pt x="795539" y="101380"/>
                </a:lnTo>
                <a:lnTo>
                  <a:pt x="795594" y="100495"/>
                </a:lnTo>
                <a:lnTo>
                  <a:pt x="795633" y="99600"/>
                </a:lnTo>
                <a:lnTo>
                  <a:pt x="795657" y="98694"/>
                </a:lnTo>
                <a:lnTo>
                  <a:pt x="795665" y="97778"/>
                </a:lnTo>
                <a:lnTo>
                  <a:pt x="795665" y="72780"/>
                </a:lnTo>
                <a:lnTo>
                  <a:pt x="795657" y="71865"/>
                </a:lnTo>
                <a:lnTo>
                  <a:pt x="795633" y="70959"/>
                </a:lnTo>
                <a:lnTo>
                  <a:pt x="795594" y="70065"/>
                </a:lnTo>
                <a:lnTo>
                  <a:pt x="795539" y="69181"/>
                </a:lnTo>
                <a:lnTo>
                  <a:pt x="795469" y="68308"/>
                </a:lnTo>
                <a:lnTo>
                  <a:pt x="795383" y="67445"/>
                </a:lnTo>
                <a:lnTo>
                  <a:pt x="795281" y="66593"/>
                </a:lnTo>
                <a:lnTo>
                  <a:pt x="795164" y="65751"/>
                </a:lnTo>
                <a:lnTo>
                  <a:pt x="795031" y="64921"/>
                </a:lnTo>
                <a:lnTo>
                  <a:pt x="794882" y="64101"/>
                </a:lnTo>
                <a:lnTo>
                  <a:pt x="794718" y="63291"/>
                </a:lnTo>
                <a:lnTo>
                  <a:pt x="794538" y="62492"/>
                </a:lnTo>
                <a:lnTo>
                  <a:pt x="794342" y="61704"/>
                </a:lnTo>
                <a:lnTo>
                  <a:pt x="794131" y="60926"/>
                </a:lnTo>
                <a:lnTo>
                  <a:pt x="793904" y="60159"/>
                </a:lnTo>
                <a:lnTo>
                  <a:pt x="793661" y="59403"/>
                </a:lnTo>
                <a:lnTo>
                  <a:pt x="793403" y="58657"/>
                </a:lnTo>
                <a:lnTo>
                  <a:pt x="793129" y="57922"/>
                </a:lnTo>
                <a:lnTo>
                  <a:pt x="792840" y="57198"/>
                </a:lnTo>
                <a:lnTo>
                  <a:pt x="792535" y="56484"/>
                </a:lnTo>
                <a:lnTo>
                  <a:pt x="792214" y="55781"/>
                </a:lnTo>
                <a:lnTo>
                  <a:pt x="791877" y="55088"/>
                </a:lnTo>
                <a:lnTo>
                  <a:pt x="791525" y="54406"/>
                </a:lnTo>
                <a:lnTo>
                  <a:pt x="791158" y="53735"/>
                </a:lnTo>
                <a:lnTo>
                  <a:pt x="790776" y="53075"/>
                </a:lnTo>
                <a:lnTo>
                  <a:pt x="790381" y="52429"/>
                </a:lnTo>
                <a:lnTo>
                  <a:pt x="789974" y="51795"/>
                </a:lnTo>
                <a:lnTo>
                  <a:pt x="789554" y="51175"/>
                </a:lnTo>
                <a:lnTo>
                  <a:pt x="789122" y="50567"/>
                </a:lnTo>
                <a:lnTo>
                  <a:pt x="788677" y="49973"/>
                </a:lnTo>
                <a:lnTo>
                  <a:pt x="788219" y="49391"/>
                </a:lnTo>
                <a:lnTo>
                  <a:pt x="787748" y="48823"/>
                </a:lnTo>
                <a:lnTo>
                  <a:pt x="787265" y="48267"/>
                </a:lnTo>
                <a:lnTo>
                  <a:pt x="786769" y="47725"/>
                </a:lnTo>
                <a:lnTo>
                  <a:pt x="786260" y="47195"/>
                </a:lnTo>
                <a:lnTo>
                  <a:pt x="785738" y="46678"/>
                </a:lnTo>
                <a:lnTo>
                  <a:pt x="785204" y="46175"/>
                </a:lnTo>
                <a:lnTo>
                  <a:pt x="784657" y="45684"/>
                </a:lnTo>
                <a:lnTo>
                  <a:pt x="784098" y="45207"/>
                </a:lnTo>
                <a:lnTo>
                  <a:pt x="783525" y="44742"/>
                </a:lnTo>
                <a:lnTo>
                  <a:pt x="782940" y="44290"/>
                </a:lnTo>
                <a:lnTo>
                  <a:pt x="782343" y="43852"/>
                </a:lnTo>
                <a:lnTo>
                  <a:pt x="781732" y="43426"/>
                </a:lnTo>
                <a:lnTo>
                  <a:pt x="781109" y="43013"/>
                </a:lnTo>
                <a:lnTo>
                  <a:pt x="780474" y="42614"/>
                </a:lnTo>
                <a:lnTo>
                  <a:pt x="779825" y="42227"/>
                </a:lnTo>
                <a:lnTo>
                  <a:pt x="779164" y="41853"/>
                </a:lnTo>
                <a:lnTo>
                  <a:pt x="778490" y="41493"/>
                </a:lnTo>
                <a:lnTo>
                  <a:pt x="777804" y="41146"/>
                </a:lnTo>
                <a:lnTo>
                  <a:pt x="777108" y="40813"/>
                </a:lnTo>
                <a:lnTo>
                  <a:pt x="776401" y="40496"/>
                </a:lnTo>
                <a:lnTo>
                  <a:pt x="775684" y="40193"/>
                </a:lnTo>
                <a:lnTo>
                  <a:pt x="774956" y="39905"/>
                </a:lnTo>
                <a:lnTo>
                  <a:pt x="774217" y="39632"/>
                </a:lnTo>
                <a:lnTo>
                  <a:pt x="773468" y="39374"/>
                </a:lnTo>
                <a:lnTo>
                  <a:pt x="772708" y="39130"/>
                </a:lnTo>
                <a:lnTo>
                  <a:pt x="771937" y="38901"/>
                </a:lnTo>
                <a:lnTo>
                  <a:pt x="771156" y="38687"/>
                </a:lnTo>
                <a:lnTo>
                  <a:pt x="770364" y="38488"/>
                </a:lnTo>
                <a:lnTo>
                  <a:pt x="769562" y="38303"/>
                </a:lnTo>
                <a:lnTo>
                  <a:pt x="768749" y="38133"/>
                </a:lnTo>
                <a:lnTo>
                  <a:pt x="767925" y="37978"/>
                </a:lnTo>
                <a:lnTo>
                  <a:pt x="767091" y="37838"/>
                </a:lnTo>
                <a:lnTo>
                  <a:pt x="766246" y="37712"/>
                </a:lnTo>
                <a:lnTo>
                  <a:pt x="765391" y="37602"/>
                </a:lnTo>
                <a:lnTo>
                  <a:pt x="764524" y="37506"/>
                </a:lnTo>
                <a:lnTo>
                  <a:pt x="763648" y="37425"/>
                </a:lnTo>
                <a:lnTo>
                  <a:pt x="762760" y="37358"/>
                </a:lnTo>
                <a:lnTo>
                  <a:pt x="761862" y="37306"/>
                </a:lnTo>
                <a:lnTo>
                  <a:pt x="760954" y="37269"/>
                </a:lnTo>
                <a:lnTo>
                  <a:pt x="760034" y="37247"/>
                </a:lnTo>
                <a:lnTo>
                  <a:pt x="759104" y="37240"/>
                </a:lnTo>
                <a:lnTo>
                  <a:pt x="758174" y="37247"/>
                </a:lnTo>
                <a:lnTo>
                  <a:pt x="757255" y="37269"/>
                </a:lnTo>
                <a:lnTo>
                  <a:pt x="756346" y="37306"/>
                </a:lnTo>
                <a:lnTo>
                  <a:pt x="755448" y="37358"/>
                </a:lnTo>
                <a:lnTo>
                  <a:pt x="754560" y="37425"/>
                </a:lnTo>
                <a:lnTo>
                  <a:pt x="753683" y="37506"/>
                </a:lnTo>
                <a:lnTo>
                  <a:pt x="752817" y="37602"/>
                </a:lnTo>
                <a:lnTo>
                  <a:pt x="751961" y="37712"/>
                </a:lnTo>
                <a:lnTo>
                  <a:pt x="751116" y="37838"/>
                </a:lnTo>
                <a:lnTo>
                  <a:pt x="750282" y="37978"/>
                </a:lnTo>
                <a:lnTo>
                  <a:pt x="749458" y="38133"/>
                </a:lnTo>
                <a:lnTo>
                  <a:pt x="748645" y="38303"/>
                </a:lnTo>
                <a:lnTo>
                  <a:pt x="747842" y="38488"/>
                </a:lnTo>
                <a:lnTo>
                  <a:pt x="747051" y="38687"/>
                </a:lnTo>
                <a:lnTo>
                  <a:pt x="746269" y="38901"/>
                </a:lnTo>
                <a:lnTo>
                  <a:pt x="745499" y="39130"/>
                </a:lnTo>
                <a:lnTo>
                  <a:pt x="744739" y="39374"/>
                </a:lnTo>
                <a:lnTo>
                  <a:pt x="743989" y="39632"/>
                </a:lnTo>
                <a:lnTo>
                  <a:pt x="743251" y="39905"/>
                </a:lnTo>
                <a:lnTo>
                  <a:pt x="742523" y="40193"/>
                </a:lnTo>
                <a:lnTo>
                  <a:pt x="741805" y="40496"/>
                </a:lnTo>
                <a:lnTo>
                  <a:pt x="741098" y="40813"/>
                </a:lnTo>
                <a:lnTo>
                  <a:pt x="740402" y="41146"/>
                </a:lnTo>
                <a:lnTo>
                  <a:pt x="739716" y="41493"/>
                </a:lnTo>
                <a:lnTo>
                  <a:pt x="739043" y="41853"/>
                </a:lnTo>
                <a:lnTo>
                  <a:pt x="738382" y="42227"/>
                </a:lnTo>
                <a:lnTo>
                  <a:pt x="737733" y="42614"/>
                </a:lnTo>
                <a:lnTo>
                  <a:pt x="737098" y="43013"/>
                </a:lnTo>
                <a:lnTo>
                  <a:pt x="736475" y="43426"/>
                </a:lnTo>
                <a:lnTo>
                  <a:pt x="735865" y="43852"/>
                </a:lnTo>
                <a:lnTo>
                  <a:pt x="735267" y="44290"/>
                </a:lnTo>
                <a:lnTo>
                  <a:pt x="734682" y="44742"/>
                </a:lnTo>
                <a:lnTo>
                  <a:pt x="734110" y="45207"/>
                </a:lnTo>
                <a:lnTo>
                  <a:pt x="733550" y="45684"/>
                </a:lnTo>
                <a:lnTo>
                  <a:pt x="733003" y="46175"/>
                </a:lnTo>
                <a:lnTo>
                  <a:pt x="732469" y="46678"/>
                </a:lnTo>
                <a:lnTo>
                  <a:pt x="731948" y="47195"/>
                </a:lnTo>
                <a:lnTo>
                  <a:pt x="731439" y="47725"/>
                </a:lnTo>
                <a:lnTo>
                  <a:pt x="730943" y="48267"/>
                </a:lnTo>
                <a:lnTo>
                  <a:pt x="730460" y="48823"/>
                </a:lnTo>
                <a:lnTo>
                  <a:pt x="729989" y="49391"/>
                </a:lnTo>
                <a:lnTo>
                  <a:pt x="729531" y="49973"/>
                </a:lnTo>
                <a:lnTo>
                  <a:pt x="729085" y="50567"/>
                </a:lnTo>
                <a:lnTo>
                  <a:pt x="728653" y="51175"/>
                </a:lnTo>
                <a:lnTo>
                  <a:pt x="728233" y="51795"/>
                </a:lnTo>
                <a:lnTo>
                  <a:pt x="727825" y="52429"/>
                </a:lnTo>
                <a:lnTo>
                  <a:pt x="727431" y="53075"/>
                </a:lnTo>
                <a:lnTo>
                  <a:pt x="727049" y="53735"/>
                </a:lnTo>
                <a:lnTo>
                  <a:pt x="726681" y="54406"/>
                </a:lnTo>
                <a:lnTo>
                  <a:pt x="726329" y="55089"/>
                </a:lnTo>
                <a:lnTo>
                  <a:pt x="725993" y="55783"/>
                </a:lnTo>
                <a:lnTo>
                  <a:pt x="725672" y="56489"/>
                </a:lnTo>
                <a:lnTo>
                  <a:pt x="725367" y="57205"/>
                </a:lnTo>
                <a:lnTo>
                  <a:pt x="725078" y="57933"/>
                </a:lnTo>
                <a:lnTo>
                  <a:pt x="724804" y="58672"/>
                </a:lnTo>
                <a:lnTo>
                  <a:pt x="724546" y="59422"/>
                </a:lnTo>
                <a:lnTo>
                  <a:pt x="724304" y="60183"/>
                </a:lnTo>
                <a:lnTo>
                  <a:pt x="724077" y="60956"/>
                </a:lnTo>
                <a:lnTo>
                  <a:pt x="723866" y="61739"/>
                </a:lnTo>
                <a:lnTo>
                  <a:pt x="723670" y="62534"/>
                </a:lnTo>
                <a:lnTo>
                  <a:pt x="723491" y="63341"/>
                </a:lnTo>
                <a:lnTo>
                  <a:pt x="723326" y="64158"/>
                </a:lnTo>
                <a:lnTo>
                  <a:pt x="723178" y="64987"/>
                </a:lnTo>
                <a:lnTo>
                  <a:pt x="723045" y="65826"/>
                </a:lnTo>
                <a:lnTo>
                  <a:pt x="722928" y="66677"/>
                </a:lnTo>
                <a:lnTo>
                  <a:pt x="722826" y="67540"/>
                </a:lnTo>
                <a:lnTo>
                  <a:pt x="722740" y="68413"/>
                </a:lnTo>
                <a:lnTo>
                  <a:pt x="722669" y="69298"/>
                </a:lnTo>
                <a:lnTo>
                  <a:pt x="722615" y="70194"/>
                </a:lnTo>
                <a:lnTo>
                  <a:pt x="722576" y="71101"/>
                </a:lnTo>
                <a:lnTo>
                  <a:pt x="722552" y="72019"/>
                </a:lnTo>
                <a:lnTo>
                  <a:pt x="722544" y="72949"/>
                </a:lnTo>
                <a:lnTo>
                  <a:pt x="722544" y="97778"/>
                </a:lnTo>
                <a:lnTo>
                  <a:pt x="722552" y="98694"/>
                </a:lnTo>
                <a:lnTo>
                  <a:pt x="722576" y="99600"/>
                </a:lnTo>
                <a:lnTo>
                  <a:pt x="722615" y="100495"/>
                </a:lnTo>
                <a:lnTo>
                  <a:pt x="722669" y="101380"/>
                </a:lnTo>
                <a:lnTo>
                  <a:pt x="722740" y="102255"/>
                </a:lnTo>
                <a:lnTo>
                  <a:pt x="722826" y="103119"/>
                </a:lnTo>
                <a:lnTo>
                  <a:pt x="722928" y="103973"/>
                </a:lnTo>
                <a:lnTo>
                  <a:pt x="723045" y="104817"/>
                </a:lnTo>
                <a:lnTo>
                  <a:pt x="723178" y="105650"/>
                </a:lnTo>
                <a:lnTo>
                  <a:pt x="723326" y="106473"/>
                </a:lnTo>
                <a:lnTo>
                  <a:pt x="723491" y="107286"/>
                </a:lnTo>
                <a:lnTo>
                  <a:pt x="723670" y="108088"/>
                </a:lnTo>
                <a:lnTo>
                  <a:pt x="723866" y="108880"/>
                </a:lnTo>
                <a:lnTo>
                  <a:pt x="724077" y="109661"/>
                </a:lnTo>
                <a:lnTo>
                  <a:pt x="724304" y="110433"/>
                </a:lnTo>
                <a:lnTo>
                  <a:pt x="724546" y="111194"/>
                </a:lnTo>
                <a:lnTo>
                  <a:pt x="724804" y="111944"/>
                </a:lnTo>
                <a:lnTo>
                  <a:pt x="725078" y="112685"/>
                </a:lnTo>
                <a:lnTo>
                  <a:pt x="725367" y="113415"/>
                </a:lnTo>
                <a:lnTo>
                  <a:pt x="725672" y="114134"/>
                </a:lnTo>
                <a:lnTo>
                  <a:pt x="725993" y="114844"/>
                </a:lnTo>
                <a:lnTo>
                  <a:pt x="726329" y="115542"/>
                </a:lnTo>
                <a:lnTo>
                  <a:pt x="726681" y="116231"/>
                </a:lnTo>
                <a:lnTo>
                  <a:pt x="727049" y="116909"/>
                </a:lnTo>
                <a:lnTo>
                  <a:pt x="727431" y="117576"/>
                </a:lnTo>
                <a:lnTo>
                  <a:pt x="727825" y="118229"/>
                </a:lnTo>
                <a:lnTo>
                  <a:pt x="728233" y="118868"/>
                </a:lnTo>
                <a:lnTo>
                  <a:pt x="728653" y="119495"/>
                </a:lnTo>
                <a:lnTo>
                  <a:pt x="729085" y="120108"/>
                </a:lnTo>
                <a:lnTo>
                  <a:pt x="729531" y="120708"/>
                </a:lnTo>
                <a:lnTo>
                  <a:pt x="729989" y="121295"/>
                </a:lnTo>
                <a:lnTo>
                  <a:pt x="730460" y="121868"/>
                </a:lnTo>
                <a:lnTo>
                  <a:pt x="730943" y="122428"/>
                </a:lnTo>
                <a:lnTo>
                  <a:pt x="731439" y="122975"/>
                </a:lnTo>
                <a:lnTo>
                  <a:pt x="731948" y="123508"/>
                </a:lnTo>
                <a:lnTo>
                  <a:pt x="732469" y="124029"/>
                </a:lnTo>
                <a:lnTo>
                  <a:pt x="733003" y="124536"/>
                </a:lnTo>
                <a:lnTo>
                  <a:pt x="733550" y="125030"/>
                </a:lnTo>
                <a:lnTo>
                  <a:pt x="734110" y="125510"/>
                </a:lnTo>
                <a:lnTo>
                  <a:pt x="734682" y="125977"/>
                </a:lnTo>
                <a:lnTo>
                  <a:pt x="735267" y="126431"/>
                </a:lnTo>
                <a:lnTo>
                  <a:pt x="735865" y="126872"/>
                </a:lnTo>
                <a:lnTo>
                  <a:pt x="736475" y="127299"/>
                </a:lnTo>
                <a:lnTo>
                  <a:pt x="737098" y="127713"/>
                </a:lnTo>
                <a:lnTo>
                  <a:pt x="737733" y="128114"/>
                </a:lnTo>
                <a:lnTo>
                  <a:pt x="738382" y="128502"/>
                </a:lnTo>
                <a:lnTo>
                  <a:pt x="739043" y="128876"/>
                </a:lnTo>
                <a:lnTo>
                  <a:pt x="739716" y="129237"/>
                </a:lnTo>
                <a:lnTo>
                  <a:pt x="740402" y="129584"/>
                </a:lnTo>
                <a:lnTo>
                  <a:pt x="741098" y="129916"/>
                </a:lnTo>
                <a:lnTo>
                  <a:pt x="741805" y="130233"/>
                </a:lnTo>
                <a:lnTo>
                  <a:pt x="742523" y="130536"/>
                </a:lnTo>
                <a:lnTo>
                  <a:pt x="743251" y="130824"/>
                </a:lnTo>
                <a:lnTo>
                  <a:pt x="743989" y="131097"/>
                </a:lnTo>
                <a:lnTo>
                  <a:pt x="744739" y="131355"/>
                </a:lnTo>
                <a:lnTo>
                  <a:pt x="745499" y="131598"/>
                </a:lnTo>
                <a:lnTo>
                  <a:pt x="746269" y="131827"/>
                </a:lnTo>
                <a:lnTo>
                  <a:pt x="747051" y="132041"/>
                </a:lnTo>
                <a:lnTo>
                  <a:pt x="747842" y="132240"/>
                </a:lnTo>
                <a:lnTo>
                  <a:pt x="748645" y="132425"/>
                </a:lnTo>
                <a:lnTo>
                  <a:pt x="749458" y="132594"/>
                </a:lnTo>
                <a:lnTo>
                  <a:pt x="750282" y="132749"/>
                </a:lnTo>
                <a:lnTo>
                  <a:pt x="751116" y="132890"/>
                </a:lnTo>
                <a:lnTo>
                  <a:pt x="751961" y="133015"/>
                </a:lnTo>
                <a:lnTo>
                  <a:pt x="752817" y="133126"/>
                </a:lnTo>
                <a:lnTo>
                  <a:pt x="753683" y="133222"/>
                </a:lnTo>
                <a:lnTo>
                  <a:pt x="754560" y="133303"/>
                </a:lnTo>
                <a:lnTo>
                  <a:pt x="755448" y="133369"/>
                </a:lnTo>
                <a:lnTo>
                  <a:pt x="756346" y="133421"/>
                </a:lnTo>
                <a:lnTo>
                  <a:pt x="757255" y="133458"/>
                </a:lnTo>
                <a:lnTo>
                  <a:pt x="758174" y="133480"/>
                </a:lnTo>
                <a:lnTo>
                  <a:pt x="759104" y="133487"/>
                </a:lnTo>
                <a:lnTo>
                  <a:pt x="760034" y="133480"/>
                </a:lnTo>
                <a:lnTo>
                  <a:pt x="760954" y="133458"/>
                </a:lnTo>
                <a:lnTo>
                  <a:pt x="761862" y="133421"/>
                </a:lnTo>
                <a:lnTo>
                  <a:pt x="762760" y="133369"/>
                </a:lnTo>
                <a:close/>
                <a:moveTo>
                  <a:pt x="755933" y="119727"/>
                </a:moveTo>
                <a:lnTo>
                  <a:pt x="755176" y="119640"/>
                </a:lnTo>
                <a:lnTo>
                  <a:pt x="754433" y="119532"/>
                </a:lnTo>
                <a:lnTo>
                  <a:pt x="753706" y="119406"/>
                </a:lnTo>
                <a:lnTo>
                  <a:pt x="752992" y="119260"/>
                </a:lnTo>
                <a:lnTo>
                  <a:pt x="752293" y="119094"/>
                </a:lnTo>
                <a:lnTo>
                  <a:pt x="751609" y="118909"/>
                </a:lnTo>
                <a:lnTo>
                  <a:pt x="750939" y="118705"/>
                </a:lnTo>
                <a:lnTo>
                  <a:pt x="750283" y="118481"/>
                </a:lnTo>
                <a:lnTo>
                  <a:pt x="749642" y="118237"/>
                </a:lnTo>
                <a:lnTo>
                  <a:pt x="749015" y="117974"/>
                </a:lnTo>
                <a:lnTo>
                  <a:pt x="748403" y="117692"/>
                </a:lnTo>
                <a:lnTo>
                  <a:pt x="747805" y="117390"/>
                </a:lnTo>
                <a:lnTo>
                  <a:pt x="747222" y="117068"/>
                </a:lnTo>
                <a:lnTo>
                  <a:pt x="746653" y="116727"/>
                </a:lnTo>
                <a:lnTo>
                  <a:pt x="746099" y="116367"/>
                </a:lnTo>
                <a:lnTo>
                  <a:pt x="745559" y="115987"/>
                </a:lnTo>
                <a:lnTo>
                  <a:pt x="745033" y="115588"/>
                </a:lnTo>
                <a:lnTo>
                  <a:pt x="744522" y="115169"/>
                </a:lnTo>
                <a:lnTo>
                  <a:pt x="744026" y="114731"/>
                </a:lnTo>
                <a:lnTo>
                  <a:pt x="743544" y="114273"/>
                </a:lnTo>
                <a:lnTo>
                  <a:pt x="743079" y="113796"/>
                </a:lnTo>
                <a:lnTo>
                  <a:pt x="742634" y="113301"/>
                </a:lnTo>
                <a:lnTo>
                  <a:pt x="742209" y="112788"/>
                </a:lnTo>
                <a:lnTo>
                  <a:pt x="741803" y="112256"/>
                </a:lnTo>
                <a:lnTo>
                  <a:pt x="741418" y="111706"/>
                </a:lnTo>
                <a:lnTo>
                  <a:pt x="741052" y="111138"/>
                </a:lnTo>
                <a:lnTo>
                  <a:pt x="740706" y="110551"/>
                </a:lnTo>
                <a:lnTo>
                  <a:pt x="740380" y="109946"/>
                </a:lnTo>
                <a:lnTo>
                  <a:pt x="740073" y="109323"/>
                </a:lnTo>
                <a:lnTo>
                  <a:pt x="739786" y="108681"/>
                </a:lnTo>
                <a:lnTo>
                  <a:pt x="739519" y="108021"/>
                </a:lnTo>
                <a:lnTo>
                  <a:pt x="739272" y="107343"/>
                </a:lnTo>
                <a:lnTo>
                  <a:pt x="739045" y="106647"/>
                </a:lnTo>
                <a:lnTo>
                  <a:pt x="738837" y="105932"/>
                </a:lnTo>
                <a:lnTo>
                  <a:pt x="738649" y="105199"/>
                </a:lnTo>
                <a:lnTo>
                  <a:pt x="738481" y="104448"/>
                </a:lnTo>
                <a:lnTo>
                  <a:pt x="738333" y="103678"/>
                </a:lnTo>
                <a:lnTo>
                  <a:pt x="738204" y="102890"/>
                </a:lnTo>
                <a:lnTo>
                  <a:pt x="738095" y="102084"/>
                </a:lnTo>
                <a:lnTo>
                  <a:pt x="738006" y="101259"/>
                </a:lnTo>
                <a:lnTo>
                  <a:pt x="737937" y="100417"/>
                </a:lnTo>
                <a:lnTo>
                  <a:pt x="737888" y="99555"/>
                </a:lnTo>
                <a:lnTo>
                  <a:pt x="737858" y="98676"/>
                </a:lnTo>
                <a:lnTo>
                  <a:pt x="737848" y="97778"/>
                </a:lnTo>
                <a:lnTo>
                  <a:pt x="737848" y="72949"/>
                </a:lnTo>
                <a:lnTo>
                  <a:pt x="737858" y="72051"/>
                </a:lnTo>
                <a:lnTo>
                  <a:pt x="737888" y="71172"/>
                </a:lnTo>
                <a:lnTo>
                  <a:pt x="737937" y="70311"/>
                </a:lnTo>
                <a:lnTo>
                  <a:pt x="738006" y="69468"/>
                </a:lnTo>
                <a:lnTo>
                  <a:pt x="738095" y="68644"/>
                </a:lnTo>
                <a:lnTo>
                  <a:pt x="738204" y="67837"/>
                </a:lnTo>
                <a:lnTo>
                  <a:pt x="738333" y="67049"/>
                </a:lnTo>
                <a:lnTo>
                  <a:pt x="738481" y="66280"/>
                </a:lnTo>
                <a:lnTo>
                  <a:pt x="738649" y="65529"/>
                </a:lnTo>
                <a:lnTo>
                  <a:pt x="738837" y="64796"/>
                </a:lnTo>
                <a:lnTo>
                  <a:pt x="739045" y="64081"/>
                </a:lnTo>
                <a:lnTo>
                  <a:pt x="739272" y="63385"/>
                </a:lnTo>
                <a:lnTo>
                  <a:pt x="739519" y="62707"/>
                </a:lnTo>
                <a:lnTo>
                  <a:pt x="739786" y="62047"/>
                </a:lnTo>
                <a:lnTo>
                  <a:pt x="740073" y="61406"/>
                </a:lnTo>
                <a:lnTo>
                  <a:pt x="740380" y="60782"/>
                </a:lnTo>
                <a:lnTo>
                  <a:pt x="740706" y="60178"/>
                </a:lnTo>
                <a:lnTo>
                  <a:pt x="741052" y="59591"/>
                </a:lnTo>
                <a:lnTo>
                  <a:pt x="741418" y="59023"/>
                </a:lnTo>
                <a:lnTo>
                  <a:pt x="741803" y="58473"/>
                </a:lnTo>
                <a:lnTo>
                  <a:pt x="742209" y="57942"/>
                </a:lnTo>
                <a:lnTo>
                  <a:pt x="742634" y="57428"/>
                </a:lnTo>
                <a:lnTo>
                  <a:pt x="743079" y="56933"/>
                </a:lnTo>
                <a:lnTo>
                  <a:pt x="743544" y="56457"/>
                </a:lnTo>
                <a:lnTo>
                  <a:pt x="744026" y="55999"/>
                </a:lnTo>
                <a:lnTo>
                  <a:pt x="744522" y="55560"/>
                </a:lnTo>
                <a:lnTo>
                  <a:pt x="745033" y="55141"/>
                </a:lnTo>
                <a:lnTo>
                  <a:pt x="745559" y="54742"/>
                </a:lnTo>
                <a:lnTo>
                  <a:pt x="746099" y="54362"/>
                </a:lnTo>
                <a:lnTo>
                  <a:pt x="746653" y="54001"/>
                </a:lnTo>
                <a:lnTo>
                  <a:pt x="747222" y="53660"/>
                </a:lnTo>
                <a:lnTo>
                  <a:pt x="747805" y="53339"/>
                </a:lnTo>
                <a:lnTo>
                  <a:pt x="748403" y="53037"/>
                </a:lnTo>
                <a:lnTo>
                  <a:pt x="749015" y="52754"/>
                </a:lnTo>
                <a:lnTo>
                  <a:pt x="749642" y="52491"/>
                </a:lnTo>
                <a:lnTo>
                  <a:pt x="750283" y="52247"/>
                </a:lnTo>
                <a:lnTo>
                  <a:pt x="750939" y="52023"/>
                </a:lnTo>
                <a:lnTo>
                  <a:pt x="751609" y="51819"/>
                </a:lnTo>
                <a:lnTo>
                  <a:pt x="752293" y="51634"/>
                </a:lnTo>
                <a:lnTo>
                  <a:pt x="752992" y="51468"/>
                </a:lnTo>
                <a:lnTo>
                  <a:pt x="753706" y="51322"/>
                </a:lnTo>
                <a:lnTo>
                  <a:pt x="754433" y="51195"/>
                </a:lnTo>
                <a:lnTo>
                  <a:pt x="755176" y="51088"/>
                </a:lnTo>
                <a:lnTo>
                  <a:pt x="755933" y="51000"/>
                </a:lnTo>
                <a:lnTo>
                  <a:pt x="756704" y="50932"/>
                </a:lnTo>
                <a:lnTo>
                  <a:pt x="757490" y="50883"/>
                </a:lnTo>
                <a:lnTo>
                  <a:pt x="758290" y="50854"/>
                </a:lnTo>
                <a:lnTo>
                  <a:pt x="759104" y="50844"/>
                </a:lnTo>
                <a:lnTo>
                  <a:pt x="759933" y="50854"/>
                </a:lnTo>
                <a:lnTo>
                  <a:pt x="760746" y="50883"/>
                </a:lnTo>
                <a:lnTo>
                  <a:pt x="761543" y="50932"/>
                </a:lnTo>
                <a:lnTo>
                  <a:pt x="762326" y="51000"/>
                </a:lnTo>
                <a:lnTo>
                  <a:pt x="763092" y="51088"/>
                </a:lnTo>
                <a:lnTo>
                  <a:pt x="763844" y="51195"/>
                </a:lnTo>
                <a:lnTo>
                  <a:pt x="764580" y="51322"/>
                </a:lnTo>
                <a:lnTo>
                  <a:pt x="765301" y="51468"/>
                </a:lnTo>
                <a:lnTo>
                  <a:pt x="766007" y="51634"/>
                </a:lnTo>
                <a:lnTo>
                  <a:pt x="766697" y="51819"/>
                </a:lnTo>
                <a:lnTo>
                  <a:pt x="767372" y="52023"/>
                </a:lnTo>
                <a:lnTo>
                  <a:pt x="768031" y="52247"/>
                </a:lnTo>
                <a:lnTo>
                  <a:pt x="768675" y="52491"/>
                </a:lnTo>
                <a:lnTo>
                  <a:pt x="769304" y="52754"/>
                </a:lnTo>
                <a:lnTo>
                  <a:pt x="769918" y="53037"/>
                </a:lnTo>
                <a:lnTo>
                  <a:pt x="770516" y="53339"/>
                </a:lnTo>
                <a:lnTo>
                  <a:pt x="771098" y="53660"/>
                </a:lnTo>
                <a:lnTo>
                  <a:pt x="771666" y="54001"/>
                </a:lnTo>
                <a:lnTo>
                  <a:pt x="772218" y="54362"/>
                </a:lnTo>
                <a:lnTo>
                  <a:pt x="772755" y="54742"/>
                </a:lnTo>
                <a:lnTo>
                  <a:pt x="773276" y="55141"/>
                </a:lnTo>
                <a:lnTo>
                  <a:pt x="773782" y="55560"/>
                </a:lnTo>
                <a:lnTo>
                  <a:pt x="774273" y="55999"/>
                </a:lnTo>
                <a:lnTo>
                  <a:pt x="774748" y="56457"/>
                </a:lnTo>
                <a:lnTo>
                  <a:pt x="775206" y="56933"/>
                </a:lnTo>
                <a:lnTo>
                  <a:pt x="775645" y="57428"/>
                </a:lnTo>
                <a:lnTo>
                  <a:pt x="776064" y="57942"/>
                </a:lnTo>
                <a:lnTo>
                  <a:pt x="776463" y="58473"/>
                </a:lnTo>
                <a:lnTo>
                  <a:pt x="776843" y="59023"/>
                </a:lnTo>
                <a:lnTo>
                  <a:pt x="777204" y="59591"/>
                </a:lnTo>
                <a:lnTo>
                  <a:pt x="777545" y="60178"/>
                </a:lnTo>
                <a:lnTo>
                  <a:pt x="777866" y="60782"/>
                </a:lnTo>
                <a:lnTo>
                  <a:pt x="778168" y="61406"/>
                </a:lnTo>
                <a:lnTo>
                  <a:pt x="778451" y="62047"/>
                </a:lnTo>
                <a:lnTo>
                  <a:pt x="778714" y="62707"/>
                </a:lnTo>
                <a:lnTo>
                  <a:pt x="778958" y="63385"/>
                </a:lnTo>
                <a:lnTo>
                  <a:pt x="779182" y="64081"/>
                </a:lnTo>
                <a:lnTo>
                  <a:pt x="779386" y="64796"/>
                </a:lnTo>
                <a:lnTo>
                  <a:pt x="779571" y="65529"/>
                </a:lnTo>
                <a:lnTo>
                  <a:pt x="779737" y="66280"/>
                </a:lnTo>
                <a:lnTo>
                  <a:pt x="779883" y="67049"/>
                </a:lnTo>
                <a:lnTo>
                  <a:pt x="780010" y="67837"/>
                </a:lnTo>
                <a:lnTo>
                  <a:pt x="780117" y="68644"/>
                </a:lnTo>
                <a:lnTo>
                  <a:pt x="780205" y="69468"/>
                </a:lnTo>
                <a:lnTo>
                  <a:pt x="780273" y="70311"/>
                </a:lnTo>
                <a:lnTo>
                  <a:pt x="780322" y="71172"/>
                </a:lnTo>
                <a:lnTo>
                  <a:pt x="780351" y="72051"/>
                </a:lnTo>
                <a:lnTo>
                  <a:pt x="780361" y="72949"/>
                </a:lnTo>
                <a:lnTo>
                  <a:pt x="780361" y="97778"/>
                </a:lnTo>
                <a:lnTo>
                  <a:pt x="780351" y="98676"/>
                </a:lnTo>
                <a:lnTo>
                  <a:pt x="780322" y="99555"/>
                </a:lnTo>
                <a:lnTo>
                  <a:pt x="780273" y="100417"/>
                </a:lnTo>
                <a:lnTo>
                  <a:pt x="780205" y="101259"/>
                </a:lnTo>
                <a:lnTo>
                  <a:pt x="780117" y="102084"/>
                </a:lnTo>
                <a:lnTo>
                  <a:pt x="780010" y="102890"/>
                </a:lnTo>
                <a:lnTo>
                  <a:pt x="779883" y="103678"/>
                </a:lnTo>
                <a:lnTo>
                  <a:pt x="779737" y="104448"/>
                </a:lnTo>
                <a:lnTo>
                  <a:pt x="779571" y="105199"/>
                </a:lnTo>
                <a:lnTo>
                  <a:pt x="779386" y="105932"/>
                </a:lnTo>
                <a:lnTo>
                  <a:pt x="779182" y="106647"/>
                </a:lnTo>
                <a:lnTo>
                  <a:pt x="778958" y="107343"/>
                </a:lnTo>
                <a:lnTo>
                  <a:pt x="778714" y="108021"/>
                </a:lnTo>
                <a:lnTo>
                  <a:pt x="778451" y="108681"/>
                </a:lnTo>
                <a:lnTo>
                  <a:pt x="778168" y="109323"/>
                </a:lnTo>
                <a:lnTo>
                  <a:pt x="777866" y="109946"/>
                </a:lnTo>
                <a:lnTo>
                  <a:pt x="777545" y="110551"/>
                </a:lnTo>
                <a:lnTo>
                  <a:pt x="777204" y="111138"/>
                </a:lnTo>
                <a:lnTo>
                  <a:pt x="776843" y="111706"/>
                </a:lnTo>
                <a:lnTo>
                  <a:pt x="776463" y="112256"/>
                </a:lnTo>
                <a:lnTo>
                  <a:pt x="776064" y="112788"/>
                </a:lnTo>
                <a:lnTo>
                  <a:pt x="775645" y="113301"/>
                </a:lnTo>
                <a:lnTo>
                  <a:pt x="775206" y="113796"/>
                </a:lnTo>
                <a:lnTo>
                  <a:pt x="774748" y="114273"/>
                </a:lnTo>
                <a:lnTo>
                  <a:pt x="774273" y="114731"/>
                </a:lnTo>
                <a:lnTo>
                  <a:pt x="773782" y="115169"/>
                </a:lnTo>
                <a:lnTo>
                  <a:pt x="773276" y="115588"/>
                </a:lnTo>
                <a:lnTo>
                  <a:pt x="772755" y="115987"/>
                </a:lnTo>
                <a:lnTo>
                  <a:pt x="772218" y="116367"/>
                </a:lnTo>
                <a:lnTo>
                  <a:pt x="771666" y="116727"/>
                </a:lnTo>
                <a:lnTo>
                  <a:pt x="771098" y="117068"/>
                </a:lnTo>
                <a:lnTo>
                  <a:pt x="770516" y="117390"/>
                </a:lnTo>
                <a:lnTo>
                  <a:pt x="769918" y="117692"/>
                </a:lnTo>
                <a:lnTo>
                  <a:pt x="769304" y="117974"/>
                </a:lnTo>
                <a:lnTo>
                  <a:pt x="768675" y="118237"/>
                </a:lnTo>
                <a:lnTo>
                  <a:pt x="768031" y="118481"/>
                </a:lnTo>
                <a:lnTo>
                  <a:pt x="767372" y="118705"/>
                </a:lnTo>
                <a:lnTo>
                  <a:pt x="766697" y="118909"/>
                </a:lnTo>
                <a:lnTo>
                  <a:pt x="766007" y="119094"/>
                </a:lnTo>
                <a:lnTo>
                  <a:pt x="765301" y="119260"/>
                </a:lnTo>
                <a:lnTo>
                  <a:pt x="764580" y="119406"/>
                </a:lnTo>
                <a:lnTo>
                  <a:pt x="763844" y="119532"/>
                </a:lnTo>
                <a:lnTo>
                  <a:pt x="763092" y="119640"/>
                </a:lnTo>
                <a:lnTo>
                  <a:pt x="762326" y="119727"/>
                </a:lnTo>
                <a:lnTo>
                  <a:pt x="761543" y="119795"/>
                </a:lnTo>
                <a:lnTo>
                  <a:pt x="760746" y="119844"/>
                </a:lnTo>
                <a:lnTo>
                  <a:pt x="759933" y="119873"/>
                </a:lnTo>
                <a:lnTo>
                  <a:pt x="759104" y="119883"/>
                </a:lnTo>
                <a:lnTo>
                  <a:pt x="758290" y="119873"/>
                </a:lnTo>
                <a:lnTo>
                  <a:pt x="757490" y="119844"/>
                </a:lnTo>
                <a:lnTo>
                  <a:pt x="756704" y="119795"/>
                </a:lnTo>
                <a:lnTo>
                  <a:pt x="755933" y="119727"/>
                </a:ln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9FE2D-27A9-41E5-BE81-80C095C6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352" y="754695"/>
            <a:ext cx="270151" cy="270785"/>
          </a:xfrm>
          <a:custGeom xmlns:a="http://schemas.openxmlformats.org/drawingml/2006/main">
            <a:pathLst>
              <a:path w="270151" h="270785">
                <a:moveTo>
                  <a:pt x="270151" y="134736"/>
                </a:moveTo>
                <a:cubicBezTo>
                  <a:pt x="270151" y="143723"/>
                  <a:pt x="269517" y="152710"/>
                  <a:pt x="267593" y="161063"/>
                </a:cubicBezTo>
                <a:cubicBezTo>
                  <a:pt x="265669" y="170027"/>
                  <a:pt x="263089" y="178380"/>
                  <a:pt x="259874" y="186711"/>
                </a:cubicBezTo>
                <a:cubicBezTo>
                  <a:pt x="256682" y="195064"/>
                  <a:pt x="252177" y="202761"/>
                  <a:pt x="247695" y="209823"/>
                </a:cubicBezTo>
                <a:cubicBezTo>
                  <a:pt x="242557" y="217520"/>
                  <a:pt x="236784" y="223949"/>
                  <a:pt x="231012" y="230355"/>
                </a:cubicBezTo>
                <a:cubicBezTo>
                  <a:pt x="224583" y="236762"/>
                  <a:pt x="217543" y="242557"/>
                  <a:pt x="210480" y="247673"/>
                </a:cubicBezTo>
                <a:cubicBezTo>
                  <a:pt x="202783" y="252811"/>
                  <a:pt x="194430" y="256660"/>
                  <a:pt x="186100" y="260508"/>
                </a:cubicBezTo>
                <a:cubicBezTo>
                  <a:pt x="178380" y="263722"/>
                  <a:pt x="169416" y="266280"/>
                  <a:pt x="161063" y="268205"/>
                </a:cubicBezTo>
                <a:cubicBezTo>
                  <a:pt x="152076" y="269495"/>
                  <a:pt x="143746" y="270785"/>
                  <a:pt x="134759" y="270785"/>
                </a:cubicBezTo>
                <a:cubicBezTo>
                  <a:pt x="125772" y="270785"/>
                  <a:pt x="116785" y="269495"/>
                  <a:pt x="108454" y="268205"/>
                </a:cubicBezTo>
                <a:cubicBezTo>
                  <a:pt x="99467" y="266280"/>
                  <a:pt x="91114" y="263722"/>
                  <a:pt x="82784" y="260508"/>
                </a:cubicBezTo>
                <a:cubicBezTo>
                  <a:pt x="75087" y="256660"/>
                  <a:pt x="66734" y="252811"/>
                  <a:pt x="59671" y="247673"/>
                </a:cubicBezTo>
                <a:cubicBezTo>
                  <a:pt x="52609" y="242557"/>
                  <a:pt x="45569" y="236762"/>
                  <a:pt x="39140" y="230355"/>
                </a:cubicBezTo>
                <a:cubicBezTo>
                  <a:pt x="32733" y="223949"/>
                  <a:pt x="27595" y="217520"/>
                  <a:pt x="22456" y="209823"/>
                </a:cubicBezTo>
                <a:cubicBezTo>
                  <a:pt x="17317" y="202761"/>
                  <a:pt x="13469" y="195064"/>
                  <a:pt x="10277" y="186711"/>
                </a:cubicBezTo>
                <a:cubicBezTo>
                  <a:pt x="6429" y="178380"/>
                  <a:pt x="3848" y="170027"/>
                  <a:pt x="2558" y="161063"/>
                </a:cubicBezTo>
                <a:cubicBezTo>
                  <a:pt x="634" y="152710"/>
                  <a:pt x="0" y="143723"/>
                  <a:pt x="0" y="134736"/>
                </a:cubicBezTo>
                <a:cubicBezTo>
                  <a:pt x="0" y="126406"/>
                  <a:pt x="634" y="117419"/>
                  <a:pt x="2558" y="108432"/>
                </a:cubicBezTo>
                <a:cubicBezTo>
                  <a:pt x="3848" y="100101"/>
                  <a:pt x="6429" y="91748"/>
                  <a:pt x="10277" y="83418"/>
                </a:cubicBezTo>
                <a:cubicBezTo>
                  <a:pt x="13469" y="75065"/>
                  <a:pt x="17317" y="67368"/>
                  <a:pt x="22456" y="60305"/>
                </a:cubicBezTo>
                <a:cubicBezTo>
                  <a:pt x="27595" y="52609"/>
                  <a:pt x="32733" y="46202"/>
                  <a:pt x="39140" y="39773"/>
                </a:cubicBezTo>
                <a:cubicBezTo>
                  <a:pt x="45569" y="33367"/>
                  <a:pt x="52609" y="27572"/>
                  <a:pt x="59671" y="23090"/>
                </a:cubicBezTo>
                <a:cubicBezTo>
                  <a:pt x="66734" y="17951"/>
                  <a:pt x="75087" y="13469"/>
                  <a:pt x="82784" y="10255"/>
                </a:cubicBezTo>
                <a:cubicBezTo>
                  <a:pt x="91114" y="7040"/>
                  <a:pt x="99467" y="4482"/>
                  <a:pt x="108454" y="2558"/>
                </a:cubicBezTo>
                <a:cubicBezTo>
                  <a:pt x="116785" y="1268"/>
                  <a:pt x="125772" y="0"/>
                  <a:pt x="134759" y="0"/>
                </a:cubicBezTo>
                <a:cubicBezTo>
                  <a:pt x="143746" y="0"/>
                  <a:pt x="152076" y="1268"/>
                  <a:pt x="161063" y="2558"/>
                </a:cubicBezTo>
                <a:cubicBezTo>
                  <a:pt x="169416" y="4482"/>
                  <a:pt x="178380" y="7040"/>
                  <a:pt x="186100" y="10255"/>
                </a:cubicBezTo>
                <a:cubicBezTo>
                  <a:pt x="194430" y="13469"/>
                  <a:pt x="202783" y="17951"/>
                  <a:pt x="210480" y="23090"/>
                </a:cubicBezTo>
                <a:cubicBezTo>
                  <a:pt x="217543" y="27572"/>
                  <a:pt x="224583" y="33367"/>
                  <a:pt x="231012" y="39773"/>
                </a:cubicBezTo>
                <a:cubicBezTo>
                  <a:pt x="236784" y="46202"/>
                  <a:pt x="242557" y="52609"/>
                  <a:pt x="247695" y="60305"/>
                </a:cubicBezTo>
                <a:cubicBezTo>
                  <a:pt x="252177" y="67368"/>
                  <a:pt x="256682" y="75065"/>
                  <a:pt x="259874" y="83418"/>
                </a:cubicBezTo>
                <a:cubicBezTo>
                  <a:pt x="263089" y="91748"/>
                  <a:pt x="265669" y="100101"/>
                  <a:pt x="267593" y="108432"/>
                </a:cubicBezTo>
                <a:cubicBezTo>
                  <a:pt x="269517" y="117419"/>
                  <a:pt x="270151" y="126406"/>
                  <a:pt x="270151" y="1347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ADBF6-ACBB-49C3-8E9D-213FAC0E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0352" y="754695"/>
            <a:ext cx="270151" cy="270785"/>
          </a:xfrm>
          <a:custGeom xmlns:a="http://schemas.openxmlformats.org/drawingml/2006/main">
            <a:pathLst>
              <a:path w="270151" h="270785" fill="none">
                <a:moveTo>
                  <a:pt x="270151" y="134736"/>
                </a:moveTo>
                <a:cubicBezTo>
                  <a:pt x="270151" y="143723"/>
                  <a:pt x="269517" y="152710"/>
                  <a:pt x="267593" y="161063"/>
                </a:cubicBezTo>
                <a:cubicBezTo>
                  <a:pt x="265669" y="170027"/>
                  <a:pt x="263089" y="178380"/>
                  <a:pt x="259874" y="186711"/>
                </a:cubicBezTo>
                <a:cubicBezTo>
                  <a:pt x="256682" y="195064"/>
                  <a:pt x="252177" y="202761"/>
                  <a:pt x="247695" y="209823"/>
                </a:cubicBezTo>
                <a:cubicBezTo>
                  <a:pt x="242557" y="217520"/>
                  <a:pt x="236784" y="223949"/>
                  <a:pt x="231012" y="230355"/>
                </a:cubicBezTo>
                <a:cubicBezTo>
                  <a:pt x="224583" y="236762"/>
                  <a:pt x="217543" y="242557"/>
                  <a:pt x="210480" y="247673"/>
                </a:cubicBezTo>
                <a:cubicBezTo>
                  <a:pt x="202783" y="252811"/>
                  <a:pt x="194430" y="256660"/>
                  <a:pt x="186100" y="260508"/>
                </a:cubicBezTo>
                <a:cubicBezTo>
                  <a:pt x="178380" y="263722"/>
                  <a:pt x="169416" y="266280"/>
                  <a:pt x="161063" y="268205"/>
                </a:cubicBezTo>
                <a:cubicBezTo>
                  <a:pt x="152076" y="269495"/>
                  <a:pt x="143746" y="270785"/>
                  <a:pt x="134759" y="270785"/>
                </a:cubicBezTo>
                <a:cubicBezTo>
                  <a:pt x="125772" y="270785"/>
                  <a:pt x="116785" y="269495"/>
                  <a:pt x="108454" y="268205"/>
                </a:cubicBezTo>
                <a:cubicBezTo>
                  <a:pt x="99467" y="266280"/>
                  <a:pt x="91114" y="263722"/>
                  <a:pt x="82784" y="260508"/>
                </a:cubicBezTo>
                <a:cubicBezTo>
                  <a:pt x="75087" y="256660"/>
                  <a:pt x="66734" y="252811"/>
                  <a:pt x="59671" y="247673"/>
                </a:cubicBezTo>
                <a:cubicBezTo>
                  <a:pt x="52609" y="242557"/>
                  <a:pt x="45569" y="236762"/>
                  <a:pt x="39140" y="230355"/>
                </a:cubicBezTo>
                <a:cubicBezTo>
                  <a:pt x="32733" y="223949"/>
                  <a:pt x="27595" y="217520"/>
                  <a:pt x="22456" y="209823"/>
                </a:cubicBezTo>
                <a:cubicBezTo>
                  <a:pt x="17317" y="202761"/>
                  <a:pt x="13469" y="195064"/>
                  <a:pt x="10277" y="186711"/>
                </a:cubicBezTo>
                <a:cubicBezTo>
                  <a:pt x="6429" y="178380"/>
                  <a:pt x="3848" y="170027"/>
                  <a:pt x="2558" y="161063"/>
                </a:cubicBezTo>
                <a:cubicBezTo>
                  <a:pt x="634" y="152710"/>
                  <a:pt x="0" y="143723"/>
                  <a:pt x="0" y="134736"/>
                </a:cubicBezTo>
                <a:cubicBezTo>
                  <a:pt x="0" y="126406"/>
                  <a:pt x="634" y="117419"/>
                  <a:pt x="2558" y="108432"/>
                </a:cubicBezTo>
                <a:cubicBezTo>
                  <a:pt x="3848" y="100101"/>
                  <a:pt x="6429" y="91748"/>
                  <a:pt x="10277" y="83418"/>
                </a:cubicBezTo>
                <a:cubicBezTo>
                  <a:pt x="13469" y="75065"/>
                  <a:pt x="17317" y="67368"/>
                  <a:pt x="22456" y="60305"/>
                </a:cubicBezTo>
                <a:cubicBezTo>
                  <a:pt x="27595" y="52609"/>
                  <a:pt x="32733" y="46202"/>
                  <a:pt x="39140" y="39773"/>
                </a:cubicBezTo>
                <a:cubicBezTo>
                  <a:pt x="45569" y="33367"/>
                  <a:pt x="52609" y="27572"/>
                  <a:pt x="59671" y="23090"/>
                </a:cubicBezTo>
                <a:cubicBezTo>
                  <a:pt x="66734" y="17951"/>
                  <a:pt x="75087" y="13469"/>
                  <a:pt x="82784" y="10255"/>
                </a:cubicBezTo>
                <a:cubicBezTo>
                  <a:pt x="91114" y="7040"/>
                  <a:pt x="99467" y="4482"/>
                  <a:pt x="108454" y="2558"/>
                </a:cubicBezTo>
                <a:cubicBezTo>
                  <a:pt x="116785" y="1268"/>
                  <a:pt x="125772" y="0"/>
                  <a:pt x="134759" y="0"/>
                </a:cubicBezTo>
                <a:cubicBezTo>
                  <a:pt x="143746" y="0"/>
                  <a:pt x="152076" y="1268"/>
                  <a:pt x="161063" y="2558"/>
                </a:cubicBezTo>
                <a:cubicBezTo>
                  <a:pt x="169416" y="4482"/>
                  <a:pt x="178380" y="7040"/>
                  <a:pt x="186100" y="10255"/>
                </a:cubicBezTo>
                <a:cubicBezTo>
                  <a:pt x="194430" y="13469"/>
                  <a:pt x="202783" y="17951"/>
                  <a:pt x="210480" y="23090"/>
                </a:cubicBezTo>
                <a:cubicBezTo>
                  <a:pt x="217543" y="27572"/>
                  <a:pt x="224583" y="33367"/>
                  <a:pt x="231012" y="39773"/>
                </a:cubicBezTo>
                <a:cubicBezTo>
                  <a:pt x="236784" y="46202"/>
                  <a:pt x="242557" y="52609"/>
                  <a:pt x="247695" y="60305"/>
                </a:cubicBezTo>
                <a:cubicBezTo>
                  <a:pt x="252177" y="67368"/>
                  <a:pt x="256682" y="75065"/>
                  <a:pt x="259874" y="83418"/>
                </a:cubicBezTo>
                <a:cubicBezTo>
                  <a:pt x="263089" y="91748"/>
                  <a:pt x="265669" y="100101"/>
                  <a:pt x="267593" y="108432"/>
                </a:cubicBezTo>
                <a:cubicBezTo>
                  <a:pt x="269517" y="117419"/>
                  <a:pt x="270151" y="126406"/>
                  <a:pt x="270151" y="1347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3367" cap="flat">
            <a:solidFill>
              <a:srgbClr val="000000"/>
            </a:solidFill>
            <a:miter/>
          </a:ln>
        </p:spPr>
      </p:sp>
      <p:sp>
        <p:nvSpPr>
          <p:cNvPr id="40" name="Text 1">
            <a:extLst xmlns:a="http://schemas.openxmlformats.org/drawingml/2006/main">
              <a:ext uri="{FF2B5EF4-FFF2-40B4-BE49-F238E27FC236}">
                <a16:creationId xmlns:a16="http://schemas.microsoft.com/office/drawing/2014/main" id="{6A36081E-2DC8-4B68-9F78-D39FEA23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97" y="167246"/>
            <a:ext cx="76522" cy="124136"/>
          </a:xfrm>
          <a:custGeom xmlns:a="http://schemas.openxmlformats.org/drawingml/2006/main">
            <a:pathLst>
              <a:path w="76522" h="124136">
                <a:moveTo>
                  <a:pt x="0" y="124136"/>
                </a:moveTo>
                <a:lnTo>
                  <a:pt x="0" y="110192"/>
                </a:lnTo>
                <a:lnTo>
                  <a:pt x="33670" y="110192"/>
                </a:lnTo>
                <a:lnTo>
                  <a:pt x="33670" y="12753"/>
                </a:lnTo>
                <a:lnTo>
                  <a:pt x="0" y="37920"/>
                </a:lnTo>
                <a:lnTo>
                  <a:pt x="0" y="20916"/>
                </a:lnTo>
                <a:lnTo>
                  <a:pt x="28060" y="0"/>
                </a:lnTo>
                <a:lnTo>
                  <a:pt x="48976" y="0"/>
                </a:lnTo>
                <a:lnTo>
                  <a:pt x="48976" y="110192"/>
                </a:lnTo>
                <a:lnTo>
                  <a:pt x="76522" y="110192"/>
                </a:lnTo>
                <a:lnTo>
                  <a:pt x="76522" y="124136"/>
                </a:lnTo>
                <a:lnTo>
                  <a:pt x="0" y="1241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38B39-BC9B-485D-9EAC-A0DFC781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6" y="1488138"/>
            <a:ext cx="270808" cy="270129"/>
          </a:xfrm>
          <a:custGeom xmlns:a="http://schemas.openxmlformats.org/drawingml/2006/main">
            <a:pathLst>
              <a:path w="270808" h="270129">
                <a:moveTo>
                  <a:pt x="270808" y="135393"/>
                </a:moveTo>
                <a:cubicBezTo>
                  <a:pt x="270808" y="144380"/>
                  <a:pt x="269517" y="153344"/>
                  <a:pt x="268227" y="161697"/>
                </a:cubicBezTo>
                <a:cubicBezTo>
                  <a:pt x="266303" y="170684"/>
                  <a:pt x="263745" y="179014"/>
                  <a:pt x="260531" y="187367"/>
                </a:cubicBezTo>
                <a:cubicBezTo>
                  <a:pt x="256682" y="195064"/>
                  <a:pt x="252834" y="202761"/>
                  <a:pt x="247695" y="210457"/>
                </a:cubicBezTo>
                <a:cubicBezTo>
                  <a:pt x="243213" y="217520"/>
                  <a:pt x="237441" y="224583"/>
                  <a:pt x="231012" y="230989"/>
                </a:cubicBezTo>
                <a:cubicBezTo>
                  <a:pt x="224605" y="237418"/>
                  <a:pt x="218177" y="242557"/>
                  <a:pt x="210480" y="247673"/>
                </a:cubicBezTo>
                <a:cubicBezTo>
                  <a:pt x="203417" y="252811"/>
                  <a:pt x="195720" y="256660"/>
                  <a:pt x="187390" y="259874"/>
                </a:cubicBezTo>
                <a:cubicBezTo>
                  <a:pt x="179037" y="263722"/>
                  <a:pt x="170706" y="266280"/>
                  <a:pt x="161720" y="267571"/>
                </a:cubicBezTo>
                <a:cubicBezTo>
                  <a:pt x="153366" y="269495"/>
                  <a:pt x="144380" y="270129"/>
                  <a:pt x="135415" y="270129"/>
                </a:cubicBezTo>
                <a:cubicBezTo>
                  <a:pt x="127062" y="270129"/>
                  <a:pt x="118075" y="269495"/>
                  <a:pt x="109088" y="267571"/>
                </a:cubicBezTo>
                <a:cubicBezTo>
                  <a:pt x="100758" y="266280"/>
                  <a:pt x="92405" y="263722"/>
                  <a:pt x="84074" y="259874"/>
                </a:cubicBezTo>
                <a:cubicBezTo>
                  <a:pt x="75721" y="256660"/>
                  <a:pt x="68025" y="252811"/>
                  <a:pt x="60962" y="247673"/>
                </a:cubicBezTo>
                <a:cubicBezTo>
                  <a:pt x="53265" y="242557"/>
                  <a:pt x="45569" y="237418"/>
                  <a:pt x="39796" y="230989"/>
                </a:cubicBezTo>
                <a:cubicBezTo>
                  <a:pt x="33367" y="224583"/>
                  <a:pt x="27595" y="217520"/>
                  <a:pt x="23112" y="210457"/>
                </a:cubicBezTo>
                <a:cubicBezTo>
                  <a:pt x="17974" y="202761"/>
                  <a:pt x="13492" y="195064"/>
                  <a:pt x="10277" y="187367"/>
                </a:cubicBezTo>
                <a:cubicBezTo>
                  <a:pt x="7063" y="179014"/>
                  <a:pt x="4505" y="170684"/>
                  <a:pt x="2581" y="161697"/>
                </a:cubicBezTo>
                <a:cubicBezTo>
                  <a:pt x="656" y="153344"/>
                  <a:pt x="0" y="144380"/>
                  <a:pt x="0" y="135393"/>
                </a:cubicBezTo>
                <a:cubicBezTo>
                  <a:pt x="0" y="126406"/>
                  <a:pt x="656" y="118053"/>
                  <a:pt x="2581" y="109066"/>
                </a:cubicBezTo>
                <a:cubicBezTo>
                  <a:pt x="4505" y="100735"/>
                  <a:pt x="7063" y="91748"/>
                  <a:pt x="10277" y="84052"/>
                </a:cubicBezTo>
                <a:cubicBezTo>
                  <a:pt x="13492" y="75699"/>
                  <a:pt x="17974" y="68002"/>
                  <a:pt x="23112" y="60305"/>
                </a:cubicBezTo>
                <a:cubicBezTo>
                  <a:pt x="27595" y="53242"/>
                  <a:pt x="33367" y="45546"/>
                  <a:pt x="39796" y="39140"/>
                </a:cubicBezTo>
                <a:cubicBezTo>
                  <a:pt x="45569" y="33367"/>
                  <a:pt x="53265" y="27572"/>
                  <a:pt x="60962" y="22456"/>
                </a:cubicBezTo>
                <a:cubicBezTo>
                  <a:pt x="68025" y="17951"/>
                  <a:pt x="75721" y="13469"/>
                  <a:pt x="84074" y="10255"/>
                </a:cubicBezTo>
                <a:cubicBezTo>
                  <a:pt x="92405" y="7040"/>
                  <a:pt x="100758" y="4482"/>
                  <a:pt x="109088" y="2558"/>
                </a:cubicBezTo>
                <a:cubicBezTo>
                  <a:pt x="118075" y="634"/>
                  <a:pt x="127062" y="0"/>
                  <a:pt x="135415" y="0"/>
                </a:cubicBezTo>
                <a:cubicBezTo>
                  <a:pt x="144380" y="0"/>
                  <a:pt x="153366" y="634"/>
                  <a:pt x="161720" y="2558"/>
                </a:cubicBezTo>
                <a:cubicBezTo>
                  <a:pt x="170706" y="4482"/>
                  <a:pt x="179037" y="7040"/>
                  <a:pt x="187390" y="10255"/>
                </a:cubicBezTo>
                <a:cubicBezTo>
                  <a:pt x="195720" y="13469"/>
                  <a:pt x="203417" y="17951"/>
                  <a:pt x="210480" y="22456"/>
                </a:cubicBezTo>
                <a:cubicBezTo>
                  <a:pt x="218177" y="27572"/>
                  <a:pt x="224605" y="33367"/>
                  <a:pt x="231012" y="39140"/>
                </a:cubicBezTo>
                <a:cubicBezTo>
                  <a:pt x="237441" y="45546"/>
                  <a:pt x="243213" y="53242"/>
                  <a:pt x="247695" y="60305"/>
                </a:cubicBezTo>
                <a:cubicBezTo>
                  <a:pt x="252834" y="68002"/>
                  <a:pt x="256682" y="75699"/>
                  <a:pt x="260531" y="84052"/>
                </a:cubicBezTo>
                <a:cubicBezTo>
                  <a:pt x="263745" y="91748"/>
                  <a:pt x="266303" y="100735"/>
                  <a:pt x="268227" y="109066"/>
                </a:cubicBezTo>
                <a:cubicBezTo>
                  <a:pt x="269517" y="118053"/>
                  <a:pt x="270808" y="126406"/>
                  <a:pt x="270808" y="1353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7EDBD-63E1-4C76-80AC-7F900341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6" y="1488138"/>
            <a:ext cx="270808" cy="270129"/>
          </a:xfrm>
          <a:custGeom xmlns:a="http://schemas.openxmlformats.org/drawingml/2006/main">
            <a:pathLst>
              <a:path w="270808" h="270129" fill="none">
                <a:moveTo>
                  <a:pt x="270808" y="135393"/>
                </a:moveTo>
                <a:cubicBezTo>
                  <a:pt x="270808" y="144380"/>
                  <a:pt x="269517" y="153344"/>
                  <a:pt x="268227" y="161697"/>
                </a:cubicBezTo>
                <a:cubicBezTo>
                  <a:pt x="266303" y="170684"/>
                  <a:pt x="263745" y="179014"/>
                  <a:pt x="260531" y="187367"/>
                </a:cubicBezTo>
                <a:cubicBezTo>
                  <a:pt x="256682" y="195064"/>
                  <a:pt x="252834" y="202761"/>
                  <a:pt x="247695" y="210457"/>
                </a:cubicBezTo>
                <a:cubicBezTo>
                  <a:pt x="243213" y="217520"/>
                  <a:pt x="237441" y="224583"/>
                  <a:pt x="231012" y="230989"/>
                </a:cubicBezTo>
                <a:cubicBezTo>
                  <a:pt x="224605" y="237418"/>
                  <a:pt x="218177" y="242557"/>
                  <a:pt x="210480" y="247673"/>
                </a:cubicBezTo>
                <a:cubicBezTo>
                  <a:pt x="203417" y="252811"/>
                  <a:pt x="195720" y="256660"/>
                  <a:pt x="187390" y="259874"/>
                </a:cubicBezTo>
                <a:cubicBezTo>
                  <a:pt x="179037" y="263722"/>
                  <a:pt x="170706" y="266280"/>
                  <a:pt x="161720" y="267571"/>
                </a:cubicBezTo>
                <a:cubicBezTo>
                  <a:pt x="153366" y="269495"/>
                  <a:pt x="144380" y="270129"/>
                  <a:pt x="135415" y="270129"/>
                </a:cubicBezTo>
                <a:cubicBezTo>
                  <a:pt x="127062" y="270129"/>
                  <a:pt x="118075" y="269495"/>
                  <a:pt x="109088" y="267571"/>
                </a:cubicBezTo>
                <a:cubicBezTo>
                  <a:pt x="100758" y="266280"/>
                  <a:pt x="92405" y="263722"/>
                  <a:pt x="84074" y="259874"/>
                </a:cubicBezTo>
                <a:cubicBezTo>
                  <a:pt x="75721" y="256660"/>
                  <a:pt x="68025" y="252811"/>
                  <a:pt x="60962" y="247673"/>
                </a:cubicBezTo>
                <a:cubicBezTo>
                  <a:pt x="53265" y="242557"/>
                  <a:pt x="45569" y="237418"/>
                  <a:pt x="39796" y="230989"/>
                </a:cubicBezTo>
                <a:cubicBezTo>
                  <a:pt x="33367" y="224583"/>
                  <a:pt x="27595" y="217520"/>
                  <a:pt x="23112" y="210457"/>
                </a:cubicBezTo>
                <a:cubicBezTo>
                  <a:pt x="17974" y="202761"/>
                  <a:pt x="13492" y="195064"/>
                  <a:pt x="10277" y="187367"/>
                </a:cubicBezTo>
                <a:cubicBezTo>
                  <a:pt x="7063" y="179014"/>
                  <a:pt x="4505" y="170684"/>
                  <a:pt x="2581" y="161697"/>
                </a:cubicBezTo>
                <a:cubicBezTo>
                  <a:pt x="656" y="153344"/>
                  <a:pt x="0" y="144380"/>
                  <a:pt x="0" y="135393"/>
                </a:cubicBezTo>
                <a:cubicBezTo>
                  <a:pt x="0" y="126406"/>
                  <a:pt x="656" y="118053"/>
                  <a:pt x="2581" y="109066"/>
                </a:cubicBezTo>
                <a:cubicBezTo>
                  <a:pt x="4505" y="100735"/>
                  <a:pt x="7063" y="91748"/>
                  <a:pt x="10277" y="84052"/>
                </a:cubicBezTo>
                <a:cubicBezTo>
                  <a:pt x="13492" y="75699"/>
                  <a:pt x="17974" y="68002"/>
                  <a:pt x="23112" y="60305"/>
                </a:cubicBezTo>
                <a:cubicBezTo>
                  <a:pt x="27595" y="53242"/>
                  <a:pt x="33367" y="45546"/>
                  <a:pt x="39796" y="39140"/>
                </a:cubicBezTo>
                <a:cubicBezTo>
                  <a:pt x="45569" y="33367"/>
                  <a:pt x="53265" y="27572"/>
                  <a:pt x="60962" y="22456"/>
                </a:cubicBezTo>
                <a:cubicBezTo>
                  <a:pt x="68025" y="17951"/>
                  <a:pt x="75721" y="13469"/>
                  <a:pt x="84074" y="10255"/>
                </a:cubicBezTo>
                <a:cubicBezTo>
                  <a:pt x="92405" y="7040"/>
                  <a:pt x="100758" y="4482"/>
                  <a:pt x="109088" y="2558"/>
                </a:cubicBezTo>
                <a:cubicBezTo>
                  <a:pt x="118075" y="634"/>
                  <a:pt x="127062" y="0"/>
                  <a:pt x="135415" y="0"/>
                </a:cubicBezTo>
                <a:cubicBezTo>
                  <a:pt x="144380" y="0"/>
                  <a:pt x="153366" y="634"/>
                  <a:pt x="161720" y="2558"/>
                </a:cubicBezTo>
                <a:cubicBezTo>
                  <a:pt x="170706" y="4482"/>
                  <a:pt x="179037" y="7040"/>
                  <a:pt x="187390" y="10255"/>
                </a:cubicBezTo>
                <a:cubicBezTo>
                  <a:pt x="195720" y="13469"/>
                  <a:pt x="203417" y="17951"/>
                  <a:pt x="210480" y="22456"/>
                </a:cubicBezTo>
                <a:cubicBezTo>
                  <a:pt x="218177" y="27572"/>
                  <a:pt x="224605" y="33367"/>
                  <a:pt x="231012" y="39140"/>
                </a:cubicBezTo>
                <a:cubicBezTo>
                  <a:pt x="237441" y="45546"/>
                  <a:pt x="243213" y="53242"/>
                  <a:pt x="247695" y="60305"/>
                </a:cubicBezTo>
                <a:cubicBezTo>
                  <a:pt x="252834" y="68002"/>
                  <a:pt x="256682" y="75699"/>
                  <a:pt x="260531" y="84052"/>
                </a:cubicBezTo>
                <a:cubicBezTo>
                  <a:pt x="263745" y="91748"/>
                  <a:pt x="266303" y="100735"/>
                  <a:pt x="268227" y="109066"/>
                </a:cubicBezTo>
                <a:cubicBezTo>
                  <a:pt x="269517" y="118053"/>
                  <a:pt x="270808" y="126406"/>
                  <a:pt x="270808" y="13539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3367" cap="flat">
            <a:solidFill>
              <a:srgbClr val="000000"/>
            </a:solidFill>
            <a:miter/>
          </a:ln>
        </p:spPr>
      </p:sp>
      <p:sp>
        <p:nvSpPr>
          <p:cNvPr id="43" name="Text 3">
            <a:extLst xmlns:a="http://schemas.openxmlformats.org/drawingml/2006/main">
              <a:ext uri="{FF2B5EF4-FFF2-40B4-BE49-F238E27FC236}">
                <a16:creationId xmlns:a16="http://schemas.microsoft.com/office/drawing/2014/main" id="{7D09D27E-0B46-4EB7-A9C2-AA6ABCB2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192" y="846789"/>
            <a:ext cx="74820" cy="125835"/>
          </a:xfrm>
          <a:custGeom xmlns:a="http://schemas.openxmlformats.org/drawingml/2006/main">
            <a:pathLst>
              <a:path w="74820" h="125835">
                <a:moveTo>
                  <a:pt x="70910" y="15304"/>
                </a:moveTo>
                <a:lnTo>
                  <a:pt x="70910" y="0"/>
                </a:lnTo>
                <a:lnTo>
                  <a:pt x="5101" y="0"/>
                </a:lnTo>
                <a:lnTo>
                  <a:pt x="5101" y="13944"/>
                </a:lnTo>
                <a:lnTo>
                  <a:pt x="55434" y="13944"/>
                </a:lnTo>
                <a:lnTo>
                  <a:pt x="24655" y="43872"/>
                </a:lnTo>
                <a:lnTo>
                  <a:pt x="24655" y="59176"/>
                </a:lnTo>
                <a:lnTo>
                  <a:pt x="37409" y="59176"/>
                </a:lnTo>
                <a:lnTo>
                  <a:pt x="38279" y="59186"/>
                </a:lnTo>
                <a:lnTo>
                  <a:pt x="39133" y="59216"/>
                </a:lnTo>
                <a:lnTo>
                  <a:pt x="39970" y="59266"/>
                </a:lnTo>
                <a:lnTo>
                  <a:pt x="40791" y="59337"/>
                </a:lnTo>
                <a:lnTo>
                  <a:pt x="41596" y="59427"/>
                </a:lnTo>
                <a:lnTo>
                  <a:pt x="42383" y="59538"/>
                </a:lnTo>
                <a:lnTo>
                  <a:pt x="43155" y="59668"/>
                </a:lnTo>
                <a:lnTo>
                  <a:pt x="43909" y="59819"/>
                </a:lnTo>
                <a:lnTo>
                  <a:pt x="44648" y="59989"/>
                </a:lnTo>
                <a:lnTo>
                  <a:pt x="45369" y="60180"/>
                </a:lnTo>
                <a:lnTo>
                  <a:pt x="46074" y="60391"/>
                </a:lnTo>
                <a:lnTo>
                  <a:pt x="46763" y="60622"/>
                </a:lnTo>
                <a:lnTo>
                  <a:pt x="47435" y="60873"/>
                </a:lnTo>
                <a:lnTo>
                  <a:pt x="48090" y="61144"/>
                </a:lnTo>
                <a:lnTo>
                  <a:pt x="48729" y="61435"/>
                </a:lnTo>
                <a:lnTo>
                  <a:pt x="49351" y="61747"/>
                </a:lnTo>
                <a:lnTo>
                  <a:pt x="49957" y="62078"/>
                </a:lnTo>
                <a:lnTo>
                  <a:pt x="50547" y="62429"/>
                </a:lnTo>
                <a:lnTo>
                  <a:pt x="51119" y="62801"/>
                </a:lnTo>
                <a:lnTo>
                  <a:pt x="51675" y="63193"/>
                </a:lnTo>
                <a:lnTo>
                  <a:pt x="52215" y="63604"/>
                </a:lnTo>
                <a:lnTo>
                  <a:pt x="52738" y="64036"/>
                </a:lnTo>
                <a:lnTo>
                  <a:pt x="53245" y="64488"/>
                </a:lnTo>
                <a:lnTo>
                  <a:pt x="53735" y="64960"/>
                </a:lnTo>
                <a:lnTo>
                  <a:pt x="54207" y="65450"/>
                </a:lnTo>
                <a:lnTo>
                  <a:pt x="54658" y="65956"/>
                </a:lnTo>
                <a:lnTo>
                  <a:pt x="55090" y="66479"/>
                </a:lnTo>
                <a:lnTo>
                  <a:pt x="55501" y="67019"/>
                </a:lnTo>
                <a:lnTo>
                  <a:pt x="55893" y="67575"/>
                </a:lnTo>
                <a:lnTo>
                  <a:pt x="56264" y="68148"/>
                </a:lnTo>
                <a:lnTo>
                  <a:pt x="56615" y="68737"/>
                </a:lnTo>
                <a:lnTo>
                  <a:pt x="56947" y="69343"/>
                </a:lnTo>
                <a:lnTo>
                  <a:pt x="57258" y="69965"/>
                </a:lnTo>
                <a:lnTo>
                  <a:pt x="57549" y="70604"/>
                </a:lnTo>
                <a:lnTo>
                  <a:pt x="57820" y="71259"/>
                </a:lnTo>
                <a:lnTo>
                  <a:pt x="58071" y="71931"/>
                </a:lnTo>
                <a:lnTo>
                  <a:pt x="58302" y="72620"/>
                </a:lnTo>
                <a:lnTo>
                  <a:pt x="58512" y="73325"/>
                </a:lnTo>
                <a:lnTo>
                  <a:pt x="58703" y="74046"/>
                </a:lnTo>
                <a:lnTo>
                  <a:pt x="58874" y="74784"/>
                </a:lnTo>
                <a:lnTo>
                  <a:pt x="59024" y="75539"/>
                </a:lnTo>
                <a:lnTo>
                  <a:pt x="59155" y="76310"/>
                </a:lnTo>
                <a:lnTo>
                  <a:pt x="59265" y="77097"/>
                </a:lnTo>
                <a:lnTo>
                  <a:pt x="59355" y="77901"/>
                </a:lnTo>
                <a:lnTo>
                  <a:pt x="59426" y="78722"/>
                </a:lnTo>
                <a:lnTo>
                  <a:pt x="59476" y="79559"/>
                </a:lnTo>
                <a:lnTo>
                  <a:pt x="59506" y="80413"/>
                </a:lnTo>
                <a:lnTo>
                  <a:pt x="59516" y="81283"/>
                </a:lnTo>
                <a:lnTo>
                  <a:pt x="59516" y="90126"/>
                </a:lnTo>
                <a:lnTo>
                  <a:pt x="59506" y="90942"/>
                </a:lnTo>
                <a:lnTo>
                  <a:pt x="59476" y="91744"/>
                </a:lnTo>
                <a:lnTo>
                  <a:pt x="59426" y="92534"/>
                </a:lnTo>
                <a:lnTo>
                  <a:pt x="59355" y="93310"/>
                </a:lnTo>
                <a:lnTo>
                  <a:pt x="59265" y="94073"/>
                </a:lnTo>
                <a:lnTo>
                  <a:pt x="59155" y="94824"/>
                </a:lnTo>
                <a:lnTo>
                  <a:pt x="59024" y="95561"/>
                </a:lnTo>
                <a:lnTo>
                  <a:pt x="58874" y="96286"/>
                </a:lnTo>
                <a:lnTo>
                  <a:pt x="58703" y="96997"/>
                </a:lnTo>
                <a:lnTo>
                  <a:pt x="58512" y="97696"/>
                </a:lnTo>
                <a:lnTo>
                  <a:pt x="58302" y="98381"/>
                </a:lnTo>
                <a:lnTo>
                  <a:pt x="58071" y="99054"/>
                </a:lnTo>
                <a:lnTo>
                  <a:pt x="57820" y="99713"/>
                </a:lnTo>
                <a:lnTo>
                  <a:pt x="57549" y="100360"/>
                </a:lnTo>
                <a:lnTo>
                  <a:pt x="57258" y="100993"/>
                </a:lnTo>
                <a:lnTo>
                  <a:pt x="56947" y="101614"/>
                </a:lnTo>
                <a:lnTo>
                  <a:pt x="56615" y="102221"/>
                </a:lnTo>
                <a:lnTo>
                  <a:pt x="56264" y="102816"/>
                </a:lnTo>
                <a:lnTo>
                  <a:pt x="55893" y="103397"/>
                </a:lnTo>
                <a:lnTo>
                  <a:pt x="55501" y="103966"/>
                </a:lnTo>
                <a:lnTo>
                  <a:pt x="55090" y="104521"/>
                </a:lnTo>
                <a:lnTo>
                  <a:pt x="54658" y="105064"/>
                </a:lnTo>
                <a:lnTo>
                  <a:pt x="54207" y="105593"/>
                </a:lnTo>
                <a:lnTo>
                  <a:pt x="53735" y="106110"/>
                </a:lnTo>
                <a:lnTo>
                  <a:pt x="53245" y="106609"/>
                </a:lnTo>
                <a:lnTo>
                  <a:pt x="52738" y="107088"/>
                </a:lnTo>
                <a:lnTo>
                  <a:pt x="52215" y="107545"/>
                </a:lnTo>
                <a:lnTo>
                  <a:pt x="51675" y="107980"/>
                </a:lnTo>
                <a:lnTo>
                  <a:pt x="51119" y="108395"/>
                </a:lnTo>
                <a:lnTo>
                  <a:pt x="50547" y="108788"/>
                </a:lnTo>
                <a:lnTo>
                  <a:pt x="49957" y="109160"/>
                </a:lnTo>
                <a:lnTo>
                  <a:pt x="49351" y="109511"/>
                </a:lnTo>
                <a:lnTo>
                  <a:pt x="48729" y="109840"/>
                </a:lnTo>
                <a:lnTo>
                  <a:pt x="48090" y="110148"/>
                </a:lnTo>
                <a:lnTo>
                  <a:pt x="47435" y="110435"/>
                </a:lnTo>
                <a:lnTo>
                  <a:pt x="46763" y="110701"/>
                </a:lnTo>
                <a:lnTo>
                  <a:pt x="46074" y="110945"/>
                </a:lnTo>
                <a:lnTo>
                  <a:pt x="45369" y="111168"/>
                </a:lnTo>
                <a:lnTo>
                  <a:pt x="44648" y="111370"/>
                </a:lnTo>
                <a:lnTo>
                  <a:pt x="43909" y="111551"/>
                </a:lnTo>
                <a:lnTo>
                  <a:pt x="43155" y="111710"/>
                </a:lnTo>
                <a:lnTo>
                  <a:pt x="42383" y="111848"/>
                </a:lnTo>
                <a:lnTo>
                  <a:pt x="41596" y="111965"/>
                </a:lnTo>
                <a:lnTo>
                  <a:pt x="40791" y="112061"/>
                </a:lnTo>
                <a:lnTo>
                  <a:pt x="39970" y="112135"/>
                </a:lnTo>
                <a:lnTo>
                  <a:pt x="39133" y="112189"/>
                </a:lnTo>
                <a:lnTo>
                  <a:pt x="38279" y="112220"/>
                </a:lnTo>
                <a:lnTo>
                  <a:pt x="37409" y="112231"/>
                </a:lnTo>
                <a:lnTo>
                  <a:pt x="36552" y="112221"/>
                </a:lnTo>
                <a:lnTo>
                  <a:pt x="35711" y="112190"/>
                </a:lnTo>
                <a:lnTo>
                  <a:pt x="34886" y="112139"/>
                </a:lnTo>
                <a:lnTo>
                  <a:pt x="34077" y="112068"/>
                </a:lnTo>
                <a:lnTo>
                  <a:pt x="33283" y="111976"/>
                </a:lnTo>
                <a:lnTo>
                  <a:pt x="32505" y="111864"/>
                </a:lnTo>
                <a:lnTo>
                  <a:pt x="31742" y="111732"/>
                </a:lnTo>
                <a:lnTo>
                  <a:pt x="30995" y="111579"/>
                </a:lnTo>
                <a:lnTo>
                  <a:pt x="30264" y="111406"/>
                </a:lnTo>
                <a:lnTo>
                  <a:pt x="29548" y="111213"/>
                </a:lnTo>
                <a:lnTo>
                  <a:pt x="28848" y="110999"/>
                </a:lnTo>
                <a:lnTo>
                  <a:pt x="28163" y="110764"/>
                </a:lnTo>
                <a:lnTo>
                  <a:pt x="27495" y="110510"/>
                </a:lnTo>
                <a:lnTo>
                  <a:pt x="26842" y="110235"/>
                </a:lnTo>
                <a:lnTo>
                  <a:pt x="26204" y="109939"/>
                </a:lnTo>
                <a:lnTo>
                  <a:pt x="25582" y="109624"/>
                </a:lnTo>
                <a:lnTo>
                  <a:pt x="24976" y="109287"/>
                </a:lnTo>
                <a:lnTo>
                  <a:pt x="24386" y="108931"/>
                </a:lnTo>
                <a:lnTo>
                  <a:pt x="23811" y="108554"/>
                </a:lnTo>
                <a:lnTo>
                  <a:pt x="23251" y="108157"/>
                </a:lnTo>
                <a:lnTo>
                  <a:pt x="22708" y="107739"/>
                </a:lnTo>
                <a:lnTo>
                  <a:pt x="22180" y="107301"/>
                </a:lnTo>
                <a:lnTo>
                  <a:pt x="21667" y="106843"/>
                </a:lnTo>
                <a:lnTo>
                  <a:pt x="21171" y="106364"/>
                </a:lnTo>
                <a:lnTo>
                  <a:pt x="20692" y="105868"/>
                </a:lnTo>
                <a:lnTo>
                  <a:pt x="20234" y="105355"/>
                </a:lnTo>
                <a:lnTo>
                  <a:pt x="19796" y="104827"/>
                </a:lnTo>
                <a:lnTo>
                  <a:pt x="19378" y="104284"/>
                </a:lnTo>
                <a:lnTo>
                  <a:pt x="18981" y="103724"/>
                </a:lnTo>
                <a:lnTo>
                  <a:pt x="18604" y="103149"/>
                </a:lnTo>
                <a:lnTo>
                  <a:pt x="18247" y="102559"/>
                </a:lnTo>
                <a:lnTo>
                  <a:pt x="17911" y="101953"/>
                </a:lnTo>
                <a:lnTo>
                  <a:pt x="17596" y="101331"/>
                </a:lnTo>
                <a:lnTo>
                  <a:pt x="17300" y="100693"/>
                </a:lnTo>
                <a:lnTo>
                  <a:pt x="17025" y="100040"/>
                </a:lnTo>
                <a:lnTo>
                  <a:pt x="16771" y="99371"/>
                </a:lnTo>
                <a:lnTo>
                  <a:pt x="16536" y="98687"/>
                </a:lnTo>
                <a:lnTo>
                  <a:pt x="16322" y="97987"/>
                </a:lnTo>
                <a:lnTo>
                  <a:pt x="16129" y="97271"/>
                </a:lnTo>
                <a:lnTo>
                  <a:pt x="15956" y="96540"/>
                </a:lnTo>
                <a:lnTo>
                  <a:pt x="15803" y="95793"/>
                </a:lnTo>
                <a:lnTo>
                  <a:pt x="15671" y="95030"/>
                </a:lnTo>
                <a:lnTo>
                  <a:pt x="15559" y="94252"/>
                </a:lnTo>
                <a:lnTo>
                  <a:pt x="15467" y="93458"/>
                </a:lnTo>
                <a:lnTo>
                  <a:pt x="15396" y="92649"/>
                </a:lnTo>
                <a:lnTo>
                  <a:pt x="15345" y="91824"/>
                </a:lnTo>
                <a:lnTo>
                  <a:pt x="15314" y="90983"/>
                </a:lnTo>
                <a:lnTo>
                  <a:pt x="15304" y="90126"/>
                </a:lnTo>
                <a:lnTo>
                  <a:pt x="0" y="90126"/>
                </a:lnTo>
                <a:lnTo>
                  <a:pt x="8" y="91014"/>
                </a:lnTo>
                <a:lnTo>
                  <a:pt x="32" y="91893"/>
                </a:lnTo>
                <a:lnTo>
                  <a:pt x="72" y="92762"/>
                </a:lnTo>
                <a:lnTo>
                  <a:pt x="128" y="93622"/>
                </a:lnTo>
                <a:lnTo>
                  <a:pt x="199" y="94472"/>
                </a:lnTo>
                <a:lnTo>
                  <a:pt x="287" y="95313"/>
                </a:lnTo>
                <a:lnTo>
                  <a:pt x="390" y="96144"/>
                </a:lnTo>
                <a:lnTo>
                  <a:pt x="510" y="96966"/>
                </a:lnTo>
                <a:lnTo>
                  <a:pt x="645" y="97779"/>
                </a:lnTo>
                <a:lnTo>
                  <a:pt x="797" y="98582"/>
                </a:lnTo>
                <a:lnTo>
                  <a:pt x="964" y="99375"/>
                </a:lnTo>
                <a:lnTo>
                  <a:pt x="1148" y="100160"/>
                </a:lnTo>
                <a:lnTo>
                  <a:pt x="1347" y="100934"/>
                </a:lnTo>
                <a:lnTo>
                  <a:pt x="1562" y="101699"/>
                </a:lnTo>
                <a:lnTo>
                  <a:pt x="1793" y="102455"/>
                </a:lnTo>
                <a:lnTo>
                  <a:pt x="2040" y="103202"/>
                </a:lnTo>
                <a:lnTo>
                  <a:pt x="2303" y="103938"/>
                </a:lnTo>
                <a:lnTo>
                  <a:pt x="2582" y="104666"/>
                </a:lnTo>
                <a:lnTo>
                  <a:pt x="2877" y="105384"/>
                </a:lnTo>
                <a:lnTo>
                  <a:pt x="3188" y="106092"/>
                </a:lnTo>
                <a:lnTo>
                  <a:pt x="3514" y="106791"/>
                </a:lnTo>
                <a:lnTo>
                  <a:pt x="3857" y="107481"/>
                </a:lnTo>
                <a:lnTo>
                  <a:pt x="4216" y="108161"/>
                </a:lnTo>
                <a:lnTo>
                  <a:pt x="4590" y="108832"/>
                </a:lnTo>
                <a:lnTo>
                  <a:pt x="4979" y="109492"/>
                </a:lnTo>
                <a:lnTo>
                  <a:pt x="5382" y="110140"/>
                </a:lnTo>
                <a:lnTo>
                  <a:pt x="5797" y="110775"/>
                </a:lnTo>
                <a:lnTo>
                  <a:pt x="6226" y="111399"/>
                </a:lnTo>
                <a:lnTo>
                  <a:pt x="6669" y="112011"/>
                </a:lnTo>
                <a:lnTo>
                  <a:pt x="7124" y="112610"/>
                </a:lnTo>
                <a:lnTo>
                  <a:pt x="7593" y="113197"/>
                </a:lnTo>
                <a:lnTo>
                  <a:pt x="8075" y="113773"/>
                </a:lnTo>
                <a:lnTo>
                  <a:pt x="8571" y="114336"/>
                </a:lnTo>
                <a:lnTo>
                  <a:pt x="9080" y="114887"/>
                </a:lnTo>
                <a:lnTo>
                  <a:pt x="9602" y="115426"/>
                </a:lnTo>
                <a:lnTo>
                  <a:pt x="10137" y="115953"/>
                </a:lnTo>
                <a:lnTo>
                  <a:pt x="10686" y="116467"/>
                </a:lnTo>
                <a:lnTo>
                  <a:pt x="11248" y="116970"/>
                </a:lnTo>
                <a:lnTo>
                  <a:pt x="11823" y="117460"/>
                </a:lnTo>
                <a:lnTo>
                  <a:pt x="12411" y="117939"/>
                </a:lnTo>
                <a:lnTo>
                  <a:pt x="13013" y="118405"/>
                </a:lnTo>
                <a:lnTo>
                  <a:pt x="13628" y="118860"/>
                </a:lnTo>
                <a:lnTo>
                  <a:pt x="14257" y="119302"/>
                </a:lnTo>
                <a:lnTo>
                  <a:pt x="14898" y="119732"/>
                </a:lnTo>
                <a:lnTo>
                  <a:pt x="15553" y="120150"/>
                </a:lnTo>
                <a:lnTo>
                  <a:pt x="16221" y="120555"/>
                </a:lnTo>
                <a:lnTo>
                  <a:pt x="16903" y="120949"/>
                </a:lnTo>
                <a:lnTo>
                  <a:pt x="17598" y="121331"/>
                </a:lnTo>
                <a:lnTo>
                  <a:pt x="18304" y="121698"/>
                </a:lnTo>
                <a:lnTo>
                  <a:pt x="19020" y="122050"/>
                </a:lnTo>
                <a:lnTo>
                  <a:pt x="19746" y="122387"/>
                </a:lnTo>
                <a:lnTo>
                  <a:pt x="20482" y="122707"/>
                </a:lnTo>
                <a:lnTo>
                  <a:pt x="21228" y="123012"/>
                </a:lnTo>
                <a:lnTo>
                  <a:pt x="21983" y="123302"/>
                </a:lnTo>
                <a:lnTo>
                  <a:pt x="22748" y="123575"/>
                </a:lnTo>
                <a:lnTo>
                  <a:pt x="23522" y="123833"/>
                </a:lnTo>
                <a:lnTo>
                  <a:pt x="24307" y="124076"/>
                </a:lnTo>
                <a:lnTo>
                  <a:pt x="25101" y="124303"/>
                </a:lnTo>
                <a:lnTo>
                  <a:pt x="25905" y="124514"/>
                </a:lnTo>
                <a:lnTo>
                  <a:pt x="26718" y="124709"/>
                </a:lnTo>
                <a:lnTo>
                  <a:pt x="27542" y="124889"/>
                </a:lnTo>
                <a:lnTo>
                  <a:pt x="28375" y="125053"/>
                </a:lnTo>
                <a:lnTo>
                  <a:pt x="29217" y="125202"/>
                </a:lnTo>
                <a:lnTo>
                  <a:pt x="30070" y="125335"/>
                </a:lnTo>
                <a:lnTo>
                  <a:pt x="30932" y="125452"/>
                </a:lnTo>
                <a:lnTo>
                  <a:pt x="31804" y="125554"/>
                </a:lnTo>
                <a:lnTo>
                  <a:pt x="32686" y="125640"/>
                </a:lnTo>
                <a:lnTo>
                  <a:pt x="33577" y="125710"/>
                </a:lnTo>
                <a:lnTo>
                  <a:pt x="34478" y="125765"/>
                </a:lnTo>
                <a:lnTo>
                  <a:pt x="35389" y="125804"/>
                </a:lnTo>
                <a:lnTo>
                  <a:pt x="36310" y="125828"/>
                </a:lnTo>
                <a:lnTo>
                  <a:pt x="37240" y="125835"/>
                </a:lnTo>
                <a:lnTo>
                  <a:pt x="38170" y="125828"/>
                </a:lnTo>
                <a:lnTo>
                  <a:pt x="39091" y="125804"/>
                </a:lnTo>
                <a:lnTo>
                  <a:pt x="40003" y="125765"/>
                </a:lnTo>
                <a:lnTo>
                  <a:pt x="40905" y="125710"/>
                </a:lnTo>
                <a:lnTo>
                  <a:pt x="41798" y="125640"/>
                </a:lnTo>
                <a:lnTo>
                  <a:pt x="42681" y="125554"/>
                </a:lnTo>
                <a:lnTo>
                  <a:pt x="43555" y="125452"/>
                </a:lnTo>
                <a:lnTo>
                  <a:pt x="44419" y="125335"/>
                </a:lnTo>
                <a:lnTo>
                  <a:pt x="45274" y="125202"/>
                </a:lnTo>
                <a:lnTo>
                  <a:pt x="46120" y="125053"/>
                </a:lnTo>
                <a:lnTo>
                  <a:pt x="46956" y="124889"/>
                </a:lnTo>
                <a:lnTo>
                  <a:pt x="47782" y="124709"/>
                </a:lnTo>
                <a:lnTo>
                  <a:pt x="48600" y="124514"/>
                </a:lnTo>
                <a:lnTo>
                  <a:pt x="49407" y="124303"/>
                </a:lnTo>
                <a:lnTo>
                  <a:pt x="50206" y="124076"/>
                </a:lnTo>
                <a:lnTo>
                  <a:pt x="50994" y="123833"/>
                </a:lnTo>
                <a:lnTo>
                  <a:pt x="51774" y="123575"/>
                </a:lnTo>
                <a:lnTo>
                  <a:pt x="52544" y="123302"/>
                </a:lnTo>
                <a:lnTo>
                  <a:pt x="53304" y="123012"/>
                </a:lnTo>
                <a:lnTo>
                  <a:pt x="54055" y="122707"/>
                </a:lnTo>
                <a:lnTo>
                  <a:pt x="54797" y="122387"/>
                </a:lnTo>
                <a:lnTo>
                  <a:pt x="55529" y="122050"/>
                </a:lnTo>
                <a:lnTo>
                  <a:pt x="56252" y="121698"/>
                </a:lnTo>
                <a:lnTo>
                  <a:pt x="56965" y="121331"/>
                </a:lnTo>
                <a:lnTo>
                  <a:pt x="57667" y="120949"/>
                </a:lnTo>
                <a:lnTo>
                  <a:pt x="58356" y="120555"/>
                </a:lnTo>
                <a:lnTo>
                  <a:pt x="59031" y="120150"/>
                </a:lnTo>
                <a:lnTo>
                  <a:pt x="59693" y="119732"/>
                </a:lnTo>
                <a:lnTo>
                  <a:pt x="60342" y="119302"/>
                </a:lnTo>
                <a:lnTo>
                  <a:pt x="60978" y="118860"/>
                </a:lnTo>
                <a:lnTo>
                  <a:pt x="61600" y="118405"/>
                </a:lnTo>
                <a:lnTo>
                  <a:pt x="62209" y="117939"/>
                </a:lnTo>
                <a:lnTo>
                  <a:pt x="62804" y="117460"/>
                </a:lnTo>
                <a:lnTo>
                  <a:pt x="63387" y="116970"/>
                </a:lnTo>
                <a:lnTo>
                  <a:pt x="63956" y="116467"/>
                </a:lnTo>
                <a:lnTo>
                  <a:pt x="64512" y="115953"/>
                </a:lnTo>
                <a:lnTo>
                  <a:pt x="65054" y="115426"/>
                </a:lnTo>
                <a:lnTo>
                  <a:pt x="65583" y="114887"/>
                </a:lnTo>
                <a:lnTo>
                  <a:pt x="66099" y="114336"/>
                </a:lnTo>
                <a:lnTo>
                  <a:pt x="66602" y="113773"/>
                </a:lnTo>
                <a:lnTo>
                  <a:pt x="67091" y="113197"/>
                </a:lnTo>
                <a:lnTo>
                  <a:pt x="67567" y="112610"/>
                </a:lnTo>
                <a:lnTo>
                  <a:pt x="68030" y="112011"/>
                </a:lnTo>
                <a:lnTo>
                  <a:pt x="68479" y="111399"/>
                </a:lnTo>
                <a:lnTo>
                  <a:pt x="68915" y="110775"/>
                </a:lnTo>
                <a:lnTo>
                  <a:pt x="69338" y="110140"/>
                </a:lnTo>
                <a:lnTo>
                  <a:pt x="69748" y="109492"/>
                </a:lnTo>
                <a:lnTo>
                  <a:pt x="70144" y="108832"/>
                </a:lnTo>
                <a:lnTo>
                  <a:pt x="70526" y="108161"/>
                </a:lnTo>
                <a:lnTo>
                  <a:pt x="70891" y="107481"/>
                </a:lnTo>
                <a:lnTo>
                  <a:pt x="71240" y="106791"/>
                </a:lnTo>
                <a:lnTo>
                  <a:pt x="71573" y="106092"/>
                </a:lnTo>
                <a:lnTo>
                  <a:pt x="71889" y="105384"/>
                </a:lnTo>
                <a:lnTo>
                  <a:pt x="72190" y="104666"/>
                </a:lnTo>
                <a:lnTo>
                  <a:pt x="72474" y="103938"/>
                </a:lnTo>
                <a:lnTo>
                  <a:pt x="72742" y="103202"/>
                </a:lnTo>
                <a:lnTo>
                  <a:pt x="72993" y="102455"/>
                </a:lnTo>
                <a:lnTo>
                  <a:pt x="73229" y="101699"/>
                </a:lnTo>
                <a:lnTo>
                  <a:pt x="73448" y="100934"/>
                </a:lnTo>
                <a:lnTo>
                  <a:pt x="73651" y="100160"/>
                </a:lnTo>
                <a:lnTo>
                  <a:pt x="73838" y="99375"/>
                </a:lnTo>
                <a:lnTo>
                  <a:pt x="74008" y="98582"/>
                </a:lnTo>
                <a:lnTo>
                  <a:pt x="74162" y="97779"/>
                </a:lnTo>
                <a:lnTo>
                  <a:pt x="74300" y="96966"/>
                </a:lnTo>
                <a:lnTo>
                  <a:pt x="74422" y="96144"/>
                </a:lnTo>
                <a:lnTo>
                  <a:pt x="74528" y="95313"/>
                </a:lnTo>
                <a:lnTo>
                  <a:pt x="74617" y="94472"/>
                </a:lnTo>
                <a:lnTo>
                  <a:pt x="74690" y="93622"/>
                </a:lnTo>
                <a:lnTo>
                  <a:pt x="74747" y="92762"/>
                </a:lnTo>
                <a:lnTo>
                  <a:pt x="74787" y="91893"/>
                </a:lnTo>
                <a:lnTo>
                  <a:pt x="74812" y="91014"/>
                </a:lnTo>
                <a:lnTo>
                  <a:pt x="74820" y="90126"/>
                </a:lnTo>
                <a:lnTo>
                  <a:pt x="74820" y="81283"/>
                </a:lnTo>
                <a:lnTo>
                  <a:pt x="74802" y="79934"/>
                </a:lnTo>
                <a:lnTo>
                  <a:pt x="74750" y="78608"/>
                </a:lnTo>
                <a:lnTo>
                  <a:pt x="74663" y="77305"/>
                </a:lnTo>
                <a:lnTo>
                  <a:pt x="74541" y="76026"/>
                </a:lnTo>
                <a:lnTo>
                  <a:pt x="74384" y="74769"/>
                </a:lnTo>
                <a:lnTo>
                  <a:pt x="74193" y="73535"/>
                </a:lnTo>
                <a:lnTo>
                  <a:pt x="73966" y="72324"/>
                </a:lnTo>
                <a:lnTo>
                  <a:pt x="73705" y="71136"/>
                </a:lnTo>
                <a:lnTo>
                  <a:pt x="73409" y="69972"/>
                </a:lnTo>
                <a:lnTo>
                  <a:pt x="73078" y="68830"/>
                </a:lnTo>
                <a:lnTo>
                  <a:pt x="72712" y="67711"/>
                </a:lnTo>
                <a:lnTo>
                  <a:pt x="72311" y="66616"/>
                </a:lnTo>
                <a:lnTo>
                  <a:pt x="71876" y="65543"/>
                </a:lnTo>
                <a:lnTo>
                  <a:pt x="71406" y="64494"/>
                </a:lnTo>
                <a:lnTo>
                  <a:pt x="70900" y="63467"/>
                </a:lnTo>
                <a:lnTo>
                  <a:pt x="70360" y="62464"/>
                </a:lnTo>
                <a:lnTo>
                  <a:pt x="69785" y="61483"/>
                </a:lnTo>
                <a:lnTo>
                  <a:pt x="69176" y="60526"/>
                </a:lnTo>
                <a:lnTo>
                  <a:pt x="68531" y="59592"/>
                </a:lnTo>
                <a:lnTo>
                  <a:pt x="67852" y="58681"/>
                </a:lnTo>
                <a:lnTo>
                  <a:pt x="67138" y="57792"/>
                </a:lnTo>
                <a:lnTo>
                  <a:pt x="66389" y="56927"/>
                </a:lnTo>
                <a:lnTo>
                  <a:pt x="65605" y="56085"/>
                </a:lnTo>
                <a:lnTo>
                  <a:pt x="64786" y="55266"/>
                </a:lnTo>
                <a:lnTo>
                  <a:pt x="63938" y="54475"/>
                </a:lnTo>
                <a:lnTo>
                  <a:pt x="63066" y="53717"/>
                </a:lnTo>
                <a:lnTo>
                  <a:pt x="62169" y="52994"/>
                </a:lnTo>
                <a:lnTo>
                  <a:pt x="61248" y="52304"/>
                </a:lnTo>
                <a:lnTo>
                  <a:pt x="60304" y="51647"/>
                </a:lnTo>
                <a:lnTo>
                  <a:pt x="59334" y="51025"/>
                </a:lnTo>
                <a:lnTo>
                  <a:pt x="58341" y="50436"/>
                </a:lnTo>
                <a:lnTo>
                  <a:pt x="57324" y="49880"/>
                </a:lnTo>
                <a:lnTo>
                  <a:pt x="56282" y="49358"/>
                </a:lnTo>
                <a:lnTo>
                  <a:pt x="55216" y="48870"/>
                </a:lnTo>
                <a:lnTo>
                  <a:pt x="54126" y="48416"/>
                </a:lnTo>
                <a:lnTo>
                  <a:pt x="53012" y="47995"/>
                </a:lnTo>
                <a:lnTo>
                  <a:pt x="51873" y="47608"/>
                </a:lnTo>
                <a:lnTo>
                  <a:pt x="50710" y="47255"/>
                </a:lnTo>
                <a:lnTo>
                  <a:pt x="49523" y="46935"/>
                </a:lnTo>
                <a:lnTo>
                  <a:pt x="48312" y="46649"/>
                </a:lnTo>
                <a:lnTo>
                  <a:pt x="47077" y="46396"/>
                </a:lnTo>
                <a:lnTo>
                  <a:pt x="45817" y="46178"/>
                </a:lnTo>
                <a:lnTo>
                  <a:pt x="44533" y="45992"/>
                </a:lnTo>
                <a:lnTo>
                  <a:pt x="43225" y="45841"/>
                </a:lnTo>
                <a:lnTo>
                  <a:pt x="41893" y="45723"/>
                </a:lnTo>
                <a:lnTo>
                  <a:pt x="40537" y="45639"/>
                </a:lnTo>
                <a:lnTo>
                  <a:pt x="39645" y="45606"/>
                </a:lnTo>
                <a:lnTo>
                  <a:pt x="70910" y="153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6430F-B801-43A3-9288-9CBDA9F1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581" y="949126"/>
            <a:ext cx="805949" cy="1356506"/>
          </a:xfrm>
          <a:custGeom xmlns:a="http://schemas.openxmlformats.org/drawingml/2006/main">
            <a:pathLst>
              <a:path w="805949" h="1356506">
                <a:moveTo>
                  <a:pt x="0" y="1341113"/>
                </a:moveTo>
                <a:cubicBezTo>
                  <a:pt x="14103" y="1334684"/>
                  <a:pt x="26938" y="1326354"/>
                  <a:pt x="39140" y="1316077"/>
                </a:cubicBezTo>
                <a:lnTo>
                  <a:pt x="50685" y="1328912"/>
                </a:lnTo>
                <a:cubicBezTo>
                  <a:pt x="36582" y="1340457"/>
                  <a:pt x="21822" y="1350100"/>
                  <a:pt x="6406" y="1356506"/>
                </a:cubicBezTo>
                <a:lnTo>
                  <a:pt x="0" y="1341113"/>
                </a:lnTo>
                <a:close/>
                <a:moveTo>
                  <a:pt x="74431" y="1278227"/>
                </a:moveTo>
                <a:cubicBezTo>
                  <a:pt x="82761" y="1266660"/>
                  <a:pt x="90481" y="1253847"/>
                  <a:pt x="97521" y="1239722"/>
                </a:cubicBezTo>
                <a:lnTo>
                  <a:pt x="112937" y="1247418"/>
                </a:lnTo>
                <a:cubicBezTo>
                  <a:pt x="105240" y="1262178"/>
                  <a:pt x="96887" y="1275647"/>
                  <a:pt x="87900" y="1287848"/>
                </a:cubicBezTo>
                <a:lnTo>
                  <a:pt x="74431" y="1278227"/>
                </a:lnTo>
                <a:close/>
                <a:moveTo>
                  <a:pt x="118075" y="1192229"/>
                </a:moveTo>
                <a:cubicBezTo>
                  <a:pt x="123848" y="1177470"/>
                  <a:pt x="128964" y="1160786"/>
                  <a:pt x="133468" y="1143469"/>
                </a:cubicBezTo>
                <a:lnTo>
                  <a:pt x="150152" y="1147951"/>
                </a:lnTo>
                <a:cubicBezTo>
                  <a:pt x="145013" y="1165925"/>
                  <a:pt x="139875" y="1182608"/>
                  <a:pt x="134102" y="1198658"/>
                </a:cubicBezTo>
                <a:lnTo>
                  <a:pt x="118075" y="1192229"/>
                </a:lnTo>
                <a:close/>
                <a:moveTo>
                  <a:pt x="144380" y="1097266"/>
                </a:moveTo>
                <a:cubicBezTo>
                  <a:pt x="148228" y="1081217"/>
                  <a:pt x="150786" y="1063899"/>
                  <a:pt x="154000" y="1046582"/>
                </a:cubicBezTo>
                <a:lnTo>
                  <a:pt x="170684" y="1049140"/>
                </a:lnTo>
                <a:cubicBezTo>
                  <a:pt x="167469" y="1067114"/>
                  <a:pt x="164911" y="1084431"/>
                  <a:pt x="161063" y="1100481"/>
                </a:cubicBezTo>
                <a:lnTo>
                  <a:pt x="144380" y="1097266"/>
                </a:lnTo>
                <a:close/>
                <a:moveTo>
                  <a:pt x="161063" y="991392"/>
                </a:moveTo>
                <a:cubicBezTo>
                  <a:pt x="162987" y="976633"/>
                  <a:pt x="164255" y="961240"/>
                  <a:pt x="165545" y="945190"/>
                </a:cubicBezTo>
                <a:lnTo>
                  <a:pt x="182885" y="946480"/>
                </a:lnTo>
                <a:cubicBezTo>
                  <a:pt x="181595" y="962507"/>
                  <a:pt x="179671" y="978557"/>
                  <a:pt x="178380" y="993317"/>
                </a:cubicBezTo>
                <a:lnTo>
                  <a:pt x="161063" y="991392"/>
                </a:lnTo>
                <a:close/>
                <a:moveTo>
                  <a:pt x="169394" y="896430"/>
                </a:moveTo>
                <a:cubicBezTo>
                  <a:pt x="170050" y="879746"/>
                  <a:pt x="170684" y="863063"/>
                  <a:pt x="171318" y="845089"/>
                </a:cubicBezTo>
                <a:lnTo>
                  <a:pt x="188001" y="845723"/>
                </a:lnTo>
                <a:cubicBezTo>
                  <a:pt x="188001" y="863696"/>
                  <a:pt x="186734" y="881014"/>
                  <a:pt x="186077" y="897697"/>
                </a:cubicBezTo>
                <a:lnTo>
                  <a:pt x="169394" y="896430"/>
                </a:lnTo>
                <a:close/>
                <a:moveTo>
                  <a:pt x="172608" y="791190"/>
                </a:moveTo>
                <a:cubicBezTo>
                  <a:pt x="172608" y="781569"/>
                  <a:pt x="172608" y="771926"/>
                  <a:pt x="172608" y="761671"/>
                </a:cubicBezTo>
                <a:cubicBezTo>
                  <a:pt x="172608" y="753318"/>
                  <a:pt x="172608" y="744987"/>
                  <a:pt x="173242" y="736634"/>
                </a:cubicBezTo>
                <a:lnTo>
                  <a:pt x="189925" y="737291"/>
                </a:lnTo>
                <a:cubicBezTo>
                  <a:pt x="189925" y="745621"/>
                  <a:pt x="189292" y="753318"/>
                  <a:pt x="189292" y="761671"/>
                </a:cubicBezTo>
                <a:cubicBezTo>
                  <a:pt x="189292" y="771926"/>
                  <a:pt x="189292" y="781569"/>
                  <a:pt x="189292" y="791824"/>
                </a:cubicBezTo>
                <a:lnTo>
                  <a:pt x="172608" y="791190"/>
                </a:lnTo>
                <a:close/>
                <a:moveTo>
                  <a:pt x="176456" y="685316"/>
                </a:moveTo>
                <a:cubicBezTo>
                  <a:pt x="177747" y="667976"/>
                  <a:pt x="180305" y="651292"/>
                  <a:pt x="182885" y="634609"/>
                </a:cubicBezTo>
                <a:lnTo>
                  <a:pt x="200203" y="637823"/>
                </a:lnTo>
                <a:cubicBezTo>
                  <a:pt x="196988" y="653873"/>
                  <a:pt x="195064" y="670557"/>
                  <a:pt x="193140" y="687240"/>
                </a:cubicBezTo>
                <a:lnTo>
                  <a:pt x="176456" y="685316"/>
                </a:lnTo>
                <a:close/>
                <a:moveTo>
                  <a:pt x="193774" y="583924"/>
                </a:moveTo>
                <a:cubicBezTo>
                  <a:pt x="198278" y="567241"/>
                  <a:pt x="202761" y="550557"/>
                  <a:pt x="208533" y="534508"/>
                </a:cubicBezTo>
                <a:lnTo>
                  <a:pt x="224583" y="540280"/>
                </a:lnTo>
                <a:cubicBezTo>
                  <a:pt x="218810" y="555696"/>
                  <a:pt x="214328" y="571723"/>
                  <a:pt x="210457" y="587773"/>
                </a:cubicBezTo>
                <a:lnTo>
                  <a:pt x="193774" y="583924"/>
                </a:lnTo>
                <a:close/>
                <a:moveTo>
                  <a:pt x="226507" y="486381"/>
                </a:moveTo>
                <a:cubicBezTo>
                  <a:pt x="232936" y="470354"/>
                  <a:pt x="240633" y="454938"/>
                  <a:pt x="248329" y="439545"/>
                </a:cubicBezTo>
                <a:lnTo>
                  <a:pt x="263722" y="447875"/>
                </a:lnTo>
                <a:cubicBezTo>
                  <a:pt x="256026" y="462635"/>
                  <a:pt x="248963" y="477394"/>
                  <a:pt x="241900" y="492810"/>
                </a:cubicBezTo>
                <a:lnTo>
                  <a:pt x="226507" y="486381"/>
                </a:lnTo>
                <a:close/>
                <a:moveTo>
                  <a:pt x="274000" y="395267"/>
                </a:moveTo>
                <a:cubicBezTo>
                  <a:pt x="282987" y="380507"/>
                  <a:pt x="292607" y="366382"/>
                  <a:pt x="302862" y="352279"/>
                </a:cubicBezTo>
                <a:lnTo>
                  <a:pt x="316354" y="362533"/>
                </a:lnTo>
                <a:cubicBezTo>
                  <a:pt x="306710" y="376025"/>
                  <a:pt x="297089" y="390128"/>
                  <a:pt x="288759" y="404254"/>
                </a:cubicBezTo>
                <a:lnTo>
                  <a:pt x="274000" y="395267"/>
                </a:lnTo>
                <a:close/>
                <a:moveTo>
                  <a:pt x="334961" y="311215"/>
                </a:moveTo>
                <a:cubicBezTo>
                  <a:pt x="345872" y="298380"/>
                  <a:pt x="356761" y="286178"/>
                  <a:pt x="368962" y="274000"/>
                </a:cubicBezTo>
                <a:lnTo>
                  <a:pt x="381164" y="285545"/>
                </a:lnTo>
                <a:cubicBezTo>
                  <a:pt x="369596" y="297723"/>
                  <a:pt x="358685" y="309925"/>
                  <a:pt x="347797" y="322104"/>
                </a:cubicBezTo>
                <a:lnTo>
                  <a:pt x="334961" y="311215"/>
                </a:lnTo>
                <a:close/>
                <a:moveTo>
                  <a:pt x="405544" y="237418"/>
                </a:moveTo>
                <a:cubicBezTo>
                  <a:pt x="418379" y="225873"/>
                  <a:pt x="431214" y="214962"/>
                  <a:pt x="444050" y="203394"/>
                </a:cubicBezTo>
                <a:lnTo>
                  <a:pt x="454938" y="216886"/>
                </a:lnTo>
                <a:cubicBezTo>
                  <a:pt x="442125" y="227797"/>
                  <a:pt x="429290" y="238686"/>
                  <a:pt x="417089" y="249597"/>
                </a:cubicBezTo>
                <a:lnTo>
                  <a:pt x="405544" y="237418"/>
                </a:lnTo>
                <a:close/>
                <a:moveTo>
                  <a:pt x="484457" y="171952"/>
                </a:moveTo>
                <a:cubicBezTo>
                  <a:pt x="497949" y="161697"/>
                  <a:pt x="512052" y="152076"/>
                  <a:pt x="526811" y="141799"/>
                </a:cubicBezTo>
                <a:lnTo>
                  <a:pt x="536432" y="155924"/>
                </a:lnTo>
                <a:cubicBezTo>
                  <a:pt x="521672" y="165545"/>
                  <a:pt x="508203" y="175822"/>
                  <a:pt x="494734" y="186077"/>
                </a:cubicBezTo>
                <a:lnTo>
                  <a:pt x="484457" y="171952"/>
                </a:lnTo>
                <a:close/>
                <a:moveTo>
                  <a:pt x="569165" y="114861"/>
                </a:moveTo>
                <a:cubicBezTo>
                  <a:pt x="584558" y="105874"/>
                  <a:pt x="598684" y="97521"/>
                  <a:pt x="614077" y="88534"/>
                </a:cubicBezTo>
                <a:lnTo>
                  <a:pt x="622430" y="103293"/>
                </a:lnTo>
                <a:cubicBezTo>
                  <a:pt x="607671" y="111646"/>
                  <a:pt x="592911" y="120633"/>
                  <a:pt x="578786" y="128964"/>
                </a:cubicBezTo>
                <a:lnTo>
                  <a:pt x="569165" y="114861"/>
                </a:lnTo>
                <a:close/>
                <a:moveTo>
                  <a:pt x="660279" y="64154"/>
                </a:moveTo>
                <a:cubicBezTo>
                  <a:pt x="675039" y="56457"/>
                  <a:pt x="689798" y="48760"/>
                  <a:pt x="705214" y="41698"/>
                </a:cubicBezTo>
                <a:lnTo>
                  <a:pt x="712254" y="57091"/>
                </a:lnTo>
                <a:cubicBezTo>
                  <a:pt x="697495" y="64154"/>
                  <a:pt x="682735" y="71216"/>
                  <a:pt x="667976" y="78913"/>
                </a:cubicBezTo>
                <a:lnTo>
                  <a:pt x="660279" y="64154"/>
                </a:lnTo>
                <a:close/>
                <a:moveTo>
                  <a:pt x="751394" y="20532"/>
                </a:moveTo>
                <a:cubicBezTo>
                  <a:pt x="766810" y="13469"/>
                  <a:pt x="782837" y="6406"/>
                  <a:pt x="799520" y="0"/>
                </a:cubicBezTo>
                <a:lnTo>
                  <a:pt x="805949" y="16027"/>
                </a:lnTo>
                <a:cubicBezTo>
                  <a:pt x="789266" y="22456"/>
                  <a:pt x="773872" y="28862"/>
                  <a:pt x="758457" y="35925"/>
                </a:cubicBezTo>
                <a:lnTo>
                  <a:pt x="751394" y="20532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941CC-34B5-4E8A-A17F-8C659D43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151" y="923455"/>
            <a:ext cx="72507" cy="46202"/>
          </a:xfrm>
          <a:custGeom xmlns:a="http://schemas.openxmlformats.org/drawingml/2006/main">
            <a:pathLst>
              <a:path w="72507" h="46202">
                <a:moveTo>
                  <a:pt x="72507" y="0"/>
                </a:moveTo>
                <a:lnTo>
                  <a:pt x="16684" y="46202"/>
                </a:lnTo>
                <a:lnTo>
                  <a:pt x="0" y="3848"/>
                </a:lnTo>
                <a:lnTo>
                  <a:pt x="72507" y="0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CA2D3-5CE4-414E-90A2-742B3BFC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151" y="923455"/>
            <a:ext cx="72507" cy="46202"/>
          </a:xfrm>
          <a:custGeom xmlns:a="http://schemas.openxmlformats.org/drawingml/2006/main">
            <a:pathLst>
              <a:path w="72507" h="46202" fill="none">
                <a:moveTo>
                  <a:pt x="72507" y="0"/>
                </a:moveTo>
                <a:lnTo>
                  <a:pt x="16684" y="46202"/>
                </a:lnTo>
                <a:lnTo>
                  <a:pt x="0" y="3848"/>
                </a:lnTo>
                <a:lnTo>
                  <a:pt x="7250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FF3333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39F04-EF02-4ECD-ABC5-4836210D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431" y="1668443"/>
            <a:ext cx="917618" cy="221368"/>
          </a:xfrm>
          <a:custGeom xmlns:a="http://schemas.openxmlformats.org/drawingml/2006/main">
            <a:pathLst>
              <a:path w="917618" h="221368">
                <a:moveTo>
                  <a:pt x="0" y="0"/>
                </a:moveTo>
                <a:lnTo>
                  <a:pt x="917618" y="0"/>
                </a:lnTo>
                <a:lnTo>
                  <a:pt x="917618" y="221368"/>
                </a:lnTo>
                <a:lnTo>
                  <a:pt x="0" y="2213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4">
            <a:extLst xmlns:a="http://schemas.openxmlformats.org/drawingml/2006/main">
              <a:ext uri="{FF2B5EF4-FFF2-40B4-BE49-F238E27FC236}">
                <a16:creationId xmlns:a16="http://schemas.microsoft.com/office/drawing/2014/main" id="{79393AC0-7A5E-4516-A190-E182FC35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98" y="1577040"/>
            <a:ext cx="71421" cy="124136"/>
          </a:xfrm>
          <a:custGeom xmlns:a="http://schemas.openxmlformats.org/drawingml/2006/main">
            <a:pathLst>
              <a:path w="71421" h="124136">
                <a:moveTo>
                  <a:pt x="56117" y="124136"/>
                </a:moveTo>
                <a:lnTo>
                  <a:pt x="56117" y="96927"/>
                </a:lnTo>
                <a:lnTo>
                  <a:pt x="0" y="96927"/>
                </a:lnTo>
                <a:lnTo>
                  <a:pt x="0" y="72952"/>
                </a:lnTo>
                <a:lnTo>
                  <a:pt x="49145" y="0"/>
                </a:lnTo>
                <a:lnTo>
                  <a:pt x="65808" y="0"/>
                </a:lnTo>
                <a:lnTo>
                  <a:pt x="15304" y="76182"/>
                </a:lnTo>
                <a:lnTo>
                  <a:pt x="15304" y="82983"/>
                </a:lnTo>
                <a:lnTo>
                  <a:pt x="56117" y="82983"/>
                </a:lnTo>
                <a:lnTo>
                  <a:pt x="56117" y="52715"/>
                </a:lnTo>
                <a:lnTo>
                  <a:pt x="71421" y="52715"/>
                </a:lnTo>
                <a:lnTo>
                  <a:pt x="71421" y="124136"/>
                </a:lnTo>
                <a:lnTo>
                  <a:pt x="56117" y="1241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E12C3-424F-4A0A-93F5-552EA963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074" y="1217987"/>
            <a:ext cx="270808" cy="270785"/>
          </a:xfrm>
          <a:custGeom xmlns:a="http://schemas.openxmlformats.org/drawingml/2006/main">
            <a:pathLst>
              <a:path w="270808" h="270785">
                <a:moveTo>
                  <a:pt x="270808" y="136026"/>
                </a:moveTo>
                <a:cubicBezTo>
                  <a:pt x="270808" y="144380"/>
                  <a:pt x="269517" y="153366"/>
                  <a:pt x="268227" y="162331"/>
                </a:cubicBezTo>
                <a:cubicBezTo>
                  <a:pt x="266303" y="170684"/>
                  <a:pt x="263745" y="179014"/>
                  <a:pt x="260531" y="187367"/>
                </a:cubicBezTo>
                <a:cubicBezTo>
                  <a:pt x="256682" y="195698"/>
                  <a:pt x="252834" y="203417"/>
                  <a:pt x="247695" y="210457"/>
                </a:cubicBezTo>
                <a:cubicBezTo>
                  <a:pt x="242557" y="218177"/>
                  <a:pt x="237441" y="224583"/>
                  <a:pt x="231012" y="230989"/>
                </a:cubicBezTo>
                <a:cubicBezTo>
                  <a:pt x="224605" y="237418"/>
                  <a:pt x="218177" y="243191"/>
                  <a:pt x="210480" y="247673"/>
                </a:cubicBezTo>
                <a:cubicBezTo>
                  <a:pt x="203417" y="252811"/>
                  <a:pt x="195720" y="256660"/>
                  <a:pt x="186734" y="260508"/>
                </a:cubicBezTo>
                <a:cubicBezTo>
                  <a:pt x="178403" y="263722"/>
                  <a:pt x="170050" y="266303"/>
                  <a:pt x="161063" y="268227"/>
                </a:cubicBezTo>
                <a:cubicBezTo>
                  <a:pt x="152733" y="269495"/>
                  <a:pt x="143746" y="270785"/>
                  <a:pt x="134759" y="270785"/>
                </a:cubicBezTo>
                <a:cubicBezTo>
                  <a:pt x="125772" y="270785"/>
                  <a:pt x="117441" y="269495"/>
                  <a:pt x="108454" y="268227"/>
                </a:cubicBezTo>
                <a:cubicBezTo>
                  <a:pt x="100101" y="266303"/>
                  <a:pt x="91771" y="263722"/>
                  <a:pt x="83418" y="260508"/>
                </a:cubicBezTo>
                <a:cubicBezTo>
                  <a:pt x="75087" y="256660"/>
                  <a:pt x="67391" y="252811"/>
                  <a:pt x="59694" y="247673"/>
                </a:cubicBezTo>
                <a:cubicBezTo>
                  <a:pt x="52631" y="243191"/>
                  <a:pt x="45569" y="237418"/>
                  <a:pt x="39796" y="230989"/>
                </a:cubicBezTo>
                <a:cubicBezTo>
                  <a:pt x="33367" y="224583"/>
                  <a:pt x="27595" y="218177"/>
                  <a:pt x="22456" y="210457"/>
                </a:cubicBezTo>
                <a:cubicBezTo>
                  <a:pt x="17974" y="203417"/>
                  <a:pt x="13492" y="195698"/>
                  <a:pt x="10277" y="187367"/>
                </a:cubicBezTo>
                <a:cubicBezTo>
                  <a:pt x="7063" y="179014"/>
                  <a:pt x="4505" y="170684"/>
                  <a:pt x="2581" y="162331"/>
                </a:cubicBezTo>
                <a:cubicBezTo>
                  <a:pt x="656" y="153366"/>
                  <a:pt x="0" y="144380"/>
                  <a:pt x="0" y="136026"/>
                </a:cubicBezTo>
                <a:cubicBezTo>
                  <a:pt x="0" y="127039"/>
                  <a:pt x="656" y="118053"/>
                  <a:pt x="2581" y="109088"/>
                </a:cubicBezTo>
                <a:cubicBezTo>
                  <a:pt x="4505" y="100735"/>
                  <a:pt x="7063" y="92405"/>
                  <a:pt x="10277" y="84052"/>
                </a:cubicBezTo>
                <a:cubicBezTo>
                  <a:pt x="13492" y="75721"/>
                  <a:pt x="17974" y="68002"/>
                  <a:pt x="22456" y="60962"/>
                </a:cubicBezTo>
                <a:cubicBezTo>
                  <a:pt x="27595" y="53242"/>
                  <a:pt x="33367" y="46202"/>
                  <a:pt x="39796" y="39773"/>
                </a:cubicBezTo>
                <a:cubicBezTo>
                  <a:pt x="45569" y="33367"/>
                  <a:pt x="52631" y="27595"/>
                  <a:pt x="59694" y="23090"/>
                </a:cubicBezTo>
                <a:cubicBezTo>
                  <a:pt x="67391" y="17951"/>
                  <a:pt x="75087" y="14103"/>
                  <a:pt x="83418" y="10255"/>
                </a:cubicBezTo>
                <a:cubicBezTo>
                  <a:pt x="91771" y="7063"/>
                  <a:pt x="100101" y="4482"/>
                  <a:pt x="108454" y="2558"/>
                </a:cubicBezTo>
                <a:cubicBezTo>
                  <a:pt x="117441" y="1268"/>
                  <a:pt x="125772" y="0"/>
                  <a:pt x="134759" y="0"/>
                </a:cubicBezTo>
                <a:cubicBezTo>
                  <a:pt x="143746" y="0"/>
                  <a:pt x="152733" y="1268"/>
                  <a:pt x="161063" y="2558"/>
                </a:cubicBezTo>
                <a:cubicBezTo>
                  <a:pt x="170050" y="4482"/>
                  <a:pt x="178403" y="7063"/>
                  <a:pt x="186734" y="10255"/>
                </a:cubicBezTo>
                <a:cubicBezTo>
                  <a:pt x="195720" y="14103"/>
                  <a:pt x="203417" y="17951"/>
                  <a:pt x="210480" y="23090"/>
                </a:cubicBezTo>
                <a:cubicBezTo>
                  <a:pt x="218177" y="27595"/>
                  <a:pt x="224605" y="33367"/>
                  <a:pt x="231012" y="39773"/>
                </a:cubicBezTo>
                <a:cubicBezTo>
                  <a:pt x="237441" y="46202"/>
                  <a:pt x="242557" y="53242"/>
                  <a:pt x="247695" y="60962"/>
                </a:cubicBezTo>
                <a:cubicBezTo>
                  <a:pt x="252834" y="68002"/>
                  <a:pt x="256682" y="75721"/>
                  <a:pt x="260531" y="84052"/>
                </a:cubicBezTo>
                <a:cubicBezTo>
                  <a:pt x="263745" y="92405"/>
                  <a:pt x="266303" y="100735"/>
                  <a:pt x="268227" y="109088"/>
                </a:cubicBezTo>
                <a:cubicBezTo>
                  <a:pt x="269517" y="118053"/>
                  <a:pt x="270808" y="127039"/>
                  <a:pt x="270808" y="136026"/>
                </a:cubicBez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C5922-4253-417D-B20B-CB1EAC85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074" y="1217987"/>
            <a:ext cx="270808" cy="270785"/>
          </a:xfrm>
          <a:custGeom xmlns:a="http://schemas.openxmlformats.org/drawingml/2006/main">
            <a:pathLst>
              <a:path w="270808" h="270785" fill="none">
                <a:moveTo>
                  <a:pt x="270808" y="136026"/>
                </a:moveTo>
                <a:cubicBezTo>
                  <a:pt x="270808" y="144380"/>
                  <a:pt x="269517" y="153366"/>
                  <a:pt x="268227" y="162331"/>
                </a:cubicBezTo>
                <a:cubicBezTo>
                  <a:pt x="266303" y="170684"/>
                  <a:pt x="263745" y="179014"/>
                  <a:pt x="260531" y="187367"/>
                </a:cubicBezTo>
                <a:cubicBezTo>
                  <a:pt x="256682" y="195698"/>
                  <a:pt x="252834" y="203417"/>
                  <a:pt x="247695" y="210457"/>
                </a:cubicBezTo>
                <a:cubicBezTo>
                  <a:pt x="242557" y="218177"/>
                  <a:pt x="237441" y="224583"/>
                  <a:pt x="231012" y="230989"/>
                </a:cubicBezTo>
                <a:cubicBezTo>
                  <a:pt x="224605" y="237418"/>
                  <a:pt x="218177" y="243191"/>
                  <a:pt x="210480" y="247673"/>
                </a:cubicBezTo>
                <a:cubicBezTo>
                  <a:pt x="203417" y="252811"/>
                  <a:pt x="195720" y="256660"/>
                  <a:pt x="186734" y="260508"/>
                </a:cubicBezTo>
                <a:cubicBezTo>
                  <a:pt x="178403" y="263722"/>
                  <a:pt x="170050" y="266303"/>
                  <a:pt x="161063" y="268227"/>
                </a:cubicBezTo>
                <a:cubicBezTo>
                  <a:pt x="152733" y="269495"/>
                  <a:pt x="143746" y="270785"/>
                  <a:pt x="134759" y="270785"/>
                </a:cubicBezTo>
                <a:cubicBezTo>
                  <a:pt x="125772" y="270785"/>
                  <a:pt x="117441" y="269495"/>
                  <a:pt x="108454" y="268227"/>
                </a:cubicBezTo>
                <a:cubicBezTo>
                  <a:pt x="100101" y="266303"/>
                  <a:pt x="91771" y="263722"/>
                  <a:pt x="83418" y="260508"/>
                </a:cubicBezTo>
                <a:cubicBezTo>
                  <a:pt x="75087" y="256660"/>
                  <a:pt x="67391" y="252811"/>
                  <a:pt x="59694" y="247673"/>
                </a:cubicBezTo>
                <a:cubicBezTo>
                  <a:pt x="52631" y="243191"/>
                  <a:pt x="45569" y="237418"/>
                  <a:pt x="39796" y="230989"/>
                </a:cubicBezTo>
                <a:cubicBezTo>
                  <a:pt x="33367" y="224583"/>
                  <a:pt x="27595" y="218177"/>
                  <a:pt x="22456" y="210457"/>
                </a:cubicBezTo>
                <a:cubicBezTo>
                  <a:pt x="17974" y="203417"/>
                  <a:pt x="13492" y="195698"/>
                  <a:pt x="10277" y="187367"/>
                </a:cubicBezTo>
                <a:cubicBezTo>
                  <a:pt x="7063" y="179014"/>
                  <a:pt x="4505" y="170684"/>
                  <a:pt x="2581" y="162331"/>
                </a:cubicBezTo>
                <a:cubicBezTo>
                  <a:pt x="656" y="153366"/>
                  <a:pt x="0" y="144380"/>
                  <a:pt x="0" y="136026"/>
                </a:cubicBezTo>
                <a:cubicBezTo>
                  <a:pt x="0" y="127039"/>
                  <a:pt x="656" y="118053"/>
                  <a:pt x="2581" y="109088"/>
                </a:cubicBezTo>
                <a:cubicBezTo>
                  <a:pt x="4505" y="100735"/>
                  <a:pt x="7063" y="92405"/>
                  <a:pt x="10277" y="84052"/>
                </a:cubicBezTo>
                <a:cubicBezTo>
                  <a:pt x="13492" y="75721"/>
                  <a:pt x="17974" y="68002"/>
                  <a:pt x="22456" y="60962"/>
                </a:cubicBezTo>
                <a:cubicBezTo>
                  <a:pt x="27595" y="53242"/>
                  <a:pt x="33367" y="46202"/>
                  <a:pt x="39796" y="39773"/>
                </a:cubicBezTo>
                <a:cubicBezTo>
                  <a:pt x="45569" y="33367"/>
                  <a:pt x="52631" y="27595"/>
                  <a:pt x="59694" y="23090"/>
                </a:cubicBezTo>
                <a:cubicBezTo>
                  <a:pt x="67391" y="17951"/>
                  <a:pt x="75087" y="14103"/>
                  <a:pt x="83418" y="10255"/>
                </a:cubicBezTo>
                <a:cubicBezTo>
                  <a:pt x="91771" y="7063"/>
                  <a:pt x="100101" y="4482"/>
                  <a:pt x="108454" y="2558"/>
                </a:cubicBezTo>
                <a:cubicBezTo>
                  <a:pt x="117441" y="1268"/>
                  <a:pt x="125772" y="0"/>
                  <a:pt x="134759" y="0"/>
                </a:cubicBezTo>
                <a:cubicBezTo>
                  <a:pt x="143746" y="0"/>
                  <a:pt x="152733" y="1268"/>
                  <a:pt x="161063" y="2558"/>
                </a:cubicBezTo>
                <a:cubicBezTo>
                  <a:pt x="170050" y="4482"/>
                  <a:pt x="178403" y="7063"/>
                  <a:pt x="186734" y="10255"/>
                </a:cubicBezTo>
                <a:cubicBezTo>
                  <a:pt x="195720" y="14103"/>
                  <a:pt x="203417" y="17951"/>
                  <a:pt x="210480" y="23090"/>
                </a:cubicBezTo>
                <a:cubicBezTo>
                  <a:pt x="218177" y="27595"/>
                  <a:pt x="224605" y="33367"/>
                  <a:pt x="231012" y="39773"/>
                </a:cubicBezTo>
                <a:cubicBezTo>
                  <a:pt x="237441" y="46202"/>
                  <a:pt x="242557" y="53242"/>
                  <a:pt x="247695" y="60962"/>
                </a:cubicBezTo>
                <a:cubicBezTo>
                  <a:pt x="252834" y="68002"/>
                  <a:pt x="256682" y="75721"/>
                  <a:pt x="260531" y="84052"/>
                </a:cubicBezTo>
                <a:cubicBezTo>
                  <a:pt x="263745" y="92405"/>
                  <a:pt x="266303" y="100735"/>
                  <a:pt x="268227" y="109088"/>
                </a:cubicBezTo>
                <a:cubicBezTo>
                  <a:pt x="269517" y="118053"/>
                  <a:pt x="270808" y="127039"/>
                  <a:pt x="270808" y="13602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3367" cap="flat">
            <a:solidFill>
              <a:srgbClr val="FF3333"/>
            </a:solidFill>
            <a:miter/>
          </a:ln>
        </p:spPr>
      </p:sp>
      <p:sp>
        <p:nvSpPr>
          <p:cNvPr id="51" name="Text Speculate">
            <a:extLst xmlns:a="http://schemas.openxmlformats.org/drawingml/2006/main">
              <a:ext uri="{FF2B5EF4-FFF2-40B4-BE49-F238E27FC236}">
                <a16:creationId xmlns:a16="http://schemas.microsoft.com/office/drawing/2014/main" id="{353290FE-F37B-4A67-9F08-8627FAEB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345" y="1727879"/>
            <a:ext cx="901775" cy="156614"/>
          </a:xfrm>
          <a:custGeom xmlns:a="http://schemas.openxmlformats.org/drawingml/2006/main">
            <a:pathLst>
              <a:path w="901775" h="156614">
                <a:moveTo>
                  <a:pt x="43171" y="127588"/>
                </a:moveTo>
                <a:lnTo>
                  <a:pt x="44076" y="127522"/>
                </a:lnTo>
                <a:lnTo>
                  <a:pt x="44972" y="127441"/>
                </a:lnTo>
                <a:lnTo>
                  <a:pt x="45858" y="127345"/>
                </a:lnTo>
                <a:lnTo>
                  <a:pt x="46734" y="127234"/>
                </a:lnTo>
                <a:lnTo>
                  <a:pt x="47601" y="127108"/>
                </a:lnTo>
                <a:lnTo>
                  <a:pt x="48458" y="126968"/>
                </a:lnTo>
                <a:lnTo>
                  <a:pt x="49305" y="126813"/>
                </a:lnTo>
                <a:lnTo>
                  <a:pt x="50142" y="126644"/>
                </a:lnTo>
                <a:lnTo>
                  <a:pt x="50970" y="126459"/>
                </a:lnTo>
                <a:lnTo>
                  <a:pt x="51788" y="126260"/>
                </a:lnTo>
                <a:lnTo>
                  <a:pt x="52596" y="126046"/>
                </a:lnTo>
                <a:lnTo>
                  <a:pt x="53394" y="125817"/>
                </a:lnTo>
                <a:lnTo>
                  <a:pt x="54183" y="125574"/>
                </a:lnTo>
                <a:lnTo>
                  <a:pt x="54962" y="125315"/>
                </a:lnTo>
                <a:lnTo>
                  <a:pt x="55731" y="125042"/>
                </a:lnTo>
                <a:lnTo>
                  <a:pt x="56490" y="124755"/>
                </a:lnTo>
                <a:lnTo>
                  <a:pt x="57240" y="124452"/>
                </a:lnTo>
                <a:lnTo>
                  <a:pt x="57980" y="124135"/>
                </a:lnTo>
                <a:lnTo>
                  <a:pt x="58710" y="123803"/>
                </a:lnTo>
                <a:lnTo>
                  <a:pt x="59430" y="123456"/>
                </a:lnTo>
                <a:lnTo>
                  <a:pt x="60139" y="123096"/>
                </a:lnTo>
                <a:lnTo>
                  <a:pt x="60835" y="122724"/>
                </a:lnTo>
                <a:lnTo>
                  <a:pt x="61518" y="122340"/>
                </a:lnTo>
                <a:lnTo>
                  <a:pt x="62187" y="121945"/>
                </a:lnTo>
                <a:lnTo>
                  <a:pt x="62843" y="121537"/>
                </a:lnTo>
                <a:lnTo>
                  <a:pt x="63485" y="121118"/>
                </a:lnTo>
                <a:lnTo>
                  <a:pt x="64115" y="120687"/>
                </a:lnTo>
                <a:lnTo>
                  <a:pt x="64731" y="120245"/>
                </a:lnTo>
                <a:lnTo>
                  <a:pt x="65334" y="119790"/>
                </a:lnTo>
                <a:lnTo>
                  <a:pt x="65923" y="119324"/>
                </a:lnTo>
                <a:lnTo>
                  <a:pt x="66499" y="118845"/>
                </a:lnTo>
                <a:lnTo>
                  <a:pt x="67062" y="118355"/>
                </a:lnTo>
                <a:lnTo>
                  <a:pt x="67612" y="117853"/>
                </a:lnTo>
                <a:lnTo>
                  <a:pt x="68148" y="117340"/>
                </a:lnTo>
                <a:lnTo>
                  <a:pt x="68671" y="116814"/>
                </a:lnTo>
                <a:lnTo>
                  <a:pt x="69181" y="116277"/>
                </a:lnTo>
                <a:lnTo>
                  <a:pt x="69677" y="115728"/>
                </a:lnTo>
                <a:lnTo>
                  <a:pt x="70160" y="115167"/>
                </a:lnTo>
                <a:lnTo>
                  <a:pt x="70630" y="114594"/>
                </a:lnTo>
                <a:lnTo>
                  <a:pt x="71087" y="114010"/>
                </a:lnTo>
                <a:lnTo>
                  <a:pt x="71530" y="113414"/>
                </a:lnTo>
                <a:lnTo>
                  <a:pt x="71960" y="112806"/>
                </a:lnTo>
                <a:lnTo>
                  <a:pt x="72377" y="112186"/>
                </a:lnTo>
                <a:lnTo>
                  <a:pt x="72780" y="111554"/>
                </a:lnTo>
                <a:lnTo>
                  <a:pt x="73169" y="110912"/>
                </a:lnTo>
                <a:lnTo>
                  <a:pt x="73541" y="110260"/>
                </a:lnTo>
                <a:lnTo>
                  <a:pt x="73896" y="109600"/>
                </a:lnTo>
                <a:lnTo>
                  <a:pt x="74235" y="108932"/>
                </a:lnTo>
                <a:lnTo>
                  <a:pt x="74558" y="108254"/>
                </a:lnTo>
                <a:lnTo>
                  <a:pt x="74863" y="107567"/>
                </a:lnTo>
                <a:lnTo>
                  <a:pt x="75153" y="106872"/>
                </a:lnTo>
                <a:lnTo>
                  <a:pt x="75426" y="106168"/>
                </a:lnTo>
                <a:lnTo>
                  <a:pt x="75682" y="105455"/>
                </a:lnTo>
                <a:lnTo>
                  <a:pt x="75922" y="104733"/>
                </a:lnTo>
                <a:lnTo>
                  <a:pt x="76145" y="104002"/>
                </a:lnTo>
                <a:lnTo>
                  <a:pt x="76351" y="103262"/>
                </a:lnTo>
                <a:lnTo>
                  <a:pt x="76542" y="102514"/>
                </a:lnTo>
                <a:lnTo>
                  <a:pt x="76715" y="101756"/>
                </a:lnTo>
                <a:lnTo>
                  <a:pt x="76872" y="100990"/>
                </a:lnTo>
                <a:lnTo>
                  <a:pt x="77013" y="100215"/>
                </a:lnTo>
                <a:lnTo>
                  <a:pt x="77137" y="99431"/>
                </a:lnTo>
                <a:lnTo>
                  <a:pt x="77244" y="98639"/>
                </a:lnTo>
                <a:lnTo>
                  <a:pt x="77335" y="97837"/>
                </a:lnTo>
                <a:lnTo>
                  <a:pt x="77409" y="97027"/>
                </a:lnTo>
                <a:lnTo>
                  <a:pt x="77467" y="96208"/>
                </a:lnTo>
                <a:lnTo>
                  <a:pt x="77509" y="95379"/>
                </a:lnTo>
                <a:lnTo>
                  <a:pt x="77533" y="94542"/>
                </a:lnTo>
                <a:lnTo>
                  <a:pt x="77542" y="93697"/>
                </a:lnTo>
                <a:lnTo>
                  <a:pt x="77530" y="92654"/>
                </a:lnTo>
                <a:lnTo>
                  <a:pt x="77494" y="91622"/>
                </a:lnTo>
                <a:lnTo>
                  <a:pt x="77435" y="90601"/>
                </a:lnTo>
                <a:lnTo>
                  <a:pt x="77353" y="89592"/>
                </a:lnTo>
                <a:lnTo>
                  <a:pt x="77246" y="88593"/>
                </a:lnTo>
                <a:lnTo>
                  <a:pt x="77117" y="87606"/>
                </a:lnTo>
                <a:lnTo>
                  <a:pt x="76963" y="86631"/>
                </a:lnTo>
                <a:lnTo>
                  <a:pt x="76786" y="85666"/>
                </a:lnTo>
                <a:lnTo>
                  <a:pt x="76585" y="84713"/>
                </a:lnTo>
                <a:lnTo>
                  <a:pt x="76361" y="83771"/>
                </a:lnTo>
                <a:lnTo>
                  <a:pt x="76113" y="82840"/>
                </a:lnTo>
                <a:lnTo>
                  <a:pt x="75841" y="81920"/>
                </a:lnTo>
                <a:lnTo>
                  <a:pt x="75546" y="81012"/>
                </a:lnTo>
                <a:lnTo>
                  <a:pt x="75227" y="80115"/>
                </a:lnTo>
                <a:lnTo>
                  <a:pt x="74884" y="79229"/>
                </a:lnTo>
                <a:lnTo>
                  <a:pt x="74518" y="78354"/>
                </a:lnTo>
                <a:lnTo>
                  <a:pt x="74128" y="77491"/>
                </a:lnTo>
                <a:lnTo>
                  <a:pt x="73715" y="76638"/>
                </a:lnTo>
                <a:lnTo>
                  <a:pt x="73278" y="75797"/>
                </a:lnTo>
                <a:lnTo>
                  <a:pt x="72817" y="74968"/>
                </a:lnTo>
                <a:lnTo>
                  <a:pt x="72333" y="74149"/>
                </a:lnTo>
                <a:lnTo>
                  <a:pt x="71825" y="73342"/>
                </a:lnTo>
                <a:lnTo>
                  <a:pt x="71293" y="72546"/>
                </a:lnTo>
                <a:lnTo>
                  <a:pt x="70738" y="71761"/>
                </a:lnTo>
                <a:lnTo>
                  <a:pt x="70162" y="70991"/>
                </a:lnTo>
                <a:lnTo>
                  <a:pt x="69566" y="70240"/>
                </a:lnTo>
                <a:lnTo>
                  <a:pt x="68950" y="69508"/>
                </a:lnTo>
                <a:lnTo>
                  <a:pt x="68315" y="68795"/>
                </a:lnTo>
                <a:lnTo>
                  <a:pt x="67661" y="68100"/>
                </a:lnTo>
                <a:lnTo>
                  <a:pt x="66987" y="67425"/>
                </a:lnTo>
                <a:lnTo>
                  <a:pt x="66294" y="66768"/>
                </a:lnTo>
                <a:lnTo>
                  <a:pt x="65581" y="66131"/>
                </a:lnTo>
                <a:lnTo>
                  <a:pt x="64848" y="65512"/>
                </a:lnTo>
                <a:lnTo>
                  <a:pt x="64097" y="64912"/>
                </a:lnTo>
                <a:lnTo>
                  <a:pt x="63325" y="64331"/>
                </a:lnTo>
                <a:lnTo>
                  <a:pt x="62534" y="63769"/>
                </a:lnTo>
                <a:lnTo>
                  <a:pt x="61724" y="63226"/>
                </a:lnTo>
                <a:lnTo>
                  <a:pt x="60894" y="62701"/>
                </a:lnTo>
                <a:lnTo>
                  <a:pt x="60045" y="62196"/>
                </a:lnTo>
                <a:lnTo>
                  <a:pt x="59176" y="61709"/>
                </a:lnTo>
                <a:lnTo>
                  <a:pt x="58288" y="61241"/>
                </a:lnTo>
                <a:lnTo>
                  <a:pt x="57380" y="60793"/>
                </a:lnTo>
                <a:lnTo>
                  <a:pt x="56453" y="60363"/>
                </a:lnTo>
                <a:lnTo>
                  <a:pt x="55506" y="59952"/>
                </a:lnTo>
                <a:lnTo>
                  <a:pt x="54540" y="59559"/>
                </a:lnTo>
                <a:lnTo>
                  <a:pt x="53554" y="59186"/>
                </a:lnTo>
                <a:lnTo>
                  <a:pt x="52549" y="58832"/>
                </a:lnTo>
                <a:lnTo>
                  <a:pt x="51524" y="58496"/>
                </a:lnTo>
                <a:lnTo>
                  <a:pt x="34518" y="53055"/>
                </a:lnTo>
                <a:lnTo>
                  <a:pt x="33887" y="52851"/>
                </a:lnTo>
                <a:lnTo>
                  <a:pt x="33268" y="52636"/>
                </a:lnTo>
                <a:lnTo>
                  <a:pt x="32661" y="52410"/>
                </a:lnTo>
                <a:lnTo>
                  <a:pt x="32067" y="52172"/>
                </a:lnTo>
                <a:lnTo>
                  <a:pt x="31485" y="51923"/>
                </a:lnTo>
                <a:lnTo>
                  <a:pt x="30915" y="51663"/>
                </a:lnTo>
                <a:lnTo>
                  <a:pt x="30358" y="51392"/>
                </a:lnTo>
                <a:lnTo>
                  <a:pt x="29813" y="51110"/>
                </a:lnTo>
                <a:lnTo>
                  <a:pt x="29281" y="50816"/>
                </a:lnTo>
                <a:lnTo>
                  <a:pt x="28761" y="50511"/>
                </a:lnTo>
                <a:lnTo>
                  <a:pt x="28254" y="50195"/>
                </a:lnTo>
                <a:lnTo>
                  <a:pt x="27759" y="49867"/>
                </a:lnTo>
                <a:lnTo>
                  <a:pt x="27276" y="49529"/>
                </a:lnTo>
                <a:lnTo>
                  <a:pt x="26806" y="49179"/>
                </a:lnTo>
                <a:lnTo>
                  <a:pt x="26348" y="48818"/>
                </a:lnTo>
                <a:lnTo>
                  <a:pt x="25902" y="48446"/>
                </a:lnTo>
                <a:lnTo>
                  <a:pt x="25469" y="48062"/>
                </a:lnTo>
                <a:lnTo>
                  <a:pt x="25048" y="47667"/>
                </a:lnTo>
                <a:lnTo>
                  <a:pt x="24640" y="47261"/>
                </a:lnTo>
                <a:lnTo>
                  <a:pt x="24244" y="46844"/>
                </a:lnTo>
                <a:lnTo>
                  <a:pt x="23861" y="46416"/>
                </a:lnTo>
                <a:lnTo>
                  <a:pt x="23490" y="45976"/>
                </a:lnTo>
                <a:lnTo>
                  <a:pt x="23131" y="45525"/>
                </a:lnTo>
                <a:lnTo>
                  <a:pt x="22785" y="45063"/>
                </a:lnTo>
                <a:lnTo>
                  <a:pt x="22452" y="44592"/>
                </a:lnTo>
                <a:lnTo>
                  <a:pt x="22133" y="44114"/>
                </a:lnTo>
                <a:lnTo>
                  <a:pt x="21829" y="43628"/>
                </a:lnTo>
                <a:lnTo>
                  <a:pt x="21538" y="43136"/>
                </a:lnTo>
                <a:lnTo>
                  <a:pt x="21262" y="42636"/>
                </a:lnTo>
                <a:lnTo>
                  <a:pt x="21000" y="42129"/>
                </a:lnTo>
                <a:lnTo>
                  <a:pt x="20752" y="41616"/>
                </a:lnTo>
                <a:lnTo>
                  <a:pt x="20518" y="41095"/>
                </a:lnTo>
                <a:lnTo>
                  <a:pt x="20299" y="40567"/>
                </a:lnTo>
                <a:lnTo>
                  <a:pt x="20094" y="40032"/>
                </a:lnTo>
                <a:lnTo>
                  <a:pt x="19902" y="39490"/>
                </a:lnTo>
                <a:lnTo>
                  <a:pt x="19725" y="38941"/>
                </a:lnTo>
                <a:lnTo>
                  <a:pt x="19562" y="38385"/>
                </a:lnTo>
                <a:lnTo>
                  <a:pt x="19414" y="37821"/>
                </a:lnTo>
                <a:lnTo>
                  <a:pt x="19279" y="37251"/>
                </a:lnTo>
                <a:lnTo>
                  <a:pt x="19159" y="36673"/>
                </a:lnTo>
                <a:lnTo>
                  <a:pt x="19053" y="36089"/>
                </a:lnTo>
                <a:lnTo>
                  <a:pt x="18961" y="35497"/>
                </a:lnTo>
                <a:lnTo>
                  <a:pt x="18883" y="34899"/>
                </a:lnTo>
                <a:lnTo>
                  <a:pt x="18819" y="34293"/>
                </a:lnTo>
                <a:lnTo>
                  <a:pt x="18769" y="33680"/>
                </a:lnTo>
                <a:lnTo>
                  <a:pt x="18734" y="33060"/>
                </a:lnTo>
                <a:lnTo>
                  <a:pt x="18713" y="32433"/>
                </a:lnTo>
                <a:lnTo>
                  <a:pt x="18706" y="31799"/>
                </a:lnTo>
                <a:lnTo>
                  <a:pt x="18715" y="31097"/>
                </a:lnTo>
                <a:lnTo>
                  <a:pt x="18744" y="30408"/>
                </a:lnTo>
                <a:lnTo>
                  <a:pt x="18792" y="29731"/>
                </a:lnTo>
                <a:lnTo>
                  <a:pt x="18859" y="29068"/>
                </a:lnTo>
                <a:lnTo>
                  <a:pt x="18945" y="28418"/>
                </a:lnTo>
                <a:lnTo>
                  <a:pt x="19051" y="27781"/>
                </a:lnTo>
                <a:lnTo>
                  <a:pt x="19176" y="27157"/>
                </a:lnTo>
                <a:lnTo>
                  <a:pt x="19319" y="26546"/>
                </a:lnTo>
                <a:lnTo>
                  <a:pt x="19482" y="25948"/>
                </a:lnTo>
                <a:lnTo>
                  <a:pt x="19665" y="25362"/>
                </a:lnTo>
                <a:lnTo>
                  <a:pt x="19866" y="24790"/>
                </a:lnTo>
                <a:lnTo>
                  <a:pt x="20087" y="24231"/>
                </a:lnTo>
                <a:lnTo>
                  <a:pt x="20326" y="23685"/>
                </a:lnTo>
                <a:lnTo>
                  <a:pt x="20585" y="23152"/>
                </a:lnTo>
                <a:lnTo>
                  <a:pt x="20864" y="22632"/>
                </a:lnTo>
                <a:lnTo>
                  <a:pt x="21161" y="22124"/>
                </a:lnTo>
                <a:lnTo>
                  <a:pt x="21477" y="21630"/>
                </a:lnTo>
                <a:lnTo>
                  <a:pt x="21813" y="21149"/>
                </a:lnTo>
                <a:lnTo>
                  <a:pt x="22168" y="20681"/>
                </a:lnTo>
                <a:lnTo>
                  <a:pt x="22542" y="20225"/>
                </a:lnTo>
                <a:lnTo>
                  <a:pt x="22935" y="19783"/>
                </a:lnTo>
                <a:lnTo>
                  <a:pt x="23348" y="19354"/>
                </a:lnTo>
                <a:lnTo>
                  <a:pt x="23779" y="18938"/>
                </a:lnTo>
                <a:lnTo>
                  <a:pt x="24230" y="18534"/>
                </a:lnTo>
                <a:lnTo>
                  <a:pt x="24698" y="18146"/>
                </a:lnTo>
                <a:lnTo>
                  <a:pt x="25181" y="17774"/>
                </a:lnTo>
                <a:lnTo>
                  <a:pt x="25679" y="17418"/>
                </a:lnTo>
                <a:lnTo>
                  <a:pt x="26193" y="17079"/>
                </a:lnTo>
                <a:lnTo>
                  <a:pt x="26721" y="16757"/>
                </a:lnTo>
                <a:lnTo>
                  <a:pt x="27264" y="16451"/>
                </a:lnTo>
                <a:lnTo>
                  <a:pt x="27823" y="16162"/>
                </a:lnTo>
                <a:lnTo>
                  <a:pt x="28396" y="15889"/>
                </a:lnTo>
                <a:lnTo>
                  <a:pt x="28985" y="15633"/>
                </a:lnTo>
                <a:lnTo>
                  <a:pt x="29588" y="15393"/>
                </a:lnTo>
                <a:lnTo>
                  <a:pt x="30207" y="15170"/>
                </a:lnTo>
                <a:lnTo>
                  <a:pt x="30841" y="14963"/>
                </a:lnTo>
                <a:lnTo>
                  <a:pt x="31489" y="14773"/>
                </a:lnTo>
                <a:lnTo>
                  <a:pt x="32153" y="14600"/>
                </a:lnTo>
                <a:lnTo>
                  <a:pt x="32832" y="14443"/>
                </a:lnTo>
                <a:lnTo>
                  <a:pt x="33526" y="14302"/>
                </a:lnTo>
                <a:lnTo>
                  <a:pt x="34235" y="14178"/>
                </a:lnTo>
                <a:lnTo>
                  <a:pt x="34959" y="14071"/>
                </a:lnTo>
                <a:lnTo>
                  <a:pt x="35698" y="13980"/>
                </a:lnTo>
                <a:lnTo>
                  <a:pt x="36452" y="13905"/>
                </a:lnTo>
                <a:lnTo>
                  <a:pt x="37221" y="13847"/>
                </a:lnTo>
                <a:lnTo>
                  <a:pt x="38006" y="13806"/>
                </a:lnTo>
                <a:lnTo>
                  <a:pt x="38805" y="13781"/>
                </a:lnTo>
                <a:lnTo>
                  <a:pt x="39619" y="13773"/>
                </a:lnTo>
                <a:lnTo>
                  <a:pt x="40448" y="13782"/>
                </a:lnTo>
                <a:lnTo>
                  <a:pt x="41260" y="13809"/>
                </a:lnTo>
                <a:lnTo>
                  <a:pt x="42057" y="13854"/>
                </a:lnTo>
                <a:lnTo>
                  <a:pt x="42839" y="13917"/>
                </a:lnTo>
                <a:lnTo>
                  <a:pt x="43605" y="13998"/>
                </a:lnTo>
                <a:lnTo>
                  <a:pt x="44355" y="14097"/>
                </a:lnTo>
                <a:lnTo>
                  <a:pt x="45089" y="14214"/>
                </a:lnTo>
                <a:lnTo>
                  <a:pt x="45808" y="14349"/>
                </a:lnTo>
                <a:lnTo>
                  <a:pt x="46511" y="14502"/>
                </a:lnTo>
                <a:lnTo>
                  <a:pt x="47198" y="14673"/>
                </a:lnTo>
                <a:lnTo>
                  <a:pt x="47870" y="14863"/>
                </a:lnTo>
                <a:lnTo>
                  <a:pt x="48527" y="15070"/>
                </a:lnTo>
                <a:lnTo>
                  <a:pt x="49167" y="15295"/>
                </a:lnTo>
                <a:lnTo>
                  <a:pt x="49792" y="15538"/>
                </a:lnTo>
                <a:lnTo>
                  <a:pt x="50401" y="15799"/>
                </a:lnTo>
                <a:lnTo>
                  <a:pt x="50995" y="16078"/>
                </a:lnTo>
                <a:lnTo>
                  <a:pt x="51573" y="16375"/>
                </a:lnTo>
                <a:lnTo>
                  <a:pt x="52135" y="16691"/>
                </a:lnTo>
                <a:lnTo>
                  <a:pt x="52682" y="17024"/>
                </a:lnTo>
                <a:lnTo>
                  <a:pt x="53213" y="17375"/>
                </a:lnTo>
                <a:lnTo>
                  <a:pt x="53728" y="17744"/>
                </a:lnTo>
                <a:lnTo>
                  <a:pt x="54228" y="18131"/>
                </a:lnTo>
                <a:lnTo>
                  <a:pt x="54712" y="18537"/>
                </a:lnTo>
                <a:lnTo>
                  <a:pt x="55180" y="18960"/>
                </a:lnTo>
                <a:lnTo>
                  <a:pt x="55631" y="19399"/>
                </a:lnTo>
                <a:lnTo>
                  <a:pt x="56063" y="19852"/>
                </a:lnTo>
                <a:lnTo>
                  <a:pt x="56475" y="20319"/>
                </a:lnTo>
                <a:lnTo>
                  <a:pt x="56869" y="20800"/>
                </a:lnTo>
                <a:lnTo>
                  <a:pt x="57243" y="21295"/>
                </a:lnTo>
                <a:lnTo>
                  <a:pt x="57598" y="21803"/>
                </a:lnTo>
                <a:lnTo>
                  <a:pt x="57934" y="22326"/>
                </a:lnTo>
                <a:lnTo>
                  <a:pt x="58251" y="22862"/>
                </a:lnTo>
                <a:lnTo>
                  <a:pt x="58548" y="23412"/>
                </a:lnTo>
                <a:lnTo>
                  <a:pt x="58826" y="23976"/>
                </a:lnTo>
                <a:lnTo>
                  <a:pt x="59085" y="24554"/>
                </a:lnTo>
                <a:lnTo>
                  <a:pt x="59325" y="25146"/>
                </a:lnTo>
                <a:lnTo>
                  <a:pt x="59546" y="25751"/>
                </a:lnTo>
                <a:lnTo>
                  <a:pt x="59747" y="26371"/>
                </a:lnTo>
                <a:lnTo>
                  <a:pt x="59930" y="27004"/>
                </a:lnTo>
                <a:lnTo>
                  <a:pt x="60093" y="27652"/>
                </a:lnTo>
                <a:lnTo>
                  <a:pt x="60237" y="28313"/>
                </a:lnTo>
                <a:lnTo>
                  <a:pt x="60362" y="28988"/>
                </a:lnTo>
                <a:lnTo>
                  <a:pt x="60467" y="29677"/>
                </a:lnTo>
                <a:lnTo>
                  <a:pt x="60553" y="30380"/>
                </a:lnTo>
                <a:lnTo>
                  <a:pt x="60621" y="31096"/>
                </a:lnTo>
                <a:lnTo>
                  <a:pt x="60669" y="31827"/>
                </a:lnTo>
                <a:lnTo>
                  <a:pt x="60697" y="32571"/>
                </a:lnTo>
                <a:lnTo>
                  <a:pt x="60707" y="33330"/>
                </a:lnTo>
                <a:lnTo>
                  <a:pt x="76011" y="33330"/>
                </a:lnTo>
                <a:lnTo>
                  <a:pt x="75980" y="32079"/>
                </a:lnTo>
                <a:lnTo>
                  <a:pt x="75915" y="30849"/>
                </a:lnTo>
                <a:lnTo>
                  <a:pt x="75817" y="29640"/>
                </a:lnTo>
                <a:lnTo>
                  <a:pt x="75685" y="28452"/>
                </a:lnTo>
                <a:lnTo>
                  <a:pt x="75520" y="27285"/>
                </a:lnTo>
                <a:lnTo>
                  <a:pt x="75320" y="26139"/>
                </a:lnTo>
                <a:lnTo>
                  <a:pt x="75088" y="25014"/>
                </a:lnTo>
                <a:lnTo>
                  <a:pt x="74821" y="23910"/>
                </a:lnTo>
                <a:lnTo>
                  <a:pt x="74521" y="22827"/>
                </a:lnTo>
                <a:lnTo>
                  <a:pt x="74187" y="21765"/>
                </a:lnTo>
                <a:lnTo>
                  <a:pt x="73819" y="20724"/>
                </a:lnTo>
                <a:lnTo>
                  <a:pt x="73418" y="19704"/>
                </a:lnTo>
                <a:lnTo>
                  <a:pt x="72983" y="18705"/>
                </a:lnTo>
                <a:lnTo>
                  <a:pt x="72515" y="17726"/>
                </a:lnTo>
                <a:lnTo>
                  <a:pt x="72012" y="16769"/>
                </a:lnTo>
                <a:lnTo>
                  <a:pt x="71476" y="15833"/>
                </a:lnTo>
                <a:lnTo>
                  <a:pt x="70907" y="14918"/>
                </a:lnTo>
                <a:lnTo>
                  <a:pt x="70303" y="14023"/>
                </a:lnTo>
                <a:lnTo>
                  <a:pt x="69667" y="13150"/>
                </a:lnTo>
                <a:lnTo>
                  <a:pt x="68996" y="12297"/>
                </a:lnTo>
                <a:lnTo>
                  <a:pt x="68292" y="11466"/>
                </a:lnTo>
                <a:lnTo>
                  <a:pt x="67554" y="10655"/>
                </a:lnTo>
                <a:lnTo>
                  <a:pt x="66782" y="9866"/>
                </a:lnTo>
                <a:lnTo>
                  <a:pt x="65977" y="9097"/>
                </a:lnTo>
                <a:lnTo>
                  <a:pt x="65144" y="8355"/>
                </a:lnTo>
                <a:lnTo>
                  <a:pt x="64288" y="7644"/>
                </a:lnTo>
                <a:lnTo>
                  <a:pt x="63410" y="6965"/>
                </a:lnTo>
                <a:lnTo>
                  <a:pt x="62510" y="6318"/>
                </a:lnTo>
                <a:lnTo>
                  <a:pt x="61587" y="5702"/>
                </a:lnTo>
                <a:lnTo>
                  <a:pt x="60642" y="5117"/>
                </a:lnTo>
                <a:lnTo>
                  <a:pt x="59674" y="4564"/>
                </a:lnTo>
                <a:lnTo>
                  <a:pt x="58684" y="4043"/>
                </a:lnTo>
                <a:lnTo>
                  <a:pt x="57671" y="3554"/>
                </a:lnTo>
                <a:lnTo>
                  <a:pt x="56636" y="3096"/>
                </a:lnTo>
                <a:lnTo>
                  <a:pt x="55579" y="2669"/>
                </a:lnTo>
                <a:lnTo>
                  <a:pt x="54499" y="2274"/>
                </a:lnTo>
                <a:lnTo>
                  <a:pt x="53397" y="1911"/>
                </a:lnTo>
                <a:lnTo>
                  <a:pt x="52272" y="1579"/>
                </a:lnTo>
                <a:lnTo>
                  <a:pt x="51125" y="1279"/>
                </a:lnTo>
                <a:lnTo>
                  <a:pt x="49955" y="1011"/>
                </a:lnTo>
                <a:lnTo>
                  <a:pt x="48763" y="774"/>
                </a:lnTo>
                <a:lnTo>
                  <a:pt x="47549" y="569"/>
                </a:lnTo>
                <a:lnTo>
                  <a:pt x="46312" y="395"/>
                </a:lnTo>
                <a:lnTo>
                  <a:pt x="45052" y="253"/>
                </a:lnTo>
                <a:lnTo>
                  <a:pt x="43771" y="142"/>
                </a:lnTo>
                <a:lnTo>
                  <a:pt x="42466" y="63"/>
                </a:lnTo>
                <a:lnTo>
                  <a:pt x="41140" y="16"/>
                </a:lnTo>
                <a:lnTo>
                  <a:pt x="39791" y="0"/>
                </a:lnTo>
                <a:lnTo>
                  <a:pt x="38874" y="7"/>
                </a:lnTo>
                <a:lnTo>
                  <a:pt x="37968" y="29"/>
                </a:lnTo>
                <a:lnTo>
                  <a:pt x="37072" y="65"/>
                </a:lnTo>
                <a:lnTo>
                  <a:pt x="36186" y="116"/>
                </a:lnTo>
                <a:lnTo>
                  <a:pt x="35310" y="181"/>
                </a:lnTo>
                <a:lnTo>
                  <a:pt x="34444" y="260"/>
                </a:lnTo>
                <a:lnTo>
                  <a:pt x="33589" y="354"/>
                </a:lnTo>
                <a:lnTo>
                  <a:pt x="32743" y="463"/>
                </a:lnTo>
                <a:lnTo>
                  <a:pt x="31907" y="586"/>
                </a:lnTo>
                <a:lnTo>
                  <a:pt x="31081" y="723"/>
                </a:lnTo>
                <a:lnTo>
                  <a:pt x="30265" y="875"/>
                </a:lnTo>
                <a:lnTo>
                  <a:pt x="29460" y="1042"/>
                </a:lnTo>
                <a:lnTo>
                  <a:pt x="28664" y="1223"/>
                </a:lnTo>
                <a:lnTo>
                  <a:pt x="27878" y="1418"/>
                </a:lnTo>
                <a:lnTo>
                  <a:pt x="27103" y="1628"/>
                </a:lnTo>
                <a:lnTo>
                  <a:pt x="26337" y="1852"/>
                </a:lnTo>
                <a:lnTo>
                  <a:pt x="25582" y="2091"/>
                </a:lnTo>
                <a:lnTo>
                  <a:pt x="24836" y="2344"/>
                </a:lnTo>
                <a:lnTo>
                  <a:pt x="24101" y="2612"/>
                </a:lnTo>
                <a:lnTo>
                  <a:pt x="23375" y="2894"/>
                </a:lnTo>
                <a:lnTo>
                  <a:pt x="22660" y="3190"/>
                </a:lnTo>
                <a:lnTo>
                  <a:pt x="21954" y="3502"/>
                </a:lnTo>
                <a:lnTo>
                  <a:pt x="21259" y="3827"/>
                </a:lnTo>
                <a:lnTo>
                  <a:pt x="20574" y="4167"/>
                </a:lnTo>
                <a:lnTo>
                  <a:pt x="19900" y="4520"/>
                </a:lnTo>
                <a:lnTo>
                  <a:pt x="19239" y="4884"/>
                </a:lnTo>
                <a:lnTo>
                  <a:pt x="18591" y="5259"/>
                </a:lnTo>
                <a:lnTo>
                  <a:pt x="17955" y="5645"/>
                </a:lnTo>
                <a:lnTo>
                  <a:pt x="17332" y="6043"/>
                </a:lnTo>
                <a:lnTo>
                  <a:pt x="16722" y="6452"/>
                </a:lnTo>
                <a:lnTo>
                  <a:pt x="16124" y="6872"/>
                </a:lnTo>
                <a:lnTo>
                  <a:pt x="15539" y="7303"/>
                </a:lnTo>
                <a:lnTo>
                  <a:pt x="14967" y="7745"/>
                </a:lnTo>
                <a:lnTo>
                  <a:pt x="14408" y="8199"/>
                </a:lnTo>
                <a:lnTo>
                  <a:pt x="13861" y="8664"/>
                </a:lnTo>
                <a:lnTo>
                  <a:pt x="13327" y="9140"/>
                </a:lnTo>
                <a:lnTo>
                  <a:pt x="12805" y="9627"/>
                </a:lnTo>
                <a:lnTo>
                  <a:pt x="12296" y="10126"/>
                </a:lnTo>
                <a:lnTo>
                  <a:pt x="11800" y="10636"/>
                </a:lnTo>
                <a:lnTo>
                  <a:pt x="11317" y="11157"/>
                </a:lnTo>
                <a:lnTo>
                  <a:pt x="10846" y="11689"/>
                </a:lnTo>
                <a:lnTo>
                  <a:pt x="10388" y="12233"/>
                </a:lnTo>
                <a:lnTo>
                  <a:pt x="9943" y="12787"/>
                </a:lnTo>
                <a:lnTo>
                  <a:pt x="9510" y="13353"/>
                </a:lnTo>
                <a:lnTo>
                  <a:pt x="9090" y="13931"/>
                </a:lnTo>
                <a:lnTo>
                  <a:pt x="8683" y="14519"/>
                </a:lnTo>
                <a:lnTo>
                  <a:pt x="8288" y="15119"/>
                </a:lnTo>
                <a:lnTo>
                  <a:pt x="7906" y="15729"/>
                </a:lnTo>
                <a:lnTo>
                  <a:pt x="7538" y="16350"/>
                </a:lnTo>
                <a:lnTo>
                  <a:pt x="7186" y="16981"/>
                </a:lnTo>
                <a:lnTo>
                  <a:pt x="6850" y="17620"/>
                </a:lnTo>
                <a:lnTo>
                  <a:pt x="6529" y="18268"/>
                </a:lnTo>
                <a:lnTo>
                  <a:pt x="6224" y="18926"/>
                </a:lnTo>
                <a:lnTo>
                  <a:pt x="5934" y="19593"/>
                </a:lnTo>
                <a:lnTo>
                  <a:pt x="5661" y="20269"/>
                </a:lnTo>
                <a:lnTo>
                  <a:pt x="5402" y="20954"/>
                </a:lnTo>
                <a:lnTo>
                  <a:pt x="5160" y="21648"/>
                </a:lnTo>
                <a:lnTo>
                  <a:pt x="4933" y="22351"/>
                </a:lnTo>
                <a:lnTo>
                  <a:pt x="4722" y="23064"/>
                </a:lnTo>
                <a:lnTo>
                  <a:pt x="4526" y="23785"/>
                </a:lnTo>
                <a:lnTo>
                  <a:pt x="4346" y="24516"/>
                </a:lnTo>
                <a:lnTo>
                  <a:pt x="4182" y="25256"/>
                </a:lnTo>
                <a:lnTo>
                  <a:pt x="4033" y="26005"/>
                </a:lnTo>
                <a:lnTo>
                  <a:pt x="3900" y="26763"/>
                </a:lnTo>
                <a:lnTo>
                  <a:pt x="3783" y="27531"/>
                </a:lnTo>
                <a:lnTo>
                  <a:pt x="3681" y="28307"/>
                </a:lnTo>
                <a:lnTo>
                  <a:pt x="3595" y="29093"/>
                </a:lnTo>
                <a:lnTo>
                  <a:pt x="3524" y="29888"/>
                </a:lnTo>
                <a:lnTo>
                  <a:pt x="3470" y="30692"/>
                </a:lnTo>
                <a:lnTo>
                  <a:pt x="3430" y="31505"/>
                </a:lnTo>
                <a:lnTo>
                  <a:pt x="3407" y="32327"/>
                </a:lnTo>
                <a:lnTo>
                  <a:pt x="3399" y="33158"/>
                </a:lnTo>
                <a:lnTo>
                  <a:pt x="3411" y="34187"/>
                </a:lnTo>
                <a:lnTo>
                  <a:pt x="3447" y="35205"/>
                </a:lnTo>
                <a:lnTo>
                  <a:pt x="3507" y="36211"/>
                </a:lnTo>
                <a:lnTo>
                  <a:pt x="3590" y="37206"/>
                </a:lnTo>
                <a:lnTo>
                  <a:pt x="3698" y="38190"/>
                </a:lnTo>
                <a:lnTo>
                  <a:pt x="3830" y="39163"/>
                </a:lnTo>
                <a:lnTo>
                  <a:pt x="3985" y="40125"/>
                </a:lnTo>
                <a:lnTo>
                  <a:pt x="4164" y="41075"/>
                </a:lnTo>
                <a:lnTo>
                  <a:pt x="4368" y="42014"/>
                </a:lnTo>
                <a:lnTo>
                  <a:pt x="4595" y="42942"/>
                </a:lnTo>
                <a:lnTo>
                  <a:pt x="4846" y="43859"/>
                </a:lnTo>
                <a:lnTo>
                  <a:pt x="5121" y="44764"/>
                </a:lnTo>
                <a:lnTo>
                  <a:pt x="5420" y="45658"/>
                </a:lnTo>
                <a:lnTo>
                  <a:pt x="5742" y="46541"/>
                </a:lnTo>
                <a:lnTo>
                  <a:pt x="6089" y="47413"/>
                </a:lnTo>
                <a:lnTo>
                  <a:pt x="6460" y="48274"/>
                </a:lnTo>
                <a:lnTo>
                  <a:pt x="6854" y="49123"/>
                </a:lnTo>
                <a:lnTo>
                  <a:pt x="7273" y="49961"/>
                </a:lnTo>
                <a:lnTo>
                  <a:pt x="7715" y="50788"/>
                </a:lnTo>
                <a:lnTo>
                  <a:pt x="8181" y="51604"/>
                </a:lnTo>
                <a:lnTo>
                  <a:pt x="8672" y="52408"/>
                </a:lnTo>
                <a:lnTo>
                  <a:pt x="9186" y="53202"/>
                </a:lnTo>
                <a:lnTo>
                  <a:pt x="9724" y="53984"/>
                </a:lnTo>
                <a:lnTo>
                  <a:pt x="10286" y="54755"/>
                </a:lnTo>
                <a:lnTo>
                  <a:pt x="10870" y="55511"/>
                </a:lnTo>
                <a:lnTo>
                  <a:pt x="11475" y="56248"/>
                </a:lnTo>
                <a:lnTo>
                  <a:pt x="12100" y="56968"/>
                </a:lnTo>
                <a:lnTo>
                  <a:pt x="12745" y="57669"/>
                </a:lnTo>
                <a:lnTo>
                  <a:pt x="13411" y="58352"/>
                </a:lnTo>
                <a:lnTo>
                  <a:pt x="14097" y="59017"/>
                </a:lnTo>
                <a:lnTo>
                  <a:pt x="14803" y="59663"/>
                </a:lnTo>
                <a:lnTo>
                  <a:pt x="15530" y="60291"/>
                </a:lnTo>
                <a:lnTo>
                  <a:pt x="16277" y="60901"/>
                </a:lnTo>
                <a:lnTo>
                  <a:pt x="17045" y="61492"/>
                </a:lnTo>
                <a:lnTo>
                  <a:pt x="17832" y="62065"/>
                </a:lnTo>
                <a:lnTo>
                  <a:pt x="18641" y="62620"/>
                </a:lnTo>
                <a:lnTo>
                  <a:pt x="19469" y="63156"/>
                </a:lnTo>
                <a:lnTo>
                  <a:pt x="20318" y="63675"/>
                </a:lnTo>
                <a:lnTo>
                  <a:pt x="21188" y="64175"/>
                </a:lnTo>
                <a:lnTo>
                  <a:pt x="22077" y="64656"/>
                </a:lnTo>
                <a:lnTo>
                  <a:pt x="22987" y="65119"/>
                </a:lnTo>
                <a:lnTo>
                  <a:pt x="23918" y="65564"/>
                </a:lnTo>
                <a:lnTo>
                  <a:pt x="24869" y="65991"/>
                </a:lnTo>
                <a:lnTo>
                  <a:pt x="25840" y="66400"/>
                </a:lnTo>
                <a:lnTo>
                  <a:pt x="26831" y="66790"/>
                </a:lnTo>
                <a:lnTo>
                  <a:pt x="27843" y="67162"/>
                </a:lnTo>
                <a:lnTo>
                  <a:pt x="28875" y="67515"/>
                </a:lnTo>
                <a:lnTo>
                  <a:pt x="29928" y="67850"/>
                </a:lnTo>
                <a:lnTo>
                  <a:pt x="46763" y="73120"/>
                </a:lnTo>
                <a:lnTo>
                  <a:pt x="47380" y="73310"/>
                </a:lnTo>
                <a:lnTo>
                  <a:pt x="47986" y="73512"/>
                </a:lnTo>
                <a:lnTo>
                  <a:pt x="48579" y="73726"/>
                </a:lnTo>
                <a:lnTo>
                  <a:pt x="49160" y="73952"/>
                </a:lnTo>
                <a:lnTo>
                  <a:pt x="49729" y="74189"/>
                </a:lnTo>
                <a:lnTo>
                  <a:pt x="50286" y="74438"/>
                </a:lnTo>
                <a:lnTo>
                  <a:pt x="50831" y="74699"/>
                </a:lnTo>
                <a:lnTo>
                  <a:pt x="51364" y="74972"/>
                </a:lnTo>
                <a:lnTo>
                  <a:pt x="51885" y="75257"/>
                </a:lnTo>
                <a:lnTo>
                  <a:pt x="52393" y="75553"/>
                </a:lnTo>
                <a:lnTo>
                  <a:pt x="52890" y="75861"/>
                </a:lnTo>
                <a:lnTo>
                  <a:pt x="53374" y="76181"/>
                </a:lnTo>
                <a:lnTo>
                  <a:pt x="53846" y="76513"/>
                </a:lnTo>
                <a:lnTo>
                  <a:pt x="54307" y="76857"/>
                </a:lnTo>
                <a:lnTo>
                  <a:pt x="54755" y="77212"/>
                </a:lnTo>
                <a:lnTo>
                  <a:pt x="55190" y="77580"/>
                </a:lnTo>
                <a:lnTo>
                  <a:pt x="55614" y="77959"/>
                </a:lnTo>
                <a:lnTo>
                  <a:pt x="56026" y="78350"/>
                </a:lnTo>
                <a:lnTo>
                  <a:pt x="56426" y="78753"/>
                </a:lnTo>
                <a:lnTo>
                  <a:pt x="56813" y="79167"/>
                </a:lnTo>
                <a:lnTo>
                  <a:pt x="57188" y="79593"/>
                </a:lnTo>
                <a:lnTo>
                  <a:pt x="57552" y="80032"/>
                </a:lnTo>
                <a:lnTo>
                  <a:pt x="57903" y="80482"/>
                </a:lnTo>
                <a:lnTo>
                  <a:pt x="58242" y="80943"/>
                </a:lnTo>
                <a:lnTo>
                  <a:pt x="58568" y="81414"/>
                </a:lnTo>
                <a:lnTo>
                  <a:pt x="58880" y="81892"/>
                </a:lnTo>
                <a:lnTo>
                  <a:pt x="59178" y="82376"/>
                </a:lnTo>
                <a:lnTo>
                  <a:pt x="59463" y="82866"/>
                </a:lnTo>
                <a:lnTo>
                  <a:pt x="59733" y="83363"/>
                </a:lnTo>
                <a:lnTo>
                  <a:pt x="59990" y="83866"/>
                </a:lnTo>
                <a:lnTo>
                  <a:pt x="60233" y="84376"/>
                </a:lnTo>
                <a:lnTo>
                  <a:pt x="60462" y="84893"/>
                </a:lnTo>
                <a:lnTo>
                  <a:pt x="60677" y="85416"/>
                </a:lnTo>
                <a:lnTo>
                  <a:pt x="60878" y="85945"/>
                </a:lnTo>
                <a:lnTo>
                  <a:pt x="61065" y="86481"/>
                </a:lnTo>
                <a:lnTo>
                  <a:pt x="61239" y="87023"/>
                </a:lnTo>
                <a:lnTo>
                  <a:pt x="61398" y="87572"/>
                </a:lnTo>
                <a:lnTo>
                  <a:pt x="61544" y="88127"/>
                </a:lnTo>
                <a:lnTo>
                  <a:pt x="61676" y="88689"/>
                </a:lnTo>
                <a:lnTo>
                  <a:pt x="61794" y="89257"/>
                </a:lnTo>
                <a:lnTo>
                  <a:pt x="61898" y="89832"/>
                </a:lnTo>
                <a:lnTo>
                  <a:pt x="61988" y="90413"/>
                </a:lnTo>
                <a:lnTo>
                  <a:pt x="62064" y="91001"/>
                </a:lnTo>
                <a:lnTo>
                  <a:pt x="62127" y="91595"/>
                </a:lnTo>
                <a:lnTo>
                  <a:pt x="62175" y="92196"/>
                </a:lnTo>
                <a:lnTo>
                  <a:pt x="62210" y="92803"/>
                </a:lnTo>
                <a:lnTo>
                  <a:pt x="62231" y="93416"/>
                </a:lnTo>
                <a:lnTo>
                  <a:pt x="62238" y="94037"/>
                </a:lnTo>
                <a:lnTo>
                  <a:pt x="62227" y="94809"/>
                </a:lnTo>
                <a:lnTo>
                  <a:pt x="62196" y="95567"/>
                </a:lnTo>
                <a:lnTo>
                  <a:pt x="62144" y="96311"/>
                </a:lnTo>
                <a:lnTo>
                  <a:pt x="62070" y="97041"/>
                </a:lnTo>
                <a:lnTo>
                  <a:pt x="61976" y="97757"/>
                </a:lnTo>
                <a:lnTo>
                  <a:pt x="61860" y="98459"/>
                </a:lnTo>
                <a:lnTo>
                  <a:pt x="61724" y="99146"/>
                </a:lnTo>
                <a:lnTo>
                  <a:pt x="61567" y="99819"/>
                </a:lnTo>
                <a:lnTo>
                  <a:pt x="61389" y="100478"/>
                </a:lnTo>
                <a:lnTo>
                  <a:pt x="61190" y="101123"/>
                </a:lnTo>
                <a:lnTo>
                  <a:pt x="60969" y="101754"/>
                </a:lnTo>
                <a:lnTo>
                  <a:pt x="60728" y="102370"/>
                </a:lnTo>
                <a:lnTo>
                  <a:pt x="60466" y="102973"/>
                </a:lnTo>
                <a:lnTo>
                  <a:pt x="60183" y="103561"/>
                </a:lnTo>
                <a:lnTo>
                  <a:pt x="59879" y="104135"/>
                </a:lnTo>
                <a:lnTo>
                  <a:pt x="59554" y="104695"/>
                </a:lnTo>
                <a:lnTo>
                  <a:pt x="59208" y="105240"/>
                </a:lnTo>
                <a:lnTo>
                  <a:pt x="58841" y="105772"/>
                </a:lnTo>
                <a:lnTo>
                  <a:pt x="58454" y="106289"/>
                </a:lnTo>
                <a:lnTo>
                  <a:pt x="58045" y="106792"/>
                </a:lnTo>
                <a:lnTo>
                  <a:pt x="57615" y="107281"/>
                </a:lnTo>
                <a:lnTo>
                  <a:pt x="57164" y="107756"/>
                </a:lnTo>
                <a:lnTo>
                  <a:pt x="56693" y="108217"/>
                </a:lnTo>
                <a:lnTo>
                  <a:pt x="56200" y="108663"/>
                </a:lnTo>
                <a:lnTo>
                  <a:pt x="55689" y="109093"/>
                </a:lnTo>
                <a:lnTo>
                  <a:pt x="55161" y="109505"/>
                </a:lnTo>
                <a:lnTo>
                  <a:pt x="54618" y="109898"/>
                </a:lnTo>
                <a:lnTo>
                  <a:pt x="54058" y="110274"/>
                </a:lnTo>
                <a:lnTo>
                  <a:pt x="53482" y="110630"/>
                </a:lnTo>
                <a:lnTo>
                  <a:pt x="52890" y="110969"/>
                </a:lnTo>
                <a:lnTo>
                  <a:pt x="52281" y="111289"/>
                </a:lnTo>
                <a:lnTo>
                  <a:pt x="51656" y="111591"/>
                </a:lnTo>
                <a:lnTo>
                  <a:pt x="51015" y="111875"/>
                </a:lnTo>
                <a:lnTo>
                  <a:pt x="50358" y="112140"/>
                </a:lnTo>
                <a:lnTo>
                  <a:pt x="49685" y="112387"/>
                </a:lnTo>
                <a:lnTo>
                  <a:pt x="48995" y="112616"/>
                </a:lnTo>
                <a:lnTo>
                  <a:pt x="48289" y="112826"/>
                </a:lnTo>
                <a:lnTo>
                  <a:pt x="47567" y="113018"/>
                </a:lnTo>
                <a:lnTo>
                  <a:pt x="46828" y="113192"/>
                </a:lnTo>
                <a:lnTo>
                  <a:pt x="46073" y="113348"/>
                </a:lnTo>
                <a:lnTo>
                  <a:pt x="45302" y="113485"/>
                </a:lnTo>
                <a:lnTo>
                  <a:pt x="44515" y="113604"/>
                </a:lnTo>
                <a:lnTo>
                  <a:pt x="43712" y="113704"/>
                </a:lnTo>
                <a:lnTo>
                  <a:pt x="42892" y="113787"/>
                </a:lnTo>
                <a:lnTo>
                  <a:pt x="42056" y="113851"/>
                </a:lnTo>
                <a:lnTo>
                  <a:pt x="41204" y="113897"/>
                </a:lnTo>
                <a:lnTo>
                  <a:pt x="40335" y="113924"/>
                </a:lnTo>
                <a:lnTo>
                  <a:pt x="39451" y="113933"/>
                </a:lnTo>
                <a:lnTo>
                  <a:pt x="38510" y="113924"/>
                </a:lnTo>
                <a:lnTo>
                  <a:pt x="37587" y="113895"/>
                </a:lnTo>
                <a:lnTo>
                  <a:pt x="36681" y="113848"/>
                </a:lnTo>
                <a:lnTo>
                  <a:pt x="35792" y="113782"/>
                </a:lnTo>
                <a:lnTo>
                  <a:pt x="34921" y="113697"/>
                </a:lnTo>
                <a:lnTo>
                  <a:pt x="34067" y="113593"/>
                </a:lnTo>
                <a:lnTo>
                  <a:pt x="33231" y="113470"/>
                </a:lnTo>
                <a:lnTo>
                  <a:pt x="32412" y="113329"/>
                </a:lnTo>
                <a:lnTo>
                  <a:pt x="31611" y="113168"/>
                </a:lnTo>
                <a:lnTo>
                  <a:pt x="30827" y="112989"/>
                </a:lnTo>
                <a:lnTo>
                  <a:pt x="30060" y="112790"/>
                </a:lnTo>
                <a:lnTo>
                  <a:pt x="29311" y="112573"/>
                </a:lnTo>
                <a:lnTo>
                  <a:pt x="28579" y="112337"/>
                </a:lnTo>
                <a:lnTo>
                  <a:pt x="27865" y="112082"/>
                </a:lnTo>
                <a:lnTo>
                  <a:pt x="27168" y="111808"/>
                </a:lnTo>
                <a:lnTo>
                  <a:pt x="26488" y="111515"/>
                </a:lnTo>
                <a:lnTo>
                  <a:pt x="25826" y="111203"/>
                </a:lnTo>
                <a:lnTo>
                  <a:pt x="25182" y="110873"/>
                </a:lnTo>
                <a:lnTo>
                  <a:pt x="24554" y="110523"/>
                </a:lnTo>
                <a:lnTo>
                  <a:pt x="23944" y="110155"/>
                </a:lnTo>
                <a:lnTo>
                  <a:pt x="23352" y="109767"/>
                </a:lnTo>
                <a:lnTo>
                  <a:pt x="22777" y="109361"/>
                </a:lnTo>
                <a:lnTo>
                  <a:pt x="22219" y="108936"/>
                </a:lnTo>
                <a:lnTo>
                  <a:pt x="21679" y="108492"/>
                </a:lnTo>
                <a:lnTo>
                  <a:pt x="21159" y="108032"/>
                </a:lnTo>
                <a:lnTo>
                  <a:pt x="20661" y="107558"/>
                </a:lnTo>
                <a:lnTo>
                  <a:pt x="20185" y="107071"/>
                </a:lnTo>
                <a:lnTo>
                  <a:pt x="19731" y="106570"/>
                </a:lnTo>
                <a:lnTo>
                  <a:pt x="19300" y="106055"/>
                </a:lnTo>
                <a:lnTo>
                  <a:pt x="18890" y="105527"/>
                </a:lnTo>
                <a:lnTo>
                  <a:pt x="18503" y="104985"/>
                </a:lnTo>
                <a:lnTo>
                  <a:pt x="18137" y="104430"/>
                </a:lnTo>
                <a:lnTo>
                  <a:pt x="17794" y="103861"/>
                </a:lnTo>
                <a:lnTo>
                  <a:pt x="17473" y="103278"/>
                </a:lnTo>
                <a:lnTo>
                  <a:pt x="17174" y="102682"/>
                </a:lnTo>
                <a:lnTo>
                  <a:pt x="16898" y="102073"/>
                </a:lnTo>
                <a:lnTo>
                  <a:pt x="16643" y="101449"/>
                </a:lnTo>
                <a:lnTo>
                  <a:pt x="16411" y="100812"/>
                </a:lnTo>
                <a:lnTo>
                  <a:pt x="16200" y="100162"/>
                </a:lnTo>
                <a:lnTo>
                  <a:pt x="16012" y="99498"/>
                </a:lnTo>
                <a:lnTo>
                  <a:pt x="15846" y="98820"/>
                </a:lnTo>
                <a:lnTo>
                  <a:pt x="15702" y="98129"/>
                </a:lnTo>
                <a:lnTo>
                  <a:pt x="15581" y="97424"/>
                </a:lnTo>
                <a:lnTo>
                  <a:pt x="15481" y="96706"/>
                </a:lnTo>
                <a:lnTo>
                  <a:pt x="15403" y="95974"/>
                </a:lnTo>
                <a:lnTo>
                  <a:pt x="15348" y="95229"/>
                </a:lnTo>
                <a:lnTo>
                  <a:pt x="15315" y="94469"/>
                </a:lnTo>
                <a:lnTo>
                  <a:pt x="15304" y="93697"/>
                </a:lnTo>
                <a:lnTo>
                  <a:pt x="0" y="93697"/>
                </a:lnTo>
                <a:lnTo>
                  <a:pt x="22" y="94570"/>
                </a:lnTo>
                <a:lnTo>
                  <a:pt x="60" y="95434"/>
                </a:lnTo>
                <a:lnTo>
                  <a:pt x="114" y="96287"/>
                </a:lnTo>
                <a:lnTo>
                  <a:pt x="184" y="97131"/>
                </a:lnTo>
                <a:lnTo>
                  <a:pt x="270" y="97964"/>
                </a:lnTo>
                <a:lnTo>
                  <a:pt x="371" y="98787"/>
                </a:lnTo>
                <a:lnTo>
                  <a:pt x="489" y="99601"/>
                </a:lnTo>
                <a:lnTo>
                  <a:pt x="623" y="100404"/>
                </a:lnTo>
                <a:lnTo>
                  <a:pt x="772" y="101197"/>
                </a:lnTo>
                <a:lnTo>
                  <a:pt x="938" y="101981"/>
                </a:lnTo>
                <a:lnTo>
                  <a:pt x="1119" y="102754"/>
                </a:lnTo>
                <a:lnTo>
                  <a:pt x="1317" y="103517"/>
                </a:lnTo>
                <a:lnTo>
                  <a:pt x="1530" y="104270"/>
                </a:lnTo>
                <a:lnTo>
                  <a:pt x="1760" y="105014"/>
                </a:lnTo>
                <a:lnTo>
                  <a:pt x="2005" y="105747"/>
                </a:lnTo>
                <a:lnTo>
                  <a:pt x="2266" y="106470"/>
                </a:lnTo>
                <a:lnTo>
                  <a:pt x="2543" y="107183"/>
                </a:lnTo>
                <a:lnTo>
                  <a:pt x="2836" y="107886"/>
                </a:lnTo>
                <a:lnTo>
                  <a:pt x="3145" y="108579"/>
                </a:lnTo>
                <a:lnTo>
                  <a:pt x="3470" y="109262"/>
                </a:lnTo>
                <a:lnTo>
                  <a:pt x="3811" y="109935"/>
                </a:lnTo>
                <a:lnTo>
                  <a:pt x="4168" y="110598"/>
                </a:lnTo>
                <a:lnTo>
                  <a:pt x="4541" y="111251"/>
                </a:lnTo>
                <a:lnTo>
                  <a:pt x="4930" y="111894"/>
                </a:lnTo>
                <a:lnTo>
                  <a:pt x="5334" y="112525"/>
                </a:lnTo>
                <a:lnTo>
                  <a:pt x="5751" y="113144"/>
                </a:lnTo>
                <a:lnTo>
                  <a:pt x="6183" y="113751"/>
                </a:lnTo>
                <a:lnTo>
                  <a:pt x="6628" y="114345"/>
                </a:lnTo>
                <a:lnTo>
                  <a:pt x="7087" y="114927"/>
                </a:lnTo>
                <a:lnTo>
                  <a:pt x="7560" y="115497"/>
                </a:lnTo>
                <a:lnTo>
                  <a:pt x="8047" y="116054"/>
                </a:lnTo>
                <a:lnTo>
                  <a:pt x="8548" y="116598"/>
                </a:lnTo>
                <a:lnTo>
                  <a:pt x="9063" y="117131"/>
                </a:lnTo>
                <a:lnTo>
                  <a:pt x="9592" y="117650"/>
                </a:lnTo>
                <a:lnTo>
                  <a:pt x="10134" y="118158"/>
                </a:lnTo>
                <a:lnTo>
                  <a:pt x="10690" y="118653"/>
                </a:lnTo>
                <a:lnTo>
                  <a:pt x="11261" y="119136"/>
                </a:lnTo>
                <a:lnTo>
                  <a:pt x="11845" y="119606"/>
                </a:lnTo>
                <a:lnTo>
                  <a:pt x="12443" y="120064"/>
                </a:lnTo>
                <a:lnTo>
                  <a:pt x="13055" y="120509"/>
                </a:lnTo>
                <a:lnTo>
                  <a:pt x="13680" y="120943"/>
                </a:lnTo>
                <a:lnTo>
                  <a:pt x="14320" y="121363"/>
                </a:lnTo>
                <a:lnTo>
                  <a:pt x="14973" y="121772"/>
                </a:lnTo>
                <a:lnTo>
                  <a:pt x="15641" y="122168"/>
                </a:lnTo>
                <a:lnTo>
                  <a:pt x="16322" y="122551"/>
                </a:lnTo>
                <a:lnTo>
                  <a:pt x="17017" y="122922"/>
                </a:lnTo>
                <a:lnTo>
                  <a:pt x="17726" y="123281"/>
                </a:lnTo>
                <a:lnTo>
                  <a:pt x="18449" y="123627"/>
                </a:lnTo>
                <a:lnTo>
                  <a:pt x="19185" y="123960"/>
                </a:lnTo>
                <a:lnTo>
                  <a:pt x="19932" y="124279"/>
                </a:lnTo>
                <a:lnTo>
                  <a:pt x="20693" y="124583"/>
                </a:lnTo>
                <a:lnTo>
                  <a:pt x="21465" y="124874"/>
                </a:lnTo>
                <a:lnTo>
                  <a:pt x="22249" y="125150"/>
                </a:lnTo>
                <a:lnTo>
                  <a:pt x="23045" y="125412"/>
                </a:lnTo>
                <a:lnTo>
                  <a:pt x="23854" y="125660"/>
                </a:lnTo>
                <a:lnTo>
                  <a:pt x="24674" y="125893"/>
                </a:lnTo>
                <a:lnTo>
                  <a:pt x="25507" y="126113"/>
                </a:lnTo>
                <a:lnTo>
                  <a:pt x="26352" y="126318"/>
                </a:lnTo>
                <a:lnTo>
                  <a:pt x="27209" y="126509"/>
                </a:lnTo>
                <a:lnTo>
                  <a:pt x="28078" y="126686"/>
                </a:lnTo>
                <a:lnTo>
                  <a:pt x="28959" y="126849"/>
                </a:lnTo>
                <a:lnTo>
                  <a:pt x="29852" y="126998"/>
                </a:lnTo>
                <a:lnTo>
                  <a:pt x="30758" y="127133"/>
                </a:lnTo>
                <a:lnTo>
                  <a:pt x="31675" y="127253"/>
                </a:lnTo>
                <a:lnTo>
                  <a:pt x="32605" y="127359"/>
                </a:lnTo>
                <a:lnTo>
                  <a:pt x="33546" y="127451"/>
                </a:lnTo>
                <a:lnTo>
                  <a:pt x="34500" y="127529"/>
                </a:lnTo>
                <a:lnTo>
                  <a:pt x="35466" y="127593"/>
                </a:lnTo>
                <a:lnTo>
                  <a:pt x="36444" y="127642"/>
                </a:lnTo>
                <a:lnTo>
                  <a:pt x="37434" y="127678"/>
                </a:lnTo>
                <a:lnTo>
                  <a:pt x="38436" y="127699"/>
                </a:lnTo>
                <a:lnTo>
                  <a:pt x="39451" y="127706"/>
                </a:lnTo>
                <a:lnTo>
                  <a:pt x="40395" y="127699"/>
                </a:lnTo>
                <a:lnTo>
                  <a:pt x="41330" y="127677"/>
                </a:lnTo>
                <a:lnTo>
                  <a:pt x="42255" y="127640"/>
                </a:lnTo>
                <a:lnTo>
                  <a:pt x="43171" y="127588"/>
                </a:lnTo>
                <a:close/>
                <a:moveTo>
                  <a:pt x="250348" y="127515"/>
                </a:moveTo>
                <a:lnTo>
                  <a:pt x="251505" y="127407"/>
                </a:lnTo>
                <a:lnTo>
                  <a:pt x="252645" y="127276"/>
                </a:lnTo>
                <a:lnTo>
                  <a:pt x="253769" y="127120"/>
                </a:lnTo>
                <a:lnTo>
                  <a:pt x="254875" y="126941"/>
                </a:lnTo>
                <a:lnTo>
                  <a:pt x="255965" y="126738"/>
                </a:lnTo>
                <a:lnTo>
                  <a:pt x="257038" y="126511"/>
                </a:lnTo>
                <a:lnTo>
                  <a:pt x="258094" y="126260"/>
                </a:lnTo>
                <a:lnTo>
                  <a:pt x="259133" y="125985"/>
                </a:lnTo>
                <a:lnTo>
                  <a:pt x="260156" y="125686"/>
                </a:lnTo>
                <a:lnTo>
                  <a:pt x="261162" y="125363"/>
                </a:lnTo>
                <a:lnTo>
                  <a:pt x="262150" y="125016"/>
                </a:lnTo>
                <a:lnTo>
                  <a:pt x="263122" y="124646"/>
                </a:lnTo>
                <a:lnTo>
                  <a:pt x="264078" y="124251"/>
                </a:lnTo>
                <a:lnTo>
                  <a:pt x="265016" y="123833"/>
                </a:lnTo>
                <a:lnTo>
                  <a:pt x="265937" y="123390"/>
                </a:lnTo>
                <a:lnTo>
                  <a:pt x="266842" y="122924"/>
                </a:lnTo>
                <a:lnTo>
                  <a:pt x="267730" y="122434"/>
                </a:lnTo>
                <a:lnTo>
                  <a:pt x="268601" y="121920"/>
                </a:lnTo>
                <a:lnTo>
                  <a:pt x="269455" y="121382"/>
                </a:lnTo>
                <a:lnTo>
                  <a:pt x="270293" y="120820"/>
                </a:lnTo>
                <a:lnTo>
                  <a:pt x="271107" y="120237"/>
                </a:lnTo>
                <a:lnTo>
                  <a:pt x="271892" y="119638"/>
                </a:lnTo>
                <a:lnTo>
                  <a:pt x="272648" y="119022"/>
                </a:lnTo>
                <a:lnTo>
                  <a:pt x="273375" y="118390"/>
                </a:lnTo>
                <a:lnTo>
                  <a:pt x="274073" y="117740"/>
                </a:lnTo>
                <a:lnTo>
                  <a:pt x="274741" y="117074"/>
                </a:lnTo>
                <a:lnTo>
                  <a:pt x="275380" y="116390"/>
                </a:lnTo>
                <a:lnTo>
                  <a:pt x="275990" y="115690"/>
                </a:lnTo>
                <a:lnTo>
                  <a:pt x="276570" y="114973"/>
                </a:lnTo>
                <a:lnTo>
                  <a:pt x="277122" y="114239"/>
                </a:lnTo>
                <a:lnTo>
                  <a:pt x="277644" y="113489"/>
                </a:lnTo>
                <a:lnTo>
                  <a:pt x="278137" y="112721"/>
                </a:lnTo>
                <a:lnTo>
                  <a:pt x="278600" y="111937"/>
                </a:lnTo>
                <a:lnTo>
                  <a:pt x="279035" y="111136"/>
                </a:lnTo>
                <a:lnTo>
                  <a:pt x="279440" y="110318"/>
                </a:lnTo>
                <a:lnTo>
                  <a:pt x="279816" y="109483"/>
                </a:lnTo>
                <a:lnTo>
                  <a:pt x="280163" y="108632"/>
                </a:lnTo>
                <a:lnTo>
                  <a:pt x="280481" y="107764"/>
                </a:lnTo>
                <a:lnTo>
                  <a:pt x="280769" y="106878"/>
                </a:lnTo>
                <a:lnTo>
                  <a:pt x="281028" y="105976"/>
                </a:lnTo>
                <a:lnTo>
                  <a:pt x="281258" y="105057"/>
                </a:lnTo>
                <a:lnTo>
                  <a:pt x="281458" y="104122"/>
                </a:lnTo>
                <a:lnTo>
                  <a:pt x="281630" y="103169"/>
                </a:lnTo>
                <a:lnTo>
                  <a:pt x="281772" y="102200"/>
                </a:lnTo>
                <a:lnTo>
                  <a:pt x="266468" y="102200"/>
                </a:lnTo>
                <a:lnTo>
                  <a:pt x="266362" y="102719"/>
                </a:lnTo>
                <a:lnTo>
                  <a:pt x="266240" y="103227"/>
                </a:lnTo>
                <a:lnTo>
                  <a:pt x="266104" y="103724"/>
                </a:lnTo>
                <a:lnTo>
                  <a:pt x="265953" y="104210"/>
                </a:lnTo>
                <a:lnTo>
                  <a:pt x="265787" y="104685"/>
                </a:lnTo>
                <a:lnTo>
                  <a:pt x="265607" y="105149"/>
                </a:lnTo>
                <a:lnTo>
                  <a:pt x="265412" y="105603"/>
                </a:lnTo>
                <a:lnTo>
                  <a:pt x="265202" y="106045"/>
                </a:lnTo>
                <a:lnTo>
                  <a:pt x="264977" y="106477"/>
                </a:lnTo>
                <a:lnTo>
                  <a:pt x="264738" y="106897"/>
                </a:lnTo>
                <a:lnTo>
                  <a:pt x="264484" y="107307"/>
                </a:lnTo>
                <a:lnTo>
                  <a:pt x="264215" y="107706"/>
                </a:lnTo>
                <a:lnTo>
                  <a:pt x="263931" y="108094"/>
                </a:lnTo>
                <a:lnTo>
                  <a:pt x="263632" y="108471"/>
                </a:lnTo>
                <a:lnTo>
                  <a:pt x="263319" y="108837"/>
                </a:lnTo>
                <a:lnTo>
                  <a:pt x="262991" y="109192"/>
                </a:lnTo>
                <a:lnTo>
                  <a:pt x="262648" y="109536"/>
                </a:lnTo>
                <a:lnTo>
                  <a:pt x="262291" y="109869"/>
                </a:lnTo>
                <a:lnTo>
                  <a:pt x="261919" y="110192"/>
                </a:lnTo>
                <a:lnTo>
                  <a:pt x="261532" y="110503"/>
                </a:lnTo>
                <a:lnTo>
                  <a:pt x="261130" y="110803"/>
                </a:lnTo>
                <a:lnTo>
                  <a:pt x="260713" y="111093"/>
                </a:lnTo>
                <a:lnTo>
                  <a:pt x="260282" y="111372"/>
                </a:lnTo>
                <a:lnTo>
                  <a:pt x="259836" y="111639"/>
                </a:lnTo>
                <a:lnTo>
                  <a:pt x="259377" y="111896"/>
                </a:lnTo>
                <a:lnTo>
                  <a:pt x="258905" y="112142"/>
                </a:lnTo>
                <a:lnTo>
                  <a:pt x="258423" y="112377"/>
                </a:lnTo>
                <a:lnTo>
                  <a:pt x="257928" y="112600"/>
                </a:lnTo>
                <a:lnTo>
                  <a:pt x="257421" y="112813"/>
                </a:lnTo>
                <a:lnTo>
                  <a:pt x="256903" y="113015"/>
                </a:lnTo>
                <a:lnTo>
                  <a:pt x="256373" y="113206"/>
                </a:lnTo>
                <a:lnTo>
                  <a:pt x="255831" y="113387"/>
                </a:lnTo>
                <a:lnTo>
                  <a:pt x="255277" y="113556"/>
                </a:lnTo>
                <a:lnTo>
                  <a:pt x="254711" y="113714"/>
                </a:lnTo>
                <a:lnTo>
                  <a:pt x="254134" y="113862"/>
                </a:lnTo>
                <a:lnTo>
                  <a:pt x="253544" y="113998"/>
                </a:lnTo>
                <a:lnTo>
                  <a:pt x="252943" y="114124"/>
                </a:lnTo>
                <a:lnTo>
                  <a:pt x="252330" y="114238"/>
                </a:lnTo>
                <a:lnTo>
                  <a:pt x="251706" y="114342"/>
                </a:lnTo>
                <a:lnTo>
                  <a:pt x="251069" y="114435"/>
                </a:lnTo>
                <a:lnTo>
                  <a:pt x="250421" y="114517"/>
                </a:lnTo>
                <a:lnTo>
                  <a:pt x="249761" y="114588"/>
                </a:lnTo>
                <a:lnTo>
                  <a:pt x="249089" y="114648"/>
                </a:lnTo>
                <a:lnTo>
                  <a:pt x="248405" y="114697"/>
                </a:lnTo>
                <a:lnTo>
                  <a:pt x="247709" y="114735"/>
                </a:lnTo>
                <a:lnTo>
                  <a:pt x="247002" y="114762"/>
                </a:lnTo>
                <a:lnTo>
                  <a:pt x="246283" y="114779"/>
                </a:lnTo>
                <a:lnTo>
                  <a:pt x="245552" y="114784"/>
                </a:lnTo>
                <a:lnTo>
                  <a:pt x="244696" y="114774"/>
                </a:lnTo>
                <a:lnTo>
                  <a:pt x="243856" y="114744"/>
                </a:lnTo>
                <a:lnTo>
                  <a:pt x="243033" y="114693"/>
                </a:lnTo>
                <a:lnTo>
                  <a:pt x="242226" y="114621"/>
                </a:lnTo>
                <a:lnTo>
                  <a:pt x="241436" y="114530"/>
                </a:lnTo>
                <a:lnTo>
                  <a:pt x="240662" y="114418"/>
                </a:lnTo>
                <a:lnTo>
                  <a:pt x="239905" y="114285"/>
                </a:lnTo>
                <a:lnTo>
                  <a:pt x="239165" y="114132"/>
                </a:lnTo>
                <a:lnTo>
                  <a:pt x="238441" y="113959"/>
                </a:lnTo>
                <a:lnTo>
                  <a:pt x="237734" y="113766"/>
                </a:lnTo>
                <a:lnTo>
                  <a:pt x="237043" y="113552"/>
                </a:lnTo>
                <a:lnTo>
                  <a:pt x="236368" y="113318"/>
                </a:lnTo>
                <a:lnTo>
                  <a:pt x="235710" y="113063"/>
                </a:lnTo>
                <a:lnTo>
                  <a:pt x="235069" y="112788"/>
                </a:lnTo>
                <a:lnTo>
                  <a:pt x="234444" y="112493"/>
                </a:lnTo>
                <a:lnTo>
                  <a:pt x="233836" y="112177"/>
                </a:lnTo>
                <a:lnTo>
                  <a:pt x="233245" y="111841"/>
                </a:lnTo>
                <a:lnTo>
                  <a:pt x="232669" y="111484"/>
                </a:lnTo>
                <a:lnTo>
                  <a:pt x="232111" y="111107"/>
                </a:lnTo>
                <a:lnTo>
                  <a:pt x="231569" y="110710"/>
                </a:lnTo>
                <a:lnTo>
                  <a:pt x="231043" y="110293"/>
                </a:lnTo>
                <a:lnTo>
                  <a:pt x="230534" y="109855"/>
                </a:lnTo>
                <a:lnTo>
                  <a:pt x="230041" y="109396"/>
                </a:lnTo>
                <a:lnTo>
                  <a:pt x="229566" y="108918"/>
                </a:lnTo>
                <a:lnTo>
                  <a:pt x="229108" y="108420"/>
                </a:lnTo>
                <a:lnTo>
                  <a:pt x="228670" y="107904"/>
                </a:lnTo>
                <a:lnTo>
                  <a:pt x="228251" y="107370"/>
                </a:lnTo>
                <a:lnTo>
                  <a:pt x="227851" y="106818"/>
                </a:lnTo>
                <a:lnTo>
                  <a:pt x="227472" y="106248"/>
                </a:lnTo>
                <a:lnTo>
                  <a:pt x="227111" y="105660"/>
                </a:lnTo>
                <a:lnTo>
                  <a:pt x="226770" y="105054"/>
                </a:lnTo>
                <a:lnTo>
                  <a:pt x="226449" y="104430"/>
                </a:lnTo>
                <a:lnTo>
                  <a:pt x="226147" y="103788"/>
                </a:lnTo>
                <a:lnTo>
                  <a:pt x="225865" y="103128"/>
                </a:lnTo>
                <a:lnTo>
                  <a:pt x="225602" y="102450"/>
                </a:lnTo>
                <a:lnTo>
                  <a:pt x="225358" y="101754"/>
                </a:lnTo>
                <a:lnTo>
                  <a:pt x="225134" y="101040"/>
                </a:lnTo>
                <a:lnTo>
                  <a:pt x="224930" y="100308"/>
                </a:lnTo>
                <a:lnTo>
                  <a:pt x="224745" y="99558"/>
                </a:lnTo>
                <a:lnTo>
                  <a:pt x="224579" y="98790"/>
                </a:lnTo>
                <a:lnTo>
                  <a:pt x="224433" y="98004"/>
                </a:lnTo>
                <a:lnTo>
                  <a:pt x="224306" y="97200"/>
                </a:lnTo>
                <a:lnTo>
                  <a:pt x="224199" y="96378"/>
                </a:lnTo>
                <a:lnTo>
                  <a:pt x="224111" y="95538"/>
                </a:lnTo>
                <a:lnTo>
                  <a:pt x="224043" y="94679"/>
                </a:lnTo>
                <a:lnTo>
                  <a:pt x="223995" y="93803"/>
                </a:lnTo>
                <a:lnTo>
                  <a:pt x="223965" y="92909"/>
                </a:lnTo>
                <a:lnTo>
                  <a:pt x="223956" y="91997"/>
                </a:lnTo>
                <a:lnTo>
                  <a:pt x="223956" y="82983"/>
                </a:lnTo>
                <a:lnTo>
                  <a:pt x="282112" y="82983"/>
                </a:lnTo>
                <a:lnTo>
                  <a:pt x="282112" y="66488"/>
                </a:lnTo>
                <a:lnTo>
                  <a:pt x="282104" y="65586"/>
                </a:lnTo>
                <a:lnTo>
                  <a:pt x="282081" y="64694"/>
                </a:lnTo>
                <a:lnTo>
                  <a:pt x="282042" y="63813"/>
                </a:lnTo>
                <a:lnTo>
                  <a:pt x="281987" y="62941"/>
                </a:lnTo>
                <a:lnTo>
                  <a:pt x="281916" y="62079"/>
                </a:lnTo>
                <a:lnTo>
                  <a:pt x="281830" y="61228"/>
                </a:lnTo>
                <a:lnTo>
                  <a:pt x="281729" y="60386"/>
                </a:lnTo>
                <a:lnTo>
                  <a:pt x="281611" y="59554"/>
                </a:lnTo>
                <a:lnTo>
                  <a:pt x="281478" y="58733"/>
                </a:lnTo>
                <a:lnTo>
                  <a:pt x="281329" y="57921"/>
                </a:lnTo>
                <a:lnTo>
                  <a:pt x="281165" y="57120"/>
                </a:lnTo>
                <a:lnTo>
                  <a:pt x="280985" y="56328"/>
                </a:lnTo>
                <a:lnTo>
                  <a:pt x="280790" y="55547"/>
                </a:lnTo>
                <a:lnTo>
                  <a:pt x="280578" y="54776"/>
                </a:lnTo>
                <a:lnTo>
                  <a:pt x="280351" y="54014"/>
                </a:lnTo>
                <a:lnTo>
                  <a:pt x="280109" y="53263"/>
                </a:lnTo>
                <a:lnTo>
                  <a:pt x="279851" y="52522"/>
                </a:lnTo>
                <a:lnTo>
                  <a:pt x="279577" y="51790"/>
                </a:lnTo>
                <a:lnTo>
                  <a:pt x="279287" y="51069"/>
                </a:lnTo>
                <a:lnTo>
                  <a:pt x="278982" y="50358"/>
                </a:lnTo>
                <a:lnTo>
                  <a:pt x="278661" y="49657"/>
                </a:lnTo>
                <a:lnTo>
                  <a:pt x="278325" y="48966"/>
                </a:lnTo>
                <a:lnTo>
                  <a:pt x="277973" y="48285"/>
                </a:lnTo>
                <a:lnTo>
                  <a:pt x="277605" y="47614"/>
                </a:lnTo>
                <a:lnTo>
                  <a:pt x="277223" y="46954"/>
                </a:lnTo>
                <a:lnTo>
                  <a:pt x="276828" y="46307"/>
                </a:lnTo>
                <a:lnTo>
                  <a:pt x="276420" y="45672"/>
                </a:lnTo>
                <a:lnTo>
                  <a:pt x="275999" y="45049"/>
                </a:lnTo>
                <a:lnTo>
                  <a:pt x="275565" y="44439"/>
                </a:lnTo>
                <a:lnTo>
                  <a:pt x="275119" y="43841"/>
                </a:lnTo>
                <a:lnTo>
                  <a:pt x="274659" y="43256"/>
                </a:lnTo>
                <a:lnTo>
                  <a:pt x="274186" y="42683"/>
                </a:lnTo>
                <a:lnTo>
                  <a:pt x="273700" y="42122"/>
                </a:lnTo>
                <a:lnTo>
                  <a:pt x="273201" y="41574"/>
                </a:lnTo>
                <a:lnTo>
                  <a:pt x="272689" y="41038"/>
                </a:lnTo>
                <a:lnTo>
                  <a:pt x="272164" y="40515"/>
                </a:lnTo>
                <a:lnTo>
                  <a:pt x="271626" y="40004"/>
                </a:lnTo>
                <a:lnTo>
                  <a:pt x="271076" y="39505"/>
                </a:lnTo>
                <a:lnTo>
                  <a:pt x="270512" y="39019"/>
                </a:lnTo>
                <a:lnTo>
                  <a:pt x="269935" y="38545"/>
                </a:lnTo>
                <a:lnTo>
                  <a:pt x="269345" y="38083"/>
                </a:lnTo>
                <a:lnTo>
                  <a:pt x="268742" y="37634"/>
                </a:lnTo>
                <a:lnTo>
                  <a:pt x="268126" y="37198"/>
                </a:lnTo>
                <a:lnTo>
                  <a:pt x="267497" y="36773"/>
                </a:lnTo>
                <a:lnTo>
                  <a:pt x="266855" y="36362"/>
                </a:lnTo>
                <a:lnTo>
                  <a:pt x="266200" y="35962"/>
                </a:lnTo>
                <a:lnTo>
                  <a:pt x="265533" y="35575"/>
                </a:lnTo>
                <a:lnTo>
                  <a:pt x="264852" y="35200"/>
                </a:lnTo>
                <a:lnTo>
                  <a:pt x="264160" y="34840"/>
                </a:lnTo>
                <a:lnTo>
                  <a:pt x="263458" y="34494"/>
                </a:lnTo>
                <a:lnTo>
                  <a:pt x="262746" y="34164"/>
                </a:lnTo>
                <a:lnTo>
                  <a:pt x="262025" y="33849"/>
                </a:lnTo>
                <a:lnTo>
                  <a:pt x="261294" y="33550"/>
                </a:lnTo>
                <a:lnTo>
                  <a:pt x="260553" y="33266"/>
                </a:lnTo>
                <a:lnTo>
                  <a:pt x="259803" y="32997"/>
                </a:lnTo>
                <a:lnTo>
                  <a:pt x="259042" y="32744"/>
                </a:lnTo>
                <a:lnTo>
                  <a:pt x="258272" y="32506"/>
                </a:lnTo>
                <a:lnTo>
                  <a:pt x="257492" y="32284"/>
                </a:lnTo>
                <a:lnTo>
                  <a:pt x="256703" y="32076"/>
                </a:lnTo>
                <a:lnTo>
                  <a:pt x="255904" y="31884"/>
                </a:lnTo>
                <a:lnTo>
                  <a:pt x="255095" y="31708"/>
                </a:lnTo>
                <a:lnTo>
                  <a:pt x="254276" y="31547"/>
                </a:lnTo>
                <a:lnTo>
                  <a:pt x="253447" y="31401"/>
                </a:lnTo>
                <a:lnTo>
                  <a:pt x="252609" y="31270"/>
                </a:lnTo>
                <a:lnTo>
                  <a:pt x="251761" y="31155"/>
                </a:lnTo>
                <a:lnTo>
                  <a:pt x="250903" y="31055"/>
                </a:lnTo>
                <a:lnTo>
                  <a:pt x="250036" y="30971"/>
                </a:lnTo>
                <a:lnTo>
                  <a:pt x="249158" y="30902"/>
                </a:lnTo>
                <a:lnTo>
                  <a:pt x="248271" y="30848"/>
                </a:lnTo>
                <a:lnTo>
                  <a:pt x="247375" y="30810"/>
                </a:lnTo>
                <a:lnTo>
                  <a:pt x="246468" y="30787"/>
                </a:lnTo>
                <a:lnTo>
                  <a:pt x="245552" y="30779"/>
                </a:lnTo>
                <a:lnTo>
                  <a:pt x="244636" y="30787"/>
                </a:lnTo>
                <a:lnTo>
                  <a:pt x="243729" y="30810"/>
                </a:lnTo>
                <a:lnTo>
                  <a:pt x="242832" y="30848"/>
                </a:lnTo>
                <a:lnTo>
                  <a:pt x="241945" y="30902"/>
                </a:lnTo>
                <a:lnTo>
                  <a:pt x="241068" y="30971"/>
                </a:lnTo>
                <a:lnTo>
                  <a:pt x="240200" y="31055"/>
                </a:lnTo>
                <a:lnTo>
                  <a:pt x="239342" y="31155"/>
                </a:lnTo>
                <a:lnTo>
                  <a:pt x="238494" y="31270"/>
                </a:lnTo>
                <a:lnTo>
                  <a:pt x="237656" y="31401"/>
                </a:lnTo>
                <a:lnTo>
                  <a:pt x="236827" y="31547"/>
                </a:lnTo>
                <a:lnTo>
                  <a:pt x="236009" y="31708"/>
                </a:lnTo>
                <a:lnTo>
                  <a:pt x="235199" y="31884"/>
                </a:lnTo>
                <a:lnTo>
                  <a:pt x="234400" y="32076"/>
                </a:lnTo>
                <a:lnTo>
                  <a:pt x="233610" y="32284"/>
                </a:lnTo>
                <a:lnTo>
                  <a:pt x="232830" y="32506"/>
                </a:lnTo>
                <a:lnTo>
                  <a:pt x="232060" y="32744"/>
                </a:lnTo>
                <a:lnTo>
                  <a:pt x="231300" y="32997"/>
                </a:lnTo>
                <a:lnTo>
                  <a:pt x="230549" y="33266"/>
                </a:lnTo>
                <a:lnTo>
                  <a:pt x="229808" y="33550"/>
                </a:lnTo>
                <a:lnTo>
                  <a:pt x="229077" y="33849"/>
                </a:lnTo>
                <a:lnTo>
                  <a:pt x="228355" y="34164"/>
                </a:lnTo>
                <a:lnTo>
                  <a:pt x="227644" y="34494"/>
                </a:lnTo>
                <a:lnTo>
                  <a:pt x="226942" y="34840"/>
                </a:lnTo>
                <a:lnTo>
                  <a:pt x="226249" y="35200"/>
                </a:lnTo>
                <a:lnTo>
                  <a:pt x="225569" y="35575"/>
                </a:lnTo>
                <a:lnTo>
                  <a:pt x="224901" y="35962"/>
                </a:lnTo>
                <a:lnTo>
                  <a:pt x="224246" y="36362"/>
                </a:lnTo>
                <a:lnTo>
                  <a:pt x="223605" y="36773"/>
                </a:lnTo>
                <a:lnTo>
                  <a:pt x="222976" y="37198"/>
                </a:lnTo>
                <a:lnTo>
                  <a:pt x="222360" y="37634"/>
                </a:lnTo>
                <a:lnTo>
                  <a:pt x="221757" y="38083"/>
                </a:lnTo>
                <a:lnTo>
                  <a:pt x="221167" y="38545"/>
                </a:lnTo>
                <a:lnTo>
                  <a:pt x="220591" y="39019"/>
                </a:lnTo>
                <a:lnTo>
                  <a:pt x="220027" y="39505"/>
                </a:lnTo>
                <a:lnTo>
                  <a:pt x="219476" y="40004"/>
                </a:lnTo>
                <a:lnTo>
                  <a:pt x="218938" y="40515"/>
                </a:lnTo>
                <a:lnTo>
                  <a:pt x="218413" y="41038"/>
                </a:lnTo>
                <a:lnTo>
                  <a:pt x="217901" y="41574"/>
                </a:lnTo>
                <a:lnTo>
                  <a:pt x="217402" y="42122"/>
                </a:lnTo>
                <a:lnTo>
                  <a:pt x="216916" y="42683"/>
                </a:lnTo>
                <a:lnTo>
                  <a:pt x="216443" y="43256"/>
                </a:lnTo>
                <a:lnTo>
                  <a:pt x="215983" y="43841"/>
                </a:lnTo>
                <a:lnTo>
                  <a:pt x="215536" y="44439"/>
                </a:lnTo>
                <a:lnTo>
                  <a:pt x="215102" y="45049"/>
                </a:lnTo>
                <a:lnTo>
                  <a:pt x="214681" y="45672"/>
                </a:lnTo>
                <a:lnTo>
                  <a:pt x="214273" y="46307"/>
                </a:lnTo>
                <a:lnTo>
                  <a:pt x="213878" y="46954"/>
                </a:lnTo>
                <a:lnTo>
                  <a:pt x="213496" y="47614"/>
                </a:lnTo>
                <a:lnTo>
                  <a:pt x="213129" y="48285"/>
                </a:lnTo>
                <a:lnTo>
                  <a:pt x="212777" y="48966"/>
                </a:lnTo>
                <a:lnTo>
                  <a:pt x="212440" y="49657"/>
                </a:lnTo>
                <a:lnTo>
                  <a:pt x="212120" y="50358"/>
                </a:lnTo>
                <a:lnTo>
                  <a:pt x="211815" y="51069"/>
                </a:lnTo>
                <a:lnTo>
                  <a:pt x="211525" y="51790"/>
                </a:lnTo>
                <a:lnTo>
                  <a:pt x="211252" y="52522"/>
                </a:lnTo>
                <a:lnTo>
                  <a:pt x="210994" y="53263"/>
                </a:lnTo>
                <a:lnTo>
                  <a:pt x="210751" y="54014"/>
                </a:lnTo>
                <a:lnTo>
                  <a:pt x="210524" y="54776"/>
                </a:lnTo>
                <a:lnTo>
                  <a:pt x="210313" y="55547"/>
                </a:lnTo>
                <a:lnTo>
                  <a:pt x="210118" y="56328"/>
                </a:lnTo>
                <a:lnTo>
                  <a:pt x="209938" y="57120"/>
                </a:lnTo>
                <a:lnTo>
                  <a:pt x="209774" y="57921"/>
                </a:lnTo>
                <a:lnTo>
                  <a:pt x="209625" y="58733"/>
                </a:lnTo>
                <a:lnTo>
                  <a:pt x="209492" y="59554"/>
                </a:lnTo>
                <a:lnTo>
                  <a:pt x="209375" y="60386"/>
                </a:lnTo>
                <a:lnTo>
                  <a:pt x="209273" y="61228"/>
                </a:lnTo>
                <a:lnTo>
                  <a:pt x="209187" y="62079"/>
                </a:lnTo>
                <a:lnTo>
                  <a:pt x="209117" y="62941"/>
                </a:lnTo>
                <a:lnTo>
                  <a:pt x="209062" y="63813"/>
                </a:lnTo>
                <a:lnTo>
                  <a:pt x="209023" y="64694"/>
                </a:lnTo>
                <a:lnTo>
                  <a:pt x="209000" y="65586"/>
                </a:lnTo>
                <a:lnTo>
                  <a:pt x="208992" y="66488"/>
                </a:lnTo>
                <a:lnTo>
                  <a:pt x="208992" y="91997"/>
                </a:lnTo>
                <a:lnTo>
                  <a:pt x="209000" y="92885"/>
                </a:lnTo>
                <a:lnTo>
                  <a:pt x="209023" y="93764"/>
                </a:lnTo>
                <a:lnTo>
                  <a:pt x="209062" y="94634"/>
                </a:lnTo>
                <a:lnTo>
                  <a:pt x="209117" y="95495"/>
                </a:lnTo>
                <a:lnTo>
                  <a:pt x="209187" y="96347"/>
                </a:lnTo>
                <a:lnTo>
                  <a:pt x="209273" y="97189"/>
                </a:lnTo>
                <a:lnTo>
                  <a:pt x="209375" y="98023"/>
                </a:lnTo>
                <a:lnTo>
                  <a:pt x="209492" y="98847"/>
                </a:lnTo>
                <a:lnTo>
                  <a:pt x="209625" y="99662"/>
                </a:lnTo>
                <a:lnTo>
                  <a:pt x="209774" y="100468"/>
                </a:lnTo>
                <a:lnTo>
                  <a:pt x="209938" y="101264"/>
                </a:lnTo>
                <a:lnTo>
                  <a:pt x="210118" y="102052"/>
                </a:lnTo>
                <a:lnTo>
                  <a:pt x="210313" y="102830"/>
                </a:lnTo>
                <a:lnTo>
                  <a:pt x="210524" y="103599"/>
                </a:lnTo>
                <a:lnTo>
                  <a:pt x="210751" y="104360"/>
                </a:lnTo>
                <a:lnTo>
                  <a:pt x="210994" y="105110"/>
                </a:lnTo>
                <a:lnTo>
                  <a:pt x="211252" y="105852"/>
                </a:lnTo>
                <a:lnTo>
                  <a:pt x="211525" y="106585"/>
                </a:lnTo>
                <a:lnTo>
                  <a:pt x="211815" y="107308"/>
                </a:lnTo>
                <a:lnTo>
                  <a:pt x="212120" y="108023"/>
                </a:lnTo>
                <a:lnTo>
                  <a:pt x="212440" y="108728"/>
                </a:lnTo>
                <a:lnTo>
                  <a:pt x="212777" y="109424"/>
                </a:lnTo>
                <a:lnTo>
                  <a:pt x="213129" y="110111"/>
                </a:lnTo>
                <a:lnTo>
                  <a:pt x="213496" y="110788"/>
                </a:lnTo>
                <a:lnTo>
                  <a:pt x="213878" y="111455"/>
                </a:lnTo>
                <a:lnTo>
                  <a:pt x="214273" y="112109"/>
                </a:lnTo>
                <a:lnTo>
                  <a:pt x="214681" y="112750"/>
                </a:lnTo>
                <a:lnTo>
                  <a:pt x="215102" y="113379"/>
                </a:lnTo>
                <a:lnTo>
                  <a:pt x="215536" y="113994"/>
                </a:lnTo>
                <a:lnTo>
                  <a:pt x="215983" y="114597"/>
                </a:lnTo>
                <a:lnTo>
                  <a:pt x="216443" y="115188"/>
                </a:lnTo>
                <a:lnTo>
                  <a:pt x="216916" y="115766"/>
                </a:lnTo>
                <a:lnTo>
                  <a:pt x="217402" y="116331"/>
                </a:lnTo>
                <a:lnTo>
                  <a:pt x="217901" y="116883"/>
                </a:lnTo>
                <a:lnTo>
                  <a:pt x="218413" y="117423"/>
                </a:lnTo>
                <a:lnTo>
                  <a:pt x="218938" y="117950"/>
                </a:lnTo>
                <a:lnTo>
                  <a:pt x="219476" y="118464"/>
                </a:lnTo>
                <a:lnTo>
                  <a:pt x="220027" y="118966"/>
                </a:lnTo>
                <a:lnTo>
                  <a:pt x="220591" y="119455"/>
                </a:lnTo>
                <a:lnTo>
                  <a:pt x="221167" y="119931"/>
                </a:lnTo>
                <a:lnTo>
                  <a:pt x="221757" y="120395"/>
                </a:lnTo>
                <a:lnTo>
                  <a:pt x="222360" y="120846"/>
                </a:lnTo>
                <a:lnTo>
                  <a:pt x="222976" y="121284"/>
                </a:lnTo>
                <a:lnTo>
                  <a:pt x="223605" y="121709"/>
                </a:lnTo>
                <a:lnTo>
                  <a:pt x="224246" y="122122"/>
                </a:lnTo>
                <a:lnTo>
                  <a:pt x="224901" y="122522"/>
                </a:lnTo>
                <a:lnTo>
                  <a:pt x="225569" y="122910"/>
                </a:lnTo>
                <a:lnTo>
                  <a:pt x="226249" y="123285"/>
                </a:lnTo>
                <a:lnTo>
                  <a:pt x="226942" y="123645"/>
                </a:lnTo>
                <a:lnTo>
                  <a:pt x="227644" y="123991"/>
                </a:lnTo>
                <a:lnTo>
                  <a:pt x="228355" y="124321"/>
                </a:lnTo>
                <a:lnTo>
                  <a:pt x="229077" y="124636"/>
                </a:lnTo>
                <a:lnTo>
                  <a:pt x="229808" y="124935"/>
                </a:lnTo>
                <a:lnTo>
                  <a:pt x="230549" y="125219"/>
                </a:lnTo>
                <a:lnTo>
                  <a:pt x="231300" y="125488"/>
                </a:lnTo>
                <a:lnTo>
                  <a:pt x="232060" y="125741"/>
                </a:lnTo>
                <a:lnTo>
                  <a:pt x="232830" y="125979"/>
                </a:lnTo>
                <a:lnTo>
                  <a:pt x="233610" y="126202"/>
                </a:lnTo>
                <a:lnTo>
                  <a:pt x="234400" y="126409"/>
                </a:lnTo>
                <a:lnTo>
                  <a:pt x="235199" y="126601"/>
                </a:lnTo>
                <a:lnTo>
                  <a:pt x="236009" y="126777"/>
                </a:lnTo>
                <a:lnTo>
                  <a:pt x="236827" y="126939"/>
                </a:lnTo>
                <a:lnTo>
                  <a:pt x="237656" y="127084"/>
                </a:lnTo>
                <a:lnTo>
                  <a:pt x="238494" y="127215"/>
                </a:lnTo>
                <a:lnTo>
                  <a:pt x="239342" y="127330"/>
                </a:lnTo>
                <a:lnTo>
                  <a:pt x="240200" y="127430"/>
                </a:lnTo>
                <a:lnTo>
                  <a:pt x="241068" y="127514"/>
                </a:lnTo>
                <a:lnTo>
                  <a:pt x="241945" y="127583"/>
                </a:lnTo>
                <a:lnTo>
                  <a:pt x="242832" y="127637"/>
                </a:lnTo>
                <a:lnTo>
                  <a:pt x="243729" y="127675"/>
                </a:lnTo>
                <a:lnTo>
                  <a:pt x="244636" y="127698"/>
                </a:lnTo>
                <a:lnTo>
                  <a:pt x="245552" y="127706"/>
                </a:lnTo>
                <a:lnTo>
                  <a:pt x="246776" y="127694"/>
                </a:lnTo>
                <a:lnTo>
                  <a:pt x="247984" y="127658"/>
                </a:lnTo>
                <a:lnTo>
                  <a:pt x="249174" y="127599"/>
                </a:lnTo>
                <a:lnTo>
                  <a:pt x="250348" y="127515"/>
                </a:lnTo>
                <a:close/>
                <a:moveTo>
                  <a:pt x="223965" y="65576"/>
                </a:moveTo>
                <a:lnTo>
                  <a:pt x="223995" y="64682"/>
                </a:lnTo>
                <a:lnTo>
                  <a:pt x="224043" y="63805"/>
                </a:lnTo>
                <a:lnTo>
                  <a:pt x="224111" y="62946"/>
                </a:lnTo>
                <a:lnTo>
                  <a:pt x="224199" y="62105"/>
                </a:lnTo>
                <a:lnTo>
                  <a:pt x="224306" y="61281"/>
                </a:lnTo>
                <a:lnTo>
                  <a:pt x="224433" y="60475"/>
                </a:lnTo>
                <a:lnTo>
                  <a:pt x="224579" y="59687"/>
                </a:lnTo>
                <a:lnTo>
                  <a:pt x="224745" y="58917"/>
                </a:lnTo>
                <a:lnTo>
                  <a:pt x="224930" y="58164"/>
                </a:lnTo>
                <a:lnTo>
                  <a:pt x="225134" y="57429"/>
                </a:lnTo>
                <a:lnTo>
                  <a:pt x="225358" y="56712"/>
                </a:lnTo>
                <a:lnTo>
                  <a:pt x="225602" y="56012"/>
                </a:lnTo>
                <a:lnTo>
                  <a:pt x="225865" y="55330"/>
                </a:lnTo>
                <a:lnTo>
                  <a:pt x="226147" y="54666"/>
                </a:lnTo>
                <a:lnTo>
                  <a:pt x="226449" y="54019"/>
                </a:lnTo>
                <a:lnTo>
                  <a:pt x="226770" y="53391"/>
                </a:lnTo>
                <a:lnTo>
                  <a:pt x="227111" y="52779"/>
                </a:lnTo>
                <a:lnTo>
                  <a:pt x="227472" y="52186"/>
                </a:lnTo>
                <a:lnTo>
                  <a:pt x="227851" y="51610"/>
                </a:lnTo>
                <a:lnTo>
                  <a:pt x="228251" y="51052"/>
                </a:lnTo>
                <a:lnTo>
                  <a:pt x="228670" y="50512"/>
                </a:lnTo>
                <a:lnTo>
                  <a:pt x="229108" y="49989"/>
                </a:lnTo>
                <a:lnTo>
                  <a:pt x="229566" y="49485"/>
                </a:lnTo>
                <a:lnTo>
                  <a:pt x="230041" y="48999"/>
                </a:lnTo>
                <a:lnTo>
                  <a:pt x="230534" y="48534"/>
                </a:lnTo>
                <a:lnTo>
                  <a:pt x="231043" y="48090"/>
                </a:lnTo>
                <a:lnTo>
                  <a:pt x="231569" y="47666"/>
                </a:lnTo>
                <a:lnTo>
                  <a:pt x="232111" y="47263"/>
                </a:lnTo>
                <a:lnTo>
                  <a:pt x="232669" y="46880"/>
                </a:lnTo>
                <a:lnTo>
                  <a:pt x="233245" y="46519"/>
                </a:lnTo>
                <a:lnTo>
                  <a:pt x="233836" y="46178"/>
                </a:lnTo>
                <a:lnTo>
                  <a:pt x="234444" y="45857"/>
                </a:lnTo>
                <a:lnTo>
                  <a:pt x="235069" y="45558"/>
                </a:lnTo>
                <a:lnTo>
                  <a:pt x="235710" y="45279"/>
                </a:lnTo>
                <a:lnTo>
                  <a:pt x="236368" y="45020"/>
                </a:lnTo>
                <a:lnTo>
                  <a:pt x="237043" y="44783"/>
                </a:lnTo>
                <a:lnTo>
                  <a:pt x="237734" y="44566"/>
                </a:lnTo>
                <a:lnTo>
                  <a:pt x="238441" y="44369"/>
                </a:lnTo>
                <a:lnTo>
                  <a:pt x="239165" y="44194"/>
                </a:lnTo>
                <a:lnTo>
                  <a:pt x="239905" y="44039"/>
                </a:lnTo>
                <a:lnTo>
                  <a:pt x="240662" y="43904"/>
                </a:lnTo>
                <a:lnTo>
                  <a:pt x="241436" y="43791"/>
                </a:lnTo>
                <a:lnTo>
                  <a:pt x="242226" y="43698"/>
                </a:lnTo>
                <a:lnTo>
                  <a:pt x="243033" y="43625"/>
                </a:lnTo>
                <a:lnTo>
                  <a:pt x="243856" y="43574"/>
                </a:lnTo>
                <a:lnTo>
                  <a:pt x="244696" y="43543"/>
                </a:lnTo>
                <a:lnTo>
                  <a:pt x="245552" y="43532"/>
                </a:lnTo>
                <a:lnTo>
                  <a:pt x="246422" y="43543"/>
                </a:lnTo>
                <a:lnTo>
                  <a:pt x="247274" y="43574"/>
                </a:lnTo>
                <a:lnTo>
                  <a:pt x="248109" y="43625"/>
                </a:lnTo>
                <a:lnTo>
                  <a:pt x="248927" y="43698"/>
                </a:lnTo>
                <a:lnTo>
                  <a:pt x="249727" y="43791"/>
                </a:lnTo>
                <a:lnTo>
                  <a:pt x="250510" y="43904"/>
                </a:lnTo>
                <a:lnTo>
                  <a:pt x="251275" y="44039"/>
                </a:lnTo>
                <a:lnTo>
                  <a:pt x="252023" y="44194"/>
                </a:lnTo>
                <a:lnTo>
                  <a:pt x="252753" y="44369"/>
                </a:lnTo>
                <a:lnTo>
                  <a:pt x="253466" y="44566"/>
                </a:lnTo>
                <a:lnTo>
                  <a:pt x="254162" y="44783"/>
                </a:lnTo>
                <a:lnTo>
                  <a:pt x="254840" y="45020"/>
                </a:lnTo>
                <a:lnTo>
                  <a:pt x="255501" y="45279"/>
                </a:lnTo>
                <a:lnTo>
                  <a:pt x="256145" y="45558"/>
                </a:lnTo>
                <a:lnTo>
                  <a:pt x="256771" y="45857"/>
                </a:lnTo>
                <a:lnTo>
                  <a:pt x="257379" y="46178"/>
                </a:lnTo>
                <a:lnTo>
                  <a:pt x="257970" y="46519"/>
                </a:lnTo>
                <a:lnTo>
                  <a:pt x="258544" y="46880"/>
                </a:lnTo>
                <a:lnTo>
                  <a:pt x="259101" y="47263"/>
                </a:lnTo>
                <a:lnTo>
                  <a:pt x="259640" y="47666"/>
                </a:lnTo>
                <a:lnTo>
                  <a:pt x="260161" y="48090"/>
                </a:lnTo>
                <a:lnTo>
                  <a:pt x="260665" y="48534"/>
                </a:lnTo>
                <a:lnTo>
                  <a:pt x="261152" y="48999"/>
                </a:lnTo>
                <a:lnTo>
                  <a:pt x="261621" y="49485"/>
                </a:lnTo>
                <a:lnTo>
                  <a:pt x="262072" y="49989"/>
                </a:lnTo>
                <a:lnTo>
                  <a:pt x="262504" y="50512"/>
                </a:lnTo>
                <a:lnTo>
                  <a:pt x="262917" y="51052"/>
                </a:lnTo>
                <a:lnTo>
                  <a:pt x="263310" y="51610"/>
                </a:lnTo>
                <a:lnTo>
                  <a:pt x="263684" y="52186"/>
                </a:lnTo>
                <a:lnTo>
                  <a:pt x="264039" y="52779"/>
                </a:lnTo>
                <a:lnTo>
                  <a:pt x="264375" y="53391"/>
                </a:lnTo>
                <a:lnTo>
                  <a:pt x="264692" y="54019"/>
                </a:lnTo>
                <a:lnTo>
                  <a:pt x="264989" y="54666"/>
                </a:lnTo>
                <a:lnTo>
                  <a:pt x="265267" y="55330"/>
                </a:lnTo>
                <a:lnTo>
                  <a:pt x="265526" y="56012"/>
                </a:lnTo>
                <a:lnTo>
                  <a:pt x="265766" y="56712"/>
                </a:lnTo>
                <a:lnTo>
                  <a:pt x="265987" y="57429"/>
                </a:lnTo>
                <a:lnTo>
                  <a:pt x="266188" y="58164"/>
                </a:lnTo>
                <a:lnTo>
                  <a:pt x="266371" y="58917"/>
                </a:lnTo>
                <a:lnTo>
                  <a:pt x="266534" y="59687"/>
                </a:lnTo>
                <a:lnTo>
                  <a:pt x="266678" y="60475"/>
                </a:lnTo>
                <a:lnTo>
                  <a:pt x="266803" y="61281"/>
                </a:lnTo>
                <a:lnTo>
                  <a:pt x="266908" y="62105"/>
                </a:lnTo>
                <a:lnTo>
                  <a:pt x="266994" y="62946"/>
                </a:lnTo>
                <a:lnTo>
                  <a:pt x="267062" y="63805"/>
                </a:lnTo>
                <a:lnTo>
                  <a:pt x="267110" y="64682"/>
                </a:lnTo>
                <a:lnTo>
                  <a:pt x="267138" y="65576"/>
                </a:lnTo>
                <a:lnTo>
                  <a:pt x="267148" y="66488"/>
                </a:lnTo>
                <a:lnTo>
                  <a:pt x="267148" y="71421"/>
                </a:lnTo>
                <a:lnTo>
                  <a:pt x="223956" y="71421"/>
                </a:lnTo>
                <a:lnTo>
                  <a:pt x="223956" y="66488"/>
                </a:lnTo>
                <a:lnTo>
                  <a:pt x="223965" y="65576"/>
                </a:lnTo>
                <a:close/>
                <a:moveTo>
                  <a:pt x="354832" y="127465"/>
                </a:moveTo>
                <a:lnTo>
                  <a:pt x="356080" y="127330"/>
                </a:lnTo>
                <a:lnTo>
                  <a:pt x="357306" y="127164"/>
                </a:lnTo>
                <a:lnTo>
                  <a:pt x="358511" y="126968"/>
                </a:lnTo>
                <a:lnTo>
                  <a:pt x="359693" y="126743"/>
                </a:lnTo>
                <a:lnTo>
                  <a:pt x="360854" y="126487"/>
                </a:lnTo>
                <a:lnTo>
                  <a:pt x="361992" y="126201"/>
                </a:lnTo>
                <a:lnTo>
                  <a:pt x="363109" y="125885"/>
                </a:lnTo>
                <a:lnTo>
                  <a:pt x="364204" y="125538"/>
                </a:lnTo>
                <a:lnTo>
                  <a:pt x="365277" y="125162"/>
                </a:lnTo>
                <a:lnTo>
                  <a:pt x="366329" y="124755"/>
                </a:lnTo>
                <a:lnTo>
                  <a:pt x="367358" y="124319"/>
                </a:lnTo>
                <a:lnTo>
                  <a:pt x="368366" y="123852"/>
                </a:lnTo>
                <a:lnTo>
                  <a:pt x="369351" y="123355"/>
                </a:lnTo>
                <a:lnTo>
                  <a:pt x="370315" y="122828"/>
                </a:lnTo>
                <a:lnTo>
                  <a:pt x="371257" y="122271"/>
                </a:lnTo>
                <a:lnTo>
                  <a:pt x="372178" y="121684"/>
                </a:lnTo>
                <a:lnTo>
                  <a:pt x="373076" y="121067"/>
                </a:lnTo>
                <a:lnTo>
                  <a:pt x="373952" y="120420"/>
                </a:lnTo>
                <a:lnTo>
                  <a:pt x="374807" y="119742"/>
                </a:lnTo>
                <a:lnTo>
                  <a:pt x="375640" y="119034"/>
                </a:lnTo>
                <a:lnTo>
                  <a:pt x="376446" y="118301"/>
                </a:lnTo>
                <a:lnTo>
                  <a:pt x="377219" y="117546"/>
                </a:lnTo>
                <a:lnTo>
                  <a:pt x="377959" y="116768"/>
                </a:lnTo>
                <a:lnTo>
                  <a:pt x="378668" y="115969"/>
                </a:lnTo>
                <a:lnTo>
                  <a:pt x="379343" y="115148"/>
                </a:lnTo>
                <a:lnTo>
                  <a:pt x="379987" y="114305"/>
                </a:lnTo>
                <a:lnTo>
                  <a:pt x="380598" y="113441"/>
                </a:lnTo>
                <a:lnTo>
                  <a:pt x="381176" y="112554"/>
                </a:lnTo>
                <a:lnTo>
                  <a:pt x="381722" y="111646"/>
                </a:lnTo>
                <a:lnTo>
                  <a:pt x="382235" y="110716"/>
                </a:lnTo>
                <a:lnTo>
                  <a:pt x="382716" y="109764"/>
                </a:lnTo>
                <a:lnTo>
                  <a:pt x="383165" y="108790"/>
                </a:lnTo>
                <a:lnTo>
                  <a:pt x="383581" y="107794"/>
                </a:lnTo>
                <a:lnTo>
                  <a:pt x="383964" y="106776"/>
                </a:lnTo>
                <a:lnTo>
                  <a:pt x="384315" y="105737"/>
                </a:lnTo>
                <a:lnTo>
                  <a:pt x="384634" y="104676"/>
                </a:lnTo>
                <a:lnTo>
                  <a:pt x="384920" y="103593"/>
                </a:lnTo>
                <a:lnTo>
                  <a:pt x="385174" y="102488"/>
                </a:lnTo>
                <a:lnTo>
                  <a:pt x="385395" y="101361"/>
                </a:lnTo>
                <a:lnTo>
                  <a:pt x="385584" y="100212"/>
                </a:lnTo>
                <a:lnTo>
                  <a:pt x="385740" y="99042"/>
                </a:lnTo>
                <a:lnTo>
                  <a:pt x="385864" y="97849"/>
                </a:lnTo>
                <a:lnTo>
                  <a:pt x="385955" y="96635"/>
                </a:lnTo>
                <a:lnTo>
                  <a:pt x="386014" y="95399"/>
                </a:lnTo>
                <a:lnTo>
                  <a:pt x="370707" y="95399"/>
                </a:lnTo>
                <a:lnTo>
                  <a:pt x="370656" y="96129"/>
                </a:lnTo>
                <a:lnTo>
                  <a:pt x="370588" y="96845"/>
                </a:lnTo>
                <a:lnTo>
                  <a:pt x="370502" y="97548"/>
                </a:lnTo>
                <a:lnTo>
                  <a:pt x="370398" y="98237"/>
                </a:lnTo>
                <a:lnTo>
                  <a:pt x="370278" y="98913"/>
                </a:lnTo>
                <a:lnTo>
                  <a:pt x="370139" y="99575"/>
                </a:lnTo>
                <a:lnTo>
                  <a:pt x="369984" y="100223"/>
                </a:lnTo>
                <a:lnTo>
                  <a:pt x="369811" y="100858"/>
                </a:lnTo>
                <a:lnTo>
                  <a:pt x="369620" y="101480"/>
                </a:lnTo>
                <a:lnTo>
                  <a:pt x="369412" y="102087"/>
                </a:lnTo>
                <a:lnTo>
                  <a:pt x="369187" y="102682"/>
                </a:lnTo>
                <a:lnTo>
                  <a:pt x="368944" y="103262"/>
                </a:lnTo>
                <a:lnTo>
                  <a:pt x="368684" y="103829"/>
                </a:lnTo>
                <a:lnTo>
                  <a:pt x="368406" y="104383"/>
                </a:lnTo>
                <a:lnTo>
                  <a:pt x="368111" y="104923"/>
                </a:lnTo>
                <a:lnTo>
                  <a:pt x="367799" y="105449"/>
                </a:lnTo>
                <a:lnTo>
                  <a:pt x="367469" y="105962"/>
                </a:lnTo>
                <a:lnTo>
                  <a:pt x="367122" y="106461"/>
                </a:lnTo>
                <a:lnTo>
                  <a:pt x="366757" y="106947"/>
                </a:lnTo>
                <a:lnTo>
                  <a:pt x="366375" y="107419"/>
                </a:lnTo>
                <a:lnTo>
                  <a:pt x="365975" y="107878"/>
                </a:lnTo>
                <a:lnTo>
                  <a:pt x="365558" y="108323"/>
                </a:lnTo>
                <a:lnTo>
                  <a:pt x="365124" y="108754"/>
                </a:lnTo>
                <a:lnTo>
                  <a:pt x="364672" y="109172"/>
                </a:lnTo>
                <a:lnTo>
                  <a:pt x="364204" y="109574"/>
                </a:lnTo>
                <a:lnTo>
                  <a:pt x="363723" y="109959"/>
                </a:lnTo>
                <a:lnTo>
                  <a:pt x="363228" y="110327"/>
                </a:lnTo>
                <a:lnTo>
                  <a:pt x="362719" y="110678"/>
                </a:lnTo>
                <a:lnTo>
                  <a:pt x="362196" y="111012"/>
                </a:lnTo>
                <a:lnTo>
                  <a:pt x="361659" y="111329"/>
                </a:lnTo>
                <a:lnTo>
                  <a:pt x="361108" y="111628"/>
                </a:lnTo>
                <a:lnTo>
                  <a:pt x="360543" y="111911"/>
                </a:lnTo>
                <a:lnTo>
                  <a:pt x="359965" y="112176"/>
                </a:lnTo>
                <a:lnTo>
                  <a:pt x="359372" y="112424"/>
                </a:lnTo>
                <a:lnTo>
                  <a:pt x="358766" y="112655"/>
                </a:lnTo>
                <a:lnTo>
                  <a:pt x="358146" y="112869"/>
                </a:lnTo>
                <a:lnTo>
                  <a:pt x="357512" y="113066"/>
                </a:lnTo>
                <a:lnTo>
                  <a:pt x="356864" y="113246"/>
                </a:lnTo>
                <a:lnTo>
                  <a:pt x="356202" y="113409"/>
                </a:lnTo>
                <a:lnTo>
                  <a:pt x="355527" y="113554"/>
                </a:lnTo>
                <a:lnTo>
                  <a:pt x="354837" y="113682"/>
                </a:lnTo>
                <a:lnTo>
                  <a:pt x="354134" y="113794"/>
                </a:lnTo>
                <a:lnTo>
                  <a:pt x="353417" y="113888"/>
                </a:lnTo>
                <a:lnTo>
                  <a:pt x="352685" y="113965"/>
                </a:lnTo>
                <a:lnTo>
                  <a:pt x="351940" y="114025"/>
                </a:lnTo>
                <a:lnTo>
                  <a:pt x="351182" y="114068"/>
                </a:lnTo>
                <a:lnTo>
                  <a:pt x="350409" y="114093"/>
                </a:lnTo>
                <a:lnTo>
                  <a:pt x="349622" y="114102"/>
                </a:lnTo>
                <a:lnTo>
                  <a:pt x="348793" y="114092"/>
                </a:lnTo>
                <a:lnTo>
                  <a:pt x="347978" y="114062"/>
                </a:lnTo>
                <a:lnTo>
                  <a:pt x="347178" y="114012"/>
                </a:lnTo>
                <a:lnTo>
                  <a:pt x="346391" y="113941"/>
                </a:lnTo>
                <a:lnTo>
                  <a:pt x="345619" y="113851"/>
                </a:lnTo>
                <a:lnTo>
                  <a:pt x="344860" y="113741"/>
                </a:lnTo>
                <a:lnTo>
                  <a:pt x="344116" y="113610"/>
                </a:lnTo>
                <a:lnTo>
                  <a:pt x="343386" y="113460"/>
                </a:lnTo>
                <a:lnTo>
                  <a:pt x="342671" y="113289"/>
                </a:lnTo>
                <a:lnTo>
                  <a:pt x="341969" y="113098"/>
                </a:lnTo>
                <a:lnTo>
                  <a:pt x="341282" y="112887"/>
                </a:lnTo>
                <a:lnTo>
                  <a:pt x="340609" y="112657"/>
                </a:lnTo>
                <a:lnTo>
                  <a:pt x="339950" y="112406"/>
                </a:lnTo>
                <a:lnTo>
                  <a:pt x="339305" y="112135"/>
                </a:lnTo>
                <a:lnTo>
                  <a:pt x="338674" y="111844"/>
                </a:lnTo>
                <a:lnTo>
                  <a:pt x="338058" y="111532"/>
                </a:lnTo>
                <a:lnTo>
                  <a:pt x="337455" y="111201"/>
                </a:lnTo>
                <a:lnTo>
                  <a:pt x="336867" y="110850"/>
                </a:lnTo>
                <a:lnTo>
                  <a:pt x="336293" y="110479"/>
                </a:lnTo>
                <a:lnTo>
                  <a:pt x="335733" y="110087"/>
                </a:lnTo>
                <a:lnTo>
                  <a:pt x="335188" y="109676"/>
                </a:lnTo>
                <a:lnTo>
                  <a:pt x="334656" y="109244"/>
                </a:lnTo>
                <a:lnTo>
                  <a:pt x="334139" y="108792"/>
                </a:lnTo>
                <a:lnTo>
                  <a:pt x="333636" y="108321"/>
                </a:lnTo>
                <a:lnTo>
                  <a:pt x="333150" y="107831"/>
                </a:lnTo>
                <a:lnTo>
                  <a:pt x="332686" y="107324"/>
                </a:lnTo>
                <a:lnTo>
                  <a:pt x="332241" y="106801"/>
                </a:lnTo>
                <a:lnTo>
                  <a:pt x="331818" y="106261"/>
                </a:lnTo>
                <a:lnTo>
                  <a:pt x="331415" y="105705"/>
                </a:lnTo>
                <a:lnTo>
                  <a:pt x="331033" y="105133"/>
                </a:lnTo>
                <a:lnTo>
                  <a:pt x="330671" y="104543"/>
                </a:lnTo>
                <a:lnTo>
                  <a:pt x="330330" y="103938"/>
                </a:lnTo>
                <a:lnTo>
                  <a:pt x="330010" y="103315"/>
                </a:lnTo>
                <a:lnTo>
                  <a:pt x="329711" y="102677"/>
                </a:lnTo>
                <a:lnTo>
                  <a:pt x="329432" y="102021"/>
                </a:lnTo>
                <a:lnTo>
                  <a:pt x="329174" y="101349"/>
                </a:lnTo>
                <a:lnTo>
                  <a:pt x="328936" y="100661"/>
                </a:lnTo>
                <a:lnTo>
                  <a:pt x="328719" y="99956"/>
                </a:lnTo>
                <a:lnTo>
                  <a:pt x="328523" y="99234"/>
                </a:lnTo>
                <a:lnTo>
                  <a:pt x="328347" y="98496"/>
                </a:lnTo>
                <a:lnTo>
                  <a:pt x="328192" y="97742"/>
                </a:lnTo>
                <a:lnTo>
                  <a:pt x="328058" y="96971"/>
                </a:lnTo>
                <a:lnTo>
                  <a:pt x="327944" y="96183"/>
                </a:lnTo>
                <a:lnTo>
                  <a:pt x="327851" y="95379"/>
                </a:lnTo>
                <a:lnTo>
                  <a:pt x="327779" y="94558"/>
                </a:lnTo>
                <a:lnTo>
                  <a:pt x="327727" y="93721"/>
                </a:lnTo>
                <a:lnTo>
                  <a:pt x="327696" y="92867"/>
                </a:lnTo>
                <a:lnTo>
                  <a:pt x="327686" y="91997"/>
                </a:lnTo>
                <a:lnTo>
                  <a:pt x="327686" y="66319"/>
                </a:lnTo>
                <a:lnTo>
                  <a:pt x="327696" y="65449"/>
                </a:lnTo>
                <a:lnTo>
                  <a:pt x="327727" y="64596"/>
                </a:lnTo>
                <a:lnTo>
                  <a:pt x="327779" y="63760"/>
                </a:lnTo>
                <a:lnTo>
                  <a:pt x="327851" y="62940"/>
                </a:lnTo>
                <a:lnTo>
                  <a:pt x="327944" y="62137"/>
                </a:lnTo>
                <a:lnTo>
                  <a:pt x="328058" y="61351"/>
                </a:lnTo>
                <a:lnTo>
                  <a:pt x="328192" y="60582"/>
                </a:lnTo>
                <a:lnTo>
                  <a:pt x="328347" y="59830"/>
                </a:lnTo>
                <a:lnTo>
                  <a:pt x="328523" y="59094"/>
                </a:lnTo>
                <a:lnTo>
                  <a:pt x="328719" y="58375"/>
                </a:lnTo>
                <a:lnTo>
                  <a:pt x="328936" y="57674"/>
                </a:lnTo>
                <a:lnTo>
                  <a:pt x="329174" y="56989"/>
                </a:lnTo>
                <a:lnTo>
                  <a:pt x="329432" y="56320"/>
                </a:lnTo>
                <a:lnTo>
                  <a:pt x="329711" y="55669"/>
                </a:lnTo>
                <a:lnTo>
                  <a:pt x="330010" y="55035"/>
                </a:lnTo>
                <a:lnTo>
                  <a:pt x="330330" y="54417"/>
                </a:lnTo>
                <a:lnTo>
                  <a:pt x="330671" y="53816"/>
                </a:lnTo>
                <a:lnTo>
                  <a:pt x="331033" y="53232"/>
                </a:lnTo>
                <a:lnTo>
                  <a:pt x="331415" y="52665"/>
                </a:lnTo>
                <a:lnTo>
                  <a:pt x="331818" y="52115"/>
                </a:lnTo>
                <a:lnTo>
                  <a:pt x="332241" y="51581"/>
                </a:lnTo>
                <a:lnTo>
                  <a:pt x="332686" y="51064"/>
                </a:lnTo>
                <a:lnTo>
                  <a:pt x="333150" y="50564"/>
                </a:lnTo>
                <a:lnTo>
                  <a:pt x="333636" y="50081"/>
                </a:lnTo>
                <a:lnTo>
                  <a:pt x="334139" y="49616"/>
                </a:lnTo>
                <a:lnTo>
                  <a:pt x="334656" y="49171"/>
                </a:lnTo>
                <a:lnTo>
                  <a:pt x="335188" y="48746"/>
                </a:lnTo>
                <a:lnTo>
                  <a:pt x="335733" y="48340"/>
                </a:lnTo>
                <a:lnTo>
                  <a:pt x="336293" y="47955"/>
                </a:lnTo>
                <a:lnTo>
                  <a:pt x="336867" y="47588"/>
                </a:lnTo>
                <a:lnTo>
                  <a:pt x="337455" y="47242"/>
                </a:lnTo>
                <a:lnTo>
                  <a:pt x="338058" y="46916"/>
                </a:lnTo>
                <a:lnTo>
                  <a:pt x="338674" y="46609"/>
                </a:lnTo>
                <a:lnTo>
                  <a:pt x="339305" y="46322"/>
                </a:lnTo>
                <a:lnTo>
                  <a:pt x="339950" y="46055"/>
                </a:lnTo>
                <a:lnTo>
                  <a:pt x="340609" y="45808"/>
                </a:lnTo>
                <a:lnTo>
                  <a:pt x="341282" y="45580"/>
                </a:lnTo>
                <a:lnTo>
                  <a:pt x="341969" y="45373"/>
                </a:lnTo>
                <a:lnTo>
                  <a:pt x="342671" y="45185"/>
                </a:lnTo>
                <a:lnTo>
                  <a:pt x="343386" y="45016"/>
                </a:lnTo>
                <a:lnTo>
                  <a:pt x="344116" y="44868"/>
                </a:lnTo>
                <a:lnTo>
                  <a:pt x="344860" y="44739"/>
                </a:lnTo>
                <a:lnTo>
                  <a:pt x="345619" y="44631"/>
                </a:lnTo>
                <a:lnTo>
                  <a:pt x="346391" y="44542"/>
                </a:lnTo>
                <a:lnTo>
                  <a:pt x="347178" y="44472"/>
                </a:lnTo>
                <a:lnTo>
                  <a:pt x="347978" y="44423"/>
                </a:lnTo>
                <a:lnTo>
                  <a:pt x="348793" y="44393"/>
                </a:lnTo>
                <a:lnTo>
                  <a:pt x="349622" y="44383"/>
                </a:lnTo>
                <a:lnTo>
                  <a:pt x="350409" y="44392"/>
                </a:lnTo>
                <a:lnTo>
                  <a:pt x="351182" y="44417"/>
                </a:lnTo>
                <a:lnTo>
                  <a:pt x="351940" y="44459"/>
                </a:lnTo>
                <a:lnTo>
                  <a:pt x="352685" y="44518"/>
                </a:lnTo>
                <a:lnTo>
                  <a:pt x="353417" y="44594"/>
                </a:lnTo>
                <a:lnTo>
                  <a:pt x="354134" y="44686"/>
                </a:lnTo>
                <a:lnTo>
                  <a:pt x="354837" y="44796"/>
                </a:lnTo>
                <a:lnTo>
                  <a:pt x="355527" y="44922"/>
                </a:lnTo>
                <a:lnTo>
                  <a:pt x="356202" y="45065"/>
                </a:lnTo>
                <a:lnTo>
                  <a:pt x="356864" y="45225"/>
                </a:lnTo>
                <a:lnTo>
                  <a:pt x="357512" y="45402"/>
                </a:lnTo>
                <a:lnTo>
                  <a:pt x="358146" y="45595"/>
                </a:lnTo>
                <a:lnTo>
                  <a:pt x="358766" y="45805"/>
                </a:lnTo>
                <a:lnTo>
                  <a:pt x="359372" y="46033"/>
                </a:lnTo>
                <a:lnTo>
                  <a:pt x="359965" y="46277"/>
                </a:lnTo>
                <a:lnTo>
                  <a:pt x="360543" y="46538"/>
                </a:lnTo>
                <a:lnTo>
                  <a:pt x="361108" y="46815"/>
                </a:lnTo>
                <a:lnTo>
                  <a:pt x="361659" y="47110"/>
                </a:lnTo>
                <a:lnTo>
                  <a:pt x="362196" y="47421"/>
                </a:lnTo>
                <a:lnTo>
                  <a:pt x="362719" y="47749"/>
                </a:lnTo>
                <a:lnTo>
                  <a:pt x="363228" y="48094"/>
                </a:lnTo>
                <a:lnTo>
                  <a:pt x="363723" y="48456"/>
                </a:lnTo>
                <a:lnTo>
                  <a:pt x="364204" y="48835"/>
                </a:lnTo>
                <a:lnTo>
                  <a:pt x="364672" y="49230"/>
                </a:lnTo>
                <a:lnTo>
                  <a:pt x="365124" y="49641"/>
                </a:lnTo>
                <a:lnTo>
                  <a:pt x="365558" y="50067"/>
                </a:lnTo>
                <a:lnTo>
                  <a:pt x="365975" y="50507"/>
                </a:lnTo>
                <a:lnTo>
                  <a:pt x="366375" y="50961"/>
                </a:lnTo>
                <a:lnTo>
                  <a:pt x="366757" y="51430"/>
                </a:lnTo>
                <a:lnTo>
                  <a:pt x="367122" y="51913"/>
                </a:lnTo>
                <a:lnTo>
                  <a:pt x="367469" y="52411"/>
                </a:lnTo>
                <a:lnTo>
                  <a:pt x="367799" y="52923"/>
                </a:lnTo>
                <a:lnTo>
                  <a:pt x="368111" y="53450"/>
                </a:lnTo>
                <a:lnTo>
                  <a:pt x="368406" y="53991"/>
                </a:lnTo>
                <a:lnTo>
                  <a:pt x="368684" y="54547"/>
                </a:lnTo>
                <a:lnTo>
                  <a:pt x="368944" y="55117"/>
                </a:lnTo>
                <a:lnTo>
                  <a:pt x="369187" y="55702"/>
                </a:lnTo>
                <a:lnTo>
                  <a:pt x="369412" y="56301"/>
                </a:lnTo>
                <a:lnTo>
                  <a:pt x="369620" y="56915"/>
                </a:lnTo>
                <a:lnTo>
                  <a:pt x="369811" y="57543"/>
                </a:lnTo>
                <a:lnTo>
                  <a:pt x="369984" y="58185"/>
                </a:lnTo>
                <a:lnTo>
                  <a:pt x="370139" y="58842"/>
                </a:lnTo>
                <a:lnTo>
                  <a:pt x="370278" y="59514"/>
                </a:lnTo>
                <a:lnTo>
                  <a:pt x="370398" y="60200"/>
                </a:lnTo>
                <a:lnTo>
                  <a:pt x="370502" y="60901"/>
                </a:lnTo>
                <a:lnTo>
                  <a:pt x="370588" y="61616"/>
                </a:lnTo>
                <a:lnTo>
                  <a:pt x="370656" y="62345"/>
                </a:lnTo>
                <a:lnTo>
                  <a:pt x="370707" y="63089"/>
                </a:lnTo>
                <a:lnTo>
                  <a:pt x="386014" y="63089"/>
                </a:lnTo>
                <a:lnTo>
                  <a:pt x="385955" y="61853"/>
                </a:lnTo>
                <a:lnTo>
                  <a:pt x="385864" y="60639"/>
                </a:lnTo>
                <a:lnTo>
                  <a:pt x="385740" y="59446"/>
                </a:lnTo>
                <a:lnTo>
                  <a:pt x="385584" y="58276"/>
                </a:lnTo>
                <a:lnTo>
                  <a:pt x="385395" y="57127"/>
                </a:lnTo>
                <a:lnTo>
                  <a:pt x="385174" y="56000"/>
                </a:lnTo>
                <a:lnTo>
                  <a:pt x="384920" y="54895"/>
                </a:lnTo>
                <a:lnTo>
                  <a:pt x="384634" y="53812"/>
                </a:lnTo>
                <a:lnTo>
                  <a:pt x="384315" y="52751"/>
                </a:lnTo>
                <a:lnTo>
                  <a:pt x="383964" y="51711"/>
                </a:lnTo>
                <a:lnTo>
                  <a:pt x="383581" y="50694"/>
                </a:lnTo>
                <a:lnTo>
                  <a:pt x="383165" y="49698"/>
                </a:lnTo>
                <a:lnTo>
                  <a:pt x="382716" y="48724"/>
                </a:lnTo>
                <a:lnTo>
                  <a:pt x="382235" y="47772"/>
                </a:lnTo>
                <a:lnTo>
                  <a:pt x="381722" y="46842"/>
                </a:lnTo>
                <a:lnTo>
                  <a:pt x="381176" y="45934"/>
                </a:lnTo>
                <a:lnTo>
                  <a:pt x="380598" y="45047"/>
                </a:lnTo>
                <a:lnTo>
                  <a:pt x="379987" y="44182"/>
                </a:lnTo>
                <a:lnTo>
                  <a:pt x="379343" y="43340"/>
                </a:lnTo>
                <a:lnTo>
                  <a:pt x="378668" y="42519"/>
                </a:lnTo>
                <a:lnTo>
                  <a:pt x="377959" y="41720"/>
                </a:lnTo>
                <a:lnTo>
                  <a:pt x="377219" y="40942"/>
                </a:lnTo>
                <a:lnTo>
                  <a:pt x="376446" y="40187"/>
                </a:lnTo>
                <a:lnTo>
                  <a:pt x="375640" y="39453"/>
                </a:lnTo>
                <a:lnTo>
                  <a:pt x="374807" y="38745"/>
                </a:lnTo>
                <a:lnTo>
                  <a:pt x="373952" y="38068"/>
                </a:lnTo>
                <a:lnTo>
                  <a:pt x="373076" y="37420"/>
                </a:lnTo>
                <a:lnTo>
                  <a:pt x="372178" y="36803"/>
                </a:lnTo>
                <a:lnTo>
                  <a:pt x="371257" y="36215"/>
                </a:lnTo>
                <a:lnTo>
                  <a:pt x="370315" y="35658"/>
                </a:lnTo>
                <a:lnTo>
                  <a:pt x="369351" y="35131"/>
                </a:lnTo>
                <a:lnTo>
                  <a:pt x="368366" y="34634"/>
                </a:lnTo>
                <a:lnTo>
                  <a:pt x="367358" y="34167"/>
                </a:lnTo>
                <a:lnTo>
                  <a:pt x="366329" y="33731"/>
                </a:lnTo>
                <a:lnTo>
                  <a:pt x="365277" y="33324"/>
                </a:lnTo>
                <a:lnTo>
                  <a:pt x="364204" y="32948"/>
                </a:lnTo>
                <a:lnTo>
                  <a:pt x="363109" y="32601"/>
                </a:lnTo>
                <a:lnTo>
                  <a:pt x="361992" y="32285"/>
                </a:lnTo>
                <a:lnTo>
                  <a:pt x="360854" y="31999"/>
                </a:lnTo>
                <a:lnTo>
                  <a:pt x="359693" y="31743"/>
                </a:lnTo>
                <a:lnTo>
                  <a:pt x="358511" y="31517"/>
                </a:lnTo>
                <a:lnTo>
                  <a:pt x="357306" y="31321"/>
                </a:lnTo>
                <a:lnTo>
                  <a:pt x="356080" y="31155"/>
                </a:lnTo>
                <a:lnTo>
                  <a:pt x="354832" y="31020"/>
                </a:lnTo>
                <a:lnTo>
                  <a:pt x="353563" y="30915"/>
                </a:lnTo>
                <a:lnTo>
                  <a:pt x="352271" y="30839"/>
                </a:lnTo>
                <a:lnTo>
                  <a:pt x="350958" y="30794"/>
                </a:lnTo>
                <a:lnTo>
                  <a:pt x="349622" y="30779"/>
                </a:lnTo>
                <a:lnTo>
                  <a:pt x="348692" y="30786"/>
                </a:lnTo>
                <a:lnTo>
                  <a:pt x="347771" y="30809"/>
                </a:lnTo>
                <a:lnTo>
                  <a:pt x="346860" y="30845"/>
                </a:lnTo>
                <a:lnTo>
                  <a:pt x="345959" y="30897"/>
                </a:lnTo>
                <a:lnTo>
                  <a:pt x="345068" y="30964"/>
                </a:lnTo>
                <a:lnTo>
                  <a:pt x="344186" y="31045"/>
                </a:lnTo>
                <a:lnTo>
                  <a:pt x="343314" y="31141"/>
                </a:lnTo>
                <a:lnTo>
                  <a:pt x="342452" y="31252"/>
                </a:lnTo>
                <a:lnTo>
                  <a:pt x="341600" y="31377"/>
                </a:lnTo>
                <a:lnTo>
                  <a:pt x="340757" y="31517"/>
                </a:lnTo>
                <a:lnTo>
                  <a:pt x="339924" y="31672"/>
                </a:lnTo>
                <a:lnTo>
                  <a:pt x="339101" y="31842"/>
                </a:lnTo>
                <a:lnTo>
                  <a:pt x="338288" y="32027"/>
                </a:lnTo>
                <a:lnTo>
                  <a:pt x="337484" y="32226"/>
                </a:lnTo>
                <a:lnTo>
                  <a:pt x="336690" y="32440"/>
                </a:lnTo>
                <a:lnTo>
                  <a:pt x="335906" y="32669"/>
                </a:lnTo>
                <a:lnTo>
                  <a:pt x="335131" y="32913"/>
                </a:lnTo>
                <a:lnTo>
                  <a:pt x="334367" y="33171"/>
                </a:lnTo>
                <a:lnTo>
                  <a:pt x="333612" y="33444"/>
                </a:lnTo>
                <a:lnTo>
                  <a:pt x="332866" y="33732"/>
                </a:lnTo>
                <a:lnTo>
                  <a:pt x="332131" y="34035"/>
                </a:lnTo>
                <a:lnTo>
                  <a:pt x="331405" y="34353"/>
                </a:lnTo>
                <a:lnTo>
                  <a:pt x="330689" y="34685"/>
                </a:lnTo>
                <a:lnTo>
                  <a:pt x="329983" y="35032"/>
                </a:lnTo>
                <a:lnTo>
                  <a:pt x="329288" y="35392"/>
                </a:lnTo>
                <a:lnTo>
                  <a:pt x="328606" y="35766"/>
                </a:lnTo>
                <a:lnTo>
                  <a:pt x="327938" y="36153"/>
                </a:lnTo>
                <a:lnTo>
                  <a:pt x="327283" y="36552"/>
                </a:lnTo>
                <a:lnTo>
                  <a:pt x="326641" y="36965"/>
                </a:lnTo>
                <a:lnTo>
                  <a:pt x="326013" y="37391"/>
                </a:lnTo>
                <a:lnTo>
                  <a:pt x="325398" y="37829"/>
                </a:lnTo>
                <a:lnTo>
                  <a:pt x="324796" y="38281"/>
                </a:lnTo>
                <a:lnTo>
                  <a:pt x="324207" y="38746"/>
                </a:lnTo>
                <a:lnTo>
                  <a:pt x="323632" y="39223"/>
                </a:lnTo>
                <a:lnTo>
                  <a:pt x="323070" y="39714"/>
                </a:lnTo>
                <a:lnTo>
                  <a:pt x="322521" y="40217"/>
                </a:lnTo>
                <a:lnTo>
                  <a:pt x="321986" y="40734"/>
                </a:lnTo>
                <a:lnTo>
                  <a:pt x="321464" y="41264"/>
                </a:lnTo>
                <a:lnTo>
                  <a:pt x="320955" y="41806"/>
                </a:lnTo>
                <a:lnTo>
                  <a:pt x="320459" y="42362"/>
                </a:lnTo>
                <a:lnTo>
                  <a:pt x="319977" y="42930"/>
                </a:lnTo>
                <a:lnTo>
                  <a:pt x="319508" y="43512"/>
                </a:lnTo>
                <a:lnTo>
                  <a:pt x="319052" y="44106"/>
                </a:lnTo>
                <a:lnTo>
                  <a:pt x="318610" y="44714"/>
                </a:lnTo>
                <a:lnTo>
                  <a:pt x="318180" y="45334"/>
                </a:lnTo>
                <a:lnTo>
                  <a:pt x="317764" y="45968"/>
                </a:lnTo>
                <a:lnTo>
                  <a:pt x="317362" y="46614"/>
                </a:lnTo>
                <a:lnTo>
                  <a:pt x="316972" y="47274"/>
                </a:lnTo>
                <a:lnTo>
                  <a:pt x="316598" y="47945"/>
                </a:lnTo>
                <a:lnTo>
                  <a:pt x="316239" y="48628"/>
                </a:lnTo>
                <a:lnTo>
                  <a:pt x="315897" y="49322"/>
                </a:lnTo>
                <a:lnTo>
                  <a:pt x="315570" y="50028"/>
                </a:lnTo>
                <a:lnTo>
                  <a:pt x="315259" y="50744"/>
                </a:lnTo>
                <a:lnTo>
                  <a:pt x="314964" y="51472"/>
                </a:lnTo>
                <a:lnTo>
                  <a:pt x="314685" y="52211"/>
                </a:lnTo>
                <a:lnTo>
                  <a:pt x="314422" y="52961"/>
                </a:lnTo>
                <a:lnTo>
                  <a:pt x="314175" y="53722"/>
                </a:lnTo>
                <a:lnTo>
                  <a:pt x="313944" y="54495"/>
                </a:lnTo>
                <a:lnTo>
                  <a:pt x="313729" y="55278"/>
                </a:lnTo>
                <a:lnTo>
                  <a:pt x="313530" y="56073"/>
                </a:lnTo>
                <a:lnTo>
                  <a:pt x="313347" y="56880"/>
                </a:lnTo>
                <a:lnTo>
                  <a:pt x="313179" y="57697"/>
                </a:lnTo>
                <a:lnTo>
                  <a:pt x="313028" y="58526"/>
                </a:lnTo>
                <a:lnTo>
                  <a:pt x="312892" y="59365"/>
                </a:lnTo>
                <a:lnTo>
                  <a:pt x="312773" y="60217"/>
                </a:lnTo>
                <a:lnTo>
                  <a:pt x="312669" y="61079"/>
                </a:lnTo>
                <a:lnTo>
                  <a:pt x="312581" y="61952"/>
                </a:lnTo>
                <a:lnTo>
                  <a:pt x="312510" y="62837"/>
                </a:lnTo>
                <a:lnTo>
                  <a:pt x="312454" y="63733"/>
                </a:lnTo>
                <a:lnTo>
                  <a:pt x="312414" y="64640"/>
                </a:lnTo>
                <a:lnTo>
                  <a:pt x="312390" y="65558"/>
                </a:lnTo>
                <a:lnTo>
                  <a:pt x="312382" y="66488"/>
                </a:lnTo>
                <a:lnTo>
                  <a:pt x="312382" y="91997"/>
                </a:lnTo>
                <a:lnTo>
                  <a:pt x="312390" y="92913"/>
                </a:lnTo>
                <a:lnTo>
                  <a:pt x="312414" y="93819"/>
                </a:lnTo>
                <a:lnTo>
                  <a:pt x="312454" y="94714"/>
                </a:lnTo>
                <a:lnTo>
                  <a:pt x="312510" y="95599"/>
                </a:lnTo>
                <a:lnTo>
                  <a:pt x="312581" y="96474"/>
                </a:lnTo>
                <a:lnTo>
                  <a:pt x="312669" y="97338"/>
                </a:lnTo>
                <a:lnTo>
                  <a:pt x="312773" y="98192"/>
                </a:lnTo>
                <a:lnTo>
                  <a:pt x="312892" y="99036"/>
                </a:lnTo>
                <a:lnTo>
                  <a:pt x="313028" y="99869"/>
                </a:lnTo>
                <a:lnTo>
                  <a:pt x="313179" y="100692"/>
                </a:lnTo>
                <a:lnTo>
                  <a:pt x="313347" y="101504"/>
                </a:lnTo>
                <a:lnTo>
                  <a:pt x="313530" y="102307"/>
                </a:lnTo>
                <a:lnTo>
                  <a:pt x="313729" y="103099"/>
                </a:lnTo>
                <a:lnTo>
                  <a:pt x="313944" y="103880"/>
                </a:lnTo>
                <a:lnTo>
                  <a:pt x="314175" y="104652"/>
                </a:lnTo>
                <a:lnTo>
                  <a:pt x="314422" y="105413"/>
                </a:lnTo>
                <a:lnTo>
                  <a:pt x="314685" y="106163"/>
                </a:lnTo>
                <a:lnTo>
                  <a:pt x="314964" y="106904"/>
                </a:lnTo>
                <a:lnTo>
                  <a:pt x="315259" y="107633"/>
                </a:lnTo>
                <a:lnTo>
                  <a:pt x="315570" y="108353"/>
                </a:lnTo>
                <a:lnTo>
                  <a:pt x="315897" y="109062"/>
                </a:lnTo>
                <a:lnTo>
                  <a:pt x="316239" y="109761"/>
                </a:lnTo>
                <a:lnTo>
                  <a:pt x="316598" y="110450"/>
                </a:lnTo>
                <a:lnTo>
                  <a:pt x="316972" y="111128"/>
                </a:lnTo>
                <a:lnTo>
                  <a:pt x="317362" y="111795"/>
                </a:lnTo>
                <a:lnTo>
                  <a:pt x="317764" y="112448"/>
                </a:lnTo>
                <a:lnTo>
                  <a:pt x="318180" y="113088"/>
                </a:lnTo>
                <a:lnTo>
                  <a:pt x="318610" y="113714"/>
                </a:lnTo>
                <a:lnTo>
                  <a:pt x="319052" y="114328"/>
                </a:lnTo>
                <a:lnTo>
                  <a:pt x="319508" y="114928"/>
                </a:lnTo>
                <a:lnTo>
                  <a:pt x="319977" y="115515"/>
                </a:lnTo>
                <a:lnTo>
                  <a:pt x="320459" y="116088"/>
                </a:lnTo>
                <a:lnTo>
                  <a:pt x="320955" y="116648"/>
                </a:lnTo>
                <a:lnTo>
                  <a:pt x="321464" y="117195"/>
                </a:lnTo>
                <a:lnTo>
                  <a:pt x="321986" y="117729"/>
                </a:lnTo>
                <a:lnTo>
                  <a:pt x="322521" y="118249"/>
                </a:lnTo>
                <a:lnTo>
                  <a:pt x="323070" y="118756"/>
                </a:lnTo>
                <a:lnTo>
                  <a:pt x="323632" y="119250"/>
                </a:lnTo>
                <a:lnTo>
                  <a:pt x="324207" y="119730"/>
                </a:lnTo>
                <a:lnTo>
                  <a:pt x="324796" y="120197"/>
                </a:lnTo>
                <a:lnTo>
                  <a:pt x="325398" y="120651"/>
                </a:lnTo>
                <a:lnTo>
                  <a:pt x="326013" y="121092"/>
                </a:lnTo>
                <a:lnTo>
                  <a:pt x="326641" y="121519"/>
                </a:lnTo>
                <a:lnTo>
                  <a:pt x="327283" y="121933"/>
                </a:lnTo>
                <a:lnTo>
                  <a:pt x="327938" y="122334"/>
                </a:lnTo>
                <a:lnTo>
                  <a:pt x="328606" y="122721"/>
                </a:lnTo>
                <a:lnTo>
                  <a:pt x="329288" y="123095"/>
                </a:lnTo>
                <a:lnTo>
                  <a:pt x="329983" y="123456"/>
                </a:lnTo>
                <a:lnTo>
                  <a:pt x="330689" y="123803"/>
                </a:lnTo>
                <a:lnTo>
                  <a:pt x="331405" y="124135"/>
                </a:lnTo>
                <a:lnTo>
                  <a:pt x="332131" y="124452"/>
                </a:lnTo>
                <a:lnTo>
                  <a:pt x="332866" y="124755"/>
                </a:lnTo>
                <a:lnTo>
                  <a:pt x="333612" y="125042"/>
                </a:lnTo>
                <a:lnTo>
                  <a:pt x="334367" y="125315"/>
                </a:lnTo>
                <a:lnTo>
                  <a:pt x="335131" y="125574"/>
                </a:lnTo>
                <a:lnTo>
                  <a:pt x="335906" y="125817"/>
                </a:lnTo>
                <a:lnTo>
                  <a:pt x="336690" y="126046"/>
                </a:lnTo>
                <a:lnTo>
                  <a:pt x="337484" y="126260"/>
                </a:lnTo>
                <a:lnTo>
                  <a:pt x="338288" y="126459"/>
                </a:lnTo>
                <a:lnTo>
                  <a:pt x="339101" y="126644"/>
                </a:lnTo>
                <a:lnTo>
                  <a:pt x="339924" y="126813"/>
                </a:lnTo>
                <a:lnTo>
                  <a:pt x="340757" y="126968"/>
                </a:lnTo>
                <a:lnTo>
                  <a:pt x="341600" y="127108"/>
                </a:lnTo>
                <a:lnTo>
                  <a:pt x="342452" y="127234"/>
                </a:lnTo>
                <a:lnTo>
                  <a:pt x="343314" y="127345"/>
                </a:lnTo>
                <a:lnTo>
                  <a:pt x="344186" y="127441"/>
                </a:lnTo>
                <a:lnTo>
                  <a:pt x="345068" y="127522"/>
                </a:lnTo>
                <a:lnTo>
                  <a:pt x="345959" y="127588"/>
                </a:lnTo>
                <a:lnTo>
                  <a:pt x="346860" y="127640"/>
                </a:lnTo>
                <a:lnTo>
                  <a:pt x="347771" y="127677"/>
                </a:lnTo>
                <a:lnTo>
                  <a:pt x="348692" y="127699"/>
                </a:lnTo>
                <a:lnTo>
                  <a:pt x="349622" y="127706"/>
                </a:lnTo>
                <a:lnTo>
                  <a:pt x="350958" y="127691"/>
                </a:lnTo>
                <a:lnTo>
                  <a:pt x="352271" y="127646"/>
                </a:lnTo>
                <a:lnTo>
                  <a:pt x="353563" y="127571"/>
                </a:lnTo>
                <a:lnTo>
                  <a:pt x="354832" y="127465"/>
                </a:lnTo>
                <a:close/>
                <a:moveTo>
                  <a:pt x="106790" y="156614"/>
                </a:moveTo>
                <a:lnTo>
                  <a:pt x="122096" y="156614"/>
                </a:lnTo>
                <a:lnTo>
                  <a:pt x="122096" y="129408"/>
                </a:lnTo>
                <a:lnTo>
                  <a:pt x="121754" y="108152"/>
                </a:lnTo>
                <a:lnTo>
                  <a:pt x="122319" y="108152"/>
                </a:lnTo>
                <a:lnTo>
                  <a:pt x="122406" y="108788"/>
                </a:lnTo>
                <a:lnTo>
                  <a:pt x="122542" y="109586"/>
                </a:lnTo>
                <a:lnTo>
                  <a:pt x="122704" y="110369"/>
                </a:lnTo>
                <a:lnTo>
                  <a:pt x="122890" y="111137"/>
                </a:lnTo>
                <a:lnTo>
                  <a:pt x="123100" y="111890"/>
                </a:lnTo>
                <a:lnTo>
                  <a:pt x="123336" y="112628"/>
                </a:lnTo>
                <a:lnTo>
                  <a:pt x="123596" y="113352"/>
                </a:lnTo>
                <a:lnTo>
                  <a:pt x="123881" y="114061"/>
                </a:lnTo>
                <a:lnTo>
                  <a:pt x="124191" y="114755"/>
                </a:lnTo>
                <a:lnTo>
                  <a:pt x="124526" y="115435"/>
                </a:lnTo>
                <a:lnTo>
                  <a:pt x="124885" y="116099"/>
                </a:lnTo>
                <a:lnTo>
                  <a:pt x="125270" y="116749"/>
                </a:lnTo>
                <a:lnTo>
                  <a:pt x="125679" y="117384"/>
                </a:lnTo>
                <a:lnTo>
                  <a:pt x="126113" y="118005"/>
                </a:lnTo>
                <a:lnTo>
                  <a:pt x="126572" y="118610"/>
                </a:lnTo>
                <a:lnTo>
                  <a:pt x="127055" y="119201"/>
                </a:lnTo>
                <a:lnTo>
                  <a:pt x="127563" y="119777"/>
                </a:lnTo>
                <a:lnTo>
                  <a:pt x="128096" y="120338"/>
                </a:lnTo>
                <a:lnTo>
                  <a:pt x="128654" y="120885"/>
                </a:lnTo>
                <a:lnTo>
                  <a:pt x="129237" y="121416"/>
                </a:lnTo>
                <a:lnTo>
                  <a:pt x="129840" y="121930"/>
                </a:lnTo>
                <a:lnTo>
                  <a:pt x="130457" y="122421"/>
                </a:lnTo>
                <a:lnTo>
                  <a:pt x="131089" y="122891"/>
                </a:lnTo>
                <a:lnTo>
                  <a:pt x="131736" y="123338"/>
                </a:lnTo>
                <a:lnTo>
                  <a:pt x="132398" y="123764"/>
                </a:lnTo>
                <a:lnTo>
                  <a:pt x="133074" y="124168"/>
                </a:lnTo>
                <a:lnTo>
                  <a:pt x="133765" y="124550"/>
                </a:lnTo>
                <a:lnTo>
                  <a:pt x="134471" y="124911"/>
                </a:lnTo>
                <a:lnTo>
                  <a:pt x="135192" y="125249"/>
                </a:lnTo>
                <a:lnTo>
                  <a:pt x="135927" y="125566"/>
                </a:lnTo>
                <a:lnTo>
                  <a:pt x="136677" y="125861"/>
                </a:lnTo>
                <a:lnTo>
                  <a:pt x="137442" y="126134"/>
                </a:lnTo>
                <a:lnTo>
                  <a:pt x="138222" y="126385"/>
                </a:lnTo>
                <a:lnTo>
                  <a:pt x="139016" y="126614"/>
                </a:lnTo>
                <a:lnTo>
                  <a:pt x="139825" y="126822"/>
                </a:lnTo>
                <a:lnTo>
                  <a:pt x="140649" y="127007"/>
                </a:lnTo>
                <a:lnTo>
                  <a:pt x="141488" y="127171"/>
                </a:lnTo>
                <a:lnTo>
                  <a:pt x="142341" y="127313"/>
                </a:lnTo>
                <a:lnTo>
                  <a:pt x="143209" y="127433"/>
                </a:lnTo>
                <a:lnTo>
                  <a:pt x="144092" y="127531"/>
                </a:lnTo>
                <a:lnTo>
                  <a:pt x="144990" y="127608"/>
                </a:lnTo>
                <a:lnTo>
                  <a:pt x="145902" y="127662"/>
                </a:lnTo>
                <a:lnTo>
                  <a:pt x="146829" y="127695"/>
                </a:lnTo>
                <a:lnTo>
                  <a:pt x="147771" y="127706"/>
                </a:lnTo>
                <a:lnTo>
                  <a:pt x="148560" y="127699"/>
                </a:lnTo>
                <a:lnTo>
                  <a:pt x="149340" y="127677"/>
                </a:lnTo>
                <a:lnTo>
                  <a:pt x="150111" y="127640"/>
                </a:lnTo>
                <a:lnTo>
                  <a:pt x="150873" y="127588"/>
                </a:lnTo>
                <a:lnTo>
                  <a:pt x="151626" y="127522"/>
                </a:lnTo>
                <a:lnTo>
                  <a:pt x="152369" y="127441"/>
                </a:lnTo>
                <a:lnTo>
                  <a:pt x="153103" y="127345"/>
                </a:lnTo>
                <a:lnTo>
                  <a:pt x="153828" y="127234"/>
                </a:lnTo>
                <a:lnTo>
                  <a:pt x="154544" y="127108"/>
                </a:lnTo>
                <a:lnTo>
                  <a:pt x="155251" y="126968"/>
                </a:lnTo>
                <a:lnTo>
                  <a:pt x="155948" y="126813"/>
                </a:lnTo>
                <a:lnTo>
                  <a:pt x="156637" y="126644"/>
                </a:lnTo>
                <a:lnTo>
                  <a:pt x="157316" y="126459"/>
                </a:lnTo>
                <a:lnTo>
                  <a:pt x="157986" y="126260"/>
                </a:lnTo>
                <a:lnTo>
                  <a:pt x="158647" y="126046"/>
                </a:lnTo>
                <a:lnTo>
                  <a:pt x="159299" y="125817"/>
                </a:lnTo>
                <a:lnTo>
                  <a:pt x="159941" y="125574"/>
                </a:lnTo>
                <a:lnTo>
                  <a:pt x="160575" y="125315"/>
                </a:lnTo>
                <a:lnTo>
                  <a:pt x="161199" y="125042"/>
                </a:lnTo>
                <a:lnTo>
                  <a:pt x="161814" y="124755"/>
                </a:lnTo>
                <a:lnTo>
                  <a:pt x="162420" y="124452"/>
                </a:lnTo>
                <a:lnTo>
                  <a:pt x="163017" y="124135"/>
                </a:lnTo>
                <a:lnTo>
                  <a:pt x="163605" y="123803"/>
                </a:lnTo>
                <a:lnTo>
                  <a:pt x="164183" y="123456"/>
                </a:lnTo>
                <a:lnTo>
                  <a:pt x="164752" y="123096"/>
                </a:lnTo>
                <a:lnTo>
                  <a:pt x="165310" y="122723"/>
                </a:lnTo>
                <a:lnTo>
                  <a:pt x="165857" y="122338"/>
                </a:lnTo>
                <a:lnTo>
                  <a:pt x="166394" y="121940"/>
                </a:lnTo>
                <a:lnTo>
                  <a:pt x="166920" y="121530"/>
                </a:lnTo>
                <a:lnTo>
                  <a:pt x="167435" y="121108"/>
                </a:lnTo>
                <a:lnTo>
                  <a:pt x="167940" y="120673"/>
                </a:lnTo>
                <a:lnTo>
                  <a:pt x="168434" y="120225"/>
                </a:lnTo>
                <a:lnTo>
                  <a:pt x="168917" y="119766"/>
                </a:lnTo>
                <a:lnTo>
                  <a:pt x="169390" y="119294"/>
                </a:lnTo>
                <a:lnTo>
                  <a:pt x="169853" y="118809"/>
                </a:lnTo>
                <a:lnTo>
                  <a:pt x="170304" y="118313"/>
                </a:lnTo>
                <a:lnTo>
                  <a:pt x="170745" y="117803"/>
                </a:lnTo>
                <a:lnTo>
                  <a:pt x="171175" y="117282"/>
                </a:lnTo>
                <a:lnTo>
                  <a:pt x="171595" y="116748"/>
                </a:lnTo>
                <a:lnTo>
                  <a:pt x="172004" y="116201"/>
                </a:lnTo>
                <a:lnTo>
                  <a:pt x="172403" y="115642"/>
                </a:lnTo>
                <a:lnTo>
                  <a:pt x="172791" y="115071"/>
                </a:lnTo>
                <a:lnTo>
                  <a:pt x="173168" y="114487"/>
                </a:lnTo>
                <a:lnTo>
                  <a:pt x="173534" y="113891"/>
                </a:lnTo>
                <a:lnTo>
                  <a:pt x="173890" y="113283"/>
                </a:lnTo>
                <a:lnTo>
                  <a:pt x="174236" y="112662"/>
                </a:lnTo>
                <a:lnTo>
                  <a:pt x="174570" y="112028"/>
                </a:lnTo>
                <a:lnTo>
                  <a:pt x="174894" y="111383"/>
                </a:lnTo>
                <a:lnTo>
                  <a:pt x="175207" y="110726"/>
                </a:lnTo>
                <a:lnTo>
                  <a:pt x="175506" y="110059"/>
                </a:lnTo>
                <a:lnTo>
                  <a:pt x="175791" y="109382"/>
                </a:lnTo>
                <a:lnTo>
                  <a:pt x="176064" y="108695"/>
                </a:lnTo>
                <a:lnTo>
                  <a:pt x="176323" y="107997"/>
                </a:lnTo>
                <a:lnTo>
                  <a:pt x="176569" y="107290"/>
                </a:lnTo>
                <a:lnTo>
                  <a:pt x="176801" y="106573"/>
                </a:lnTo>
                <a:lnTo>
                  <a:pt x="177021" y="105846"/>
                </a:lnTo>
                <a:lnTo>
                  <a:pt x="177226" y="105109"/>
                </a:lnTo>
                <a:lnTo>
                  <a:pt x="177419" y="104361"/>
                </a:lnTo>
                <a:lnTo>
                  <a:pt x="177599" y="103604"/>
                </a:lnTo>
                <a:lnTo>
                  <a:pt x="177765" y="102837"/>
                </a:lnTo>
                <a:lnTo>
                  <a:pt x="177918" y="102059"/>
                </a:lnTo>
                <a:lnTo>
                  <a:pt x="178057" y="101272"/>
                </a:lnTo>
                <a:lnTo>
                  <a:pt x="178183" y="100474"/>
                </a:lnTo>
                <a:lnTo>
                  <a:pt x="178296" y="99667"/>
                </a:lnTo>
                <a:lnTo>
                  <a:pt x="178396" y="98849"/>
                </a:lnTo>
                <a:lnTo>
                  <a:pt x="178482" y="98022"/>
                </a:lnTo>
                <a:lnTo>
                  <a:pt x="178555" y="97184"/>
                </a:lnTo>
                <a:lnTo>
                  <a:pt x="178615" y="96337"/>
                </a:lnTo>
                <a:lnTo>
                  <a:pt x="178662" y="95479"/>
                </a:lnTo>
                <a:lnTo>
                  <a:pt x="178695" y="94611"/>
                </a:lnTo>
                <a:lnTo>
                  <a:pt x="178715" y="93733"/>
                </a:lnTo>
                <a:lnTo>
                  <a:pt x="178722" y="92846"/>
                </a:lnTo>
                <a:lnTo>
                  <a:pt x="178722" y="65468"/>
                </a:lnTo>
                <a:lnTo>
                  <a:pt x="178707" y="64134"/>
                </a:lnTo>
                <a:lnTo>
                  <a:pt x="178663" y="62824"/>
                </a:lnTo>
                <a:lnTo>
                  <a:pt x="178590" y="61537"/>
                </a:lnTo>
                <a:lnTo>
                  <a:pt x="178488" y="60275"/>
                </a:lnTo>
                <a:lnTo>
                  <a:pt x="178356" y="59036"/>
                </a:lnTo>
                <a:lnTo>
                  <a:pt x="178195" y="57821"/>
                </a:lnTo>
                <a:lnTo>
                  <a:pt x="178005" y="56631"/>
                </a:lnTo>
                <a:lnTo>
                  <a:pt x="177786" y="55464"/>
                </a:lnTo>
                <a:lnTo>
                  <a:pt x="177538" y="54321"/>
                </a:lnTo>
                <a:lnTo>
                  <a:pt x="177260" y="53202"/>
                </a:lnTo>
                <a:lnTo>
                  <a:pt x="176953" y="52107"/>
                </a:lnTo>
                <a:lnTo>
                  <a:pt x="176617" y="51036"/>
                </a:lnTo>
                <a:lnTo>
                  <a:pt x="176252" y="49988"/>
                </a:lnTo>
                <a:lnTo>
                  <a:pt x="175857" y="48965"/>
                </a:lnTo>
                <a:lnTo>
                  <a:pt x="175433" y="47966"/>
                </a:lnTo>
                <a:lnTo>
                  <a:pt x="174980" y="46990"/>
                </a:lnTo>
                <a:lnTo>
                  <a:pt x="174498" y="46039"/>
                </a:lnTo>
                <a:lnTo>
                  <a:pt x="173987" y="45111"/>
                </a:lnTo>
                <a:lnTo>
                  <a:pt x="173446" y="44207"/>
                </a:lnTo>
                <a:lnTo>
                  <a:pt x="172876" y="43327"/>
                </a:lnTo>
                <a:lnTo>
                  <a:pt x="172277" y="42472"/>
                </a:lnTo>
                <a:lnTo>
                  <a:pt x="171649" y="41640"/>
                </a:lnTo>
                <a:lnTo>
                  <a:pt x="170991" y="40832"/>
                </a:lnTo>
                <a:lnTo>
                  <a:pt x="170304" y="40047"/>
                </a:lnTo>
                <a:lnTo>
                  <a:pt x="169593" y="39291"/>
                </a:lnTo>
                <a:lnTo>
                  <a:pt x="168862" y="38567"/>
                </a:lnTo>
                <a:lnTo>
                  <a:pt x="168111" y="37875"/>
                </a:lnTo>
                <a:lnTo>
                  <a:pt x="167340" y="37215"/>
                </a:lnTo>
                <a:lnTo>
                  <a:pt x="166550" y="36588"/>
                </a:lnTo>
                <a:lnTo>
                  <a:pt x="165739" y="35993"/>
                </a:lnTo>
                <a:lnTo>
                  <a:pt x="164909" y="35429"/>
                </a:lnTo>
                <a:lnTo>
                  <a:pt x="164059" y="34898"/>
                </a:lnTo>
                <a:lnTo>
                  <a:pt x="163190" y="34400"/>
                </a:lnTo>
                <a:lnTo>
                  <a:pt x="162300" y="33933"/>
                </a:lnTo>
                <a:lnTo>
                  <a:pt x="161391" y="33498"/>
                </a:lnTo>
                <a:lnTo>
                  <a:pt x="160462" y="33096"/>
                </a:lnTo>
                <a:lnTo>
                  <a:pt x="159513" y="32726"/>
                </a:lnTo>
                <a:lnTo>
                  <a:pt x="158545" y="32388"/>
                </a:lnTo>
                <a:lnTo>
                  <a:pt x="157557" y="32082"/>
                </a:lnTo>
                <a:lnTo>
                  <a:pt x="156548" y="31809"/>
                </a:lnTo>
                <a:lnTo>
                  <a:pt x="155521" y="31567"/>
                </a:lnTo>
                <a:lnTo>
                  <a:pt x="154473" y="31358"/>
                </a:lnTo>
                <a:lnTo>
                  <a:pt x="153405" y="31181"/>
                </a:lnTo>
                <a:lnTo>
                  <a:pt x="152318" y="31036"/>
                </a:lnTo>
                <a:lnTo>
                  <a:pt x="151211" y="30924"/>
                </a:lnTo>
                <a:lnTo>
                  <a:pt x="150084" y="30843"/>
                </a:lnTo>
                <a:lnTo>
                  <a:pt x="148938" y="30795"/>
                </a:lnTo>
                <a:lnTo>
                  <a:pt x="147771" y="30779"/>
                </a:lnTo>
                <a:lnTo>
                  <a:pt x="146816" y="30790"/>
                </a:lnTo>
                <a:lnTo>
                  <a:pt x="145875" y="30822"/>
                </a:lnTo>
                <a:lnTo>
                  <a:pt x="144951" y="30876"/>
                </a:lnTo>
                <a:lnTo>
                  <a:pt x="144042" y="30951"/>
                </a:lnTo>
                <a:lnTo>
                  <a:pt x="143149" y="31048"/>
                </a:lnTo>
                <a:lnTo>
                  <a:pt x="142272" y="31167"/>
                </a:lnTo>
                <a:lnTo>
                  <a:pt x="141410" y="31307"/>
                </a:lnTo>
                <a:lnTo>
                  <a:pt x="140564" y="31469"/>
                </a:lnTo>
                <a:lnTo>
                  <a:pt x="139733" y="31652"/>
                </a:lnTo>
                <a:lnTo>
                  <a:pt x="138918" y="31857"/>
                </a:lnTo>
                <a:lnTo>
                  <a:pt x="138119" y="32083"/>
                </a:lnTo>
                <a:lnTo>
                  <a:pt x="137335" y="32331"/>
                </a:lnTo>
                <a:lnTo>
                  <a:pt x="136567" y="32600"/>
                </a:lnTo>
                <a:lnTo>
                  <a:pt x="135815" y="32891"/>
                </a:lnTo>
                <a:lnTo>
                  <a:pt x="135078" y="33203"/>
                </a:lnTo>
                <a:lnTo>
                  <a:pt x="134357" y="33538"/>
                </a:lnTo>
                <a:lnTo>
                  <a:pt x="133651" y="33893"/>
                </a:lnTo>
                <a:lnTo>
                  <a:pt x="132962" y="34270"/>
                </a:lnTo>
                <a:lnTo>
                  <a:pt x="132288" y="34669"/>
                </a:lnTo>
                <a:lnTo>
                  <a:pt x="131629" y="35089"/>
                </a:lnTo>
                <a:lnTo>
                  <a:pt x="130986" y="35531"/>
                </a:lnTo>
                <a:lnTo>
                  <a:pt x="130359" y="35994"/>
                </a:lnTo>
                <a:lnTo>
                  <a:pt x="129747" y="36479"/>
                </a:lnTo>
                <a:lnTo>
                  <a:pt x="129151" y="36986"/>
                </a:lnTo>
                <a:lnTo>
                  <a:pt x="128576" y="37511"/>
                </a:lnTo>
                <a:lnTo>
                  <a:pt x="128024" y="38051"/>
                </a:lnTo>
                <a:lnTo>
                  <a:pt x="127498" y="38608"/>
                </a:lnTo>
                <a:lnTo>
                  <a:pt x="126996" y="39180"/>
                </a:lnTo>
                <a:lnTo>
                  <a:pt x="126518" y="39767"/>
                </a:lnTo>
                <a:lnTo>
                  <a:pt x="126065" y="40371"/>
                </a:lnTo>
                <a:lnTo>
                  <a:pt x="125636" y="40990"/>
                </a:lnTo>
                <a:lnTo>
                  <a:pt x="125232" y="41624"/>
                </a:lnTo>
                <a:lnTo>
                  <a:pt x="124852" y="42274"/>
                </a:lnTo>
                <a:lnTo>
                  <a:pt x="124497" y="42940"/>
                </a:lnTo>
                <a:lnTo>
                  <a:pt x="124166" y="43622"/>
                </a:lnTo>
                <a:lnTo>
                  <a:pt x="123860" y="44319"/>
                </a:lnTo>
                <a:lnTo>
                  <a:pt x="123578" y="45032"/>
                </a:lnTo>
                <a:lnTo>
                  <a:pt x="123321" y="45760"/>
                </a:lnTo>
                <a:lnTo>
                  <a:pt x="123088" y="46505"/>
                </a:lnTo>
                <a:lnTo>
                  <a:pt x="122880" y="47264"/>
                </a:lnTo>
                <a:lnTo>
                  <a:pt x="122696" y="48040"/>
                </a:lnTo>
                <a:lnTo>
                  <a:pt x="122537" y="48831"/>
                </a:lnTo>
                <a:lnTo>
                  <a:pt x="122402" y="49638"/>
                </a:lnTo>
                <a:lnTo>
                  <a:pt x="122309" y="50333"/>
                </a:lnTo>
                <a:lnTo>
                  <a:pt x="122096" y="50333"/>
                </a:lnTo>
                <a:lnTo>
                  <a:pt x="122096" y="32479"/>
                </a:lnTo>
                <a:lnTo>
                  <a:pt x="106790" y="32479"/>
                </a:lnTo>
                <a:lnTo>
                  <a:pt x="106790" y="156614"/>
                </a:lnTo>
                <a:close/>
                <a:moveTo>
                  <a:pt x="139657" y="114279"/>
                </a:moveTo>
                <a:lnTo>
                  <a:pt x="138936" y="114186"/>
                </a:lnTo>
                <a:lnTo>
                  <a:pt x="138228" y="114072"/>
                </a:lnTo>
                <a:lnTo>
                  <a:pt x="137533" y="113938"/>
                </a:lnTo>
                <a:lnTo>
                  <a:pt x="136851" y="113783"/>
                </a:lnTo>
                <a:lnTo>
                  <a:pt x="136182" y="113607"/>
                </a:lnTo>
                <a:lnTo>
                  <a:pt x="135526" y="113411"/>
                </a:lnTo>
                <a:lnTo>
                  <a:pt x="134883" y="113194"/>
                </a:lnTo>
                <a:lnTo>
                  <a:pt x="134253" y="112956"/>
                </a:lnTo>
                <a:lnTo>
                  <a:pt x="133636" y="112698"/>
                </a:lnTo>
                <a:lnTo>
                  <a:pt x="133032" y="112419"/>
                </a:lnTo>
                <a:lnTo>
                  <a:pt x="132441" y="112119"/>
                </a:lnTo>
                <a:lnTo>
                  <a:pt x="131863" y="111799"/>
                </a:lnTo>
                <a:lnTo>
                  <a:pt x="131298" y="111458"/>
                </a:lnTo>
                <a:lnTo>
                  <a:pt x="130746" y="111096"/>
                </a:lnTo>
                <a:lnTo>
                  <a:pt x="130207" y="110714"/>
                </a:lnTo>
                <a:lnTo>
                  <a:pt x="129681" y="110311"/>
                </a:lnTo>
                <a:lnTo>
                  <a:pt x="129168" y="109887"/>
                </a:lnTo>
                <a:lnTo>
                  <a:pt x="128667" y="109443"/>
                </a:lnTo>
                <a:lnTo>
                  <a:pt x="128180" y="108978"/>
                </a:lnTo>
                <a:lnTo>
                  <a:pt x="127706" y="108492"/>
                </a:lnTo>
                <a:lnTo>
                  <a:pt x="127248" y="107988"/>
                </a:lnTo>
                <a:lnTo>
                  <a:pt x="126810" y="107468"/>
                </a:lnTo>
                <a:lnTo>
                  <a:pt x="126391" y="106932"/>
                </a:lnTo>
                <a:lnTo>
                  <a:pt x="125992" y="106380"/>
                </a:lnTo>
                <a:lnTo>
                  <a:pt x="125612" y="105813"/>
                </a:lnTo>
                <a:lnTo>
                  <a:pt x="125252" y="105229"/>
                </a:lnTo>
                <a:lnTo>
                  <a:pt x="124911" y="104629"/>
                </a:lnTo>
                <a:lnTo>
                  <a:pt x="124589" y="104014"/>
                </a:lnTo>
                <a:lnTo>
                  <a:pt x="124287" y="103382"/>
                </a:lnTo>
                <a:lnTo>
                  <a:pt x="124005" y="102735"/>
                </a:lnTo>
                <a:lnTo>
                  <a:pt x="123742" y="102071"/>
                </a:lnTo>
                <a:lnTo>
                  <a:pt x="123499" y="101392"/>
                </a:lnTo>
                <a:lnTo>
                  <a:pt x="123275" y="100697"/>
                </a:lnTo>
                <a:lnTo>
                  <a:pt x="123070" y="99986"/>
                </a:lnTo>
                <a:lnTo>
                  <a:pt x="122885" y="99259"/>
                </a:lnTo>
                <a:lnTo>
                  <a:pt x="122719" y="98515"/>
                </a:lnTo>
                <a:lnTo>
                  <a:pt x="122573" y="97756"/>
                </a:lnTo>
                <a:lnTo>
                  <a:pt x="122447" y="96981"/>
                </a:lnTo>
                <a:lnTo>
                  <a:pt x="122340" y="96191"/>
                </a:lnTo>
                <a:lnTo>
                  <a:pt x="122252" y="95384"/>
                </a:lnTo>
                <a:lnTo>
                  <a:pt x="122184" y="94561"/>
                </a:lnTo>
                <a:lnTo>
                  <a:pt x="122135" y="93722"/>
                </a:lnTo>
                <a:lnTo>
                  <a:pt x="122106" y="92868"/>
                </a:lnTo>
                <a:lnTo>
                  <a:pt x="122096" y="91997"/>
                </a:lnTo>
                <a:lnTo>
                  <a:pt x="122096" y="66488"/>
                </a:lnTo>
                <a:lnTo>
                  <a:pt x="122106" y="65617"/>
                </a:lnTo>
                <a:lnTo>
                  <a:pt x="122135" y="64763"/>
                </a:lnTo>
                <a:lnTo>
                  <a:pt x="122184" y="63924"/>
                </a:lnTo>
                <a:lnTo>
                  <a:pt x="122252" y="63101"/>
                </a:lnTo>
                <a:lnTo>
                  <a:pt x="122340" y="62295"/>
                </a:lnTo>
                <a:lnTo>
                  <a:pt x="122447" y="61504"/>
                </a:lnTo>
                <a:lnTo>
                  <a:pt x="122573" y="60729"/>
                </a:lnTo>
                <a:lnTo>
                  <a:pt x="122719" y="59970"/>
                </a:lnTo>
                <a:lnTo>
                  <a:pt x="122885" y="59227"/>
                </a:lnTo>
                <a:lnTo>
                  <a:pt x="123070" y="58500"/>
                </a:lnTo>
                <a:lnTo>
                  <a:pt x="123275" y="57789"/>
                </a:lnTo>
                <a:lnTo>
                  <a:pt x="123499" y="57094"/>
                </a:lnTo>
                <a:lnTo>
                  <a:pt x="123742" y="56415"/>
                </a:lnTo>
                <a:lnTo>
                  <a:pt x="124005" y="55751"/>
                </a:lnTo>
                <a:lnTo>
                  <a:pt x="124287" y="55104"/>
                </a:lnTo>
                <a:lnTo>
                  <a:pt x="124589" y="54473"/>
                </a:lnTo>
                <a:lnTo>
                  <a:pt x="124911" y="53857"/>
                </a:lnTo>
                <a:lnTo>
                  <a:pt x="125252" y="53258"/>
                </a:lnTo>
                <a:lnTo>
                  <a:pt x="125612" y="52674"/>
                </a:lnTo>
                <a:lnTo>
                  <a:pt x="125992" y="52107"/>
                </a:lnTo>
                <a:lnTo>
                  <a:pt x="126391" y="51555"/>
                </a:lnTo>
                <a:lnTo>
                  <a:pt x="126810" y="51019"/>
                </a:lnTo>
                <a:lnTo>
                  <a:pt x="127248" y="50500"/>
                </a:lnTo>
                <a:lnTo>
                  <a:pt x="127706" y="49996"/>
                </a:lnTo>
                <a:lnTo>
                  <a:pt x="128180" y="49510"/>
                </a:lnTo>
                <a:lnTo>
                  <a:pt x="128667" y="49045"/>
                </a:lnTo>
                <a:lnTo>
                  <a:pt x="129168" y="48601"/>
                </a:lnTo>
                <a:lnTo>
                  <a:pt x="129681" y="48177"/>
                </a:lnTo>
                <a:lnTo>
                  <a:pt x="130207" y="47774"/>
                </a:lnTo>
                <a:lnTo>
                  <a:pt x="130746" y="47392"/>
                </a:lnTo>
                <a:lnTo>
                  <a:pt x="131298" y="47030"/>
                </a:lnTo>
                <a:lnTo>
                  <a:pt x="131863" y="46689"/>
                </a:lnTo>
                <a:lnTo>
                  <a:pt x="132441" y="46369"/>
                </a:lnTo>
                <a:lnTo>
                  <a:pt x="133032" y="46069"/>
                </a:lnTo>
                <a:lnTo>
                  <a:pt x="133636" y="45790"/>
                </a:lnTo>
                <a:lnTo>
                  <a:pt x="134253" y="45532"/>
                </a:lnTo>
                <a:lnTo>
                  <a:pt x="134883" y="45294"/>
                </a:lnTo>
                <a:lnTo>
                  <a:pt x="135526" y="45077"/>
                </a:lnTo>
                <a:lnTo>
                  <a:pt x="136182" y="44880"/>
                </a:lnTo>
                <a:lnTo>
                  <a:pt x="136851" y="44705"/>
                </a:lnTo>
                <a:lnTo>
                  <a:pt x="137533" y="44550"/>
                </a:lnTo>
                <a:lnTo>
                  <a:pt x="138228" y="44415"/>
                </a:lnTo>
                <a:lnTo>
                  <a:pt x="138936" y="44302"/>
                </a:lnTo>
                <a:lnTo>
                  <a:pt x="139657" y="44209"/>
                </a:lnTo>
                <a:lnTo>
                  <a:pt x="140391" y="44136"/>
                </a:lnTo>
                <a:lnTo>
                  <a:pt x="141137" y="44085"/>
                </a:lnTo>
                <a:lnTo>
                  <a:pt x="141897" y="44054"/>
                </a:lnTo>
                <a:lnTo>
                  <a:pt x="142670" y="44043"/>
                </a:lnTo>
                <a:lnTo>
                  <a:pt x="143471" y="44053"/>
                </a:lnTo>
                <a:lnTo>
                  <a:pt x="144257" y="44084"/>
                </a:lnTo>
                <a:lnTo>
                  <a:pt x="145028" y="44134"/>
                </a:lnTo>
                <a:lnTo>
                  <a:pt x="145786" y="44204"/>
                </a:lnTo>
                <a:lnTo>
                  <a:pt x="146528" y="44294"/>
                </a:lnTo>
                <a:lnTo>
                  <a:pt x="147257" y="44405"/>
                </a:lnTo>
                <a:lnTo>
                  <a:pt x="147970" y="44535"/>
                </a:lnTo>
                <a:lnTo>
                  <a:pt x="148670" y="44686"/>
                </a:lnTo>
                <a:lnTo>
                  <a:pt x="149354" y="44856"/>
                </a:lnTo>
                <a:lnTo>
                  <a:pt x="150025" y="45047"/>
                </a:lnTo>
                <a:lnTo>
                  <a:pt x="150681" y="45258"/>
                </a:lnTo>
                <a:lnTo>
                  <a:pt x="151322" y="45489"/>
                </a:lnTo>
                <a:lnTo>
                  <a:pt x="151949" y="45740"/>
                </a:lnTo>
                <a:lnTo>
                  <a:pt x="152562" y="46011"/>
                </a:lnTo>
                <a:lnTo>
                  <a:pt x="153160" y="46302"/>
                </a:lnTo>
                <a:lnTo>
                  <a:pt x="153743" y="46613"/>
                </a:lnTo>
                <a:lnTo>
                  <a:pt x="154312" y="46944"/>
                </a:lnTo>
                <a:lnTo>
                  <a:pt x="154867" y="47295"/>
                </a:lnTo>
                <a:lnTo>
                  <a:pt x="155407" y="47667"/>
                </a:lnTo>
                <a:lnTo>
                  <a:pt x="155933" y="48058"/>
                </a:lnTo>
                <a:lnTo>
                  <a:pt x="156444" y="48470"/>
                </a:lnTo>
                <a:lnTo>
                  <a:pt x="156941" y="48901"/>
                </a:lnTo>
                <a:lnTo>
                  <a:pt x="157423" y="49353"/>
                </a:lnTo>
                <a:lnTo>
                  <a:pt x="157891" y="49825"/>
                </a:lnTo>
                <a:lnTo>
                  <a:pt x="158342" y="50315"/>
                </a:lnTo>
                <a:lnTo>
                  <a:pt x="158774" y="50823"/>
                </a:lnTo>
                <a:lnTo>
                  <a:pt x="159186" y="51350"/>
                </a:lnTo>
                <a:lnTo>
                  <a:pt x="159580" y="51893"/>
                </a:lnTo>
                <a:lnTo>
                  <a:pt x="159954" y="52455"/>
                </a:lnTo>
                <a:lnTo>
                  <a:pt x="160309" y="53034"/>
                </a:lnTo>
                <a:lnTo>
                  <a:pt x="160645" y="53631"/>
                </a:lnTo>
                <a:lnTo>
                  <a:pt x="160961" y="54245"/>
                </a:lnTo>
                <a:lnTo>
                  <a:pt x="161259" y="54878"/>
                </a:lnTo>
                <a:lnTo>
                  <a:pt x="161537" y="55528"/>
                </a:lnTo>
                <a:lnTo>
                  <a:pt x="161796" y="56196"/>
                </a:lnTo>
                <a:lnTo>
                  <a:pt x="162036" y="56881"/>
                </a:lnTo>
                <a:lnTo>
                  <a:pt x="162257" y="57584"/>
                </a:lnTo>
                <a:lnTo>
                  <a:pt x="162458" y="58305"/>
                </a:lnTo>
                <a:lnTo>
                  <a:pt x="162640" y="59044"/>
                </a:lnTo>
                <a:lnTo>
                  <a:pt x="162804" y="59800"/>
                </a:lnTo>
                <a:lnTo>
                  <a:pt x="162947" y="60574"/>
                </a:lnTo>
                <a:lnTo>
                  <a:pt x="163072" y="61366"/>
                </a:lnTo>
                <a:lnTo>
                  <a:pt x="163178" y="62175"/>
                </a:lnTo>
                <a:lnTo>
                  <a:pt x="163264" y="63002"/>
                </a:lnTo>
                <a:lnTo>
                  <a:pt x="163331" y="63847"/>
                </a:lnTo>
                <a:lnTo>
                  <a:pt x="163379" y="64710"/>
                </a:lnTo>
                <a:lnTo>
                  <a:pt x="163408" y="65590"/>
                </a:lnTo>
                <a:lnTo>
                  <a:pt x="163418" y="66488"/>
                </a:lnTo>
                <a:lnTo>
                  <a:pt x="163418" y="91997"/>
                </a:lnTo>
                <a:lnTo>
                  <a:pt x="163408" y="92895"/>
                </a:lnTo>
                <a:lnTo>
                  <a:pt x="163379" y="93775"/>
                </a:lnTo>
                <a:lnTo>
                  <a:pt x="163331" y="94638"/>
                </a:lnTo>
                <a:lnTo>
                  <a:pt x="163264" y="95483"/>
                </a:lnTo>
                <a:lnTo>
                  <a:pt x="163178" y="96310"/>
                </a:lnTo>
                <a:lnTo>
                  <a:pt x="163072" y="97120"/>
                </a:lnTo>
                <a:lnTo>
                  <a:pt x="162947" y="97911"/>
                </a:lnTo>
                <a:lnTo>
                  <a:pt x="162804" y="98686"/>
                </a:lnTo>
                <a:lnTo>
                  <a:pt x="162640" y="99442"/>
                </a:lnTo>
                <a:lnTo>
                  <a:pt x="162458" y="100181"/>
                </a:lnTo>
                <a:lnTo>
                  <a:pt x="162257" y="100902"/>
                </a:lnTo>
                <a:lnTo>
                  <a:pt x="162036" y="101605"/>
                </a:lnTo>
                <a:lnTo>
                  <a:pt x="161796" y="102290"/>
                </a:lnTo>
                <a:lnTo>
                  <a:pt x="161537" y="102958"/>
                </a:lnTo>
                <a:lnTo>
                  <a:pt x="161259" y="103608"/>
                </a:lnTo>
                <a:lnTo>
                  <a:pt x="160961" y="104241"/>
                </a:lnTo>
                <a:lnTo>
                  <a:pt x="160645" y="104856"/>
                </a:lnTo>
                <a:lnTo>
                  <a:pt x="160309" y="105453"/>
                </a:lnTo>
                <a:lnTo>
                  <a:pt x="159954" y="106032"/>
                </a:lnTo>
                <a:lnTo>
                  <a:pt x="159580" y="106594"/>
                </a:lnTo>
                <a:lnTo>
                  <a:pt x="159186" y="107138"/>
                </a:lnTo>
                <a:lnTo>
                  <a:pt x="158774" y="107664"/>
                </a:lnTo>
                <a:lnTo>
                  <a:pt x="158342" y="108172"/>
                </a:lnTo>
                <a:lnTo>
                  <a:pt x="157891" y="108663"/>
                </a:lnTo>
                <a:lnTo>
                  <a:pt x="157423" y="109135"/>
                </a:lnTo>
                <a:lnTo>
                  <a:pt x="156941" y="109587"/>
                </a:lnTo>
                <a:lnTo>
                  <a:pt x="156444" y="110018"/>
                </a:lnTo>
                <a:lnTo>
                  <a:pt x="155933" y="110430"/>
                </a:lnTo>
                <a:lnTo>
                  <a:pt x="155407" y="110821"/>
                </a:lnTo>
                <a:lnTo>
                  <a:pt x="154867" y="111192"/>
                </a:lnTo>
                <a:lnTo>
                  <a:pt x="154312" y="111544"/>
                </a:lnTo>
                <a:lnTo>
                  <a:pt x="153743" y="111875"/>
                </a:lnTo>
                <a:lnTo>
                  <a:pt x="153160" y="112186"/>
                </a:lnTo>
                <a:lnTo>
                  <a:pt x="152562" y="112477"/>
                </a:lnTo>
                <a:lnTo>
                  <a:pt x="151949" y="112748"/>
                </a:lnTo>
                <a:lnTo>
                  <a:pt x="151322" y="112999"/>
                </a:lnTo>
                <a:lnTo>
                  <a:pt x="150681" y="113230"/>
                </a:lnTo>
                <a:lnTo>
                  <a:pt x="150025" y="113441"/>
                </a:lnTo>
                <a:lnTo>
                  <a:pt x="149354" y="113631"/>
                </a:lnTo>
                <a:lnTo>
                  <a:pt x="148670" y="113802"/>
                </a:lnTo>
                <a:lnTo>
                  <a:pt x="147970" y="113953"/>
                </a:lnTo>
                <a:lnTo>
                  <a:pt x="147257" y="114083"/>
                </a:lnTo>
                <a:lnTo>
                  <a:pt x="146528" y="114193"/>
                </a:lnTo>
                <a:lnTo>
                  <a:pt x="145786" y="114284"/>
                </a:lnTo>
                <a:lnTo>
                  <a:pt x="145028" y="114354"/>
                </a:lnTo>
                <a:lnTo>
                  <a:pt x="144257" y="114404"/>
                </a:lnTo>
                <a:lnTo>
                  <a:pt x="143471" y="114434"/>
                </a:lnTo>
                <a:lnTo>
                  <a:pt x="142670" y="114444"/>
                </a:lnTo>
                <a:lnTo>
                  <a:pt x="141897" y="114434"/>
                </a:lnTo>
                <a:lnTo>
                  <a:pt x="141137" y="114403"/>
                </a:lnTo>
                <a:lnTo>
                  <a:pt x="140391" y="114351"/>
                </a:lnTo>
                <a:lnTo>
                  <a:pt x="139657" y="114279"/>
                </a:lnTo>
                <a:close/>
                <a:moveTo>
                  <a:pt x="567796" y="112062"/>
                </a:moveTo>
                <a:lnTo>
                  <a:pt x="567347" y="112057"/>
                </a:lnTo>
                <a:lnTo>
                  <a:pt x="566905" y="112039"/>
                </a:lnTo>
                <a:lnTo>
                  <a:pt x="566470" y="112011"/>
                </a:lnTo>
                <a:lnTo>
                  <a:pt x="566044" y="111970"/>
                </a:lnTo>
                <a:lnTo>
                  <a:pt x="565625" y="111918"/>
                </a:lnTo>
                <a:lnTo>
                  <a:pt x="565214" y="111855"/>
                </a:lnTo>
                <a:lnTo>
                  <a:pt x="564810" y="111780"/>
                </a:lnTo>
                <a:lnTo>
                  <a:pt x="564414" y="111694"/>
                </a:lnTo>
                <a:lnTo>
                  <a:pt x="564026" y="111596"/>
                </a:lnTo>
                <a:lnTo>
                  <a:pt x="563645" y="111487"/>
                </a:lnTo>
                <a:lnTo>
                  <a:pt x="563272" y="111366"/>
                </a:lnTo>
                <a:lnTo>
                  <a:pt x="562907" y="111233"/>
                </a:lnTo>
                <a:lnTo>
                  <a:pt x="562550" y="111089"/>
                </a:lnTo>
                <a:lnTo>
                  <a:pt x="562200" y="110934"/>
                </a:lnTo>
                <a:lnTo>
                  <a:pt x="561857" y="110767"/>
                </a:lnTo>
                <a:lnTo>
                  <a:pt x="561523" y="110589"/>
                </a:lnTo>
                <a:lnTo>
                  <a:pt x="561196" y="110399"/>
                </a:lnTo>
                <a:lnTo>
                  <a:pt x="560877" y="110197"/>
                </a:lnTo>
                <a:lnTo>
                  <a:pt x="560565" y="109984"/>
                </a:lnTo>
                <a:lnTo>
                  <a:pt x="560261" y="109760"/>
                </a:lnTo>
                <a:lnTo>
                  <a:pt x="559965" y="109523"/>
                </a:lnTo>
                <a:lnTo>
                  <a:pt x="559676" y="109276"/>
                </a:lnTo>
                <a:lnTo>
                  <a:pt x="559395" y="109017"/>
                </a:lnTo>
                <a:lnTo>
                  <a:pt x="559122" y="108746"/>
                </a:lnTo>
                <a:lnTo>
                  <a:pt x="558858" y="108466"/>
                </a:lnTo>
                <a:lnTo>
                  <a:pt x="558606" y="108176"/>
                </a:lnTo>
                <a:lnTo>
                  <a:pt x="558365" y="107879"/>
                </a:lnTo>
                <a:lnTo>
                  <a:pt x="558135" y="107572"/>
                </a:lnTo>
                <a:lnTo>
                  <a:pt x="557916" y="107258"/>
                </a:lnTo>
                <a:lnTo>
                  <a:pt x="557709" y="106934"/>
                </a:lnTo>
                <a:lnTo>
                  <a:pt x="557512" y="106602"/>
                </a:lnTo>
                <a:lnTo>
                  <a:pt x="557327" y="106262"/>
                </a:lnTo>
                <a:lnTo>
                  <a:pt x="557153" y="105913"/>
                </a:lnTo>
                <a:lnTo>
                  <a:pt x="556991" y="105555"/>
                </a:lnTo>
                <a:lnTo>
                  <a:pt x="556839" y="105189"/>
                </a:lnTo>
                <a:lnTo>
                  <a:pt x="556699" y="104814"/>
                </a:lnTo>
                <a:lnTo>
                  <a:pt x="556570" y="104431"/>
                </a:lnTo>
                <a:lnTo>
                  <a:pt x="556452" y="104039"/>
                </a:lnTo>
                <a:lnTo>
                  <a:pt x="556346" y="103638"/>
                </a:lnTo>
                <a:lnTo>
                  <a:pt x="556250" y="103229"/>
                </a:lnTo>
                <a:lnTo>
                  <a:pt x="556166" y="102812"/>
                </a:lnTo>
                <a:lnTo>
                  <a:pt x="556093" y="102386"/>
                </a:lnTo>
                <a:lnTo>
                  <a:pt x="556032" y="101951"/>
                </a:lnTo>
                <a:lnTo>
                  <a:pt x="555981" y="101508"/>
                </a:lnTo>
                <a:lnTo>
                  <a:pt x="555942" y="101056"/>
                </a:lnTo>
                <a:lnTo>
                  <a:pt x="555914" y="100595"/>
                </a:lnTo>
                <a:lnTo>
                  <a:pt x="555897" y="100127"/>
                </a:lnTo>
                <a:lnTo>
                  <a:pt x="555892" y="99649"/>
                </a:lnTo>
                <a:lnTo>
                  <a:pt x="555892" y="1871"/>
                </a:lnTo>
                <a:lnTo>
                  <a:pt x="509129" y="1871"/>
                </a:lnTo>
                <a:lnTo>
                  <a:pt x="509129" y="15815"/>
                </a:lnTo>
                <a:lnTo>
                  <a:pt x="540588" y="15815"/>
                </a:lnTo>
                <a:lnTo>
                  <a:pt x="540588" y="99649"/>
                </a:lnTo>
                <a:lnTo>
                  <a:pt x="540594" y="100312"/>
                </a:lnTo>
                <a:lnTo>
                  <a:pt x="540611" y="100967"/>
                </a:lnTo>
                <a:lnTo>
                  <a:pt x="540641" y="101615"/>
                </a:lnTo>
                <a:lnTo>
                  <a:pt x="540682" y="102256"/>
                </a:lnTo>
                <a:lnTo>
                  <a:pt x="540735" y="102890"/>
                </a:lnTo>
                <a:lnTo>
                  <a:pt x="540800" y="103518"/>
                </a:lnTo>
                <a:lnTo>
                  <a:pt x="540877" y="104137"/>
                </a:lnTo>
                <a:lnTo>
                  <a:pt x="540966" y="104750"/>
                </a:lnTo>
                <a:lnTo>
                  <a:pt x="541066" y="105356"/>
                </a:lnTo>
                <a:lnTo>
                  <a:pt x="541178" y="105955"/>
                </a:lnTo>
                <a:lnTo>
                  <a:pt x="541302" y="106546"/>
                </a:lnTo>
                <a:lnTo>
                  <a:pt x="541438" y="107131"/>
                </a:lnTo>
                <a:lnTo>
                  <a:pt x="541586" y="107709"/>
                </a:lnTo>
                <a:lnTo>
                  <a:pt x="541745" y="108279"/>
                </a:lnTo>
                <a:lnTo>
                  <a:pt x="541916" y="108842"/>
                </a:lnTo>
                <a:lnTo>
                  <a:pt x="542100" y="109398"/>
                </a:lnTo>
                <a:lnTo>
                  <a:pt x="542294" y="109948"/>
                </a:lnTo>
                <a:lnTo>
                  <a:pt x="542501" y="110490"/>
                </a:lnTo>
                <a:lnTo>
                  <a:pt x="542720" y="111025"/>
                </a:lnTo>
                <a:lnTo>
                  <a:pt x="542950" y="111553"/>
                </a:lnTo>
                <a:lnTo>
                  <a:pt x="543192" y="112073"/>
                </a:lnTo>
                <a:lnTo>
                  <a:pt x="543446" y="112587"/>
                </a:lnTo>
                <a:lnTo>
                  <a:pt x="543712" y="113094"/>
                </a:lnTo>
                <a:lnTo>
                  <a:pt x="543989" y="113593"/>
                </a:lnTo>
                <a:lnTo>
                  <a:pt x="544278" y="114085"/>
                </a:lnTo>
                <a:lnTo>
                  <a:pt x="544575" y="114566"/>
                </a:lnTo>
                <a:lnTo>
                  <a:pt x="544882" y="115039"/>
                </a:lnTo>
                <a:lnTo>
                  <a:pt x="545199" y="115502"/>
                </a:lnTo>
                <a:lnTo>
                  <a:pt x="545525" y="115955"/>
                </a:lnTo>
                <a:lnTo>
                  <a:pt x="545860" y="116399"/>
                </a:lnTo>
                <a:lnTo>
                  <a:pt x="546205" y="116834"/>
                </a:lnTo>
                <a:lnTo>
                  <a:pt x="546559" y="117259"/>
                </a:lnTo>
                <a:lnTo>
                  <a:pt x="546923" y="117675"/>
                </a:lnTo>
                <a:lnTo>
                  <a:pt x="547296" y="118081"/>
                </a:lnTo>
                <a:lnTo>
                  <a:pt x="547679" y="118478"/>
                </a:lnTo>
                <a:lnTo>
                  <a:pt x="548071" y="118865"/>
                </a:lnTo>
                <a:lnTo>
                  <a:pt x="548472" y="119243"/>
                </a:lnTo>
                <a:lnTo>
                  <a:pt x="548883" y="119612"/>
                </a:lnTo>
                <a:lnTo>
                  <a:pt x="549304" y="119971"/>
                </a:lnTo>
                <a:lnTo>
                  <a:pt x="549734" y="120320"/>
                </a:lnTo>
                <a:lnTo>
                  <a:pt x="550173" y="120660"/>
                </a:lnTo>
                <a:lnTo>
                  <a:pt x="550622" y="120991"/>
                </a:lnTo>
                <a:lnTo>
                  <a:pt x="551080" y="121312"/>
                </a:lnTo>
                <a:lnTo>
                  <a:pt x="551547" y="121624"/>
                </a:lnTo>
                <a:lnTo>
                  <a:pt x="552024" y="121926"/>
                </a:lnTo>
                <a:lnTo>
                  <a:pt x="552511" y="122219"/>
                </a:lnTo>
                <a:lnTo>
                  <a:pt x="553007" y="122502"/>
                </a:lnTo>
                <a:lnTo>
                  <a:pt x="553512" y="122776"/>
                </a:lnTo>
                <a:lnTo>
                  <a:pt x="554026" y="123040"/>
                </a:lnTo>
                <a:lnTo>
                  <a:pt x="554546" y="123292"/>
                </a:lnTo>
                <a:lnTo>
                  <a:pt x="555074" y="123533"/>
                </a:lnTo>
                <a:lnTo>
                  <a:pt x="555609" y="123763"/>
                </a:lnTo>
                <a:lnTo>
                  <a:pt x="556151" y="123982"/>
                </a:lnTo>
                <a:lnTo>
                  <a:pt x="556700" y="124189"/>
                </a:lnTo>
                <a:lnTo>
                  <a:pt x="557256" y="124386"/>
                </a:lnTo>
                <a:lnTo>
                  <a:pt x="557820" y="124571"/>
                </a:lnTo>
                <a:lnTo>
                  <a:pt x="558390" y="124745"/>
                </a:lnTo>
                <a:lnTo>
                  <a:pt x="558968" y="124907"/>
                </a:lnTo>
                <a:lnTo>
                  <a:pt x="559552" y="125059"/>
                </a:lnTo>
                <a:lnTo>
                  <a:pt x="560144" y="125199"/>
                </a:lnTo>
                <a:lnTo>
                  <a:pt x="560742" y="125328"/>
                </a:lnTo>
                <a:lnTo>
                  <a:pt x="561348" y="125446"/>
                </a:lnTo>
                <a:lnTo>
                  <a:pt x="561961" y="125552"/>
                </a:lnTo>
                <a:lnTo>
                  <a:pt x="562581" y="125648"/>
                </a:lnTo>
                <a:lnTo>
                  <a:pt x="563208" y="125732"/>
                </a:lnTo>
                <a:lnTo>
                  <a:pt x="563842" y="125805"/>
                </a:lnTo>
                <a:lnTo>
                  <a:pt x="564484" y="125866"/>
                </a:lnTo>
                <a:lnTo>
                  <a:pt x="565132" y="125917"/>
                </a:lnTo>
                <a:lnTo>
                  <a:pt x="565787" y="125956"/>
                </a:lnTo>
                <a:lnTo>
                  <a:pt x="566450" y="125984"/>
                </a:lnTo>
                <a:lnTo>
                  <a:pt x="567120" y="126001"/>
                </a:lnTo>
                <a:lnTo>
                  <a:pt x="567796" y="126007"/>
                </a:lnTo>
                <a:lnTo>
                  <a:pt x="597556" y="126007"/>
                </a:lnTo>
                <a:lnTo>
                  <a:pt x="597556" y="112062"/>
                </a:lnTo>
                <a:lnTo>
                  <a:pt x="567796" y="112062"/>
                </a:lnTo>
                <a:close/>
                <a:moveTo>
                  <a:pt x="771194" y="112044"/>
                </a:moveTo>
                <a:lnTo>
                  <a:pt x="770397" y="111988"/>
                </a:lnTo>
                <a:lnTo>
                  <a:pt x="769635" y="111895"/>
                </a:lnTo>
                <a:lnTo>
                  <a:pt x="768909" y="111765"/>
                </a:lnTo>
                <a:lnTo>
                  <a:pt x="768218" y="111597"/>
                </a:lnTo>
                <a:lnTo>
                  <a:pt x="767563" y="111393"/>
                </a:lnTo>
                <a:lnTo>
                  <a:pt x="766943" y="111151"/>
                </a:lnTo>
                <a:lnTo>
                  <a:pt x="766358" y="110872"/>
                </a:lnTo>
                <a:lnTo>
                  <a:pt x="765809" y="110556"/>
                </a:lnTo>
                <a:lnTo>
                  <a:pt x="765296" y="110202"/>
                </a:lnTo>
                <a:lnTo>
                  <a:pt x="764817" y="109812"/>
                </a:lnTo>
                <a:lnTo>
                  <a:pt x="764374" y="109384"/>
                </a:lnTo>
                <a:lnTo>
                  <a:pt x="763967" y="108919"/>
                </a:lnTo>
                <a:lnTo>
                  <a:pt x="763595" y="108417"/>
                </a:lnTo>
                <a:lnTo>
                  <a:pt x="763259" y="107877"/>
                </a:lnTo>
                <a:lnTo>
                  <a:pt x="762957" y="107301"/>
                </a:lnTo>
                <a:lnTo>
                  <a:pt x="762692" y="106687"/>
                </a:lnTo>
                <a:lnTo>
                  <a:pt x="762461" y="106036"/>
                </a:lnTo>
                <a:lnTo>
                  <a:pt x="762267" y="105348"/>
                </a:lnTo>
                <a:lnTo>
                  <a:pt x="762107" y="104622"/>
                </a:lnTo>
                <a:lnTo>
                  <a:pt x="761983" y="103860"/>
                </a:lnTo>
                <a:lnTo>
                  <a:pt x="761895" y="103060"/>
                </a:lnTo>
                <a:lnTo>
                  <a:pt x="761842" y="102223"/>
                </a:lnTo>
                <a:lnTo>
                  <a:pt x="761824" y="101349"/>
                </a:lnTo>
                <a:lnTo>
                  <a:pt x="761824" y="46423"/>
                </a:lnTo>
                <a:lnTo>
                  <a:pt x="799235" y="46423"/>
                </a:lnTo>
                <a:lnTo>
                  <a:pt x="799235" y="32479"/>
                </a:lnTo>
                <a:lnTo>
                  <a:pt x="761824" y="32479"/>
                </a:lnTo>
                <a:lnTo>
                  <a:pt x="761824" y="6121"/>
                </a:lnTo>
                <a:lnTo>
                  <a:pt x="746520" y="6121"/>
                </a:lnTo>
                <a:lnTo>
                  <a:pt x="746520" y="32479"/>
                </a:lnTo>
                <a:lnTo>
                  <a:pt x="720160" y="32479"/>
                </a:lnTo>
                <a:lnTo>
                  <a:pt x="720160" y="46423"/>
                </a:lnTo>
                <a:lnTo>
                  <a:pt x="746520" y="46423"/>
                </a:lnTo>
                <a:lnTo>
                  <a:pt x="746520" y="101349"/>
                </a:lnTo>
                <a:lnTo>
                  <a:pt x="746532" y="102317"/>
                </a:lnTo>
                <a:lnTo>
                  <a:pt x="746567" y="103268"/>
                </a:lnTo>
                <a:lnTo>
                  <a:pt x="746625" y="104200"/>
                </a:lnTo>
                <a:lnTo>
                  <a:pt x="746706" y="105113"/>
                </a:lnTo>
                <a:lnTo>
                  <a:pt x="746811" y="106009"/>
                </a:lnTo>
                <a:lnTo>
                  <a:pt x="746940" y="106886"/>
                </a:lnTo>
                <a:lnTo>
                  <a:pt x="747091" y="107745"/>
                </a:lnTo>
                <a:lnTo>
                  <a:pt x="747266" y="108585"/>
                </a:lnTo>
                <a:lnTo>
                  <a:pt x="747464" y="109408"/>
                </a:lnTo>
                <a:lnTo>
                  <a:pt x="747686" y="110212"/>
                </a:lnTo>
                <a:lnTo>
                  <a:pt x="747931" y="110997"/>
                </a:lnTo>
                <a:lnTo>
                  <a:pt x="748199" y="111765"/>
                </a:lnTo>
                <a:lnTo>
                  <a:pt x="748490" y="112514"/>
                </a:lnTo>
                <a:lnTo>
                  <a:pt x="748805" y="113244"/>
                </a:lnTo>
                <a:lnTo>
                  <a:pt x="749143" y="113957"/>
                </a:lnTo>
                <a:lnTo>
                  <a:pt x="749504" y="114651"/>
                </a:lnTo>
                <a:lnTo>
                  <a:pt x="749889" y="115327"/>
                </a:lnTo>
                <a:lnTo>
                  <a:pt x="750297" y="115985"/>
                </a:lnTo>
                <a:lnTo>
                  <a:pt x="750729" y="116624"/>
                </a:lnTo>
                <a:lnTo>
                  <a:pt x="751183" y="117245"/>
                </a:lnTo>
                <a:lnTo>
                  <a:pt x="751661" y="117847"/>
                </a:lnTo>
                <a:lnTo>
                  <a:pt x="752163" y="118432"/>
                </a:lnTo>
                <a:lnTo>
                  <a:pt x="752687" y="118998"/>
                </a:lnTo>
                <a:lnTo>
                  <a:pt x="753235" y="119546"/>
                </a:lnTo>
                <a:lnTo>
                  <a:pt x="753804" y="120073"/>
                </a:lnTo>
                <a:lnTo>
                  <a:pt x="754392" y="120578"/>
                </a:lnTo>
                <a:lnTo>
                  <a:pt x="754998" y="121060"/>
                </a:lnTo>
                <a:lnTo>
                  <a:pt x="755623" y="121520"/>
                </a:lnTo>
                <a:lnTo>
                  <a:pt x="756267" y="121957"/>
                </a:lnTo>
                <a:lnTo>
                  <a:pt x="756929" y="122372"/>
                </a:lnTo>
                <a:lnTo>
                  <a:pt x="757609" y="122765"/>
                </a:lnTo>
                <a:lnTo>
                  <a:pt x="758309" y="123135"/>
                </a:lnTo>
                <a:lnTo>
                  <a:pt x="759027" y="123483"/>
                </a:lnTo>
                <a:lnTo>
                  <a:pt x="759763" y="123808"/>
                </a:lnTo>
                <a:lnTo>
                  <a:pt x="760518" y="124111"/>
                </a:lnTo>
                <a:lnTo>
                  <a:pt x="761292" y="124391"/>
                </a:lnTo>
                <a:lnTo>
                  <a:pt x="762084" y="124649"/>
                </a:lnTo>
                <a:lnTo>
                  <a:pt x="762895" y="124885"/>
                </a:lnTo>
                <a:lnTo>
                  <a:pt x="763724" y="125098"/>
                </a:lnTo>
                <a:lnTo>
                  <a:pt x="764573" y="125289"/>
                </a:lnTo>
                <a:lnTo>
                  <a:pt x="765439" y="125457"/>
                </a:lnTo>
                <a:lnTo>
                  <a:pt x="766324" y="125603"/>
                </a:lnTo>
                <a:lnTo>
                  <a:pt x="767228" y="125726"/>
                </a:lnTo>
                <a:lnTo>
                  <a:pt x="768151" y="125827"/>
                </a:lnTo>
                <a:lnTo>
                  <a:pt x="769092" y="125906"/>
                </a:lnTo>
                <a:lnTo>
                  <a:pt x="770051" y="125962"/>
                </a:lnTo>
                <a:lnTo>
                  <a:pt x="771030" y="125995"/>
                </a:lnTo>
                <a:lnTo>
                  <a:pt x="772026" y="126007"/>
                </a:lnTo>
                <a:lnTo>
                  <a:pt x="797533" y="126007"/>
                </a:lnTo>
                <a:lnTo>
                  <a:pt x="797533" y="112062"/>
                </a:lnTo>
                <a:lnTo>
                  <a:pt x="772026" y="112062"/>
                </a:lnTo>
                <a:lnTo>
                  <a:pt x="771194" y="112044"/>
                </a:lnTo>
                <a:close/>
                <a:moveTo>
                  <a:pt x="694143" y="61727"/>
                </a:moveTo>
                <a:lnTo>
                  <a:pt x="694126" y="60547"/>
                </a:lnTo>
                <a:lnTo>
                  <a:pt x="694078" y="59387"/>
                </a:lnTo>
                <a:lnTo>
                  <a:pt x="693996" y="58249"/>
                </a:lnTo>
                <a:lnTo>
                  <a:pt x="693883" y="57131"/>
                </a:lnTo>
                <a:lnTo>
                  <a:pt x="693737" y="56033"/>
                </a:lnTo>
                <a:lnTo>
                  <a:pt x="693558" y="54957"/>
                </a:lnTo>
                <a:lnTo>
                  <a:pt x="693347" y="53901"/>
                </a:lnTo>
                <a:lnTo>
                  <a:pt x="693103" y="52865"/>
                </a:lnTo>
                <a:lnTo>
                  <a:pt x="692827" y="51851"/>
                </a:lnTo>
                <a:lnTo>
                  <a:pt x="692519" y="50857"/>
                </a:lnTo>
                <a:lnTo>
                  <a:pt x="692177" y="49883"/>
                </a:lnTo>
                <a:lnTo>
                  <a:pt x="691804" y="48931"/>
                </a:lnTo>
                <a:lnTo>
                  <a:pt x="691398" y="47999"/>
                </a:lnTo>
                <a:lnTo>
                  <a:pt x="690960" y="47087"/>
                </a:lnTo>
                <a:lnTo>
                  <a:pt x="690489" y="46197"/>
                </a:lnTo>
                <a:lnTo>
                  <a:pt x="689985" y="45327"/>
                </a:lnTo>
                <a:lnTo>
                  <a:pt x="689449" y="44477"/>
                </a:lnTo>
                <a:lnTo>
                  <a:pt x="688881" y="43649"/>
                </a:lnTo>
                <a:lnTo>
                  <a:pt x="688280" y="42841"/>
                </a:lnTo>
                <a:lnTo>
                  <a:pt x="687647" y="42053"/>
                </a:lnTo>
                <a:lnTo>
                  <a:pt x="686981" y="41287"/>
                </a:lnTo>
                <a:lnTo>
                  <a:pt x="686282" y="40541"/>
                </a:lnTo>
                <a:lnTo>
                  <a:pt x="685552" y="39815"/>
                </a:lnTo>
                <a:lnTo>
                  <a:pt x="684788" y="39111"/>
                </a:lnTo>
                <a:lnTo>
                  <a:pt x="683997" y="38431"/>
                </a:lnTo>
                <a:lnTo>
                  <a:pt x="683183" y="37780"/>
                </a:lnTo>
                <a:lnTo>
                  <a:pt x="682344" y="37158"/>
                </a:lnTo>
                <a:lnTo>
                  <a:pt x="681482" y="36565"/>
                </a:lnTo>
                <a:lnTo>
                  <a:pt x="680597" y="36001"/>
                </a:lnTo>
                <a:lnTo>
                  <a:pt x="679687" y="35466"/>
                </a:lnTo>
                <a:lnTo>
                  <a:pt x="678755" y="34959"/>
                </a:lnTo>
                <a:lnTo>
                  <a:pt x="677798" y="34482"/>
                </a:lnTo>
                <a:lnTo>
                  <a:pt x="676818" y="34034"/>
                </a:lnTo>
                <a:lnTo>
                  <a:pt x="675814" y="33614"/>
                </a:lnTo>
                <a:lnTo>
                  <a:pt x="674787" y="33224"/>
                </a:lnTo>
                <a:lnTo>
                  <a:pt x="673736" y="32862"/>
                </a:lnTo>
                <a:lnTo>
                  <a:pt x="672661" y="32529"/>
                </a:lnTo>
                <a:lnTo>
                  <a:pt x="671563" y="32225"/>
                </a:lnTo>
                <a:lnTo>
                  <a:pt x="670441" y="31951"/>
                </a:lnTo>
                <a:lnTo>
                  <a:pt x="669296" y="31705"/>
                </a:lnTo>
                <a:lnTo>
                  <a:pt x="668127" y="31488"/>
                </a:lnTo>
                <a:lnTo>
                  <a:pt x="666934" y="31300"/>
                </a:lnTo>
                <a:lnTo>
                  <a:pt x="665718" y="31141"/>
                </a:lnTo>
                <a:lnTo>
                  <a:pt x="664478" y="31010"/>
                </a:lnTo>
                <a:lnTo>
                  <a:pt x="663214" y="30909"/>
                </a:lnTo>
                <a:lnTo>
                  <a:pt x="661927" y="30837"/>
                </a:lnTo>
                <a:lnTo>
                  <a:pt x="660616" y="30793"/>
                </a:lnTo>
                <a:lnTo>
                  <a:pt x="659282" y="30779"/>
                </a:lnTo>
                <a:lnTo>
                  <a:pt x="658058" y="30791"/>
                </a:lnTo>
                <a:lnTo>
                  <a:pt x="656851" y="30829"/>
                </a:lnTo>
                <a:lnTo>
                  <a:pt x="655661" y="30891"/>
                </a:lnTo>
                <a:lnTo>
                  <a:pt x="654488" y="30977"/>
                </a:lnTo>
                <a:lnTo>
                  <a:pt x="653332" y="31089"/>
                </a:lnTo>
                <a:lnTo>
                  <a:pt x="652194" y="31225"/>
                </a:lnTo>
                <a:lnTo>
                  <a:pt x="651072" y="31387"/>
                </a:lnTo>
                <a:lnTo>
                  <a:pt x="649968" y="31573"/>
                </a:lnTo>
                <a:lnTo>
                  <a:pt x="648881" y="31784"/>
                </a:lnTo>
                <a:lnTo>
                  <a:pt x="647811" y="32019"/>
                </a:lnTo>
                <a:lnTo>
                  <a:pt x="646758" y="32280"/>
                </a:lnTo>
                <a:lnTo>
                  <a:pt x="645722" y="32565"/>
                </a:lnTo>
                <a:lnTo>
                  <a:pt x="644703" y="32875"/>
                </a:lnTo>
                <a:lnTo>
                  <a:pt x="643701" y="33210"/>
                </a:lnTo>
                <a:lnTo>
                  <a:pt x="642717" y="33569"/>
                </a:lnTo>
                <a:lnTo>
                  <a:pt x="641749" y="33954"/>
                </a:lnTo>
                <a:lnTo>
                  <a:pt x="640799" y="34363"/>
                </a:lnTo>
                <a:lnTo>
                  <a:pt x="639866" y="34797"/>
                </a:lnTo>
                <a:lnTo>
                  <a:pt x="638950" y="35256"/>
                </a:lnTo>
                <a:lnTo>
                  <a:pt x="638051" y="35740"/>
                </a:lnTo>
                <a:lnTo>
                  <a:pt x="637169" y="36248"/>
                </a:lnTo>
                <a:lnTo>
                  <a:pt x="636305" y="36781"/>
                </a:lnTo>
                <a:lnTo>
                  <a:pt x="635457" y="37340"/>
                </a:lnTo>
                <a:lnTo>
                  <a:pt x="634627" y="37922"/>
                </a:lnTo>
                <a:lnTo>
                  <a:pt x="633819" y="38526"/>
                </a:lnTo>
                <a:lnTo>
                  <a:pt x="633041" y="39147"/>
                </a:lnTo>
                <a:lnTo>
                  <a:pt x="632291" y="39785"/>
                </a:lnTo>
                <a:lnTo>
                  <a:pt x="631570" y="40440"/>
                </a:lnTo>
                <a:lnTo>
                  <a:pt x="630879" y="41112"/>
                </a:lnTo>
                <a:lnTo>
                  <a:pt x="630216" y="41801"/>
                </a:lnTo>
                <a:lnTo>
                  <a:pt x="629582" y="42507"/>
                </a:lnTo>
                <a:lnTo>
                  <a:pt x="628977" y="43231"/>
                </a:lnTo>
                <a:lnTo>
                  <a:pt x="628401" y="43972"/>
                </a:lnTo>
                <a:lnTo>
                  <a:pt x="627854" y="44729"/>
                </a:lnTo>
                <a:lnTo>
                  <a:pt x="627336" y="45504"/>
                </a:lnTo>
                <a:lnTo>
                  <a:pt x="626847" y="46296"/>
                </a:lnTo>
                <a:lnTo>
                  <a:pt x="626387" y="47105"/>
                </a:lnTo>
                <a:lnTo>
                  <a:pt x="625955" y="47932"/>
                </a:lnTo>
                <a:lnTo>
                  <a:pt x="625553" y="48775"/>
                </a:lnTo>
                <a:lnTo>
                  <a:pt x="625179" y="49636"/>
                </a:lnTo>
                <a:lnTo>
                  <a:pt x="624835" y="50513"/>
                </a:lnTo>
                <a:lnTo>
                  <a:pt x="624519" y="51408"/>
                </a:lnTo>
                <a:lnTo>
                  <a:pt x="624232" y="52320"/>
                </a:lnTo>
                <a:lnTo>
                  <a:pt x="623975" y="53249"/>
                </a:lnTo>
                <a:lnTo>
                  <a:pt x="623746" y="54195"/>
                </a:lnTo>
                <a:lnTo>
                  <a:pt x="623546" y="55159"/>
                </a:lnTo>
                <a:lnTo>
                  <a:pt x="623375" y="56139"/>
                </a:lnTo>
                <a:lnTo>
                  <a:pt x="623233" y="57137"/>
                </a:lnTo>
                <a:lnTo>
                  <a:pt x="638537" y="57137"/>
                </a:lnTo>
                <a:lnTo>
                  <a:pt x="638616" y="56645"/>
                </a:lnTo>
                <a:lnTo>
                  <a:pt x="638712" y="56162"/>
                </a:lnTo>
                <a:lnTo>
                  <a:pt x="638824" y="55687"/>
                </a:lnTo>
                <a:lnTo>
                  <a:pt x="638953" y="55221"/>
                </a:lnTo>
                <a:lnTo>
                  <a:pt x="639098" y="54764"/>
                </a:lnTo>
                <a:lnTo>
                  <a:pt x="639260" y="54315"/>
                </a:lnTo>
                <a:lnTo>
                  <a:pt x="639438" y="53874"/>
                </a:lnTo>
                <a:lnTo>
                  <a:pt x="639633" y="53442"/>
                </a:lnTo>
                <a:lnTo>
                  <a:pt x="639844" y="53019"/>
                </a:lnTo>
                <a:lnTo>
                  <a:pt x="640072" y="52605"/>
                </a:lnTo>
                <a:lnTo>
                  <a:pt x="640317" y="52199"/>
                </a:lnTo>
                <a:lnTo>
                  <a:pt x="640578" y="51801"/>
                </a:lnTo>
                <a:lnTo>
                  <a:pt x="640855" y="51412"/>
                </a:lnTo>
                <a:lnTo>
                  <a:pt x="641149" y="51032"/>
                </a:lnTo>
                <a:lnTo>
                  <a:pt x="641460" y="50660"/>
                </a:lnTo>
                <a:lnTo>
                  <a:pt x="641787" y="50297"/>
                </a:lnTo>
                <a:lnTo>
                  <a:pt x="642130" y="49942"/>
                </a:lnTo>
                <a:lnTo>
                  <a:pt x="642490" y="49596"/>
                </a:lnTo>
                <a:lnTo>
                  <a:pt x="642867" y="49259"/>
                </a:lnTo>
                <a:lnTo>
                  <a:pt x="643260" y="48930"/>
                </a:lnTo>
                <a:lnTo>
                  <a:pt x="643670" y="48609"/>
                </a:lnTo>
                <a:lnTo>
                  <a:pt x="644096" y="48297"/>
                </a:lnTo>
                <a:lnTo>
                  <a:pt x="644539" y="47994"/>
                </a:lnTo>
                <a:lnTo>
                  <a:pt x="644998" y="47699"/>
                </a:lnTo>
                <a:lnTo>
                  <a:pt x="645470" y="47415"/>
                </a:lnTo>
                <a:lnTo>
                  <a:pt x="645952" y="47142"/>
                </a:lnTo>
                <a:lnTo>
                  <a:pt x="646443" y="46882"/>
                </a:lnTo>
                <a:lnTo>
                  <a:pt x="646944" y="46634"/>
                </a:lnTo>
                <a:lnTo>
                  <a:pt x="647454" y="46398"/>
                </a:lnTo>
                <a:lnTo>
                  <a:pt x="647974" y="46174"/>
                </a:lnTo>
                <a:lnTo>
                  <a:pt x="648503" y="45962"/>
                </a:lnTo>
                <a:lnTo>
                  <a:pt x="649042" y="45762"/>
                </a:lnTo>
                <a:lnTo>
                  <a:pt x="649590" y="45574"/>
                </a:lnTo>
                <a:lnTo>
                  <a:pt x="650147" y="45399"/>
                </a:lnTo>
                <a:lnTo>
                  <a:pt x="650714" y="45235"/>
                </a:lnTo>
                <a:lnTo>
                  <a:pt x="651290" y="45084"/>
                </a:lnTo>
                <a:lnTo>
                  <a:pt x="651876" y="44945"/>
                </a:lnTo>
                <a:lnTo>
                  <a:pt x="652471" y="44818"/>
                </a:lnTo>
                <a:lnTo>
                  <a:pt x="653076" y="44702"/>
                </a:lnTo>
                <a:lnTo>
                  <a:pt x="653690" y="44600"/>
                </a:lnTo>
                <a:lnTo>
                  <a:pt x="654313" y="44509"/>
                </a:lnTo>
                <a:lnTo>
                  <a:pt x="654946" y="44430"/>
                </a:lnTo>
                <a:lnTo>
                  <a:pt x="655588" y="44363"/>
                </a:lnTo>
                <a:lnTo>
                  <a:pt x="656240" y="44309"/>
                </a:lnTo>
                <a:lnTo>
                  <a:pt x="656902" y="44267"/>
                </a:lnTo>
                <a:lnTo>
                  <a:pt x="657572" y="44236"/>
                </a:lnTo>
                <a:lnTo>
                  <a:pt x="658252" y="44218"/>
                </a:lnTo>
                <a:lnTo>
                  <a:pt x="658942" y="44212"/>
                </a:lnTo>
                <a:lnTo>
                  <a:pt x="659728" y="44220"/>
                </a:lnTo>
                <a:lnTo>
                  <a:pt x="660499" y="44245"/>
                </a:lnTo>
                <a:lnTo>
                  <a:pt x="661255" y="44285"/>
                </a:lnTo>
                <a:lnTo>
                  <a:pt x="661996" y="44342"/>
                </a:lnTo>
                <a:lnTo>
                  <a:pt x="662722" y="44415"/>
                </a:lnTo>
                <a:lnTo>
                  <a:pt x="663432" y="44504"/>
                </a:lnTo>
                <a:lnTo>
                  <a:pt x="664128" y="44610"/>
                </a:lnTo>
                <a:lnTo>
                  <a:pt x="664809" y="44732"/>
                </a:lnTo>
                <a:lnTo>
                  <a:pt x="665474" y="44870"/>
                </a:lnTo>
                <a:lnTo>
                  <a:pt x="666125" y="45024"/>
                </a:lnTo>
                <a:lnTo>
                  <a:pt x="666760" y="45195"/>
                </a:lnTo>
                <a:lnTo>
                  <a:pt x="667381" y="45382"/>
                </a:lnTo>
                <a:lnTo>
                  <a:pt x="667986" y="45585"/>
                </a:lnTo>
                <a:lnTo>
                  <a:pt x="668577" y="45804"/>
                </a:lnTo>
                <a:lnTo>
                  <a:pt x="669152" y="46040"/>
                </a:lnTo>
                <a:lnTo>
                  <a:pt x="669712" y="46291"/>
                </a:lnTo>
                <a:lnTo>
                  <a:pt x="670257" y="46559"/>
                </a:lnTo>
                <a:lnTo>
                  <a:pt x="670787" y="46844"/>
                </a:lnTo>
                <a:lnTo>
                  <a:pt x="671302" y="47144"/>
                </a:lnTo>
                <a:lnTo>
                  <a:pt x="671802" y="47461"/>
                </a:lnTo>
                <a:lnTo>
                  <a:pt x="672287" y="47794"/>
                </a:lnTo>
                <a:lnTo>
                  <a:pt x="672757" y="48143"/>
                </a:lnTo>
                <a:lnTo>
                  <a:pt x="673212" y="48509"/>
                </a:lnTo>
                <a:lnTo>
                  <a:pt x="673652" y="48890"/>
                </a:lnTo>
                <a:lnTo>
                  <a:pt x="674075" y="49287"/>
                </a:lnTo>
                <a:lnTo>
                  <a:pt x="674480" y="49697"/>
                </a:lnTo>
                <a:lnTo>
                  <a:pt x="674867" y="50122"/>
                </a:lnTo>
                <a:lnTo>
                  <a:pt x="675237" y="50560"/>
                </a:lnTo>
                <a:lnTo>
                  <a:pt x="675588" y="51012"/>
                </a:lnTo>
                <a:lnTo>
                  <a:pt x="675921" y="51478"/>
                </a:lnTo>
                <a:lnTo>
                  <a:pt x="676236" y="51958"/>
                </a:lnTo>
                <a:lnTo>
                  <a:pt x="676533" y="52452"/>
                </a:lnTo>
                <a:lnTo>
                  <a:pt x="676812" y="52959"/>
                </a:lnTo>
                <a:lnTo>
                  <a:pt x="677074" y="53481"/>
                </a:lnTo>
                <a:lnTo>
                  <a:pt x="677317" y="54016"/>
                </a:lnTo>
                <a:lnTo>
                  <a:pt x="677542" y="54565"/>
                </a:lnTo>
                <a:lnTo>
                  <a:pt x="677749" y="55128"/>
                </a:lnTo>
                <a:lnTo>
                  <a:pt x="677938" y="55705"/>
                </a:lnTo>
                <a:lnTo>
                  <a:pt x="678109" y="56296"/>
                </a:lnTo>
                <a:lnTo>
                  <a:pt x="678262" y="56901"/>
                </a:lnTo>
                <a:lnTo>
                  <a:pt x="678397" y="57519"/>
                </a:lnTo>
                <a:lnTo>
                  <a:pt x="678514" y="58152"/>
                </a:lnTo>
                <a:lnTo>
                  <a:pt x="678614" y="58798"/>
                </a:lnTo>
                <a:lnTo>
                  <a:pt x="678695" y="59458"/>
                </a:lnTo>
                <a:lnTo>
                  <a:pt x="678758" y="60132"/>
                </a:lnTo>
                <a:lnTo>
                  <a:pt x="678803" y="60820"/>
                </a:lnTo>
                <a:lnTo>
                  <a:pt x="678830" y="61522"/>
                </a:lnTo>
                <a:lnTo>
                  <a:pt x="678839" y="62238"/>
                </a:lnTo>
                <a:lnTo>
                  <a:pt x="678839" y="71589"/>
                </a:lnTo>
                <a:lnTo>
                  <a:pt x="649930" y="71589"/>
                </a:lnTo>
                <a:lnTo>
                  <a:pt x="648736" y="71602"/>
                </a:lnTo>
                <a:lnTo>
                  <a:pt x="647563" y="71641"/>
                </a:lnTo>
                <a:lnTo>
                  <a:pt x="646410" y="71706"/>
                </a:lnTo>
                <a:lnTo>
                  <a:pt x="645277" y="71797"/>
                </a:lnTo>
                <a:lnTo>
                  <a:pt x="644166" y="71914"/>
                </a:lnTo>
                <a:lnTo>
                  <a:pt x="643075" y="72057"/>
                </a:lnTo>
                <a:lnTo>
                  <a:pt x="642004" y="72226"/>
                </a:lnTo>
                <a:lnTo>
                  <a:pt x="640955" y="72421"/>
                </a:lnTo>
                <a:lnTo>
                  <a:pt x="639926" y="72642"/>
                </a:lnTo>
                <a:lnTo>
                  <a:pt x="638918" y="72889"/>
                </a:lnTo>
                <a:lnTo>
                  <a:pt x="637930" y="73161"/>
                </a:lnTo>
                <a:lnTo>
                  <a:pt x="636963" y="73460"/>
                </a:lnTo>
                <a:lnTo>
                  <a:pt x="636017" y="73785"/>
                </a:lnTo>
                <a:lnTo>
                  <a:pt x="635091" y="74136"/>
                </a:lnTo>
                <a:lnTo>
                  <a:pt x="634186" y="74513"/>
                </a:lnTo>
                <a:lnTo>
                  <a:pt x="633302" y="74915"/>
                </a:lnTo>
                <a:lnTo>
                  <a:pt x="632438" y="75344"/>
                </a:lnTo>
                <a:lnTo>
                  <a:pt x="631596" y="75799"/>
                </a:lnTo>
                <a:lnTo>
                  <a:pt x="630773" y="76279"/>
                </a:lnTo>
                <a:lnTo>
                  <a:pt x="629972" y="76786"/>
                </a:lnTo>
                <a:lnTo>
                  <a:pt x="629191" y="77319"/>
                </a:lnTo>
                <a:lnTo>
                  <a:pt x="628431" y="77877"/>
                </a:lnTo>
                <a:lnTo>
                  <a:pt x="627691" y="78462"/>
                </a:lnTo>
                <a:lnTo>
                  <a:pt x="626972" y="79073"/>
                </a:lnTo>
                <a:lnTo>
                  <a:pt x="626278" y="79706"/>
                </a:lnTo>
                <a:lnTo>
                  <a:pt x="625614" y="80359"/>
                </a:lnTo>
                <a:lnTo>
                  <a:pt x="624980" y="81031"/>
                </a:lnTo>
                <a:lnTo>
                  <a:pt x="624375" y="81723"/>
                </a:lnTo>
                <a:lnTo>
                  <a:pt x="623799" y="82434"/>
                </a:lnTo>
                <a:lnTo>
                  <a:pt x="623253" y="83165"/>
                </a:lnTo>
                <a:lnTo>
                  <a:pt x="622737" y="83915"/>
                </a:lnTo>
                <a:lnTo>
                  <a:pt x="622250" y="84685"/>
                </a:lnTo>
                <a:lnTo>
                  <a:pt x="621792" y="85474"/>
                </a:lnTo>
                <a:lnTo>
                  <a:pt x="621364" y="86283"/>
                </a:lnTo>
                <a:lnTo>
                  <a:pt x="620966" y="87111"/>
                </a:lnTo>
                <a:lnTo>
                  <a:pt x="620597" y="87958"/>
                </a:lnTo>
                <a:lnTo>
                  <a:pt x="620257" y="88825"/>
                </a:lnTo>
                <a:lnTo>
                  <a:pt x="619947" y="89712"/>
                </a:lnTo>
                <a:lnTo>
                  <a:pt x="619667" y="90618"/>
                </a:lnTo>
                <a:lnTo>
                  <a:pt x="619416" y="91544"/>
                </a:lnTo>
                <a:lnTo>
                  <a:pt x="619195" y="92489"/>
                </a:lnTo>
                <a:lnTo>
                  <a:pt x="619003" y="93453"/>
                </a:lnTo>
                <a:lnTo>
                  <a:pt x="618841" y="94437"/>
                </a:lnTo>
                <a:lnTo>
                  <a:pt x="618708" y="95441"/>
                </a:lnTo>
                <a:lnTo>
                  <a:pt x="618604" y="96463"/>
                </a:lnTo>
                <a:lnTo>
                  <a:pt x="618531" y="97506"/>
                </a:lnTo>
                <a:lnTo>
                  <a:pt x="618486" y="98568"/>
                </a:lnTo>
                <a:lnTo>
                  <a:pt x="618472" y="99649"/>
                </a:lnTo>
                <a:lnTo>
                  <a:pt x="618486" y="100717"/>
                </a:lnTo>
                <a:lnTo>
                  <a:pt x="618531" y="101766"/>
                </a:lnTo>
                <a:lnTo>
                  <a:pt x="618604" y="102796"/>
                </a:lnTo>
                <a:lnTo>
                  <a:pt x="618708" y="103808"/>
                </a:lnTo>
                <a:lnTo>
                  <a:pt x="618841" y="104802"/>
                </a:lnTo>
                <a:lnTo>
                  <a:pt x="619003" y="105776"/>
                </a:lnTo>
                <a:lnTo>
                  <a:pt x="619195" y="106733"/>
                </a:lnTo>
                <a:lnTo>
                  <a:pt x="619416" y="107670"/>
                </a:lnTo>
                <a:lnTo>
                  <a:pt x="619667" y="108589"/>
                </a:lnTo>
                <a:lnTo>
                  <a:pt x="619947" y="109489"/>
                </a:lnTo>
                <a:lnTo>
                  <a:pt x="620257" y="110371"/>
                </a:lnTo>
                <a:lnTo>
                  <a:pt x="620597" y="111234"/>
                </a:lnTo>
                <a:lnTo>
                  <a:pt x="620966" y="112078"/>
                </a:lnTo>
                <a:lnTo>
                  <a:pt x="621364" y="112904"/>
                </a:lnTo>
                <a:lnTo>
                  <a:pt x="621792" y="113712"/>
                </a:lnTo>
                <a:lnTo>
                  <a:pt x="622250" y="114500"/>
                </a:lnTo>
                <a:lnTo>
                  <a:pt x="622737" y="115270"/>
                </a:lnTo>
                <a:lnTo>
                  <a:pt x="623253" y="116022"/>
                </a:lnTo>
                <a:lnTo>
                  <a:pt x="623799" y="116755"/>
                </a:lnTo>
                <a:lnTo>
                  <a:pt x="624375" y="117469"/>
                </a:lnTo>
                <a:lnTo>
                  <a:pt x="624980" y="118165"/>
                </a:lnTo>
                <a:lnTo>
                  <a:pt x="625614" y="118842"/>
                </a:lnTo>
                <a:lnTo>
                  <a:pt x="626278" y="119500"/>
                </a:lnTo>
                <a:lnTo>
                  <a:pt x="626972" y="120140"/>
                </a:lnTo>
                <a:lnTo>
                  <a:pt x="627692" y="120757"/>
                </a:lnTo>
                <a:lnTo>
                  <a:pt x="628433" y="121348"/>
                </a:lnTo>
                <a:lnTo>
                  <a:pt x="629196" y="121913"/>
                </a:lnTo>
                <a:lnTo>
                  <a:pt x="629981" y="122452"/>
                </a:lnTo>
                <a:lnTo>
                  <a:pt x="630788" y="122964"/>
                </a:lnTo>
                <a:lnTo>
                  <a:pt x="631617" y="123450"/>
                </a:lnTo>
                <a:lnTo>
                  <a:pt x="632467" y="123910"/>
                </a:lnTo>
                <a:lnTo>
                  <a:pt x="633340" y="124343"/>
                </a:lnTo>
                <a:lnTo>
                  <a:pt x="634234" y="124751"/>
                </a:lnTo>
                <a:lnTo>
                  <a:pt x="635150" y="125132"/>
                </a:lnTo>
                <a:lnTo>
                  <a:pt x="636088" y="125486"/>
                </a:lnTo>
                <a:lnTo>
                  <a:pt x="637048" y="125815"/>
                </a:lnTo>
                <a:lnTo>
                  <a:pt x="638030" y="126117"/>
                </a:lnTo>
                <a:lnTo>
                  <a:pt x="639033" y="126393"/>
                </a:lnTo>
                <a:lnTo>
                  <a:pt x="640059" y="126642"/>
                </a:lnTo>
                <a:lnTo>
                  <a:pt x="641106" y="126865"/>
                </a:lnTo>
                <a:lnTo>
                  <a:pt x="642175" y="127063"/>
                </a:lnTo>
                <a:lnTo>
                  <a:pt x="643266" y="127233"/>
                </a:lnTo>
                <a:lnTo>
                  <a:pt x="644379" y="127378"/>
                </a:lnTo>
                <a:lnTo>
                  <a:pt x="645513" y="127496"/>
                </a:lnTo>
                <a:lnTo>
                  <a:pt x="646670" y="127588"/>
                </a:lnTo>
                <a:lnTo>
                  <a:pt x="647848" y="127654"/>
                </a:lnTo>
                <a:lnTo>
                  <a:pt x="649048" y="127693"/>
                </a:lnTo>
                <a:lnTo>
                  <a:pt x="650270" y="127706"/>
                </a:lnTo>
                <a:lnTo>
                  <a:pt x="651352" y="127696"/>
                </a:lnTo>
                <a:lnTo>
                  <a:pt x="652417" y="127665"/>
                </a:lnTo>
                <a:lnTo>
                  <a:pt x="653463" y="127613"/>
                </a:lnTo>
                <a:lnTo>
                  <a:pt x="654491" y="127541"/>
                </a:lnTo>
                <a:lnTo>
                  <a:pt x="655501" y="127448"/>
                </a:lnTo>
                <a:lnTo>
                  <a:pt x="656493" y="127334"/>
                </a:lnTo>
                <a:lnTo>
                  <a:pt x="657467" y="127200"/>
                </a:lnTo>
                <a:lnTo>
                  <a:pt x="658423" y="127045"/>
                </a:lnTo>
                <a:lnTo>
                  <a:pt x="659361" y="126869"/>
                </a:lnTo>
                <a:lnTo>
                  <a:pt x="660281" y="126673"/>
                </a:lnTo>
                <a:lnTo>
                  <a:pt x="661183" y="126456"/>
                </a:lnTo>
                <a:lnTo>
                  <a:pt x="662067" y="126219"/>
                </a:lnTo>
                <a:lnTo>
                  <a:pt x="662933" y="125960"/>
                </a:lnTo>
                <a:lnTo>
                  <a:pt x="663781" y="125682"/>
                </a:lnTo>
                <a:lnTo>
                  <a:pt x="664611" y="125382"/>
                </a:lnTo>
                <a:lnTo>
                  <a:pt x="665423" y="125062"/>
                </a:lnTo>
                <a:lnTo>
                  <a:pt x="666217" y="124721"/>
                </a:lnTo>
                <a:lnTo>
                  <a:pt x="666992" y="124359"/>
                </a:lnTo>
                <a:lnTo>
                  <a:pt x="667750" y="123977"/>
                </a:lnTo>
                <a:lnTo>
                  <a:pt x="668490" y="123574"/>
                </a:lnTo>
                <a:lnTo>
                  <a:pt x="669212" y="123151"/>
                </a:lnTo>
                <a:lnTo>
                  <a:pt x="669916" y="122707"/>
                </a:lnTo>
                <a:lnTo>
                  <a:pt x="670602" y="122242"/>
                </a:lnTo>
                <a:lnTo>
                  <a:pt x="671270" y="121756"/>
                </a:lnTo>
                <a:lnTo>
                  <a:pt x="671915" y="121253"/>
                </a:lnTo>
                <a:lnTo>
                  <a:pt x="672533" y="120735"/>
                </a:lnTo>
                <a:lnTo>
                  <a:pt x="673123" y="120202"/>
                </a:lnTo>
                <a:lnTo>
                  <a:pt x="673686" y="119654"/>
                </a:lnTo>
                <a:lnTo>
                  <a:pt x="674222" y="119092"/>
                </a:lnTo>
                <a:lnTo>
                  <a:pt x="674730" y="118515"/>
                </a:lnTo>
                <a:lnTo>
                  <a:pt x="675210" y="117923"/>
                </a:lnTo>
                <a:lnTo>
                  <a:pt x="675664" y="117316"/>
                </a:lnTo>
                <a:lnTo>
                  <a:pt x="676089" y="116694"/>
                </a:lnTo>
                <a:lnTo>
                  <a:pt x="676487" y="116058"/>
                </a:lnTo>
                <a:lnTo>
                  <a:pt x="676858" y="115407"/>
                </a:lnTo>
                <a:lnTo>
                  <a:pt x="677201" y="114741"/>
                </a:lnTo>
                <a:lnTo>
                  <a:pt x="677517" y="114061"/>
                </a:lnTo>
                <a:lnTo>
                  <a:pt x="677805" y="113366"/>
                </a:lnTo>
                <a:lnTo>
                  <a:pt x="678066" y="112656"/>
                </a:lnTo>
                <a:lnTo>
                  <a:pt x="678300" y="111931"/>
                </a:lnTo>
                <a:lnTo>
                  <a:pt x="678506" y="111191"/>
                </a:lnTo>
                <a:lnTo>
                  <a:pt x="678684" y="110437"/>
                </a:lnTo>
                <a:lnTo>
                  <a:pt x="678835" y="109668"/>
                </a:lnTo>
                <a:lnTo>
                  <a:pt x="678959" y="108884"/>
                </a:lnTo>
                <a:lnTo>
                  <a:pt x="679047" y="108152"/>
                </a:lnTo>
                <a:lnTo>
                  <a:pt x="679179" y="108152"/>
                </a:lnTo>
                <a:lnTo>
                  <a:pt x="679179" y="126007"/>
                </a:lnTo>
                <a:lnTo>
                  <a:pt x="694143" y="126007"/>
                </a:lnTo>
                <a:lnTo>
                  <a:pt x="694143" y="61727"/>
                </a:lnTo>
                <a:close/>
                <a:moveTo>
                  <a:pt x="650953" y="115508"/>
                </a:moveTo>
                <a:lnTo>
                  <a:pt x="650225" y="115437"/>
                </a:lnTo>
                <a:lnTo>
                  <a:pt x="649511" y="115351"/>
                </a:lnTo>
                <a:lnTo>
                  <a:pt x="648811" y="115250"/>
                </a:lnTo>
                <a:lnTo>
                  <a:pt x="648126" y="115132"/>
                </a:lnTo>
                <a:lnTo>
                  <a:pt x="647456" y="114999"/>
                </a:lnTo>
                <a:lnTo>
                  <a:pt x="646799" y="114851"/>
                </a:lnTo>
                <a:lnTo>
                  <a:pt x="646158" y="114687"/>
                </a:lnTo>
                <a:lnTo>
                  <a:pt x="645530" y="114507"/>
                </a:lnTo>
                <a:lnTo>
                  <a:pt x="644918" y="114311"/>
                </a:lnTo>
                <a:lnTo>
                  <a:pt x="644319" y="114100"/>
                </a:lnTo>
                <a:lnTo>
                  <a:pt x="643735" y="113873"/>
                </a:lnTo>
                <a:lnTo>
                  <a:pt x="643166" y="113631"/>
                </a:lnTo>
                <a:lnTo>
                  <a:pt x="642611" y="113373"/>
                </a:lnTo>
                <a:lnTo>
                  <a:pt x="642070" y="113099"/>
                </a:lnTo>
                <a:lnTo>
                  <a:pt x="641544" y="112810"/>
                </a:lnTo>
                <a:lnTo>
                  <a:pt x="641033" y="112505"/>
                </a:lnTo>
                <a:lnTo>
                  <a:pt x="640536" y="112184"/>
                </a:lnTo>
                <a:lnTo>
                  <a:pt x="640053" y="111848"/>
                </a:lnTo>
                <a:lnTo>
                  <a:pt x="639585" y="111496"/>
                </a:lnTo>
                <a:lnTo>
                  <a:pt x="639131" y="111128"/>
                </a:lnTo>
                <a:lnTo>
                  <a:pt x="638694" y="110747"/>
                </a:lnTo>
                <a:lnTo>
                  <a:pt x="638276" y="110354"/>
                </a:lnTo>
                <a:lnTo>
                  <a:pt x="637876" y="109950"/>
                </a:lnTo>
                <a:lnTo>
                  <a:pt x="637495" y="109534"/>
                </a:lnTo>
                <a:lnTo>
                  <a:pt x="637132" y="109106"/>
                </a:lnTo>
                <a:lnTo>
                  <a:pt x="636788" y="108667"/>
                </a:lnTo>
                <a:lnTo>
                  <a:pt x="636463" y="108217"/>
                </a:lnTo>
                <a:lnTo>
                  <a:pt x="636156" y="107755"/>
                </a:lnTo>
                <a:lnTo>
                  <a:pt x="635867" y="107282"/>
                </a:lnTo>
                <a:lnTo>
                  <a:pt x="635598" y="106797"/>
                </a:lnTo>
                <a:lnTo>
                  <a:pt x="635347" y="106300"/>
                </a:lnTo>
                <a:lnTo>
                  <a:pt x="635114" y="105792"/>
                </a:lnTo>
                <a:lnTo>
                  <a:pt x="634901" y="105273"/>
                </a:lnTo>
                <a:lnTo>
                  <a:pt x="634705" y="104742"/>
                </a:lnTo>
                <a:lnTo>
                  <a:pt x="634529" y="104199"/>
                </a:lnTo>
                <a:lnTo>
                  <a:pt x="634371" y="103645"/>
                </a:lnTo>
                <a:lnTo>
                  <a:pt x="634231" y="103079"/>
                </a:lnTo>
                <a:lnTo>
                  <a:pt x="634110" y="102502"/>
                </a:lnTo>
                <a:lnTo>
                  <a:pt x="634008" y="101914"/>
                </a:lnTo>
                <a:lnTo>
                  <a:pt x="633924" y="101314"/>
                </a:lnTo>
                <a:lnTo>
                  <a:pt x="633859" y="100702"/>
                </a:lnTo>
                <a:lnTo>
                  <a:pt x="633813" y="100079"/>
                </a:lnTo>
                <a:lnTo>
                  <a:pt x="633785" y="99444"/>
                </a:lnTo>
                <a:lnTo>
                  <a:pt x="633775" y="98798"/>
                </a:lnTo>
                <a:lnTo>
                  <a:pt x="633783" y="98194"/>
                </a:lnTo>
                <a:lnTo>
                  <a:pt x="633806" y="97601"/>
                </a:lnTo>
                <a:lnTo>
                  <a:pt x="633845" y="97018"/>
                </a:lnTo>
                <a:lnTo>
                  <a:pt x="633898" y="96446"/>
                </a:lnTo>
                <a:lnTo>
                  <a:pt x="633967" y="95884"/>
                </a:lnTo>
                <a:lnTo>
                  <a:pt x="634052" y="95333"/>
                </a:lnTo>
                <a:lnTo>
                  <a:pt x="634152" y="94793"/>
                </a:lnTo>
                <a:lnTo>
                  <a:pt x="634267" y="94263"/>
                </a:lnTo>
                <a:lnTo>
                  <a:pt x="634397" y="93745"/>
                </a:lnTo>
                <a:lnTo>
                  <a:pt x="634543" y="93236"/>
                </a:lnTo>
                <a:lnTo>
                  <a:pt x="634704" y="92738"/>
                </a:lnTo>
                <a:lnTo>
                  <a:pt x="634881" y="92251"/>
                </a:lnTo>
                <a:lnTo>
                  <a:pt x="635073" y="91775"/>
                </a:lnTo>
                <a:lnTo>
                  <a:pt x="635280" y="91309"/>
                </a:lnTo>
                <a:lnTo>
                  <a:pt x="635503" y="90854"/>
                </a:lnTo>
                <a:lnTo>
                  <a:pt x="635741" y="90409"/>
                </a:lnTo>
                <a:lnTo>
                  <a:pt x="635994" y="89976"/>
                </a:lnTo>
                <a:lnTo>
                  <a:pt x="636263" y="89552"/>
                </a:lnTo>
                <a:lnTo>
                  <a:pt x="636547" y="89140"/>
                </a:lnTo>
                <a:lnTo>
                  <a:pt x="636846" y="88738"/>
                </a:lnTo>
                <a:lnTo>
                  <a:pt x="637161" y="88346"/>
                </a:lnTo>
                <a:lnTo>
                  <a:pt x="637491" y="87965"/>
                </a:lnTo>
                <a:lnTo>
                  <a:pt x="637836" y="87595"/>
                </a:lnTo>
                <a:lnTo>
                  <a:pt x="638197" y="87236"/>
                </a:lnTo>
                <a:lnTo>
                  <a:pt x="638571" y="86889"/>
                </a:lnTo>
                <a:lnTo>
                  <a:pt x="638956" y="86556"/>
                </a:lnTo>
                <a:lnTo>
                  <a:pt x="639353" y="86239"/>
                </a:lnTo>
                <a:lnTo>
                  <a:pt x="639761" y="85936"/>
                </a:lnTo>
                <a:lnTo>
                  <a:pt x="640179" y="85648"/>
                </a:lnTo>
                <a:lnTo>
                  <a:pt x="640610" y="85375"/>
                </a:lnTo>
                <a:lnTo>
                  <a:pt x="641051" y="85117"/>
                </a:lnTo>
                <a:lnTo>
                  <a:pt x="641504" y="84873"/>
                </a:lnTo>
                <a:lnTo>
                  <a:pt x="641967" y="84644"/>
                </a:lnTo>
                <a:lnTo>
                  <a:pt x="642442" y="84430"/>
                </a:lnTo>
                <a:lnTo>
                  <a:pt x="642929" y="84231"/>
                </a:lnTo>
                <a:lnTo>
                  <a:pt x="643426" y="84046"/>
                </a:lnTo>
                <a:lnTo>
                  <a:pt x="643935" y="83876"/>
                </a:lnTo>
                <a:lnTo>
                  <a:pt x="644455" y="83721"/>
                </a:lnTo>
                <a:lnTo>
                  <a:pt x="644986" y="83581"/>
                </a:lnTo>
                <a:lnTo>
                  <a:pt x="645528" y="83455"/>
                </a:lnTo>
                <a:lnTo>
                  <a:pt x="646082" y="83345"/>
                </a:lnTo>
                <a:lnTo>
                  <a:pt x="646646" y="83249"/>
                </a:lnTo>
                <a:lnTo>
                  <a:pt x="647222" y="83168"/>
                </a:lnTo>
                <a:lnTo>
                  <a:pt x="647809" y="83101"/>
                </a:lnTo>
                <a:lnTo>
                  <a:pt x="648408" y="83049"/>
                </a:lnTo>
                <a:lnTo>
                  <a:pt x="649017" y="83012"/>
                </a:lnTo>
                <a:lnTo>
                  <a:pt x="649638" y="82990"/>
                </a:lnTo>
                <a:lnTo>
                  <a:pt x="650270" y="82983"/>
                </a:lnTo>
                <a:lnTo>
                  <a:pt x="678839" y="82983"/>
                </a:lnTo>
                <a:lnTo>
                  <a:pt x="678839" y="96247"/>
                </a:lnTo>
                <a:lnTo>
                  <a:pt x="678827" y="96951"/>
                </a:lnTo>
                <a:lnTo>
                  <a:pt x="678790" y="97643"/>
                </a:lnTo>
                <a:lnTo>
                  <a:pt x="678730" y="98325"/>
                </a:lnTo>
                <a:lnTo>
                  <a:pt x="678645" y="98997"/>
                </a:lnTo>
                <a:lnTo>
                  <a:pt x="678536" y="99657"/>
                </a:lnTo>
                <a:lnTo>
                  <a:pt x="678403" y="100307"/>
                </a:lnTo>
                <a:lnTo>
                  <a:pt x="678246" y="100947"/>
                </a:lnTo>
                <a:lnTo>
                  <a:pt x="678064" y="101576"/>
                </a:lnTo>
                <a:lnTo>
                  <a:pt x="677858" y="102194"/>
                </a:lnTo>
                <a:lnTo>
                  <a:pt x="677628" y="102802"/>
                </a:lnTo>
                <a:lnTo>
                  <a:pt x="677374" y="103399"/>
                </a:lnTo>
                <a:lnTo>
                  <a:pt x="677096" y="103985"/>
                </a:lnTo>
                <a:lnTo>
                  <a:pt x="676793" y="104561"/>
                </a:lnTo>
                <a:lnTo>
                  <a:pt x="676466" y="105126"/>
                </a:lnTo>
                <a:lnTo>
                  <a:pt x="676115" y="105680"/>
                </a:lnTo>
                <a:lnTo>
                  <a:pt x="675740" y="106224"/>
                </a:lnTo>
                <a:lnTo>
                  <a:pt x="675340" y="106757"/>
                </a:lnTo>
                <a:lnTo>
                  <a:pt x="674917" y="107280"/>
                </a:lnTo>
                <a:lnTo>
                  <a:pt x="674469" y="107792"/>
                </a:lnTo>
                <a:lnTo>
                  <a:pt x="673997" y="108293"/>
                </a:lnTo>
                <a:lnTo>
                  <a:pt x="673501" y="108783"/>
                </a:lnTo>
                <a:lnTo>
                  <a:pt x="672980" y="109263"/>
                </a:lnTo>
                <a:lnTo>
                  <a:pt x="672435" y="109733"/>
                </a:lnTo>
                <a:lnTo>
                  <a:pt x="671867" y="110192"/>
                </a:lnTo>
                <a:lnTo>
                  <a:pt x="671279" y="110636"/>
                </a:lnTo>
                <a:lnTo>
                  <a:pt x="670677" y="111061"/>
                </a:lnTo>
                <a:lnTo>
                  <a:pt x="670062" y="111467"/>
                </a:lnTo>
                <a:lnTo>
                  <a:pt x="669434" y="111854"/>
                </a:lnTo>
                <a:lnTo>
                  <a:pt x="668792" y="112223"/>
                </a:lnTo>
                <a:lnTo>
                  <a:pt x="668136" y="112572"/>
                </a:lnTo>
                <a:lnTo>
                  <a:pt x="667467" y="112903"/>
                </a:lnTo>
                <a:lnTo>
                  <a:pt x="666784" y="113214"/>
                </a:lnTo>
                <a:lnTo>
                  <a:pt x="666088" y="113507"/>
                </a:lnTo>
                <a:lnTo>
                  <a:pt x="665378" y="113781"/>
                </a:lnTo>
                <a:lnTo>
                  <a:pt x="664654" y="114036"/>
                </a:lnTo>
                <a:lnTo>
                  <a:pt x="663917" y="114272"/>
                </a:lnTo>
                <a:lnTo>
                  <a:pt x="663166" y="114490"/>
                </a:lnTo>
                <a:lnTo>
                  <a:pt x="662402" y="114688"/>
                </a:lnTo>
                <a:lnTo>
                  <a:pt x="661624" y="114868"/>
                </a:lnTo>
                <a:lnTo>
                  <a:pt x="660832" y="115028"/>
                </a:lnTo>
                <a:lnTo>
                  <a:pt x="660027" y="115170"/>
                </a:lnTo>
                <a:lnTo>
                  <a:pt x="659209" y="115293"/>
                </a:lnTo>
                <a:lnTo>
                  <a:pt x="658377" y="115397"/>
                </a:lnTo>
                <a:lnTo>
                  <a:pt x="657531" y="115482"/>
                </a:lnTo>
                <a:lnTo>
                  <a:pt x="656671" y="115548"/>
                </a:lnTo>
                <a:lnTo>
                  <a:pt x="655799" y="115595"/>
                </a:lnTo>
                <a:lnTo>
                  <a:pt x="654912" y="115623"/>
                </a:lnTo>
                <a:lnTo>
                  <a:pt x="654012" y="115633"/>
                </a:lnTo>
                <a:lnTo>
                  <a:pt x="653226" y="115625"/>
                </a:lnTo>
                <a:lnTo>
                  <a:pt x="652454" y="115601"/>
                </a:lnTo>
                <a:lnTo>
                  <a:pt x="651696" y="115562"/>
                </a:lnTo>
                <a:lnTo>
                  <a:pt x="650953" y="115508"/>
                </a:lnTo>
                <a:close/>
                <a:moveTo>
                  <a:pt x="870011" y="127515"/>
                </a:moveTo>
                <a:lnTo>
                  <a:pt x="871168" y="127407"/>
                </a:lnTo>
                <a:lnTo>
                  <a:pt x="872308" y="127276"/>
                </a:lnTo>
                <a:lnTo>
                  <a:pt x="873431" y="127120"/>
                </a:lnTo>
                <a:lnTo>
                  <a:pt x="874538" y="126941"/>
                </a:lnTo>
                <a:lnTo>
                  <a:pt x="875628" y="126738"/>
                </a:lnTo>
                <a:lnTo>
                  <a:pt x="876701" y="126511"/>
                </a:lnTo>
                <a:lnTo>
                  <a:pt x="877757" y="126260"/>
                </a:lnTo>
                <a:lnTo>
                  <a:pt x="878796" y="125985"/>
                </a:lnTo>
                <a:lnTo>
                  <a:pt x="879819" y="125686"/>
                </a:lnTo>
                <a:lnTo>
                  <a:pt x="880824" y="125363"/>
                </a:lnTo>
                <a:lnTo>
                  <a:pt x="881813" y="125016"/>
                </a:lnTo>
                <a:lnTo>
                  <a:pt x="882785" y="124646"/>
                </a:lnTo>
                <a:lnTo>
                  <a:pt x="883740" y="124251"/>
                </a:lnTo>
                <a:lnTo>
                  <a:pt x="884679" y="123833"/>
                </a:lnTo>
                <a:lnTo>
                  <a:pt x="885600" y="123390"/>
                </a:lnTo>
                <a:lnTo>
                  <a:pt x="886505" y="122924"/>
                </a:lnTo>
                <a:lnTo>
                  <a:pt x="887393" y="122434"/>
                </a:lnTo>
                <a:lnTo>
                  <a:pt x="888264" y="121920"/>
                </a:lnTo>
                <a:lnTo>
                  <a:pt x="889118" y="121382"/>
                </a:lnTo>
                <a:lnTo>
                  <a:pt x="889955" y="120820"/>
                </a:lnTo>
                <a:lnTo>
                  <a:pt x="890770" y="120237"/>
                </a:lnTo>
                <a:lnTo>
                  <a:pt x="891555" y="119638"/>
                </a:lnTo>
                <a:lnTo>
                  <a:pt x="892311" y="119022"/>
                </a:lnTo>
                <a:lnTo>
                  <a:pt x="893038" y="118390"/>
                </a:lnTo>
                <a:lnTo>
                  <a:pt x="893735" y="117740"/>
                </a:lnTo>
                <a:lnTo>
                  <a:pt x="894404" y="117074"/>
                </a:lnTo>
                <a:lnTo>
                  <a:pt x="895043" y="116390"/>
                </a:lnTo>
                <a:lnTo>
                  <a:pt x="895652" y="115690"/>
                </a:lnTo>
                <a:lnTo>
                  <a:pt x="896233" y="114973"/>
                </a:lnTo>
                <a:lnTo>
                  <a:pt x="896784" y="114239"/>
                </a:lnTo>
                <a:lnTo>
                  <a:pt x="897306" y="113489"/>
                </a:lnTo>
                <a:lnTo>
                  <a:pt x="897799" y="112721"/>
                </a:lnTo>
                <a:lnTo>
                  <a:pt x="898263" y="111937"/>
                </a:lnTo>
                <a:lnTo>
                  <a:pt x="898698" y="111136"/>
                </a:lnTo>
                <a:lnTo>
                  <a:pt x="899103" y="110318"/>
                </a:lnTo>
                <a:lnTo>
                  <a:pt x="899479" y="109483"/>
                </a:lnTo>
                <a:lnTo>
                  <a:pt x="899826" y="108632"/>
                </a:lnTo>
                <a:lnTo>
                  <a:pt x="900143" y="107764"/>
                </a:lnTo>
                <a:lnTo>
                  <a:pt x="900431" y="106878"/>
                </a:lnTo>
                <a:lnTo>
                  <a:pt x="900691" y="105976"/>
                </a:lnTo>
                <a:lnTo>
                  <a:pt x="900920" y="105057"/>
                </a:lnTo>
                <a:lnTo>
                  <a:pt x="901121" y="104122"/>
                </a:lnTo>
                <a:lnTo>
                  <a:pt x="901292" y="103169"/>
                </a:lnTo>
                <a:lnTo>
                  <a:pt x="901435" y="102200"/>
                </a:lnTo>
                <a:lnTo>
                  <a:pt x="886131" y="102200"/>
                </a:lnTo>
                <a:lnTo>
                  <a:pt x="886024" y="102719"/>
                </a:lnTo>
                <a:lnTo>
                  <a:pt x="885903" y="103227"/>
                </a:lnTo>
                <a:lnTo>
                  <a:pt x="885767" y="103724"/>
                </a:lnTo>
                <a:lnTo>
                  <a:pt x="885616" y="104210"/>
                </a:lnTo>
                <a:lnTo>
                  <a:pt x="885450" y="104685"/>
                </a:lnTo>
                <a:lnTo>
                  <a:pt x="885270" y="105149"/>
                </a:lnTo>
                <a:lnTo>
                  <a:pt x="885074" y="105603"/>
                </a:lnTo>
                <a:lnTo>
                  <a:pt x="884865" y="106045"/>
                </a:lnTo>
                <a:lnTo>
                  <a:pt x="884640" y="106477"/>
                </a:lnTo>
                <a:lnTo>
                  <a:pt x="884400" y="106897"/>
                </a:lnTo>
                <a:lnTo>
                  <a:pt x="884146" y="107307"/>
                </a:lnTo>
                <a:lnTo>
                  <a:pt x="883877" y="107706"/>
                </a:lnTo>
                <a:lnTo>
                  <a:pt x="883594" y="108094"/>
                </a:lnTo>
                <a:lnTo>
                  <a:pt x="883295" y="108471"/>
                </a:lnTo>
                <a:lnTo>
                  <a:pt x="882982" y="108837"/>
                </a:lnTo>
                <a:lnTo>
                  <a:pt x="882654" y="109192"/>
                </a:lnTo>
                <a:lnTo>
                  <a:pt x="882311" y="109536"/>
                </a:lnTo>
                <a:lnTo>
                  <a:pt x="881954" y="109869"/>
                </a:lnTo>
                <a:lnTo>
                  <a:pt x="881581" y="110192"/>
                </a:lnTo>
                <a:lnTo>
                  <a:pt x="881194" y="110503"/>
                </a:lnTo>
                <a:lnTo>
                  <a:pt x="880792" y="110803"/>
                </a:lnTo>
                <a:lnTo>
                  <a:pt x="880376" y="111093"/>
                </a:lnTo>
                <a:lnTo>
                  <a:pt x="879945" y="111372"/>
                </a:lnTo>
                <a:lnTo>
                  <a:pt x="879499" y="111639"/>
                </a:lnTo>
                <a:lnTo>
                  <a:pt x="879039" y="111896"/>
                </a:lnTo>
                <a:lnTo>
                  <a:pt x="878568" y="112142"/>
                </a:lnTo>
                <a:lnTo>
                  <a:pt x="878085" y="112377"/>
                </a:lnTo>
                <a:lnTo>
                  <a:pt x="877590" y="112600"/>
                </a:lnTo>
                <a:lnTo>
                  <a:pt x="877084" y="112813"/>
                </a:lnTo>
                <a:lnTo>
                  <a:pt x="876565" y="113015"/>
                </a:lnTo>
                <a:lnTo>
                  <a:pt x="876035" y="113206"/>
                </a:lnTo>
                <a:lnTo>
                  <a:pt x="875493" y="113387"/>
                </a:lnTo>
                <a:lnTo>
                  <a:pt x="874939" y="113556"/>
                </a:lnTo>
                <a:lnTo>
                  <a:pt x="874374" y="113714"/>
                </a:lnTo>
                <a:lnTo>
                  <a:pt x="873796" y="113862"/>
                </a:lnTo>
                <a:lnTo>
                  <a:pt x="873207" y="113998"/>
                </a:lnTo>
                <a:lnTo>
                  <a:pt x="872606" y="114124"/>
                </a:lnTo>
                <a:lnTo>
                  <a:pt x="871993" y="114238"/>
                </a:lnTo>
                <a:lnTo>
                  <a:pt x="871368" y="114342"/>
                </a:lnTo>
                <a:lnTo>
                  <a:pt x="870732" y="114435"/>
                </a:lnTo>
                <a:lnTo>
                  <a:pt x="870083" y="114517"/>
                </a:lnTo>
                <a:lnTo>
                  <a:pt x="869423" y="114588"/>
                </a:lnTo>
                <a:lnTo>
                  <a:pt x="868751" y="114648"/>
                </a:lnTo>
                <a:lnTo>
                  <a:pt x="868068" y="114697"/>
                </a:lnTo>
                <a:lnTo>
                  <a:pt x="867372" y="114735"/>
                </a:lnTo>
                <a:lnTo>
                  <a:pt x="866665" y="114762"/>
                </a:lnTo>
                <a:lnTo>
                  <a:pt x="865945" y="114779"/>
                </a:lnTo>
                <a:lnTo>
                  <a:pt x="865214" y="114784"/>
                </a:lnTo>
                <a:lnTo>
                  <a:pt x="864358" y="114774"/>
                </a:lnTo>
                <a:lnTo>
                  <a:pt x="863519" y="114744"/>
                </a:lnTo>
                <a:lnTo>
                  <a:pt x="862695" y="114693"/>
                </a:lnTo>
                <a:lnTo>
                  <a:pt x="861889" y="114621"/>
                </a:lnTo>
                <a:lnTo>
                  <a:pt x="861099" y="114530"/>
                </a:lnTo>
                <a:lnTo>
                  <a:pt x="860325" y="114418"/>
                </a:lnTo>
                <a:lnTo>
                  <a:pt x="859568" y="114285"/>
                </a:lnTo>
                <a:lnTo>
                  <a:pt x="858828" y="114132"/>
                </a:lnTo>
                <a:lnTo>
                  <a:pt x="858104" y="113959"/>
                </a:lnTo>
                <a:lnTo>
                  <a:pt x="857396" y="113766"/>
                </a:lnTo>
                <a:lnTo>
                  <a:pt x="856705" y="113552"/>
                </a:lnTo>
                <a:lnTo>
                  <a:pt x="856031" y="113318"/>
                </a:lnTo>
                <a:lnTo>
                  <a:pt x="855373" y="113063"/>
                </a:lnTo>
                <a:lnTo>
                  <a:pt x="854732" y="112788"/>
                </a:lnTo>
                <a:lnTo>
                  <a:pt x="854107" y="112493"/>
                </a:lnTo>
                <a:lnTo>
                  <a:pt x="853499" y="112177"/>
                </a:lnTo>
                <a:lnTo>
                  <a:pt x="852907" y="111841"/>
                </a:lnTo>
                <a:lnTo>
                  <a:pt x="852332" y="111484"/>
                </a:lnTo>
                <a:lnTo>
                  <a:pt x="851773" y="111107"/>
                </a:lnTo>
                <a:lnTo>
                  <a:pt x="851231" y="110710"/>
                </a:lnTo>
                <a:lnTo>
                  <a:pt x="850706" y="110293"/>
                </a:lnTo>
                <a:lnTo>
                  <a:pt x="850197" y="109855"/>
                </a:lnTo>
                <a:lnTo>
                  <a:pt x="849704" y="109396"/>
                </a:lnTo>
                <a:lnTo>
                  <a:pt x="849228" y="108918"/>
                </a:lnTo>
                <a:lnTo>
                  <a:pt x="848770" y="108420"/>
                </a:lnTo>
                <a:lnTo>
                  <a:pt x="848332" y="107904"/>
                </a:lnTo>
                <a:lnTo>
                  <a:pt x="847913" y="107370"/>
                </a:lnTo>
                <a:lnTo>
                  <a:pt x="847514" y="106818"/>
                </a:lnTo>
                <a:lnTo>
                  <a:pt x="847134" y="106248"/>
                </a:lnTo>
                <a:lnTo>
                  <a:pt x="846774" y="105660"/>
                </a:lnTo>
                <a:lnTo>
                  <a:pt x="846433" y="105054"/>
                </a:lnTo>
                <a:lnTo>
                  <a:pt x="846112" y="104430"/>
                </a:lnTo>
                <a:lnTo>
                  <a:pt x="845810" y="103788"/>
                </a:lnTo>
                <a:lnTo>
                  <a:pt x="845527" y="103128"/>
                </a:lnTo>
                <a:lnTo>
                  <a:pt x="845264" y="102450"/>
                </a:lnTo>
                <a:lnTo>
                  <a:pt x="845021" y="101754"/>
                </a:lnTo>
                <a:lnTo>
                  <a:pt x="844797" y="101040"/>
                </a:lnTo>
                <a:lnTo>
                  <a:pt x="844592" y="100308"/>
                </a:lnTo>
                <a:lnTo>
                  <a:pt x="844407" y="99558"/>
                </a:lnTo>
                <a:lnTo>
                  <a:pt x="844242" y="98790"/>
                </a:lnTo>
                <a:lnTo>
                  <a:pt x="844096" y="98004"/>
                </a:lnTo>
                <a:lnTo>
                  <a:pt x="843969" y="97200"/>
                </a:lnTo>
                <a:lnTo>
                  <a:pt x="843862" y="96378"/>
                </a:lnTo>
                <a:lnTo>
                  <a:pt x="843774" y="95538"/>
                </a:lnTo>
                <a:lnTo>
                  <a:pt x="843706" y="94679"/>
                </a:lnTo>
                <a:lnTo>
                  <a:pt x="843657" y="93803"/>
                </a:lnTo>
                <a:lnTo>
                  <a:pt x="843628" y="92909"/>
                </a:lnTo>
                <a:lnTo>
                  <a:pt x="843618" y="91997"/>
                </a:lnTo>
                <a:lnTo>
                  <a:pt x="843618" y="82983"/>
                </a:lnTo>
                <a:lnTo>
                  <a:pt x="901775" y="82983"/>
                </a:lnTo>
                <a:lnTo>
                  <a:pt x="901775" y="66488"/>
                </a:lnTo>
                <a:lnTo>
                  <a:pt x="901767" y="65586"/>
                </a:lnTo>
                <a:lnTo>
                  <a:pt x="901743" y="64694"/>
                </a:lnTo>
                <a:lnTo>
                  <a:pt x="901704" y="63813"/>
                </a:lnTo>
                <a:lnTo>
                  <a:pt x="901649" y="62941"/>
                </a:lnTo>
                <a:lnTo>
                  <a:pt x="901579" y="62079"/>
                </a:lnTo>
                <a:lnTo>
                  <a:pt x="901493" y="61228"/>
                </a:lnTo>
                <a:lnTo>
                  <a:pt x="901391" y="60386"/>
                </a:lnTo>
                <a:lnTo>
                  <a:pt x="901274" y="59554"/>
                </a:lnTo>
                <a:lnTo>
                  <a:pt x="901141" y="58733"/>
                </a:lnTo>
                <a:lnTo>
                  <a:pt x="900992" y="57921"/>
                </a:lnTo>
                <a:lnTo>
                  <a:pt x="900828" y="57120"/>
                </a:lnTo>
                <a:lnTo>
                  <a:pt x="900648" y="56328"/>
                </a:lnTo>
                <a:lnTo>
                  <a:pt x="900452" y="55547"/>
                </a:lnTo>
                <a:lnTo>
                  <a:pt x="900241" y="54776"/>
                </a:lnTo>
                <a:lnTo>
                  <a:pt x="900014" y="54014"/>
                </a:lnTo>
                <a:lnTo>
                  <a:pt x="899771" y="53263"/>
                </a:lnTo>
                <a:lnTo>
                  <a:pt x="899513" y="52522"/>
                </a:lnTo>
                <a:lnTo>
                  <a:pt x="899239" y="51790"/>
                </a:lnTo>
                <a:lnTo>
                  <a:pt x="898950" y="51069"/>
                </a:lnTo>
                <a:lnTo>
                  <a:pt x="898645" y="50358"/>
                </a:lnTo>
                <a:lnTo>
                  <a:pt x="898324" y="49657"/>
                </a:lnTo>
                <a:lnTo>
                  <a:pt x="897987" y="48966"/>
                </a:lnTo>
                <a:lnTo>
                  <a:pt x="897635" y="48285"/>
                </a:lnTo>
                <a:lnTo>
                  <a:pt x="897267" y="47614"/>
                </a:lnTo>
                <a:lnTo>
                  <a:pt x="896886" y="46954"/>
                </a:lnTo>
                <a:lnTo>
                  <a:pt x="896491" y="46307"/>
                </a:lnTo>
                <a:lnTo>
                  <a:pt x="896083" y="45672"/>
                </a:lnTo>
                <a:lnTo>
                  <a:pt x="895662" y="45049"/>
                </a:lnTo>
                <a:lnTo>
                  <a:pt x="895228" y="44439"/>
                </a:lnTo>
                <a:lnTo>
                  <a:pt x="894781" y="43841"/>
                </a:lnTo>
                <a:lnTo>
                  <a:pt x="894321" y="43256"/>
                </a:lnTo>
                <a:lnTo>
                  <a:pt x="893848" y="42683"/>
                </a:lnTo>
                <a:lnTo>
                  <a:pt x="893363" y="42122"/>
                </a:lnTo>
                <a:lnTo>
                  <a:pt x="892864" y="41574"/>
                </a:lnTo>
                <a:lnTo>
                  <a:pt x="892352" y="41038"/>
                </a:lnTo>
                <a:lnTo>
                  <a:pt x="891827" y="40515"/>
                </a:lnTo>
                <a:lnTo>
                  <a:pt x="891289" y="40004"/>
                </a:lnTo>
                <a:lnTo>
                  <a:pt x="890738" y="39505"/>
                </a:lnTo>
                <a:lnTo>
                  <a:pt x="890174" y="39019"/>
                </a:lnTo>
                <a:lnTo>
                  <a:pt x="889597" y="38545"/>
                </a:lnTo>
                <a:lnTo>
                  <a:pt x="889007" y="38083"/>
                </a:lnTo>
                <a:lnTo>
                  <a:pt x="888405" y="37634"/>
                </a:lnTo>
                <a:lnTo>
                  <a:pt x="887789" y="37198"/>
                </a:lnTo>
                <a:lnTo>
                  <a:pt x="887160" y="36773"/>
                </a:lnTo>
                <a:lnTo>
                  <a:pt x="886518" y="36362"/>
                </a:lnTo>
                <a:lnTo>
                  <a:pt x="885863" y="35962"/>
                </a:lnTo>
                <a:lnTo>
                  <a:pt x="885195" y="35575"/>
                </a:lnTo>
                <a:lnTo>
                  <a:pt x="884514" y="35200"/>
                </a:lnTo>
                <a:lnTo>
                  <a:pt x="883822" y="34840"/>
                </a:lnTo>
                <a:lnTo>
                  <a:pt x="883120" y="34494"/>
                </a:lnTo>
                <a:lnTo>
                  <a:pt x="882409" y="34164"/>
                </a:lnTo>
                <a:lnTo>
                  <a:pt x="881688" y="33849"/>
                </a:lnTo>
                <a:lnTo>
                  <a:pt x="880957" y="33550"/>
                </a:lnTo>
                <a:lnTo>
                  <a:pt x="880216" y="33266"/>
                </a:lnTo>
                <a:lnTo>
                  <a:pt x="879465" y="32997"/>
                </a:lnTo>
                <a:lnTo>
                  <a:pt x="878705" y="32744"/>
                </a:lnTo>
                <a:lnTo>
                  <a:pt x="877935" y="32506"/>
                </a:lnTo>
                <a:lnTo>
                  <a:pt x="877155" y="32284"/>
                </a:lnTo>
                <a:lnTo>
                  <a:pt x="876366" y="32076"/>
                </a:lnTo>
                <a:lnTo>
                  <a:pt x="875566" y="31884"/>
                </a:lnTo>
                <a:lnTo>
                  <a:pt x="874757" y="31708"/>
                </a:lnTo>
                <a:lnTo>
                  <a:pt x="873938" y="31547"/>
                </a:lnTo>
                <a:lnTo>
                  <a:pt x="873110" y="31401"/>
                </a:lnTo>
                <a:lnTo>
                  <a:pt x="872272" y="31270"/>
                </a:lnTo>
                <a:lnTo>
                  <a:pt x="871424" y="31155"/>
                </a:lnTo>
                <a:lnTo>
                  <a:pt x="870566" y="31055"/>
                </a:lnTo>
                <a:lnTo>
                  <a:pt x="869698" y="30971"/>
                </a:lnTo>
                <a:lnTo>
                  <a:pt x="868821" y="30902"/>
                </a:lnTo>
                <a:lnTo>
                  <a:pt x="867934" y="30848"/>
                </a:lnTo>
                <a:lnTo>
                  <a:pt x="867037" y="30810"/>
                </a:lnTo>
                <a:lnTo>
                  <a:pt x="866131" y="30787"/>
                </a:lnTo>
                <a:lnTo>
                  <a:pt x="865214" y="30779"/>
                </a:lnTo>
                <a:lnTo>
                  <a:pt x="864298" y="30787"/>
                </a:lnTo>
                <a:lnTo>
                  <a:pt x="863392" y="30810"/>
                </a:lnTo>
                <a:lnTo>
                  <a:pt x="862495" y="30848"/>
                </a:lnTo>
                <a:lnTo>
                  <a:pt x="861608" y="30902"/>
                </a:lnTo>
                <a:lnTo>
                  <a:pt x="860730" y="30971"/>
                </a:lnTo>
                <a:lnTo>
                  <a:pt x="859863" y="31055"/>
                </a:lnTo>
                <a:lnTo>
                  <a:pt x="859005" y="31155"/>
                </a:lnTo>
                <a:lnTo>
                  <a:pt x="858157" y="31270"/>
                </a:lnTo>
                <a:lnTo>
                  <a:pt x="857319" y="31401"/>
                </a:lnTo>
                <a:lnTo>
                  <a:pt x="856490" y="31547"/>
                </a:lnTo>
                <a:lnTo>
                  <a:pt x="855671" y="31708"/>
                </a:lnTo>
                <a:lnTo>
                  <a:pt x="854862" y="31884"/>
                </a:lnTo>
                <a:lnTo>
                  <a:pt x="854063" y="32076"/>
                </a:lnTo>
                <a:lnTo>
                  <a:pt x="853273" y="32284"/>
                </a:lnTo>
                <a:lnTo>
                  <a:pt x="852493" y="32506"/>
                </a:lnTo>
                <a:lnTo>
                  <a:pt x="851723" y="32744"/>
                </a:lnTo>
                <a:lnTo>
                  <a:pt x="850962" y="32997"/>
                </a:lnTo>
                <a:lnTo>
                  <a:pt x="850212" y="33266"/>
                </a:lnTo>
                <a:lnTo>
                  <a:pt x="849471" y="33550"/>
                </a:lnTo>
                <a:lnTo>
                  <a:pt x="848740" y="33849"/>
                </a:lnTo>
                <a:lnTo>
                  <a:pt x="848018" y="34164"/>
                </a:lnTo>
                <a:lnTo>
                  <a:pt x="847306" y="34494"/>
                </a:lnTo>
                <a:lnTo>
                  <a:pt x="846604" y="34840"/>
                </a:lnTo>
                <a:lnTo>
                  <a:pt x="845912" y="35200"/>
                </a:lnTo>
                <a:lnTo>
                  <a:pt x="845231" y="35575"/>
                </a:lnTo>
                <a:lnTo>
                  <a:pt x="844564" y="35962"/>
                </a:lnTo>
                <a:lnTo>
                  <a:pt x="843909" y="36362"/>
                </a:lnTo>
                <a:lnTo>
                  <a:pt x="843267" y="36773"/>
                </a:lnTo>
                <a:lnTo>
                  <a:pt x="842638" y="37198"/>
                </a:lnTo>
                <a:lnTo>
                  <a:pt x="842023" y="37634"/>
                </a:lnTo>
                <a:lnTo>
                  <a:pt x="841420" y="38083"/>
                </a:lnTo>
                <a:lnTo>
                  <a:pt x="840830" y="38545"/>
                </a:lnTo>
                <a:lnTo>
                  <a:pt x="840253" y="39019"/>
                </a:lnTo>
                <a:lnTo>
                  <a:pt x="839689" y="39505"/>
                </a:lnTo>
                <a:lnTo>
                  <a:pt x="839139" y="40004"/>
                </a:lnTo>
                <a:lnTo>
                  <a:pt x="838601" y="40515"/>
                </a:lnTo>
                <a:lnTo>
                  <a:pt x="838076" y="41038"/>
                </a:lnTo>
                <a:lnTo>
                  <a:pt x="837564" y="41574"/>
                </a:lnTo>
                <a:lnTo>
                  <a:pt x="837065" y="42122"/>
                </a:lnTo>
                <a:lnTo>
                  <a:pt x="836579" y="42683"/>
                </a:lnTo>
                <a:lnTo>
                  <a:pt x="836106" y="43256"/>
                </a:lnTo>
                <a:lnTo>
                  <a:pt x="835646" y="43841"/>
                </a:lnTo>
                <a:lnTo>
                  <a:pt x="835199" y="44439"/>
                </a:lnTo>
                <a:lnTo>
                  <a:pt x="834765" y="45049"/>
                </a:lnTo>
                <a:lnTo>
                  <a:pt x="834344" y="45672"/>
                </a:lnTo>
                <a:lnTo>
                  <a:pt x="833936" y="46307"/>
                </a:lnTo>
                <a:lnTo>
                  <a:pt x="833541" y="46954"/>
                </a:lnTo>
                <a:lnTo>
                  <a:pt x="833159" y="47614"/>
                </a:lnTo>
                <a:lnTo>
                  <a:pt x="832791" y="48285"/>
                </a:lnTo>
                <a:lnTo>
                  <a:pt x="832439" y="48966"/>
                </a:lnTo>
                <a:lnTo>
                  <a:pt x="832103" y="49657"/>
                </a:lnTo>
                <a:lnTo>
                  <a:pt x="831782" y="50358"/>
                </a:lnTo>
                <a:lnTo>
                  <a:pt x="831477" y="51069"/>
                </a:lnTo>
                <a:lnTo>
                  <a:pt x="831188" y="51790"/>
                </a:lnTo>
                <a:lnTo>
                  <a:pt x="830914" y="52522"/>
                </a:lnTo>
                <a:lnTo>
                  <a:pt x="830656" y="53263"/>
                </a:lnTo>
                <a:lnTo>
                  <a:pt x="830414" y="54014"/>
                </a:lnTo>
                <a:lnTo>
                  <a:pt x="830187" y="54776"/>
                </a:lnTo>
                <a:lnTo>
                  <a:pt x="829976" y="55547"/>
                </a:lnTo>
                <a:lnTo>
                  <a:pt x="829780" y="56328"/>
                </a:lnTo>
                <a:lnTo>
                  <a:pt x="829601" y="57120"/>
                </a:lnTo>
                <a:lnTo>
                  <a:pt x="829436" y="57921"/>
                </a:lnTo>
                <a:lnTo>
                  <a:pt x="829288" y="58733"/>
                </a:lnTo>
                <a:lnTo>
                  <a:pt x="829155" y="59554"/>
                </a:lnTo>
                <a:lnTo>
                  <a:pt x="829038" y="60386"/>
                </a:lnTo>
                <a:lnTo>
                  <a:pt x="828936" y="61228"/>
                </a:lnTo>
                <a:lnTo>
                  <a:pt x="828850" y="62079"/>
                </a:lnTo>
                <a:lnTo>
                  <a:pt x="828779" y="62941"/>
                </a:lnTo>
                <a:lnTo>
                  <a:pt x="828725" y="63813"/>
                </a:lnTo>
                <a:lnTo>
                  <a:pt x="828686" y="64694"/>
                </a:lnTo>
                <a:lnTo>
                  <a:pt x="828662" y="65586"/>
                </a:lnTo>
                <a:lnTo>
                  <a:pt x="828654" y="66488"/>
                </a:lnTo>
                <a:lnTo>
                  <a:pt x="828654" y="91997"/>
                </a:lnTo>
                <a:lnTo>
                  <a:pt x="828662" y="92885"/>
                </a:lnTo>
                <a:lnTo>
                  <a:pt x="828686" y="93764"/>
                </a:lnTo>
                <a:lnTo>
                  <a:pt x="828725" y="94634"/>
                </a:lnTo>
                <a:lnTo>
                  <a:pt x="828779" y="95495"/>
                </a:lnTo>
                <a:lnTo>
                  <a:pt x="828850" y="96347"/>
                </a:lnTo>
                <a:lnTo>
                  <a:pt x="828936" y="97189"/>
                </a:lnTo>
                <a:lnTo>
                  <a:pt x="829038" y="98023"/>
                </a:lnTo>
                <a:lnTo>
                  <a:pt x="829155" y="98847"/>
                </a:lnTo>
                <a:lnTo>
                  <a:pt x="829288" y="99662"/>
                </a:lnTo>
                <a:lnTo>
                  <a:pt x="829436" y="100468"/>
                </a:lnTo>
                <a:lnTo>
                  <a:pt x="829601" y="101264"/>
                </a:lnTo>
                <a:lnTo>
                  <a:pt x="829780" y="102052"/>
                </a:lnTo>
                <a:lnTo>
                  <a:pt x="829976" y="102830"/>
                </a:lnTo>
                <a:lnTo>
                  <a:pt x="830187" y="103599"/>
                </a:lnTo>
                <a:lnTo>
                  <a:pt x="830414" y="104360"/>
                </a:lnTo>
                <a:lnTo>
                  <a:pt x="830656" y="105110"/>
                </a:lnTo>
                <a:lnTo>
                  <a:pt x="830914" y="105852"/>
                </a:lnTo>
                <a:lnTo>
                  <a:pt x="831188" y="106585"/>
                </a:lnTo>
                <a:lnTo>
                  <a:pt x="831477" y="107308"/>
                </a:lnTo>
                <a:lnTo>
                  <a:pt x="831782" y="108023"/>
                </a:lnTo>
                <a:lnTo>
                  <a:pt x="832103" y="108728"/>
                </a:lnTo>
                <a:lnTo>
                  <a:pt x="832439" y="109424"/>
                </a:lnTo>
                <a:lnTo>
                  <a:pt x="832791" y="110111"/>
                </a:lnTo>
                <a:lnTo>
                  <a:pt x="833159" y="110788"/>
                </a:lnTo>
                <a:lnTo>
                  <a:pt x="833541" y="111455"/>
                </a:lnTo>
                <a:lnTo>
                  <a:pt x="833936" y="112109"/>
                </a:lnTo>
                <a:lnTo>
                  <a:pt x="834344" y="112750"/>
                </a:lnTo>
                <a:lnTo>
                  <a:pt x="834765" y="113379"/>
                </a:lnTo>
                <a:lnTo>
                  <a:pt x="835199" y="113994"/>
                </a:lnTo>
                <a:lnTo>
                  <a:pt x="835646" y="114597"/>
                </a:lnTo>
                <a:lnTo>
                  <a:pt x="836106" y="115188"/>
                </a:lnTo>
                <a:lnTo>
                  <a:pt x="836579" y="115766"/>
                </a:lnTo>
                <a:lnTo>
                  <a:pt x="837065" y="116331"/>
                </a:lnTo>
                <a:lnTo>
                  <a:pt x="837564" y="116883"/>
                </a:lnTo>
                <a:lnTo>
                  <a:pt x="838076" y="117423"/>
                </a:lnTo>
                <a:lnTo>
                  <a:pt x="838601" y="117950"/>
                </a:lnTo>
                <a:lnTo>
                  <a:pt x="839139" y="118464"/>
                </a:lnTo>
                <a:lnTo>
                  <a:pt x="839689" y="118966"/>
                </a:lnTo>
                <a:lnTo>
                  <a:pt x="840253" y="119455"/>
                </a:lnTo>
                <a:lnTo>
                  <a:pt x="840830" y="119931"/>
                </a:lnTo>
                <a:lnTo>
                  <a:pt x="841420" y="120395"/>
                </a:lnTo>
                <a:lnTo>
                  <a:pt x="842023" y="120846"/>
                </a:lnTo>
                <a:lnTo>
                  <a:pt x="842638" y="121284"/>
                </a:lnTo>
                <a:lnTo>
                  <a:pt x="843267" y="121709"/>
                </a:lnTo>
                <a:lnTo>
                  <a:pt x="843909" y="122122"/>
                </a:lnTo>
                <a:lnTo>
                  <a:pt x="844564" y="122522"/>
                </a:lnTo>
                <a:lnTo>
                  <a:pt x="845231" y="122910"/>
                </a:lnTo>
                <a:lnTo>
                  <a:pt x="845912" y="123285"/>
                </a:lnTo>
                <a:lnTo>
                  <a:pt x="846604" y="123645"/>
                </a:lnTo>
                <a:lnTo>
                  <a:pt x="847306" y="123991"/>
                </a:lnTo>
                <a:lnTo>
                  <a:pt x="848018" y="124321"/>
                </a:lnTo>
                <a:lnTo>
                  <a:pt x="848740" y="124636"/>
                </a:lnTo>
                <a:lnTo>
                  <a:pt x="849471" y="124935"/>
                </a:lnTo>
                <a:lnTo>
                  <a:pt x="850212" y="125219"/>
                </a:lnTo>
                <a:lnTo>
                  <a:pt x="850962" y="125488"/>
                </a:lnTo>
                <a:lnTo>
                  <a:pt x="851723" y="125741"/>
                </a:lnTo>
                <a:lnTo>
                  <a:pt x="852493" y="125979"/>
                </a:lnTo>
                <a:lnTo>
                  <a:pt x="853273" y="126202"/>
                </a:lnTo>
                <a:lnTo>
                  <a:pt x="854063" y="126409"/>
                </a:lnTo>
                <a:lnTo>
                  <a:pt x="854862" y="126601"/>
                </a:lnTo>
                <a:lnTo>
                  <a:pt x="855671" y="126777"/>
                </a:lnTo>
                <a:lnTo>
                  <a:pt x="856490" y="126939"/>
                </a:lnTo>
                <a:lnTo>
                  <a:pt x="857319" y="127084"/>
                </a:lnTo>
                <a:lnTo>
                  <a:pt x="858157" y="127215"/>
                </a:lnTo>
                <a:lnTo>
                  <a:pt x="859005" y="127330"/>
                </a:lnTo>
                <a:lnTo>
                  <a:pt x="859863" y="127430"/>
                </a:lnTo>
                <a:lnTo>
                  <a:pt x="860730" y="127514"/>
                </a:lnTo>
                <a:lnTo>
                  <a:pt x="861608" y="127583"/>
                </a:lnTo>
                <a:lnTo>
                  <a:pt x="862495" y="127637"/>
                </a:lnTo>
                <a:lnTo>
                  <a:pt x="863392" y="127675"/>
                </a:lnTo>
                <a:lnTo>
                  <a:pt x="864298" y="127698"/>
                </a:lnTo>
                <a:lnTo>
                  <a:pt x="865214" y="127706"/>
                </a:lnTo>
                <a:lnTo>
                  <a:pt x="866439" y="127694"/>
                </a:lnTo>
                <a:lnTo>
                  <a:pt x="867646" y="127658"/>
                </a:lnTo>
                <a:lnTo>
                  <a:pt x="868837" y="127599"/>
                </a:lnTo>
                <a:lnTo>
                  <a:pt x="870011" y="127515"/>
                </a:lnTo>
                <a:close/>
                <a:moveTo>
                  <a:pt x="843628" y="65576"/>
                </a:moveTo>
                <a:lnTo>
                  <a:pt x="843657" y="64682"/>
                </a:lnTo>
                <a:lnTo>
                  <a:pt x="843706" y="63805"/>
                </a:lnTo>
                <a:lnTo>
                  <a:pt x="843774" y="62946"/>
                </a:lnTo>
                <a:lnTo>
                  <a:pt x="843862" y="62105"/>
                </a:lnTo>
                <a:lnTo>
                  <a:pt x="843969" y="61281"/>
                </a:lnTo>
                <a:lnTo>
                  <a:pt x="844096" y="60475"/>
                </a:lnTo>
                <a:lnTo>
                  <a:pt x="844242" y="59687"/>
                </a:lnTo>
                <a:lnTo>
                  <a:pt x="844407" y="58917"/>
                </a:lnTo>
                <a:lnTo>
                  <a:pt x="844592" y="58164"/>
                </a:lnTo>
                <a:lnTo>
                  <a:pt x="844797" y="57429"/>
                </a:lnTo>
                <a:lnTo>
                  <a:pt x="845021" y="56712"/>
                </a:lnTo>
                <a:lnTo>
                  <a:pt x="845264" y="56012"/>
                </a:lnTo>
                <a:lnTo>
                  <a:pt x="845527" y="55330"/>
                </a:lnTo>
                <a:lnTo>
                  <a:pt x="845810" y="54666"/>
                </a:lnTo>
                <a:lnTo>
                  <a:pt x="846112" y="54019"/>
                </a:lnTo>
                <a:lnTo>
                  <a:pt x="846433" y="53391"/>
                </a:lnTo>
                <a:lnTo>
                  <a:pt x="846774" y="52779"/>
                </a:lnTo>
                <a:lnTo>
                  <a:pt x="847134" y="52186"/>
                </a:lnTo>
                <a:lnTo>
                  <a:pt x="847514" y="51610"/>
                </a:lnTo>
                <a:lnTo>
                  <a:pt x="847913" y="51052"/>
                </a:lnTo>
                <a:lnTo>
                  <a:pt x="848332" y="50512"/>
                </a:lnTo>
                <a:lnTo>
                  <a:pt x="848770" y="49989"/>
                </a:lnTo>
                <a:lnTo>
                  <a:pt x="849228" y="49485"/>
                </a:lnTo>
                <a:lnTo>
                  <a:pt x="849704" y="48999"/>
                </a:lnTo>
                <a:lnTo>
                  <a:pt x="850197" y="48534"/>
                </a:lnTo>
                <a:lnTo>
                  <a:pt x="850706" y="48090"/>
                </a:lnTo>
                <a:lnTo>
                  <a:pt x="851231" y="47666"/>
                </a:lnTo>
                <a:lnTo>
                  <a:pt x="851773" y="47263"/>
                </a:lnTo>
                <a:lnTo>
                  <a:pt x="852332" y="46880"/>
                </a:lnTo>
                <a:lnTo>
                  <a:pt x="852907" y="46519"/>
                </a:lnTo>
                <a:lnTo>
                  <a:pt x="853499" y="46178"/>
                </a:lnTo>
                <a:lnTo>
                  <a:pt x="854107" y="45857"/>
                </a:lnTo>
                <a:lnTo>
                  <a:pt x="854732" y="45558"/>
                </a:lnTo>
                <a:lnTo>
                  <a:pt x="855373" y="45279"/>
                </a:lnTo>
                <a:lnTo>
                  <a:pt x="856031" y="45020"/>
                </a:lnTo>
                <a:lnTo>
                  <a:pt x="856705" y="44783"/>
                </a:lnTo>
                <a:lnTo>
                  <a:pt x="857396" y="44566"/>
                </a:lnTo>
                <a:lnTo>
                  <a:pt x="858104" y="44369"/>
                </a:lnTo>
                <a:lnTo>
                  <a:pt x="858828" y="44194"/>
                </a:lnTo>
                <a:lnTo>
                  <a:pt x="859568" y="44039"/>
                </a:lnTo>
                <a:lnTo>
                  <a:pt x="860325" y="43904"/>
                </a:lnTo>
                <a:lnTo>
                  <a:pt x="861099" y="43791"/>
                </a:lnTo>
                <a:lnTo>
                  <a:pt x="861889" y="43698"/>
                </a:lnTo>
                <a:lnTo>
                  <a:pt x="862695" y="43625"/>
                </a:lnTo>
                <a:lnTo>
                  <a:pt x="863519" y="43574"/>
                </a:lnTo>
                <a:lnTo>
                  <a:pt x="864358" y="43543"/>
                </a:lnTo>
                <a:lnTo>
                  <a:pt x="865214" y="43532"/>
                </a:lnTo>
                <a:lnTo>
                  <a:pt x="866084" y="43543"/>
                </a:lnTo>
                <a:lnTo>
                  <a:pt x="866937" y="43574"/>
                </a:lnTo>
                <a:lnTo>
                  <a:pt x="867772" y="43625"/>
                </a:lnTo>
                <a:lnTo>
                  <a:pt x="868589" y="43698"/>
                </a:lnTo>
                <a:lnTo>
                  <a:pt x="869389" y="43791"/>
                </a:lnTo>
                <a:lnTo>
                  <a:pt x="870172" y="43904"/>
                </a:lnTo>
                <a:lnTo>
                  <a:pt x="870938" y="44039"/>
                </a:lnTo>
                <a:lnTo>
                  <a:pt x="871685" y="44194"/>
                </a:lnTo>
                <a:lnTo>
                  <a:pt x="872416" y="44369"/>
                </a:lnTo>
                <a:lnTo>
                  <a:pt x="873129" y="44566"/>
                </a:lnTo>
                <a:lnTo>
                  <a:pt x="873825" y="44783"/>
                </a:lnTo>
                <a:lnTo>
                  <a:pt x="874503" y="45020"/>
                </a:lnTo>
                <a:lnTo>
                  <a:pt x="875164" y="45279"/>
                </a:lnTo>
                <a:lnTo>
                  <a:pt x="875807" y="45558"/>
                </a:lnTo>
                <a:lnTo>
                  <a:pt x="876433" y="45857"/>
                </a:lnTo>
                <a:lnTo>
                  <a:pt x="877042" y="46178"/>
                </a:lnTo>
                <a:lnTo>
                  <a:pt x="877633" y="46519"/>
                </a:lnTo>
                <a:lnTo>
                  <a:pt x="878207" y="46880"/>
                </a:lnTo>
                <a:lnTo>
                  <a:pt x="878763" y="47263"/>
                </a:lnTo>
                <a:lnTo>
                  <a:pt x="879302" y="47666"/>
                </a:lnTo>
                <a:lnTo>
                  <a:pt x="879824" y="48090"/>
                </a:lnTo>
                <a:lnTo>
                  <a:pt x="880328" y="48534"/>
                </a:lnTo>
                <a:lnTo>
                  <a:pt x="880815" y="48999"/>
                </a:lnTo>
                <a:lnTo>
                  <a:pt x="881284" y="49485"/>
                </a:lnTo>
                <a:lnTo>
                  <a:pt x="881735" y="49989"/>
                </a:lnTo>
                <a:lnTo>
                  <a:pt x="882167" y="50512"/>
                </a:lnTo>
                <a:lnTo>
                  <a:pt x="882579" y="51052"/>
                </a:lnTo>
                <a:lnTo>
                  <a:pt x="882973" y="51610"/>
                </a:lnTo>
                <a:lnTo>
                  <a:pt x="883347" y="52186"/>
                </a:lnTo>
                <a:lnTo>
                  <a:pt x="883702" y="52779"/>
                </a:lnTo>
                <a:lnTo>
                  <a:pt x="884038" y="53391"/>
                </a:lnTo>
                <a:lnTo>
                  <a:pt x="884354" y="54019"/>
                </a:lnTo>
                <a:lnTo>
                  <a:pt x="884652" y="54666"/>
                </a:lnTo>
                <a:lnTo>
                  <a:pt x="884930" y="55330"/>
                </a:lnTo>
                <a:lnTo>
                  <a:pt x="885189" y="56012"/>
                </a:lnTo>
                <a:lnTo>
                  <a:pt x="885429" y="56712"/>
                </a:lnTo>
                <a:lnTo>
                  <a:pt x="885650" y="57429"/>
                </a:lnTo>
                <a:lnTo>
                  <a:pt x="885851" y="58164"/>
                </a:lnTo>
                <a:lnTo>
                  <a:pt x="886033" y="58917"/>
                </a:lnTo>
                <a:lnTo>
                  <a:pt x="886197" y="59687"/>
                </a:lnTo>
                <a:lnTo>
                  <a:pt x="886340" y="60475"/>
                </a:lnTo>
                <a:lnTo>
                  <a:pt x="886465" y="61281"/>
                </a:lnTo>
                <a:lnTo>
                  <a:pt x="886571" y="62105"/>
                </a:lnTo>
                <a:lnTo>
                  <a:pt x="886657" y="62946"/>
                </a:lnTo>
                <a:lnTo>
                  <a:pt x="886724" y="63805"/>
                </a:lnTo>
                <a:lnTo>
                  <a:pt x="886772" y="64682"/>
                </a:lnTo>
                <a:lnTo>
                  <a:pt x="886801" y="65576"/>
                </a:lnTo>
                <a:lnTo>
                  <a:pt x="886811" y="66488"/>
                </a:lnTo>
                <a:lnTo>
                  <a:pt x="886811" y="71421"/>
                </a:lnTo>
                <a:lnTo>
                  <a:pt x="843618" y="71421"/>
                </a:lnTo>
                <a:lnTo>
                  <a:pt x="843618" y="66488"/>
                </a:lnTo>
                <a:lnTo>
                  <a:pt x="843628" y="65576"/>
                </a:lnTo>
                <a:close/>
                <a:moveTo>
                  <a:pt x="456691" y="127439"/>
                </a:moveTo>
                <a:lnTo>
                  <a:pt x="457939" y="127289"/>
                </a:lnTo>
                <a:lnTo>
                  <a:pt x="459165" y="127106"/>
                </a:lnTo>
                <a:lnTo>
                  <a:pt x="460370" y="126889"/>
                </a:lnTo>
                <a:lnTo>
                  <a:pt x="461552" y="126639"/>
                </a:lnTo>
                <a:lnTo>
                  <a:pt x="462713" y="126355"/>
                </a:lnTo>
                <a:lnTo>
                  <a:pt x="463851" y="126039"/>
                </a:lnTo>
                <a:lnTo>
                  <a:pt x="464968" y="125688"/>
                </a:lnTo>
                <a:lnTo>
                  <a:pt x="466063" y="125305"/>
                </a:lnTo>
                <a:lnTo>
                  <a:pt x="467136" y="124888"/>
                </a:lnTo>
                <a:lnTo>
                  <a:pt x="468188" y="124438"/>
                </a:lnTo>
                <a:lnTo>
                  <a:pt x="469217" y="123954"/>
                </a:lnTo>
                <a:lnTo>
                  <a:pt x="470225" y="123437"/>
                </a:lnTo>
                <a:lnTo>
                  <a:pt x="471210" y="122887"/>
                </a:lnTo>
                <a:lnTo>
                  <a:pt x="472174" y="122303"/>
                </a:lnTo>
                <a:lnTo>
                  <a:pt x="473116" y="121686"/>
                </a:lnTo>
                <a:lnTo>
                  <a:pt x="474037" y="121035"/>
                </a:lnTo>
                <a:lnTo>
                  <a:pt x="474935" y="120352"/>
                </a:lnTo>
                <a:lnTo>
                  <a:pt x="475811" y="119635"/>
                </a:lnTo>
                <a:lnTo>
                  <a:pt x="476666" y="118884"/>
                </a:lnTo>
                <a:lnTo>
                  <a:pt x="477499" y="118100"/>
                </a:lnTo>
                <a:lnTo>
                  <a:pt x="478304" y="117288"/>
                </a:lnTo>
                <a:lnTo>
                  <a:pt x="479074" y="116451"/>
                </a:lnTo>
                <a:lnTo>
                  <a:pt x="479810" y="115591"/>
                </a:lnTo>
                <a:lnTo>
                  <a:pt x="480512" y="114706"/>
                </a:lnTo>
                <a:lnTo>
                  <a:pt x="481180" y="113798"/>
                </a:lnTo>
                <a:lnTo>
                  <a:pt x="481814" y="112866"/>
                </a:lnTo>
                <a:lnTo>
                  <a:pt x="482413" y="111910"/>
                </a:lnTo>
                <a:lnTo>
                  <a:pt x="482978" y="110930"/>
                </a:lnTo>
                <a:lnTo>
                  <a:pt x="483509" y="109926"/>
                </a:lnTo>
                <a:lnTo>
                  <a:pt x="484005" y="108898"/>
                </a:lnTo>
                <a:lnTo>
                  <a:pt x="484468" y="107846"/>
                </a:lnTo>
                <a:lnTo>
                  <a:pt x="484896" y="106770"/>
                </a:lnTo>
                <a:lnTo>
                  <a:pt x="485290" y="105671"/>
                </a:lnTo>
                <a:lnTo>
                  <a:pt x="485649" y="104547"/>
                </a:lnTo>
                <a:lnTo>
                  <a:pt x="485975" y="103400"/>
                </a:lnTo>
                <a:lnTo>
                  <a:pt x="486266" y="102229"/>
                </a:lnTo>
                <a:lnTo>
                  <a:pt x="486523" y="101033"/>
                </a:lnTo>
                <a:lnTo>
                  <a:pt x="486745" y="99814"/>
                </a:lnTo>
                <a:lnTo>
                  <a:pt x="486933" y="98571"/>
                </a:lnTo>
                <a:lnTo>
                  <a:pt x="487088" y="97304"/>
                </a:lnTo>
                <a:lnTo>
                  <a:pt x="487207" y="96013"/>
                </a:lnTo>
                <a:lnTo>
                  <a:pt x="487293" y="94698"/>
                </a:lnTo>
                <a:lnTo>
                  <a:pt x="487344" y="93360"/>
                </a:lnTo>
                <a:lnTo>
                  <a:pt x="487362" y="91997"/>
                </a:lnTo>
                <a:lnTo>
                  <a:pt x="487362" y="32479"/>
                </a:lnTo>
                <a:lnTo>
                  <a:pt x="472058" y="32479"/>
                </a:lnTo>
                <a:lnTo>
                  <a:pt x="472058" y="91997"/>
                </a:lnTo>
                <a:lnTo>
                  <a:pt x="472048" y="92868"/>
                </a:lnTo>
                <a:lnTo>
                  <a:pt x="472019" y="93722"/>
                </a:lnTo>
                <a:lnTo>
                  <a:pt x="471971" y="94560"/>
                </a:lnTo>
                <a:lnTo>
                  <a:pt x="471904" y="95381"/>
                </a:lnTo>
                <a:lnTo>
                  <a:pt x="471818" y="96187"/>
                </a:lnTo>
                <a:lnTo>
                  <a:pt x="471712" y="96976"/>
                </a:lnTo>
                <a:lnTo>
                  <a:pt x="471587" y="97749"/>
                </a:lnTo>
                <a:lnTo>
                  <a:pt x="471444" y="98506"/>
                </a:lnTo>
                <a:lnTo>
                  <a:pt x="471280" y="99246"/>
                </a:lnTo>
                <a:lnTo>
                  <a:pt x="471098" y="99971"/>
                </a:lnTo>
                <a:lnTo>
                  <a:pt x="470897" y="100679"/>
                </a:lnTo>
                <a:lnTo>
                  <a:pt x="470676" y="101371"/>
                </a:lnTo>
                <a:lnTo>
                  <a:pt x="470436" y="102046"/>
                </a:lnTo>
                <a:lnTo>
                  <a:pt x="470177" y="102706"/>
                </a:lnTo>
                <a:lnTo>
                  <a:pt x="469899" y="103349"/>
                </a:lnTo>
                <a:lnTo>
                  <a:pt x="469601" y="103976"/>
                </a:lnTo>
                <a:lnTo>
                  <a:pt x="469285" y="104586"/>
                </a:lnTo>
                <a:lnTo>
                  <a:pt x="468949" y="105181"/>
                </a:lnTo>
                <a:lnTo>
                  <a:pt x="468594" y="105759"/>
                </a:lnTo>
                <a:lnTo>
                  <a:pt x="468220" y="106321"/>
                </a:lnTo>
                <a:lnTo>
                  <a:pt x="467826" y="106867"/>
                </a:lnTo>
                <a:lnTo>
                  <a:pt x="467414" y="107396"/>
                </a:lnTo>
                <a:lnTo>
                  <a:pt x="466982" y="107909"/>
                </a:lnTo>
                <a:lnTo>
                  <a:pt x="466531" y="108406"/>
                </a:lnTo>
                <a:lnTo>
                  <a:pt x="466063" y="108885"/>
                </a:lnTo>
                <a:lnTo>
                  <a:pt x="465582" y="109343"/>
                </a:lnTo>
                <a:lnTo>
                  <a:pt x="465087" y="109781"/>
                </a:lnTo>
                <a:lnTo>
                  <a:pt x="464578" y="110199"/>
                </a:lnTo>
                <a:lnTo>
                  <a:pt x="464055" y="110596"/>
                </a:lnTo>
                <a:lnTo>
                  <a:pt x="463518" y="110973"/>
                </a:lnTo>
                <a:lnTo>
                  <a:pt x="462967" y="111330"/>
                </a:lnTo>
                <a:lnTo>
                  <a:pt x="462402" y="111666"/>
                </a:lnTo>
                <a:lnTo>
                  <a:pt x="461824" y="111981"/>
                </a:lnTo>
                <a:lnTo>
                  <a:pt x="461231" y="112277"/>
                </a:lnTo>
                <a:lnTo>
                  <a:pt x="460625" y="112552"/>
                </a:lnTo>
                <a:lnTo>
                  <a:pt x="460005" y="112806"/>
                </a:lnTo>
                <a:lnTo>
                  <a:pt x="459371" y="113041"/>
                </a:lnTo>
                <a:lnTo>
                  <a:pt x="458723" y="113255"/>
                </a:lnTo>
                <a:lnTo>
                  <a:pt x="458061" y="113448"/>
                </a:lnTo>
                <a:lnTo>
                  <a:pt x="457386" y="113621"/>
                </a:lnTo>
                <a:lnTo>
                  <a:pt x="456696" y="113774"/>
                </a:lnTo>
                <a:lnTo>
                  <a:pt x="455993" y="113906"/>
                </a:lnTo>
                <a:lnTo>
                  <a:pt x="455276" y="114018"/>
                </a:lnTo>
                <a:lnTo>
                  <a:pt x="454544" y="114110"/>
                </a:lnTo>
                <a:lnTo>
                  <a:pt x="453799" y="114181"/>
                </a:lnTo>
                <a:lnTo>
                  <a:pt x="453041" y="114232"/>
                </a:lnTo>
                <a:lnTo>
                  <a:pt x="452268" y="114263"/>
                </a:lnTo>
                <a:lnTo>
                  <a:pt x="451481" y="114273"/>
                </a:lnTo>
                <a:lnTo>
                  <a:pt x="450709" y="114263"/>
                </a:lnTo>
                <a:lnTo>
                  <a:pt x="449950" y="114232"/>
                </a:lnTo>
                <a:lnTo>
                  <a:pt x="449204" y="114181"/>
                </a:lnTo>
                <a:lnTo>
                  <a:pt x="448473" y="114110"/>
                </a:lnTo>
                <a:lnTo>
                  <a:pt x="447754" y="114018"/>
                </a:lnTo>
                <a:lnTo>
                  <a:pt x="447050" y="113906"/>
                </a:lnTo>
                <a:lnTo>
                  <a:pt x="446359" y="113774"/>
                </a:lnTo>
                <a:lnTo>
                  <a:pt x="445681" y="113621"/>
                </a:lnTo>
                <a:lnTo>
                  <a:pt x="445017" y="113448"/>
                </a:lnTo>
                <a:lnTo>
                  <a:pt x="444367" y="113255"/>
                </a:lnTo>
                <a:lnTo>
                  <a:pt x="443730" y="113041"/>
                </a:lnTo>
                <a:lnTo>
                  <a:pt x="443107" y="112806"/>
                </a:lnTo>
                <a:lnTo>
                  <a:pt x="442497" y="112552"/>
                </a:lnTo>
                <a:lnTo>
                  <a:pt x="441901" y="112277"/>
                </a:lnTo>
                <a:lnTo>
                  <a:pt x="441318" y="111981"/>
                </a:lnTo>
                <a:lnTo>
                  <a:pt x="440749" y="111666"/>
                </a:lnTo>
                <a:lnTo>
                  <a:pt x="440194" y="111330"/>
                </a:lnTo>
                <a:lnTo>
                  <a:pt x="439652" y="110973"/>
                </a:lnTo>
                <a:lnTo>
                  <a:pt x="439124" y="110596"/>
                </a:lnTo>
                <a:lnTo>
                  <a:pt x="438609" y="110199"/>
                </a:lnTo>
                <a:lnTo>
                  <a:pt x="438108" y="109781"/>
                </a:lnTo>
                <a:lnTo>
                  <a:pt x="437620" y="109343"/>
                </a:lnTo>
                <a:lnTo>
                  <a:pt x="437146" y="108885"/>
                </a:lnTo>
                <a:lnTo>
                  <a:pt x="436686" y="108406"/>
                </a:lnTo>
                <a:lnTo>
                  <a:pt x="436242" y="107909"/>
                </a:lnTo>
                <a:lnTo>
                  <a:pt x="435817" y="107396"/>
                </a:lnTo>
                <a:lnTo>
                  <a:pt x="435411" y="106867"/>
                </a:lnTo>
                <a:lnTo>
                  <a:pt x="435023" y="106321"/>
                </a:lnTo>
                <a:lnTo>
                  <a:pt x="434655" y="105759"/>
                </a:lnTo>
                <a:lnTo>
                  <a:pt x="434305" y="105181"/>
                </a:lnTo>
                <a:lnTo>
                  <a:pt x="433975" y="104586"/>
                </a:lnTo>
                <a:lnTo>
                  <a:pt x="433663" y="103976"/>
                </a:lnTo>
                <a:lnTo>
                  <a:pt x="433370" y="103349"/>
                </a:lnTo>
                <a:lnTo>
                  <a:pt x="433096" y="102706"/>
                </a:lnTo>
                <a:lnTo>
                  <a:pt x="432841" y="102046"/>
                </a:lnTo>
                <a:lnTo>
                  <a:pt x="432605" y="101371"/>
                </a:lnTo>
                <a:lnTo>
                  <a:pt x="432388" y="100679"/>
                </a:lnTo>
                <a:lnTo>
                  <a:pt x="432189" y="99971"/>
                </a:lnTo>
                <a:lnTo>
                  <a:pt x="432010" y="99246"/>
                </a:lnTo>
                <a:lnTo>
                  <a:pt x="431849" y="98506"/>
                </a:lnTo>
                <a:lnTo>
                  <a:pt x="431708" y="97749"/>
                </a:lnTo>
                <a:lnTo>
                  <a:pt x="431585" y="96976"/>
                </a:lnTo>
                <a:lnTo>
                  <a:pt x="431481" y="96187"/>
                </a:lnTo>
                <a:lnTo>
                  <a:pt x="431396" y="95381"/>
                </a:lnTo>
                <a:lnTo>
                  <a:pt x="431330" y="94560"/>
                </a:lnTo>
                <a:lnTo>
                  <a:pt x="431282" y="93722"/>
                </a:lnTo>
                <a:lnTo>
                  <a:pt x="431254" y="92868"/>
                </a:lnTo>
                <a:lnTo>
                  <a:pt x="431245" y="91997"/>
                </a:lnTo>
                <a:lnTo>
                  <a:pt x="431245" y="32479"/>
                </a:lnTo>
                <a:lnTo>
                  <a:pt x="415941" y="32479"/>
                </a:lnTo>
                <a:lnTo>
                  <a:pt x="415941" y="91997"/>
                </a:lnTo>
                <a:lnTo>
                  <a:pt x="415958" y="93360"/>
                </a:lnTo>
                <a:lnTo>
                  <a:pt x="416008" y="94698"/>
                </a:lnTo>
                <a:lnTo>
                  <a:pt x="416092" y="96013"/>
                </a:lnTo>
                <a:lnTo>
                  <a:pt x="416210" y="97304"/>
                </a:lnTo>
                <a:lnTo>
                  <a:pt x="416361" y="98571"/>
                </a:lnTo>
                <a:lnTo>
                  <a:pt x="416547" y="99814"/>
                </a:lnTo>
                <a:lnTo>
                  <a:pt x="416765" y="101033"/>
                </a:lnTo>
                <a:lnTo>
                  <a:pt x="417018" y="102229"/>
                </a:lnTo>
                <a:lnTo>
                  <a:pt x="417304" y="103400"/>
                </a:lnTo>
                <a:lnTo>
                  <a:pt x="417623" y="104547"/>
                </a:lnTo>
                <a:lnTo>
                  <a:pt x="417977" y="105671"/>
                </a:lnTo>
                <a:lnTo>
                  <a:pt x="418364" y="106770"/>
                </a:lnTo>
                <a:lnTo>
                  <a:pt x="418784" y="107846"/>
                </a:lnTo>
                <a:lnTo>
                  <a:pt x="419239" y="108898"/>
                </a:lnTo>
                <a:lnTo>
                  <a:pt x="419727" y="109926"/>
                </a:lnTo>
                <a:lnTo>
                  <a:pt x="420248" y="110930"/>
                </a:lnTo>
                <a:lnTo>
                  <a:pt x="420803" y="111910"/>
                </a:lnTo>
                <a:lnTo>
                  <a:pt x="421392" y="112866"/>
                </a:lnTo>
                <a:lnTo>
                  <a:pt x="422015" y="113798"/>
                </a:lnTo>
                <a:lnTo>
                  <a:pt x="422671" y="114706"/>
                </a:lnTo>
                <a:lnTo>
                  <a:pt x="423361" y="115591"/>
                </a:lnTo>
                <a:lnTo>
                  <a:pt x="424084" y="116451"/>
                </a:lnTo>
                <a:lnTo>
                  <a:pt x="424841" y="117288"/>
                </a:lnTo>
                <a:lnTo>
                  <a:pt x="425632" y="118100"/>
                </a:lnTo>
                <a:lnTo>
                  <a:pt x="426451" y="118884"/>
                </a:lnTo>
                <a:lnTo>
                  <a:pt x="427293" y="119635"/>
                </a:lnTo>
                <a:lnTo>
                  <a:pt x="428157" y="120352"/>
                </a:lnTo>
                <a:lnTo>
                  <a:pt x="429043" y="121035"/>
                </a:lnTo>
                <a:lnTo>
                  <a:pt x="429952" y="121686"/>
                </a:lnTo>
                <a:lnTo>
                  <a:pt x="430883" y="122303"/>
                </a:lnTo>
                <a:lnTo>
                  <a:pt x="431837" y="122887"/>
                </a:lnTo>
                <a:lnTo>
                  <a:pt x="432813" y="123437"/>
                </a:lnTo>
                <a:lnTo>
                  <a:pt x="433811" y="123954"/>
                </a:lnTo>
                <a:lnTo>
                  <a:pt x="434832" y="124438"/>
                </a:lnTo>
                <a:lnTo>
                  <a:pt x="435876" y="124888"/>
                </a:lnTo>
                <a:lnTo>
                  <a:pt x="436941" y="125305"/>
                </a:lnTo>
                <a:lnTo>
                  <a:pt x="438030" y="125688"/>
                </a:lnTo>
                <a:lnTo>
                  <a:pt x="439140" y="126039"/>
                </a:lnTo>
                <a:lnTo>
                  <a:pt x="440274" y="126355"/>
                </a:lnTo>
                <a:lnTo>
                  <a:pt x="441429" y="126639"/>
                </a:lnTo>
                <a:lnTo>
                  <a:pt x="442607" y="126889"/>
                </a:lnTo>
                <a:lnTo>
                  <a:pt x="443808" y="127106"/>
                </a:lnTo>
                <a:lnTo>
                  <a:pt x="445030" y="127289"/>
                </a:lnTo>
                <a:lnTo>
                  <a:pt x="446276" y="127439"/>
                </a:lnTo>
                <a:lnTo>
                  <a:pt x="447543" y="127556"/>
                </a:lnTo>
                <a:lnTo>
                  <a:pt x="448834" y="127639"/>
                </a:lnTo>
                <a:lnTo>
                  <a:pt x="450146" y="127689"/>
                </a:lnTo>
                <a:lnTo>
                  <a:pt x="451481" y="127706"/>
                </a:lnTo>
                <a:lnTo>
                  <a:pt x="452817" y="127689"/>
                </a:lnTo>
                <a:lnTo>
                  <a:pt x="454130" y="127639"/>
                </a:lnTo>
                <a:lnTo>
                  <a:pt x="455422" y="127556"/>
                </a:lnTo>
                <a:lnTo>
                  <a:pt x="456691" y="127439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AD76E-468E-478A-AA3E-28AA15F6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79" y="2603378"/>
            <a:ext cx="302862" cy="170684"/>
          </a:xfrm>
          <a:custGeom xmlns:a="http://schemas.openxmlformats.org/drawingml/2006/main">
            <a:pathLst>
              <a:path w="302862" h="170684">
                <a:moveTo>
                  <a:pt x="25670" y="0"/>
                </a:moveTo>
                <a:lnTo>
                  <a:pt x="277191" y="0"/>
                </a:lnTo>
                <a:cubicBezTo>
                  <a:pt x="280406" y="0"/>
                  <a:pt x="283620" y="634"/>
                  <a:pt x="286835" y="1924"/>
                </a:cubicBezTo>
                <a:cubicBezTo>
                  <a:pt x="290027" y="3192"/>
                  <a:pt x="292607" y="5139"/>
                  <a:pt x="295165" y="7697"/>
                </a:cubicBezTo>
                <a:cubicBezTo>
                  <a:pt x="297723" y="10255"/>
                  <a:pt x="299647" y="12835"/>
                  <a:pt x="300938" y="16027"/>
                </a:cubicBezTo>
                <a:cubicBezTo>
                  <a:pt x="302228" y="19242"/>
                  <a:pt x="302862" y="22456"/>
                  <a:pt x="302862" y="25670"/>
                </a:cubicBezTo>
                <a:lnTo>
                  <a:pt x="302862" y="145013"/>
                </a:lnTo>
                <a:cubicBezTo>
                  <a:pt x="302862" y="148862"/>
                  <a:pt x="302228" y="152076"/>
                  <a:pt x="300938" y="155291"/>
                </a:cubicBezTo>
                <a:cubicBezTo>
                  <a:pt x="299647" y="157849"/>
                  <a:pt x="297723" y="161063"/>
                  <a:pt x="295165" y="162987"/>
                </a:cubicBezTo>
                <a:cubicBezTo>
                  <a:pt x="292607" y="165545"/>
                  <a:pt x="290027" y="167469"/>
                  <a:pt x="286835" y="168760"/>
                </a:cubicBezTo>
                <a:cubicBezTo>
                  <a:pt x="283620" y="170050"/>
                  <a:pt x="280406" y="170684"/>
                  <a:pt x="277191" y="170684"/>
                </a:cubicBezTo>
                <a:lnTo>
                  <a:pt x="25670" y="170684"/>
                </a:lnTo>
                <a:cubicBezTo>
                  <a:pt x="22456" y="170684"/>
                  <a:pt x="19242" y="170050"/>
                  <a:pt x="16027" y="168760"/>
                </a:cubicBezTo>
                <a:cubicBezTo>
                  <a:pt x="12835" y="167469"/>
                  <a:pt x="10255" y="165545"/>
                  <a:pt x="7697" y="162987"/>
                </a:cubicBezTo>
                <a:cubicBezTo>
                  <a:pt x="5116" y="161063"/>
                  <a:pt x="3192" y="157849"/>
                  <a:pt x="1924" y="155291"/>
                </a:cubicBezTo>
                <a:cubicBezTo>
                  <a:pt x="634" y="152076"/>
                  <a:pt x="0" y="148862"/>
                  <a:pt x="0" y="145013"/>
                </a:cubicBezTo>
                <a:lnTo>
                  <a:pt x="0" y="25670"/>
                </a:lnTo>
                <a:cubicBezTo>
                  <a:pt x="0" y="22456"/>
                  <a:pt x="634" y="19242"/>
                  <a:pt x="1924" y="16027"/>
                </a:cubicBezTo>
                <a:cubicBezTo>
                  <a:pt x="3192" y="12835"/>
                  <a:pt x="5116" y="10255"/>
                  <a:pt x="7697" y="7697"/>
                </a:cubicBezTo>
                <a:cubicBezTo>
                  <a:pt x="10255" y="5139"/>
                  <a:pt x="12835" y="3192"/>
                  <a:pt x="16027" y="1924"/>
                </a:cubicBezTo>
                <a:cubicBezTo>
                  <a:pt x="19242" y="634"/>
                  <a:pt x="22456" y="0"/>
                  <a:pt x="25670" y="0"/>
                </a:cubicBezTo>
                <a:close/>
              </a:path>
            </a:pathLst>
          </a:custGeom>
          <a:solidFill xmlns:a="http://schemas.openxmlformats.org/drawingml/2006/main">
            <a:srgbClr val="EA6B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F462F1-42A1-4E64-9BD4-2CCDBED6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79" y="2603378"/>
            <a:ext cx="302862" cy="170684"/>
          </a:xfrm>
          <a:custGeom xmlns:a="http://schemas.openxmlformats.org/drawingml/2006/main">
            <a:pathLst>
              <a:path w="302862" h="170684" fill="none">
                <a:moveTo>
                  <a:pt x="25670" y="0"/>
                </a:moveTo>
                <a:lnTo>
                  <a:pt x="277191" y="0"/>
                </a:lnTo>
                <a:cubicBezTo>
                  <a:pt x="280406" y="0"/>
                  <a:pt x="283620" y="634"/>
                  <a:pt x="286835" y="1924"/>
                </a:cubicBezTo>
                <a:cubicBezTo>
                  <a:pt x="290027" y="3192"/>
                  <a:pt x="292607" y="5139"/>
                  <a:pt x="295165" y="7697"/>
                </a:cubicBezTo>
                <a:cubicBezTo>
                  <a:pt x="297723" y="10255"/>
                  <a:pt x="299647" y="12835"/>
                  <a:pt x="300938" y="16027"/>
                </a:cubicBezTo>
                <a:cubicBezTo>
                  <a:pt x="302228" y="19242"/>
                  <a:pt x="302862" y="22456"/>
                  <a:pt x="302862" y="25670"/>
                </a:cubicBezTo>
                <a:lnTo>
                  <a:pt x="302862" y="145013"/>
                </a:lnTo>
                <a:cubicBezTo>
                  <a:pt x="302862" y="148862"/>
                  <a:pt x="302228" y="152076"/>
                  <a:pt x="300938" y="155291"/>
                </a:cubicBezTo>
                <a:cubicBezTo>
                  <a:pt x="299647" y="157849"/>
                  <a:pt x="297723" y="161063"/>
                  <a:pt x="295165" y="162987"/>
                </a:cubicBezTo>
                <a:cubicBezTo>
                  <a:pt x="292607" y="165545"/>
                  <a:pt x="290027" y="167469"/>
                  <a:pt x="286835" y="168760"/>
                </a:cubicBezTo>
                <a:cubicBezTo>
                  <a:pt x="283620" y="170050"/>
                  <a:pt x="280406" y="170684"/>
                  <a:pt x="277191" y="170684"/>
                </a:cubicBezTo>
                <a:lnTo>
                  <a:pt x="25670" y="170684"/>
                </a:lnTo>
                <a:cubicBezTo>
                  <a:pt x="22456" y="170684"/>
                  <a:pt x="19242" y="170050"/>
                  <a:pt x="16027" y="168760"/>
                </a:cubicBezTo>
                <a:cubicBezTo>
                  <a:pt x="12835" y="167469"/>
                  <a:pt x="10255" y="165545"/>
                  <a:pt x="7697" y="162987"/>
                </a:cubicBezTo>
                <a:cubicBezTo>
                  <a:pt x="5116" y="161063"/>
                  <a:pt x="3192" y="157849"/>
                  <a:pt x="1924" y="155291"/>
                </a:cubicBezTo>
                <a:cubicBezTo>
                  <a:pt x="634" y="152076"/>
                  <a:pt x="0" y="148862"/>
                  <a:pt x="0" y="145013"/>
                </a:cubicBezTo>
                <a:lnTo>
                  <a:pt x="0" y="25670"/>
                </a:lnTo>
                <a:cubicBezTo>
                  <a:pt x="0" y="22456"/>
                  <a:pt x="634" y="19242"/>
                  <a:pt x="1924" y="16027"/>
                </a:cubicBezTo>
                <a:cubicBezTo>
                  <a:pt x="3192" y="12835"/>
                  <a:pt x="5116" y="10255"/>
                  <a:pt x="7697" y="7697"/>
                </a:cubicBezTo>
                <a:cubicBezTo>
                  <a:pt x="10255" y="5139"/>
                  <a:pt x="12835" y="3192"/>
                  <a:pt x="16027" y="1924"/>
                </a:cubicBezTo>
                <a:cubicBezTo>
                  <a:pt x="19242" y="634"/>
                  <a:pt x="22456" y="0"/>
                  <a:pt x="2567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EA6B66"/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B51C31-46C1-494F-A330-FF72A811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060" y="3078848"/>
            <a:ext cx="2292732" cy="131544"/>
          </a:xfrm>
          <a:custGeom xmlns:a="http://schemas.openxmlformats.org/drawingml/2006/main">
            <a:pathLst>
              <a:path w="2292732" h="131544">
                <a:moveTo>
                  <a:pt x="0" y="0"/>
                </a:moveTo>
                <a:lnTo>
                  <a:pt x="0" y="131544"/>
                </a:lnTo>
                <a:lnTo>
                  <a:pt x="0" y="0"/>
                </a:lnTo>
                <a:close/>
                <a:moveTo>
                  <a:pt x="2292732" y="0"/>
                </a:moveTo>
                <a:lnTo>
                  <a:pt x="2292732" y="131544"/>
                </a:lnTo>
                <a:lnTo>
                  <a:pt x="2292732" y="0"/>
                </a:lnTo>
                <a:close/>
                <a:moveTo>
                  <a:pt x="0" y="66100"/>
                </a:moveTo>
                <a:lnTo>
                  <a:pt x="2292732" y="66100"/>
                </a:lnTo>
                <a:lnTo>
                  <a:pt x="0" y="66100"/>
                </a:lnTo>
                <a:close/>
              </a:path>
            </a:pathLst>
          </a:custGeom>
          <a:solidFill xmlns:a="http://schemas.openxmlformats.org/drawingml/2006/main">
            <a:srgbClr val="F2CC8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680FF-D766-4DFD-9609-9890E8EB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060" y="3078848"/>
            <a:ext cx="10" cy="131544"/>
          </a:xfrm>
          <a:custGeom xmlns:a="http://schemas.openxmlformats.org/drawingml/2006/main">
            <a:pathLst>
              <a:path w="1" h="131544" fill="none">
                <a:moveTo>
                  <a:pt x="0" y="0"/>
                </a:moveTo>
                <a:lnTo>
                  <a:pt x="0" y="131544"/>
                </a:lnTo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999999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63BD0-82EE-401B-B59E-4E6B8538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792" y="3078848"/>
            <a:ext cx="10" cy="131544"/>
          </a:xfrm>
          <a:custGeom xmlns:a="http://schemas.openxmlformats.org/drawingml/2006/main">
            <a:pathLst>
              <a:path w="1" h="131544" fill="none">
                <a:moveTo>
                  <a:pt x="0" y="0"/>
                </a:moveTo>
                <a:lnTo>
                  <a:pt x="0" y="131544"/>
                </a:lnTo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999999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71BD3B-24BB-4CD6-B5BB-ECBC41EF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3060" y="3144948"/>
            <a:ext cx="2292732" cy="10"/>
          </a:xfrm>
          <a:custGeom xmlns:a="http://schemas.openxmlformats.org/drawingml/2006/main">
            <a:pathLst>
              <a:path w="2292732" h="1" fill="none">
                <a:moveTo>
                  <a:pt x="0" y="0"/>
                </a:moveTo>
                <a:lnTo>
                  <a:pt x="22927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999999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1CA60-6BF6-4989-ADE1-93925A75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909" y="3027530"/>
            <a:ext cx="1342404" cy="221368"/>
          </a:xfrm>
          <a:custGeom xmlns:a="http://schemas.openxmlformats.org/drawingml/2006/main">
            <a:pathLst>
              <a:path w="1342404" h="221368">
                <a:moveTo>
                  <a:pt x="0" y="0"/>
                </a:moveTo>
                <a:lnTo>
                  <a:pt x="1342404" y="0"/>
                </a:lnTo>
                <a:lnTo>
                  <a:pt x="1342404" y="221368"/>
                </a:lnTo>
                <a:lnTo>
                  <a:pt x="0" y="2213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IBTWindow">
            <a:extLst xmlns:a="http://schemas.openxmlformats.org/drawingml/2006/main">
              <a:ext uri="{FF2B5EF4-FFF2-40B4-BE49-F238E27FC236}">
                <a16:creationId xmlns:a16="http://schemas.microsoft.com/office/drawing/2014/main" id="{2EFC8BE2-6E3C-4A19-90CD-D2E49967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914" y="3078173"/>
            <a:ext cx="1195127" cy="160586"/>
          </a:xfrm>
          <a:custGeom xmlns:a="http://schemas.openxmlformats.org/drawingml/2006/main">
            <a:pathLst>
              <a:path w="1195127" h="160586">
                <a:moveTo>
                  <a:pt x="656440" y="26062"/>
                </a:moveTo>
                <a:lnTo>
                  <a:pt x="656966" y="26020"/>
                </a:lnTo>
                <a:lnTo>
                  <a:pt x="657483" y="25966"/>
                </a:lnTo>
                <a:lnTo>
                  <a:pt x="657989" y="25900"/>
                </a:lnTo>
                <a:lnTo>
                  <a:pt x="658486" y="25822"/>
                </a:lnTo>
                <a:lnTo>
                  <a:pt x="658972" y="25731"/>
                </a:lnTo>
                <a:lnTo>
                  <a:pt x="659449" y="25629"/>
                </a:lnTo>
                <a:lnTo>
                  <a:pt x="659916" y="25514"/>
                </a:lnTo>
                <a:lnTo>
                  <a:pt x="660373" y="25388"/>
                </a:lnTo>
                <a:lnTo>
                  <a:pt x="660819" y="25249"/>
                </a:lnTo>
                <a:lnTo>
                  <a:pt x="661256" y="25099"/>
                </a:lnTo>
                <a:lnTo>
                  <a:pt x="661684" y="24936"/>
                </a:lnTo>
                <a:lnTo>
                  <a:pt x="662101" y="24762"/>
                </a:lnTo>
                <a:lnTo>
                  <a:pt x="662508" y="24575"/>
                </a:lnTo>
                <a:lnTo>
                  <a:pt x="662906" y="24376"/>
                </a:lnTo>
                <a:lnTo>
                  <a:pt x="663293" y="24166"/>
                </a:lnTo>
                <a:lnTo>
                  <a:pt x="663671" y="23943"/>
                </a:lnTo>
                <a:lnTo>
                  <a:pt x="664038" y="23708"/>
                </a:lnTo>
                <a:lnTo>
                  <a:pt x="664396" y="23461"/>
                </a:lnTo>
                <a:lnTo>
                  <a:pt x="664744" y="23202"/>
                </a:lnTo>
                <a:lnTo>
                  <a:pt x="665082" y="22931"/>
                </a:lnTo>
                <a:lnTo>
                  <a:pt x="665410" y="22648"/>
                </a:lnTo>
                <a:lnTo>
                  <a:pt x="665726" y="22355"/>
                </a:lnTo>
                <a:lnTo>
                  <a:pt x="666029" y="22053"/>
                </a:lnTo>
                <a:lnTo>
                  <a:pt x="666319" y="21743"/>
                </a:lnTo>
                <a:lnTo>
                  <a:pt x="666595" y="21424"/>
                </a:lnTo>
                <a:lnTo>
                  <a:pt x="666858" y="21097"/>
                </a:lnTo>
                <a:lnTo>
                  <a:pt x="667107" y="20761"/>
                </a:lnTo>
                <a:lnTo>
                  <a:pt x="667343" y="20416"/>
                </a:lnTo>
                <a:lnTo>
                  <a:pt x="667565" y="20063"/>
                </a:lnTo>
                <a:lnTo>
                  <a:pt x="667774" y="19702"/>
                </a:lnTo>
                <a:lnTo>
                  <a:pt x="667969" y="19332"/>
                </a:lnTo>
                <a:lnTo>
                  <a:pt x="668151" y="18954"/>
                </a:lnTo>
                <a:lnTo>
                  <a:pt x="668319" y="18567"/>
                </a:lnTo>
                <a:lnTo>
                  <a:pt x="668474" y="18172"/>
                </a:lnTo>
                <a:lnTo>
                  <a:pt x="668616" y="17768"/>
                </a:lnTo>
                <a:lnTo>
                  <a:pt x="668744" y="17355"/>
                </a:lnTo>
                <a:lnTo>
                  <a:pt x="668858" y="16934"/>
                </a:lnTo>
                <a:lnTo>
                  <a:pt x="668959" y="16505"/>
                </a:lnTo>
                <a:lnTo>
                  <a:pt x="669047" y="16067"/>
                </a:lnTo>
                <a:lnTo>
                  <a:pt x="669121" y="15621"/>
                </a:lnTo>
                <a:lnTo>
                  <a:pt x="669181" y="15166"/>
                </a:lnTo>
                <a:lnTo>
                  <a:pt x="669229" y="14702"/>
                </a:lnTo>
                <a:lnTo>
                  <a:pt x="669262" y="14230"/>
                </a:lnTo>
                <a:lnTo>
                  <a:pt x="669282" y="13750"/>
                </a:lnTo>
                <a:lnTo>
                  <a:pt x="669289" y="13261"/>
                </a:lnTo>
                <a:lnTo>
                  <a:pt x="669282" y="12755"/>
                </a:lnTo>
                <a:lnTo>
                  <a:pt x="669262" y="12258"/>
                </a:lnTo>
                <a:lnTo>
                  <a:pt x="669229" y="11770"/>
                </a:lnTo>
                <a:lnTo>
                  <a:pt x="669181" y="11291"/>
                </a:lnTo>
                <a:lnTo>
                  <a:pt x="669121" y="10821"/>
                </a:lnTo>
                <a:lnTo>
                  <a:pt x="669047" y="10360"/>
                </a:lnTo>
                <a:lnTo>
                  <a:pt x="668959" y="9907"/>
                </a:lnTo>
                <a:lnTo>
                  <a:pt x="668858" y="9464"/>
                </a:lnTo>
                <a:lnTo>
                  <a:pt x="668744" y="9029"/>
                </a:lnTo>
                <a:lnTo>
                  <a:pt x="668616" y="8603"/>
                </a:lnTo>
                <a:lnTo>
                  <a:pt x="668474" y="8186"/>
                </a:lnTo>
                <a:lnTo>
                  <a:pt x="668319" y="7778"/>
                </a:lnTo>
                <a:lnTo>
                  <a:pt x="668151" y="7378"/>
                </a:lnTo>
                <a:lnTo>
                  <a:pt x="667969" y="6988"/>
                </a:lnTo>
                <a:lnTo>
                  <a:pt x="667774" y="6606"/>
                </a:lnTo>
                <a:lnTo>
                  <a:pt x="667565" y="6234"/>
                </a:lnTo>
                <a:lnTo>
                  <a:pt x="667343" y="5870"/>
                </a:lnTo>
                <a:lnTo>
                  <a:pt x="667107" y="5515"/>
                </a:lnTo>
                <a:lnTo>
                  <a:pt x="666858" y="5169"/>
                </a:lnTo>
                <a:lnTo>
                  <a:pt x="666595" y="4832"/>
                </a:lnTo>
                <a:lnTo>
                  <a:pt x="666319" y="4503"/>
                </a:lnTo>
                <a:lnTo>
                  <a:pt x="666029" y="4184"/>
                </a:lnTo>
                <a:lnTo>
                  <a:pt x="665726" y="3873"/>
                </a:lnTo>
                <a:lnTo>
                  <a:pt x="665410" y="3571"/>
                </a:lnTo>
                <a:lnTo>
                  <a:pt x="665082" y="3280"/>
                </a:lnTo>
                <a:lnTo>
                  <a:pt x="664744" y="3001"/>
                </a:lnTo>
                <a:lnTo>
                  <a:pt x="664396" y="2734"/>
                </a:lnTo>
                <a:lnTo>
                  <a:pt x="664038" y="2480"/>
                </a:lnTo>
                <a:lnTo>
                  <a:pt x="663671" y="2238"/>
                </a:lnTo>
                <a:lnTo>
                  <a:pt x="663293" y="2009"/>
                </a:lnTo>
                <a:lnTo>
                  <a:pt x="662906" y="1792"/>
                </a:lnTo>
                <a:lnTo>
                  <a:pt x="662508" y="1587"/>
                </a:lnTo>
                <a:lnTo>
                  <a:pt x="662101" y="1395"/>
                </a:lnTo>
                <a:lnTo>
                  <a:pt x="661684" y="1215"/>
                </a:lnTo>
                <a:lnTo>
                  <a:pt x="661256" y="1048"/>
                </a:lnTo>
                <a:lnTo>
                  <a:pt x="660819" y="893"/>
                </a:lnTo>
                <a:lnTo>
                  <a:pt x="660373" y="750"/>
                </a:lnTo>
                <a:lnTo>
                  <a:pt x="659916" y="620"/>
                </a:lnTo>
                <a:lnTo>
                  <a:pt x="659449" y="502"/>
                </a:lnTo>
                <a:lnTo>
                  <a:pt x="658972" y="397"/>
                </a:lnTo>
                <a:lnTo>
                  <a:pt x="658486" y="304"/>
                </a:lnTo>
                <a:lnTo>
                  <a:pt x="657989" y="223"/>
                </a:lnTo>
                <a:lnTo>
                  <a:pt x="657483" y="155"/>
                </a:lnTo>
                <a:lnTo>
                  <a:pt x="656966" y="99"/>
                </a:lnTo>
                <a:lnTo>
                  <a:pt x="656440" y="56"/>
                </a:lnTo>
                <a:lnTo>
                  <a:pt x="655904" y="25"/>
                </a:lnTo>
                <a:lnTo>
                  <a:pt x="655358" y="6"/>
                </a:lnTo>
                <a:lnTo>
                  <a:pt x="654802" y="0"/>
                </a:lnTo>
                <a:lnTo>
                  <a:pt x="654245" y="6"/>
                </a:lnTo>
                <a:lnTo>
                  <a:pt x="653699" y="25"/>
                </a:lnTo>
                <a:lnTo>
                  <a:pt x="653163" y="56"/>
                </a:lnTo>
                <a:lnTo>
                  <a:pt x="652636" y="99"/>
                </a:lnTo>
                <a:lnTo>
                  <a:pt x="652120" y="155"/>
                </a:lnTo>
                <a:lnTo>
                  <a:pt x="651613" y="223"/>
                </a:lnTo>
                <a:lnTo>
                  <a:pt x="651116" y="304"/>
                </a:lnTo>
                <a:lnTo>
                  <a:pt x="650630" y="397"/>
                </a:lnTo>
                <a:lnTo>
                  <a:pt x="650153" y="502"/>
                </a:lnTo>
                <a:lnTo>
                  <a:pt x="649686" y="620"/>
                </a:lnTo>
                <a:lnTo>
                  <a:pt x="649229" y="750"/>
                </a:lnTo>
                <a:lnTo>
                  <a:pt x="648782" y="893"/>
                </a:lnTo>
                <a:lnTo>
                  <a:pt x="648344" y="1048"/>
                </a:lnTo>
                <a:lnTo>
                  <a:pt x="647917" y="1215"/>
                </a:lnTo>
                <a:lnTo>
                  <a:pt x="647500" y="1395"/>
                </a:lnTo>
                <a:lnTo>
                  <a:pt x="647092" y="1587"/>
                </a:lnTo>
                <a:lnTo>
                  <a:pt x="646695" y="1792"/>
                </a:lnTo>
                <a:lnTo>
                  <a:pt x="646307" y="2009"/>
                </a:lnTo>
                <a:lnTo>
                  <a:pt x="645930" y="2238"/>
                </a:lnTo>
                <a:lnTo>
                  <a:pt x="645562" y="2480"/>
                </a:lnTo>
                <a:lnTo>
                  <a:pt x="645204" y="2734"/>
                </a:lnTo>
                <a:lnTo>
                  <a:pt x="644857" y="3001"/>
                </a:lnTo>
                <a:lnTo>
                  <a:pt x="644519" y="3280"/>
                </a:lnTo>
                <a:lnTo>
                  <a:pt x="644191" y="3571"/>
                </a:lnTo>
                <a:lnTo>
                  <a:pt x="643874" y="3873"/>
                </a:lnTo>
                <a:lnTo>
                  <a:pt x="643572" y="4184"/>
                </a:lnTo>
                <a:lnTo>
                  <a:pt x="643282" y="4503"/>
                </a:lnTo>
                <a:lnTo>
                  <a:pt x="643006" y="4832"/>
                </a:lnTo>
                <a:lnTo>
                  <a:pt x="642744" y="5169"/>
                </a:lnTo>
                <a:lnTo>
                  <a:pt x="642495" y="5515"/>
                </a:lnTo>
                <a:lnTo>
                  <a:pt x="642259" y="5870"/>
                </a:lnTo>
                <a:lnTo>
                  <a:pt x="642037" y="6234"/>
                </a:lnTo>
                <a:lnTo>
                  <a:pt x="641828" y="6606"/>
                </a:lnTo>
                <a:lnTo>
                  <a:pt x="641633" y="6988"/>
                </a:lnTo>
                <a:lnTo>
                  <a:pt x="641452" y="7378"/>
                </a:lnTo>
                <a:lnTo>
                  <a:pt x="641283" y="7778"/>
                </a:lnTo>
                <a:lnTo>
                  <a:pt x="641129" y="8186"/>
                </a:lnTo>
                <a:lnTo>
                  <a:pt x="640987" y="8603"/>
                </a:lnTo>
                <a:lnTo>
                  <a:pt x="640859" y="9029"/>
                </a:lnTo>
                <a:lnTo>
                  <a:pt x="640745" y="9464"/>
                </a:lnTo>
                <a:lnTo>
                  <a:pt x="640644" y="9907"/>
                </a:lnTo>
                <a:lnTo>
                  <a:pt x="640557" y="10360"/>
                </a:lnTo>
                <a:lnTo>
                  <a:pt x="640483" y="10821"/>
                </a:lnTo>
                <a:lnTo>
                  <a:pt x="640422" y="11291"/>
                </a:lnTo>
                <a:lnTo>
                  <a:pt x="640375" y="11770"/>
                </a:lnTo>
                <a:lnTo>
                  <a:pt x="640341" y="12258"/>
                </a:lnTo>
                <a:lnTo>
                  <a:pt x="640321" y="12755"/>
                </a:lnTo>
                <a:lnTo>
                  <a:pt x="640314" y="13261"/>
                </a:lnTo>
                <a:lnTo>
                  <a:pt x="640321" y="13750"/>
                </a:lnTo>
                <a:lnTo>
                  <a:pt x="640341" y="14230"/>
                </a:lnTo>
                <a:lnTo>
                  <a:pt x="640375" y="14702"/>
                </a:lnTo>
                <a:lnTo>
                  <a:pt x="640422" y="15166"/>
                </a:lnTo>
                <a:lnTo>
                  <a:pt x="640483" y="15621"/>
                </a:lnTo>
                <a:lnTo>
                  <a:pt x="640557" y="16067"/>
                </a:lnTo>
                <a:lnTo>
                  <a:pt x="640644" y="16505"/>
                </a:lnTo>
                <a:lnTo>
                  <a:pt x="640745" y="16934"/>
                </a:lnTo>
                <a:lnTo>
                  <a:pt x="640859" y="17355"/>
                </a:lnTo>
                <a:lnTo>
                  <a:pt x="640987" y="17768"/>
                </a:lnTo>
                <a:lnTo>
                  <a:pt x="641129" y="18172"/>
                </a:lnTo>
                <a:lnTo>
                  <a:pt x="641283" y="18567"/>
                </a:lnTo>
                <a:lnTo>
                  <a:pt x="641452" y="18954"/>
                </a:lnTo>
                <a:lnTo>
                  <a:pt x="641633" y="19332"/>
                </a:lnTo>
                <a:lnTo>
                  <a:pt x="641828" y="19702"/>
                </a:lnTo>
                <a:lnTo>
                  <a:pt x="642037" y="20063"/>
                </a:lnTo>
                <a:lnTo>
                  <a:pt x="642259" y="20416"/>
                </a:lnTo>
                <a:lnTo>
                  <a:pt x="642495" y="20761"/>
                </a:lnTo>
                <a:lnTo>
                  <a:pt x="642744" y="21097"/>
                </a:lnTo>
                <a:lnTo>
                  <a:pt x="643006" y="21424"/>
                </a:lnTo>
                <a:lnTo>
                  <a:pt x="643282" y="21743"/>
                </a:lnTo>
                <a:lnTo>
                  <a:pt x="643572" y="22053"/>
                </a:lnTo>
                <a:lnTo>
                  <a:pt x="643874" y="22355"/>
                </a:lnTo>
                <a:lnTo>
                  <a:pt x="644191" y="22648"/>
                </a:lnTo>
                <a:lnTo>
                  <a:pt x="644519" y="22931"/>
                </a:lnTo>
                <a:lnTo>
                  <a:pt x="644857" y="23202"/>
                </a:lnTo>
                <a:lnTo>
                  <a:pt x="645204" y="23461"/>
                </a:lnTo>
                <a:lnTo>
                  <a:pt x="645562" y="23708"/>
                </a:lnTo>
                <a:lnTo>
                  <a:pt x="645930" y="23943"/>
                </a:lnTo>
                <a:lnTo>
                  <a:pt x="646307" y="24166"/>
                </a:lnTo>
                <a:lnTo>
                  <a:pt x="646695" y="24376"/>
                </a:lnTo>
                <a:lnTo>
                  <a:pt x="647092" y="24575"/>
                </a:lnTo>
                <a:lnTo>
                  <a:pt x="647500" y="24762"/>
                </a:lnTo>
                <a:lnTo>
                  <a:pt x="647917" y="24936"/>
                </a:lnTo>
                <a:lnTo>
                  <a:pt x="648344" y="25099"/>
                </a:lnTo>
                <a:lnTo>
                  <a:pt x="648782" y="25249"/>
                </a:lnTo>
                <a:lnTo>
                  <a:pt x="649229" y="25388"/>
                </a:lnTo>
                <a:lnTo>
                  <a:pt x="649686" y="25514"/>
                </a:lnTo>
                <a:lnTo>
                  <a:pt x="650153" y="25629"/>
                </a:lnTo>
                <a:lnTo>
                  <a:pt x="650630" y="25731"/>
                </a:lnTo>
                <a:lnTo>
                  <a:pt x="651116" y="25822"/>
                </a:lnTo>
                <a:lnTo>
                  <a:pt x="651613" y="25900"/>
                </a:lnTo>
                <a:lnTo>
                  <a:pt x="652120" y="25966"/>
                </a:lnTo>
                <a:lnTo>
                  <a:pt x="652636" y="26020"/>
                </a:lnTo>
                <a:lnTo>
                  <a:pt x="653163" y="26062"/>
                </a:lnTo>
                <a:lnTo>
                  <a:pt x="653699" y="26093"/>
                </a:lnTo>
                <a:lnTo>
                  <a:pt x="654245" y="26111"/>
                </a:lnTo>
                <a:lnTo>
                  <a:pt x="654802" y="26117"/>
                </a:lnTo>
                <a:lnTo>
                  <a:pt x="655358" y="26111"/>
                </a:lnTo>
                <a:lnTo>
                  <a:pt x="655904" y="26093"/>
                </a:lnTo>
                <a:lnTo>
                  <a:pt x="656440" y="26062"/>
                </a:lnTo>
                <a:close/>
                <a:moveTo>
                  <a:pt x="334440" y="9384"/>
                </a:moveTo>
                <a:lnTo>
                  <a:pt x="234454" y="9384"/>
                </a:lnTo>
                <a:lnTo>
                  <a:pt x="234454" y="26117"/>
                </a:lnTo>
                <a:lnTo>
                  <a:pt x="275267" y="26117"/>
                </a:lnTo>
                <a:lnTo>
                  <a:pt x="275267" y="158546"/>
                </a:lnTo>
                <a:lnTo>
                  <a:pt x="293631" y="158546"/>
                </a:lnTo>
                <a:lnTo>
                  <a:pt x="293631" y="26117"/>
                </a:lnTo>
                <a:lnTo>
                  <a:pt x="334440" y="26117"/>
                </a:lnTo>
                <a:lnTo>
                  <a:pt x="334440" y="9384"/>
                </a:lnTo>
                <a:close/>
                <a:moveTo>
                  <a:pt x="49176" y="26322"/>
                </a:moveTo>
                <a:lnTo>
                  <a:pt x="79580" y="26322"/>
                </a:lnTo>
                <a:lnTo>
                  <a:pt x="79580" y="9590"/>
                </a:lnTo>
                <a:lnTo>
                  <a:pt x="0" y="9590"/>
                </a:lnTo>
                <a:lnTo>
                  <a:pt x="0" y="26322"/>
                </a:lnTo>
                <a:lnTo>
                  <a:pt x="30404" y="26322"/>
                </a:lnTo>
                <a:lnTo>
                  <a:pt x="30404" y="141814"/>
                </a:lnTo>
                <a:lnTo>
                  <a:pt x="0" y="141814"/>
                </a:lnTo>
                <a:lnTo>
                  <a:pt x="0" y="158546"/>
                </a:lnTo>
                <a:lnTo>
                  <a:pt x="79580" y="158546"/>
                </a:lnTo>
                <a:lnTo>
                  <a:pt x="79580" y="141814"/>
                </a:lnTo>
                <a:lnTo>
                  <a:pt x="49176" y="141814"/>
                </a:lnTo>
                <a:lnTo>
                  <a:pt x="49176" y="26322"/>
                </a:lnTo>
                <a:close/>
                <a:moveTo>
                  <a:pt x="186051" y="79052"/>
                </a:moveTo>
                <a:lnTo>
                  <a:pt x="186755" y="78779"/>
                </a:lnTo>
                <a:lnTo>
                  <a:pt x="187448" y="78491"/>
                </a:lnTo>
                <a:lnTo>
                  <a:pt x="188130" y="78188"/>
                </a:lnTo>
                <a:lnTo>
                  <a:pt x="188801" y="77870"/>
                </a:lnTo>
                <a:lnTo>
                  <a:pt x="189461" y="77537"/>
                </a:lnTo>
                <a:lnTo>
                  <a:pt x="190109" y="77191"/>
                </a:lnTo>
                <a:lnTo>
                  <a:pt x="190745" y="76833"/>
                </a:lnTo>
                <a:lnTo>
                  <a:pt x="191369" y="76463"/>
                </a:lnTo>
                <a:lnTo>
                  <a:pt x="191980" y="76080"/>
                </a:lnTo>
                <a:lnTo>
                  <a:pt x="192579" y="75686"/>
                </a:lnTo>
                <a:lnTo>
                  <a:pt x="193166" y="75280"/>
                </a:lnTo>
                <a:lnTo>
                  <a:pt x="193740" y="74861"/>
                </a:lnTo>
                <a:lnTo>
                  <a:pt x="194301" y="74431"/>
                </a:lnTo>
                <a:lnTo>
                  <a:pt x="194850" y="73989"/>
                </a:lnTo>
                <a:lnTo>
                  <a:pt x="195387" y="73534"/>
                </a:lnTo>
                <a:lnTo>
                  <a:pt x="195912" y="73068"/>
                </a:lnTo>
                <a:lnTo>
                  <a:pt x="196424" y="72589"/>
                </a:lnTo>
                <a:lnTo>
                  <a:pt x="196923" y="72098"/>
                </a:lnTo>
                <a:lnTo>
                  <a:pt x="197411" y="71596"/>
                </a:lnTo>
                <a:lnTo>
                  <a:pt x="197885" y="71081"/>
                </a:lnTo>
                <a:lnTo>
                  <a:pt x="198348" y="70555"/>
                </a:lnTo>
                <a:lnTo>
                  <a:pt x="198798" y="70016"/>
                </a:lnTo>
                <a:lnTo>
                  <a:pt x="199236" y="69465"/>
                </a:lnTo>
                <a:lnTo>
                  <a:pt x="199661" y="68902"/>
                </a:lnTo>
                <a:lnTo>
                  <a:pt x="200074" y="68328"/>
                </a:lnTo>
                <a:lnTo>
                  <a:pt x="200474" y="67741"/>
                </a:lnTo>
                <a:lnTo>
                  <a:pt x="200862" y="67142"/>
                </a:lnTo>
                <a:lnTo>
                  <a:pt x="201238" y="66531"/>
                </a:lnTo>
                <a:lnTo>
                  <a:pt x="201601" y="65908"/>
                </a:lnTo>
                <a:lnTo>
                  <a:pt x="201951" y="65274"/>
                </a:lnTo>
                <a:lnTo>
                  <a:pt x="202286" y="64631"/>
                </a:lnTo>
                <a:lnTo>
                  <a:pt x="202606" y="63979"/>
                </a:lnTo>
                <a:lnTo>
                  <a:pt x="202911" y="63318"/>
                </a:lnTo>
                <a:lnTo>
                  <a:pt x="203201" y="62647"/>
                </a:lnTo>
                <a:lnTo>
                  <a:pt x="203477" y="61967"/>
                </a:lnTo>
                <a:lnTo>
                  <a:pt x="203737" y="61278"/>
                </a:lnTo>
                <a:lnTo>
                  <a:pt x="203983" y="60580"/>
                </a:lnTo>
                <a:lnTo>
                  <a:pt x="204213" y="59872"/>
                </a:lnTo>
                <a:lnTo>
                  <a:pt x="204429" y="59156"/>
                </a:lnTo>
                <a:lnTo>
                  <a:pt x="204630" y="58430"/>
                </a:lnTo>
                <a:lnTo>
                  <a:pt x="204816" y="57694"/>
                </a:lnTo>
                <a:lnTo>
                  <a:pt x="204988" y="56950"/>
                </a:lnTo>
                <a:lnTo>
                  <a:pt x="205144" y="56197"/>
                </a:lnTo>
                <a:lnTo>
                  <a:pt x="205285" y="55434"/>
                </a:lnTo>
                <a:lnTo>
                  <a:pt x="205412" y="54662"/>
                </a:lnTo>
                <a:lnTo>
                  <a:pt x="205524" y="53881"/>
                </a:lnTo>
                <a:lnTo>
                  <a:pt x="205620" y="53090"/>
                </a:lnTo>
                <a:lnTo>
                  <a:pt x="205702" y="52291"/>
                </a:lnTo>
                <a:lnTo>
                  <a:pt x="205769" y="51482"/>
                </a:lnTo>
                <a:lnTo>
                  <a:pt x="205821" y="50664"/>
                </a:lnTo>
                <a:lnTo>
                  <a:pt x="205858" y="49837"/>
                </a:lnTo>
                <a:lnTo>
                  <a:pt x="205881" y="49000"/>
                </a:lnTo>
                <a:lnTo>
                  <a:pt x="205888" y="48154"/>
                </a:lnTo>
                <a:lnTo>
                  <a:pt x="205868" y="46655"/>
                </a:lnTo>
                <a:lnTo>
                  <a:pt x="205808" y="45183"/>
                </a:lnTo>
                <a:lnTo>
                  <a:pt x="205708" y="43739"/>
                </a:lnTo>
                <a:lnTo>
                  <a:pt x="205568" y="42322"/>
                </a:lnTo>
                <a:lnTo>
                  <a:pt x="205388" y="40933"/>
                </a:lnTo>
                <a:lnTo>
                  <a:pt x="205168" y="39571"/>
                </a:lnTo>
                <a:lnTo>
                  <a:pt x="204907" y="38238"/>
                </a:lnTo>
                <a:lnTo>
                  <a:pt x="204607" y="36931"/>
                </a:lnTo>
                <a:lnTo>
                  <a:pt x="204267" y="35653"/>
                </a:lnTo>
                <a:lnTo>
                  <a:pt x="203887" y="34402"/>
                </a:lnTo>
                <a:lnTo>
                  <a:pt x="203466" y="33179"/>
                </a:lnTo>
                <a:lnTo>
                  <a:pt x="203006" y="31983"/>
                </a:lnTo>
                <a:lnTo>
                  <a:pt x="202505" y="30815"/>
                </a:lnTo>
                <a:lnTo>
                  <a:pt x="201965" y="29675"/>
                </a:lnTo>
                <a:lnTo>
                  <a:pt x="201385" y="28563"/>
                </a:lnTo>
                <a:lnTo>
                  <a:pt x="200764" y="27478"/>
                </a:lnTo>
                <a:lnTo>
                  <a:pt x="200103" y="26420"/>
                </a:lnTo>
                <a:lnTo>
                  <a:pt x="199403" y="25391"/>
                </a:lnTo>
                <a:lnTo>
                  <a:pt x="198662" y="24389"/>
                </a:lnTo>
                <a:lnTo>
                  <a:pt x="197882" y="23414"/>
                </a:lnTo>
                <a:lnTo>
                  <a:pt x="197061" y="22467"/>
                </a:lnTo>
                <a:lnTo>
                  <a:pt x="196200" y="21548"/>
                </a:lnTo>
                <a:lnTo>
                  <a:pt x="195299" y="20657"/>
                </a:lnTo>
                <a:lnTo>
                  <a:pt x="194359" y="19793"/>
                </a:lnTo>
                <a:lnTo>
                  <a:pt x="193382" y="18960"/>
                </a:lnTo>
                <a:lnTo>
                  <a:pt x="192375" y="18163"/>
                </a:lnTo>
                <a:lnTo>
                  <a:pt x="191338" y="17402"/>
                </a:lnTo>
                <a:lnTo>
                  <a:pt x="190269" y="16675"/>
                </a:lnTo>
                <a:lnTo>
                  <a:pt x="189170" y="15984"/>
                </a:lnTo>
                <a:lnTo>
                  <a:pt x="188039" y="15329"/>
                </a:lnTo>
                <a:lnTo>
                  <a:pt x="186878" y="14709"/>
                </a:lnTo>
                <a:lnTo>
                  <a:pt x="185686" y="14125"/>
                </a:lnTo>
                <a:lnTo>
                  <a:pt x="184464" y="13575"/>
                </a:lnTo>
                <a:lnTo>
                  <a:pt x="183210" y="13062"/>
                </a:lnTo>
                <a:lnTo>
                  <a:pt x="181926" y="12583"/>
                </a:lnTo>
                <a:lnTo>
                  <a:pt x="180611" y="12141"/>
                </a:lnTo>
                <a:lnTo>
                  <a:pt x="179265" y="11733"/>
                </a:lnTo>
                <a:lnTo>
                  <a:pt x="177888" y="11361"/>
                </a:lnTo>
                <a:lnTo>
                  <a:pt x="176480" y="11025"/>
                </a:lnTo>
                <a:lnTo>
                  <a:pt x="175042" y="10723"/>
                </a:lnTo>
                <a:lnTo>
                  <a:pt x="173573" y="10458"/>
                </a:lnTo>
                <a:lnTo>
                  <a:pt x="172073" y="10227"/>
                </a:lnTo>
                <a:lnTo>
                  <a:pt x="170542" y="10033"/>
                </a:lnTo>
                <a:lnTo>
                  <a:pt x="168980" y="9873"/>
                </a:lnTo>
                <a:lnTo>
                  <a:pt x="167388" y="9749"/>
                </a:lnTo>
                <a:lnTo>
                  <a:pt x="165765" y="9661"/>
                </a:lnTo>
                <a:lnTo>
                  <a:pt x="164111" y="9608"/>
                </a:lnTo>
                <a:lnTo>
                  <a:pt x="162426" y="9590"/>
                </a:lnTo>
                <a:lnTo>
                  <a:pt x="120187" y="9590"/>
                </a:lnTo>
                <a:lnTo>
                  <a:pt x="120187" y="158546"/>
                </a:lnTo>
                <a:lnTo>
                  <a:pt x="165487" y="158546"/>
                </a:lnTo>
                <a:lnTo>
                  <a:pt x="166619" y="158537"/>
                </a:lnTo>
                <a:lnTo>
                  <a:pt x="167738" y="158511"/>
                </a:lnTo>
                <a:lnTo>
                  <a:pt x="168844" y="158468"/>
                </a:lnTo>
                <a:lnTo>
                  <a:pt x="169936" y="158407"/>
                </a:lnTo>
                <a:lnTo>
                  <a:pt x="171015" y="158329"/>
                </a:lnTo>
                <a:lnTo>
                  <a:pt x="172080" y="158234"/>
                </a:lnTo>
                <a:lnTo>
                  <a:pt x="173132" y="158121"/>
                </a:lnTo>
                <a:lnTo>
                  <a:pt x="174170" y="157991"/>
                </a:lnTo>
                <a:lnTo>
                  <a:pt x="175195" y="157843"/>
                </a:lnTo>
                <a:lnTo>
                  <a:pt x="176206" y="157679"/>
                </a:lnTo>
                <a:lnTo>
                  <a:pt x="177204" y="157496"/>
                </a:lnTo>
                <a:lnTo>
                  <a:pt x="178188" y="157297"/>
                </a:lnTo>
                <a:lnTo>
                  <a:pt x="179159" y="157080"/>
                </a:lnTo>
                <a:lnTo>
                  <a:pt x="180117" y="156846"/>
                </a:lnTo>
                <a:lnTo>
                  <a:pt x="181061" y="156594"/>
                </a:lnTo>
                <a:lnTo>
                  <a:pt x="181991" y="156325"/>
                </a:lnTo>
                <a:lnTo>
                  <a:pt x="182908" y="156039"/>
                </a:lnTo>
                <a:lnTo>
                  <a:pt x="183812" y="155735"/>
                </a:lnTo>
                <a:lnTo>
                  <a:pt x="184702" y="155414"/>
                </a:lnTo>
                <a:lnTo>
                  <a:pt x="185579" y="155076"/>
                </a:lnTo>
                <a:lnTo>
                  <a:pt x="186442" y="154720"/>
                </a:lnTo>
                <a:lnTo>
                  <a:pt x="187291" y="154347"/>
                </a:lnTo>
                <a:lnTo>
                  <a:pt x="188128" y="153957"/>
                </a:lnTo>
                <a:lnTo>
                  <a:pt x="188950" y="153549"/>
                </a:lnTo>
                <a:lnTo>
                  <a:pt x="189759" y="153125"/>
                </a:lnTo>
                <a:lnTo>
                  <a:pt x="190552" y="152685"/>
                </a:lnTo>
                <a:lnTo>
                  <a:pt x="191329" y="152230"/>
                </a:lnTo>
                <a:lnTo>
                  <a:pt x="192091" y="151760"/>
                </a:lnTo>
                <a:lnTo>
                  <a:pt x="192837" y="151275"/>
                </a:lnTo>
                <a:lnTo>
                  <a:pt x="193567" y="150774"/>
                </a:lnTo>
                <a:lnTo>
                  <a:pt x="194282" y="150259"/>
                </a:lnTo>
                <a:lnTo>
                  <a:pt x="194982" y="149728"/>
                </a:lnTo>
                <a:lnTo>
                  <a:pt x="195666" y="149182"/>
                </a:lnTo>
                <a:lnTo>
                  <a:pt x="196334" y="148620"/>
                </a:lnTo>
                <a:lnTo>
                  <a:pt x="196986" y="148044"/>
                </a:lnTo>
                <a:lnTo>
                  <a:pt x="197623" y="147452"/>
                </a:lnTo>
                <a:lnTo>
                  <a:pt x="198245" y="146845"/>
                </a:lnTo>
                <a:lnTo>
                  <a:pt x="198850" y="146222"/>
                </a:lnTo>
                <a:lnTo>
                  <a:pt x="199441" y="145585"/>
                </a:lnTo>
                <a:lnTo>
                  <a:pt x="200015" y="144932"/>
                </a:lnTo>
                <a:lnTo>
                  <a:pt x="200574" y="144264"/>
                </a:lnTo>
                <a:lnTo>
                  <a:pt x="201118" y="143581"/>
                </a:lnTo>
                <a:lnTo>
                  <a:pt x="201646" y="142882"/>
                </a:lnTo>
                <a:lnTo>
                  <a:pt x="202158" y="142168"/>
                </a:lnTo>
                <a:lnTo>
                  <a:pt x="202655" y="141439"/>
                </a:lnTo>
                <a:lnTo>
                  <a:pt x="203136" y="140695"/>
                </a:lnTo>
                <a:lnTo>
                  <a:pt x="203601" y="139936"/>
                </a:lnTo>
                <a:lnTo>
                  <a:pt x="204051" y="139161"/>
                </a:lnTo>
                <a:lnTo>
                  <a:pt x="204484" y="138373"/>
                </a:lnTo>
                <a:lnTo>
                  <a:pt x="204899" y="137574"/>
                </a:lnTo>
                <a:lnTo>
                  <a:pt x="205295" y="136763"/>
                </a:lnTo>
                <a:lnTo>
                  <a:pt x="205672" y="135941"/>
                </a:lnTo>
                <a:lnTo>
                  <a:pt x="206032" y="135108"/>
                </a:lnTo>
                <a:lnTo>
                  <a:pt x="206372" y="134263"/>
                </a:lnTo>
                <a:lnTo>
                  <a:pt x="206695" y="133407"/>
                </a:lnTo>
                <a:lnTo>
                  <a:pt x="206999" y="132540"/>
                </a:lnTo>
                <a:lnTo>
                  <a:pt x="207284" y="131662"/>
                </a:lnTo>
                <a:lnTo>
                  <a:pt x="207551" y="130772"/>
                </a:lnTo>
                <a:lnTo>
                  <a:pt x="207800" y="129870"/>
                </a:lnTo>
                <a:lnTo>
                  <a:pt x="208030" y="128958"/>
                </a:lnTo>
                <a:lnTo>
                  <a:pt x="208242" y="128034"/>
                </a:lnTo>
                <a:lnTo>
                  <a:pt x="208436" y="127099"/>
                </a:lnTo>
                <a:lnTo>
                  <a:pt x="208611" y="126152"/>
                </a:lnTo>
                <a:lnTo>
                  <a:pt x="208767" y="125194"/>
                </a:lnTo>
                <a:lnTo>
                  <a:pt x="208905" y="124225"/>
                </a:lnTo>
                <a:lnTo>
                  <a:pt x="209025" y="123244"/>
                </a:lnTo>
                <a:lnTo>
                  <a:pt x="209126" y="122253"/>
                </a:lnTo>
                <a:lnTo>
                  <a:pt x="209209" y="121249"/>
                </a:lnTo>
                <a:lnTo>
                  <a:pt x="209274" y="120235"/>
                </a:lnTo>
                <a:lnTo>
                  <a:pt x="209320" y="119209"/>
                </a:lnTo>
                <a:lnTo>
                  <a:pt x="209348" y="118172"/>
                </a:lnTo>
                <a:lnTo>
                  <a:pt x="209357" y="117123"/>
                </a:lnTo>
                <a:lnTo>
                  <a:pt x="209348" y="116126"/>
                </a:lnTo>
                <a:lnTo>
                  <a:pt x="209323" y="115140"/>
                </a:lnTo>
                <a:lnTo>
                  <a:pt x="209282" y="114165"/>
                </a:lnTo>
                <a:lnTo>
                  <a:pt x="209224" y="113201"/>
                </a:lnTo>
                <a:lnTo>
                  <a:pt x="209149" y="112249"/>
                </a:lnTo>
                <a:lnTo>
                  <a:pt x="209057" y="111309"/>
                </a:lnTo>
                <a:lnTo>
                  <a:pt x="208949" y="110379"/>
                </a:lnTo>
                <a:lnTo>
                  <a:pt x="208824" y="109461"/>
                </a:lnTo>
                <a:lnTo>
                  <a:pt x="208682" y="108554"/>
                </a:lnTo>
                <a:lnTo>
                  <a:pt x="208524" y="107659"/>
                </a:lnTo>
                <a:lnTo>
                  <a:pt x="208349" y="106775"/>
                </a:lnTo>
                <a:lnTo>
                  <a:pt x="208158" y="105902"/>
                </a:lnTo>
                <a:lnTo>
                  <a:pt x="207950" y="105040"/>
                </a:lnTo>
                <a:lnTo>
                  <a:pt x="207725" y="104190"/>
                </a:lnTo>
                <a:lnTo>
                  <a:pt x="207484" y="103351"/>
                </a:lnTo>
                <a:lnTo>
                  <a:pt x="207226" y="102524"/>
                </a:lnTo>
                <a:lnTo>
                  <a:pt x="206951" y="101708"/>
                </a:lnTo>
                <a:lnTo>
                  <a:pt x="206660" y="100903"/>
                </a:lnTo>
                <a:lnTo>
                  <a:pt x="206352" y="100110"/>
                </a:lnTo>
                <a:lnTo>
                  <a:pt x="206027" y="99327"/>
                </a:lnTo>
                <a:lnTo>
                  <a:pt x="205686" y="98557"/>
                </a:lnTo>
                <a:lnTo>
                  <a:pt x="205328" y="97797"/>
                </a:lnTo>
                <a:lnTo>
                  <a:pt x="204953" y="97049"/>
                </a:lnTo>
                <a:lnTo>
                  <a:pt x="204562" y="96312"/>
                </a:lnTo>
                <a:lnTo>
                  <a:pt x="204156" y="95588"/>
                </a:lnTo>
                <a:lnTo>
                  <a:pt x="203736" y="94878"/>
                </a:lnTo>
                <a:lnTo>
                  <a:pt x="203303" y="94182"/>
                </a:lnTo>
                <a:lnTo>
                  <a:pt x="202856" y="93500"/>
                </a:lnTo>
                <a:lnTo>
                  <a:pt x="202396" y="92832"/>
                </a:lnTo>
                <a:lnTo>
                  <a:pt x="201922" y="92179"/>
                </a:lnTo>
                <a:lnTo>
                  <a:pt x="201435" y="91540"/>
                </a:lnTo>
                <a:lnTo>
                  <a:pt x="200934" y="90915"/>
                </a:lnTo>
                <a:lnTo>
                  <a:pt x="200420" y="90304"/>
                </a:lnTo>
                <a:lnTo>
                  <a:pt x="199893" y="89707"/>
                </a:lnTo>
                <a:lnTo>
                  <a:pt x="199352" y="89124"/>
                </a:lnTo>
                <a:lnTo>
                  <a:pt x="198797" y="88556"/>
                </a:lnTo>
                <a:lnTo>
                  <a:pt x="198229" y="88002"/>
                </a:lnTo>
                <a:lnTo>
                  <a:pt x="197648" y="87462"/>
                </a:lnTo>
                <a:lnTo>
                  <a:pt x="197053" y="86936"/>
                </a:lnTo>
                <a:lnTo>
                  <a:pt x="196444" y="86425"/>
                </a:lnTo>
                <a:lnTo>
                  <a:pt x="195823" y="85927"/>
                </a:lnTo>
                <a:lnTo>
                  <a:pt x="195187" y="85444"/>
                </a:lnTo>
                <a:lnTo>
                  <a:pt x="194539" y="84975"/>
                </a:lnTo>
                <a:lnTo>
                  <a:pt x="193876" y="84520"/>
                </a:lnTo>
                <a:lnTo>
                  <a:pt x="193201" y="84080"/>
                </a:lnTo>
                <a:lnTo>
                  <a:pt x="192511" y="83653"/>
                </a:lnTo>
                <a:lnTo>
                  <a:pt x="191809" y="83241"/>
                </a:lnTo>
                <a:lnTo>
                  <a:pt x="191093" y="82843"/>
                </a:lnTo>
                <a:lnTo>
                  <a:pt x="190364" y="82460"/>
                </a:lnTo>
                <a:lnTo>
                  <a:pt x="189625" y="82095"/>
                </a:lnTo>
                <a:lnTo>
                  <a:pt x="188875" y="81746"/>
                </a:lnTo>
                <a:lnTo>
                  <a:pt x="188114" y="81415"/>
                </a:lnTo>
                <a:lnTo>
                  <a:pt x="187342" y="81100"/>
                </a:lnTo>
                <a:lnTo>
                  <a:pt x="186559" y="80803"/>
                </a:lnTo>
                <a:lnTo>
                  <a:pt x="185765" y="80522"/>
                </a:lnTo>
                <a:lnTo>
                  <a:pt x="184960" y="80259"/>
                </a:lnTo>
                <a:lnTo>
                  <a:pt x="184144" y="80012"/>
                </a:lnTo>
                <a:lnTo>
                  <a:pt x="183598" y="79860"/>
                </a:lnTo>
                <a:lnTo>
                  <a:pt x="183873" y="79782"/>
                </a:lnTo>
                <a:lnTo>
                  <a:pt x="184610" y="79554"/>
                </a:lnTo>
                <a:lnTo>
                  <a:pt x="185336" y="79310"/>
                </a:lnTo>
                <a:lnTo>
                  <a:pt x="186051" y="79052"/>
                </a:lnTo>
                <a:close/>
                <a:moveTo>
                  <a:pt x="165549" y="89017"/>
                </a:moveTo>
                <a:lnTo>
                  <a:pt x="166574" y="89084"/>
                </a:lnTo>
                <a:lnTo>
                  <a:pt x="167579" y="89177"/>
                </a:lnTo>
                <a:lnTo>
                  <a:pt x="168566" y="89296"/>
                </a:lnTo>
                <a:lnTo>
                  <a:pt x="169534" y="89442"/>
                </a:lnTo>
                <a:lnTo>
                  <a:pt x="170483" y="89615"/>
                </a:lnTo>
                <a:lnTo>
                  <a:pt x="171414" y="89814"/>
                </a:lnTo>
                <a:lnTo>
                  <a:pt x="172325" y="90040"/>
                </a:lnTo>
                <a:lnTo>
                  <a:pt x="173218" y="90293"/>
                </a:lnTo>
                <a:lnTo>
                  <a:pt x="174093" y="90572"/>
                </a:lnTo>
                <a:lnTo>
                  <a:pt x="174948" y="90877"/>
                </a:lnTo>
                <a:lnTo>
                  <a:pt x="175785" y="91210"/>
                </a:lnTo>
                <a:lnTo>
                  <a:pt x="176602" y="91568"/>
                </a:lnTo>
                <a:lnTo>
                  <a:pt x="177401" y="91954"/>
                </a:lnTo>
                <a:lnTo>
                  <a:pt x="178182" y="92365"/>
                </a:lnTo>
                <a:lnTo>
                  <a:pt x="178943" y="92804"/>
                </a:lnTo>
                <a:lnTo>
                  <a:pt x="179686" y="93269"/>
                </a:lnTo>
                <a:lnTo>
                  <a:pt x="180410" y="93761"/>
                </a:lnTo>
                <a:lnTo>
                  <a:pt x="181115" y="94279"/>
                </a:lnTo>
                <a:lnTo>
                  <a:pt x="181801" y="94824"/>
                </a:lnTo>
                <a:lnTo>
                  <a:pt x="182469" y="95395"/>
                </a:lnTo>
                <a:lnTo>
                  <a:pt x="183118" y="95993"/>
                </a:lnTo>
                <a:lnTo>
                  <a:pt x="183748" y="96617"/>
                </a:lnTo>
                <a:lnTo>
                  <a:pt x="184355" y="97263"/>
                </a:lnTo>
                <a:lnTo>
                  <a:pt x="184937" y="97924"/>
                </a:lnTo>
                <a:lnTo>
                  <a:pt x="185493" y="98602"/>
                </a:lnTo>
                <a:lnTo>
                  <a:pt x="186023" y="99295"/>
                </a:lnTo>
                <a:lnTo>
                  <a:pt x="186528" y="100004"/>
                </a:lnTo>
                <a:lnTo>
                  <a:pt x="187006" y="100729"/>
                </a:lnTo>
                <a:lnTo>
                  <a:pt x="187459" y="101471"/>
                </a:lnTo>
                <a:lnTo>
                  <a:pt x="187885" y="102228"/>
                </a:lnTo>
                <a:lnTo>
                  <a:pt x="188286" y="103001"/>
                </a:lnTo>
                <a:lnTo>
                  <a:pt x="188661" y="103790"/>
                </a:lnTo>
                <a:lnTo>
                  <a:pt x="189010" y="104595"/>
                </a:lnTo>
                <a:lnTo>
                  <a:pt x="189333" y="105416"/>
                </a:lnTo>
                <a:lnTo>
                  <a:pt x="189631" y="106253"/>
                </a:lnTo>
                <a:lnTo>
                  <a:pt x="189902" y="107106"/>
                </a:lnTo>
                <a:lnTo>
                  <a:pt x="190148" y="107975"/>
                </a:lnTo>
                <a:lnTo>
                  <a:pt x="190368" y="108860"/>
                </a:lnTo>
                <a:lnTo>
                  <a:pt x="190562" y="109761"/>
                </a:lnTo>
                <a:lnTo>
                  <a:pt x="190730" y="110677"/>
                </a:lnTo>
                <a:lnTo>
                  <a:pt x="190872" y="111610"/>
                </a:lnTo>
                <a:lnTo>
                  <a:pt x="190988" y="112559"/>
                </a:lnTo>
                <a:lnTo>
                  <a:pt x="191079" y="113523"/>
                </a:lnTo>
                <a:lnTo>
                  <a:pt x="191144" y="114504"/>
                </a:lnTo>
                <a:lnTo>
                  <a:pt x="191182" y="115500"/>
                </a:lnTo>
                <a:lnTo>
                  <a:pt x="191195" y="116513"/>
                </a:lnTo>
                <a:lnTo>
                  <a:pt x="191182" y="117490"/>
                </a:lnTo>
                <a:lnTo>
                  <a:pt x="191144" y="118451"/>
                </a:lnTo>
                <a:lnTo>
                  <a:pt x="191079" y="119394"/>
                </a:lnTo>
                <a:lnTo>
                  <a:pt x="190988" y="120319"/>
                </a:lnTo>
                <a:lnTo>
                  <a:pt x="190872" y="121227"/>
                </a:lnTo>
                <a:lnTo>
                  <a:pt x="190730" y="122118"/>
                </a:lnTo>
                <a:lnTo>
                  <a:pt x="190562" y="122991"/>
                </a:lnTo>
                <a:lnTo>
                  <a:pt x="190368" y="123847"/>
                </a:lnTo>
                <a:lnTo>
                  <a:pt x="190148" y="124686"/>
                </a:lnTo>
                <a:lnTo>
                  <a:pt x="189902" y="125508"/>
                </a:lnTo>
                <a:lnTo>
                  <a:pt x="189631" y="126312"/>
                </a:lnTo>
                <a:lnTo>
                  <a:pt x="189333" y="127098"/>
                </a:lnTo>
                <a:lnTo>
                  <a:pt x="189010" y="127868"/>
                </a:lnTo>
                <a:lnTo>
                  <a:pt x="188661" y="128620"/>
                </a:lnTo>
                <a:lnTo>
                  <a:pt x="188286" y="129354"/>
                </a:lnTo>
                <a:lnTo>
                  <a:pt x="187885" y="130071"/>
                </a:lnTo>
                <a:lnTo>
                  <a:pt x="187459" y="130771"/>
                </a:lnTo>
                <a:lnTo>
                  <a:pt x="187006" y="131454"/>
                </a:lnTo>
                <a:lnTo>
                  <a:pt x="186528" y="132119"/>
                </a:lnTo>
                <a:lnTo>
                  <a:pt x="186023" y="132767"/>
                </a:lnTo>
                <a:lnTo>
                  <a:pt x="185493" y="133398"/>
                </a:lnTo>
                <a:lnTo>
                  <a:pt x="184937" y="134011"/>
                </a:lnTo>
                <a:lnTo>
                  <a:pt x="184355" y="134607"/>
                </a:lnTo>
                <a:lnTo>
                  <a:pt x="183748" y="135185"/>
                </a:lnTo>
                <a:lnTo>
                  <a:pt x="183118" y="135743"/>
                </a:lnTo>
                <a:lnTo>
                  <a:pt x="182469" y="136277"/>
                </a:lnTo>
                <a:lnTo>
                  <a:pt x="181801" y="136787"/>
                </a:lnTo>
                <a:lnTo>
                  <a:pt x="181115" y="137273"/>
                </a:lnTo>
                <a:lnTo>
                  <a:pt x="180410" y="137736"/>
                </a:lnTo>
                <a:lnTo>
                  <a:pt x="179686" y="138175"/>
                </a:lnTo>
                <a:lnTo>
                  <a:pt x="178943" y="138590"/>
                </a:lnTo>
                <a:lnTo>
                  <a:pt x="178182" y="138982"/>
                </a:lnTo>
                <a:lnTo>
                  <a:pt x="177401" y="139350"/>
                </a:lnTo>
                <a:lnTo>
                  <a:pt x="176602" y="139694"/>
                </a:lnTo>
                <a:lnTo>
                  <a:pt x="175785" y="140014"/>
                </a:lnTo>
                <a:lnTo>
                  <a:pt x="174948" y="140311"/>
                </a:lnTo>
                <a:lnTo>
                  <a:pt x="174093" y="140584"/>
                </a:lnTo>
                <a:lnTo>
                  <a:pt x="173218" y="140833"/>
                </a:lnTo>
                <a:lnTo>
                  <a:pt x="172325" y="141058"/>
                </a:lnTo>
                <a:lnTo>
                  <a:pt x="171414" y="141260"/>
                </a:lnTo>
                <a:lnTo>
                  <a:pt x="170483" y="141438"/>
                </a:lnTo>
                <a:lnTo>
                  <a:pt x="169534" y="141592"/>
                </a:lnTo>
                <a:lnTo>
                  <a:pt x="168566" y="141723"/>
                </a:lnTo>
                <a:lnTo>
                  <a:pt x="167579" y="141829"/>
                </a:lnTo>
                <a:lnTo>
                  <a:pt x="166574" y="141913"/>
                </a:lnTo>
                <a:lnTo>
                  <a:pt x="165549" y="141972"/>
                </a:lnTo>
                <a:lnTo>
                  <a:pt x="164506" y="142007"/>
                </a:lnTo>
                <a:lnTo>
                  <a:pt x="163444" y="142019"/>
                </a:lnTo>
                <a:lnTo>
                  <a:pt x="138143" y="142019"/>
                </a:lnTo>
                <a:lnTo>
                  <a:pt x="138143" y="88964"/>
                </a:lnTo>
                <a:lnTo>
                  <a:pt x="163444" y="88964"/>
                </a:lnTo>
                <a:lnTo>
                  <a:pt x="164506" y="88977"/>
                </a:lnTo>
                <a:lnTo>
                  <a:pt x="165549" y="89017"/>
                </a:lnTo>
                <a:close/>
                <a:moveTo>
                  <a:pt x="164363" y="26161"/>
                </a:moveTo>
                <a:lnTo>
                  <a:pt x="165305" y="26215"/>
                </a:lnTo>
                <a:lnTo>
                  <a:pt x="166229" y="26292"/>
                </a:lnTo>
                <a:lnTo>
                  <a:pt x="167136" y="26391"/>
                </a:lnTo>
                <a:lnTo>
                  <a:pt x="168024" y="26512"/>
                </a:lnTo>
                <a:lnTo>
                  <a:pt x="168895" y="26655"/>
                </a:lnTo>
                <a:lnTo>
                  <a:pt x="169749" y="26820"/>
                </a:lnTo>
                <a:lnTo>
                  <a:pt x="170584" y="27006"/>
                </a:lnTo>
                <a:lnTo>
                  <a:pt x="171402" y="27215"/>
                </a:lnTo>
                <a:lnTo>
                  <a:pt x="172202" y="27446"/>
                </a:lnTo>
                <a:lnTo>
                  <a:pt x="172985" y="27698"/>
                </a:lnTo>
                <a:lnTo>
                  <a:pt x="173750" y="27973"/>
                </a:lnTo>
                <a:lnTo>
                  <a:pt x="174497" y="28269"/>
                </a:lnTo>
                <a:lnTo>
                  <a:pt x="175226" y="28588"/>
                </a:lnTo>
                <a:lnTo>
                  <a:pt x="175937" y="28929"/>
                </a:lnTo>
                <a:lnTo>
                  <a:pt x="176631" y="29291"/>
                </a:lnTo>
                <a:lnTo>
                  <a:pt x="177307" y="29675"/>
                </a:lnTo>
                <a:lnTo>
                  <a:pt x="177966" y="30082"/>
                </a:lnTo>
                <a:lnTo>
                  <a:pt x="178607" y="30510"/>
                </a:lnTo>
                <a:lnTo>
                  <a:pt x="179229" y="30961"/>
                </a:lnTo>
                <a:lnTo>
                  <a:pt x="179835" y="31433"/>
                </a:lnTo>
                <a:lnTo>
                  <a:pt x="180422" y="31927"/>
                </a:lnTo>
                <a:lnTo>
                  <a:pt x="180992" y="32443"/>
                </a:lnTo>
                <a:lnTo>
                  <a:pt x="181542" y="32978"/>
                </a:lnTo>
                <a:lnTo>
                  <a:pt x="182068" y="33529"/>
                </a:lnTo>
                <a:lnTo>
                  <a:pt x="182571" y="34095"/>
                </a:lnTo>
                <a:lnTo>
                  <a:pt x="183050" y="34676"/>
                </a:lnTo>
                <a:lnTo>
                  <a:pt x="183506" y="35273"/>
                </a:lnTo>
                <a:lnTo>
                  <a:pt x="183939" y="35886"/>
                </a:lnTo>
                <a:lnTo>
                  <a:pt x="184348" y="36514"/>
                </a:lnTo>
                <a:lnTo>
                  <a:pt x="184734" y="37158"/>
                </a:lnTo>
                <a:lnTo>
                  <a:pt x="185096" y="37818"/>
                </a:lnTo>
                <a:lnTo>
                  <a:pt x="185435" y="38493"/>
                </a:lnTo>
                <a:lnTo>
                  <a:pt x="185751" y="39184"/>
                </a:lnTo>
                <a:lnTo>
                  <a:pt x="186043" y="39890"/>
                </a:lnTo>
                <a:lnTo>
                  <a:pt x="186312" y="40612"/>
                </a:lnTo>
                <a:lnTo>
                  <a:pt x="186558" y="41350"/>
                </a:lnTo>
                <a:lnTo>
                  <a:pt x="186780" y="42103"/>
                </a:lnTo>
                <a:lnTo>
                  <a:pt x="186978" y="42872"/>
                </a:lnTo>
                <a:lnTo>
                  <a:pt x="187154" y="43656"/>
                </a:lnTo>
                <a:lnTo>
                  <a:pt x="187306" y="44456"/>
                </a:lnTo>
                <a:lnTo>
                  <a:pt x="187434" y="45272"/>
                </a:lnTo>
                <a:lnTo>
                  <a:pt x="187540" y="46103"/>
                </a:lnTo>
                <a:lnTo>
                  <a:pt x="187622" y="46950"/>
                </a:lnTo>
                <a:lnTo>
                  <a:pt x="187680" y="47812"/>
                </a:lnTo>
                <a:lnTo>
                  <a:pt x="187715" y="48690"/>
                </a:lnTo>
                <a:lnTo>
                  <a:pt x="187727" y="49584"/>
                </a:lnTo>
                <a:lnTo>
                  <a:pt x="187715" y="50477"/>
                </a:lnTo>
                <a:lnTo>
                  <a:pt x="187679" y="51355"/>
                </a:lnTo>
                <a:lnTo>
                  <a:pt x="187620" y="52217"/>
                </a:lnTo>
                <a:lnTo>
                  <a:pt x="187537" y="53063"/>
                </a:lnTo>
                <a:lnTo>
                  <a:pt x="187430" y="53894"/>
                </a:lnTo>
                <a:lnTo>
                  <a:pt x="187299" y="54710"/>
                </a:lnTo>
                <a:lnTo>
                  <a:pt x="187145" y="55510"/>
                </a:lnTo>
                <a:lnTo>
                  <a:pt x="186967" y="56294"/>
                </a:lnTo>
                <a:lnTo>
                  <a:pt x="186765" y="57063"/>
                </a:lnTo>
                <a:lnTo>
                  <a:pt x="186540" y="57816"/>
                </a:lnTo>
                <a:lnTo>
                  <a:pt x="186290" y="58553"/>
                </a:lnTo>
                <a:lnTo>
                  <a:pt x="186017" y="59275"/>
                </a:lnTo>
                <a:lnTo>
                  <a:pt x="185721" y="59982"/>
                </a:lnTo>
                <a:lnTo>
                  <a:pt x="185400" y="60673"/>
                </a:lnTo>
                <a:lnTo>
                  <a:pt x="185056" y="61348"/>
                </a:lnTo>
                <a:lnTo>
                  <a:pt x="184688" y="62007"/>
                </a:lnTo>
                <a:lnTo>
                  <a:pt x="184296" y="62652"/>
                </a:lnTo>
                <a:lnTo>
                  <a:pt x="183881" y="63280"/>
                </a:lnTo>
                <a:lnTo>
                  <a:pt x="183442" y="63893"/>
                </a:lnTo>
                <a:lnTo>
                  <a:pt x="182979" y="64490"/>
                </a:lnTo>
                <a:lnTo>
                  <a:pt x="182492" y="65072"/>
                </a:lnTo>
                <a:lnTo>
                  <a:pt x="181981" y="65638"/>
                </a:lnTo>
                <a:lnTo>
                  <a:pt x="181447" y="66189"/>
                </a:lnTo>
                <a:lnTo>
                  <a:pt x="180889" y="66724"/>
                </a:lnTo>
                <a:lnTo>
                  <a:pt x="180311" y="67240"/>
                </a:lnTo>
                <a:lnTo>
                  <a:pt x="179716" y="67734"/>
                </a:lnTo>
                <a:lnTo>
                  <a:pt x="179103" y="68206"/>
                </a:lnTo>
                <a:lnTo>
                  <a:pt x="178472" y="68656"/>
                </a:lnTo>
                <a:lnTo>
                  <a:pt x="177825" y="69084"/>
                </a:lnTo>
                <a:lnTo>
                  <a:pt x="177160" y="69490"/>
                </a:lnTo>
                <a:lnTo>
                  <a:pt x="176477" y="69875"/>
                </a:lnTo>
                <a:lnTo>
                  <a:pt x="175778" y="70237"/>
                </a:lnTo>
                <a:lnTo>
                  <a:pt x="175060" y="70577"/>
                </a:lnTo>
                <a:lnTo>
                  <a:pt x="174326" y="70896"/>
                </a:lnTo>
                <a:lnTo>
                  <a:pt x="173574" y="71192"/>
                </a:lnTo>
                <a:lnTo>
                  <a:pt x="172805" y="71467"/>
                </a:lnTo>
                <a:lnTo>
                  <a:pt x="172018" y="71719"/>
                </a:lnTo>
                <a:lnTo>
                  <a:pt x="171215" y="71950"/>
                </a:lnTo>
                <a:lnTo>
                  <a:pt x="170393" y="72158"/>
                </a:lnTo>
                <a:lnTo>
                  <a:pt x="169555" y="72345"/>
                </a:lnTo>
                <a:lnTo>
                  <a:pt x="168699" y="72510"/>
                </a:lnTo>
                <a:lnTo>
                  <a:pt x="167825" y="72652"/>
                </a:lnTo>
                <a:lnTo>
                  <a:pt x="166934" y="72773"/>
                </a:lnTo>
                <a:lnTo>
                  <a:pt x="166026" y="72872"/>
                </a:lnTo>
                <a:lnTo>
                  <a:pt x="165101" y="72949"/>
                </a:lnTo>
                <a:lnTo>
                  <a:pt x="164158" y="73004"/>
                </a:lnTo>
                <a:lnTo>
                  <a:pt x="163198" y="73036"/>
                </a:lnTo>
                <a:lnTo>
                  <a:pt x="162220" y="73047"/>
                </a:lnTo>
                <a:lnTo>
                  <a:pt x="138143" y="73047"/>
                </a:lnTo>
                <a:lnTo>
                  <a:pt x="138143" y="26117"/>
                </a:lnTo>
                <a:lnTo>
                  <a:pt x="162426" y="26117"/>
                </a:lnTo>
                <a:lnTo>
                  <a:pt x="163403" y="26128"/>
                </a:lnTo>
                <a:lnTo>
                  <a:pt x="164363" y="26161"/>
                </a:lnTo>
                <a:close/>
                <a:moveTo>
                  <a:pt x="526962" y="45537"/>
                </a:moveTo>
                <a:lnTo>
                  <a:pt x="527011" y="45148"/>
                </a:lnTo>
                <a:lnTo>
                  <a:pt x="527060" y="44759"/>
                </a:lnTo>
                <a:lnTo>
                  <a:pt x="527108" y="44371"/>
                </a:lnTo>
                <a:lnTo>
                  <a:pt x="527155" y="43984"/>
                </a:lnTo>
                <a:lnTo>
                  <a:pt x="527201" y="43598"/>
                </a:lnTo>
                <a:lnTo>
                  <a:pt x="527247" y="43212"/>
                </a:lnTo>
                <a:lnTo>
                  <a:pt x="527292" y="42827"/>
                </a:lnTo>
                <a:lnTo>
                  <a:pt x="527337" y="42442"/>
                </a:lnTo>
                <a:lnTo>
                  <a:pt x="527380" y="42059"/>
                </a:lnTo>
                <a:lnTo>
                  <a:pt x="527423" y="41676"/>
                </a:lnTo>
                <a:lnTo>
                  <a:pt x="527465" y="41294"/>
                </a:lnTo>
                <a:lnTo>
                  <a:pt x="527507" y="40912"/>
                </a:lnTo>
                <a:lnTo>
                  <a:pt x="527548" y="40531"/>
                </a:lnTo>
                <a:lnTo>
                  <a:pt x="527588" y="40151"/>
                </a:lnTo>
                <a:lnTo>
                  <a:pt x="527627" y="39772"/>
                </a:lnTo>
                <a:lnTo>
                  <a:pt x="527666" y="39393"/>
                </a:lnTo>
                <a:lnTo>
                  <a:pt x="527704" y="39015"/>
                </a:lnTo>
                <a:lnTo>
                  <a:pt x="527741" y="38638"/>
                </a:lnTo>
                <a:lnTo>
                  <a:pt x="527777" y="38261"/>
                </a:lnTo>
                <a:lnTo>
                  <a:pt x="527813" y="37885"/>
                </a:lnTo>
                <a:lnTo>
                  <a:pt x="527848" y="37510"/>
                </a:lnTo>
                <a:lnTo>
                  <a:pt x="527882" y="37136"/>
                </a:lnTo>
                <a:lnTo>
                  <a:pt x="527917" y="36762"/>
                </a:lnTo>
                <a:lnTo>
                  <a:pt x="527951" y="36392"/>
                </a:lnTo>
                <a:lnTo>
                  <a:pt x="527986" y="36023"/>
                </a:lnTo>
                <a:lnTo>
                  <a:pt x="528021" y="35656"/>
                </a:lnTo>
                <a:lnTo>
                  <a:pt x="528057" y="35291"/>
                </a:lnTo>
                <a:lnTo>
                  <a:pt x="528093" y="34929"/>
                </a:lnTo>
                <a:lnTo>
                  <a:pt x="528129" y="34569"/>
                </a:lnTo>
                <a:lnTo>
                  <a:pt x="528165" y="34211"/>
                </a:lnTo>
                <a:lnTo>
                  <a:pt x="528202" y="33854"/>
                </a:lnTo>
                <a:lnTo>
                  <a:pt x="528240" y="33501"/>
                </a:lnTo>
                <a:lnTo>
                  <a:pt x="528277" y="33149"/>
                </a:lnTo>
                <a:lnTo>
                  <a:pt x="528315" y="32799"/>
                </a:lnTo>
                <a:lnTo>
                  <a:pt x="528353" y="32452"/>
                </a:lnTo>
                <a:lnTo>
                  <a:pt x="528392" y="32106"/>
                </a:lnTo>
                <a:lnTo>
                  <a:pt x="528431" y="31763"/>
                </a:lnTo>
                <a:lnTo>
                  <a:pt x="528471" y="31422"/>
                </a:lnTo>
                <a:lnTo>
                  <a:pt x="528510" y="31083"/>
                </a:lnTo>
                <a:lnTo>
                  <a:pt x="528550" y="30746"/>
                </a:lnTo>
                <a:lnTo>
                  <a:pt x="528591" y="30411"/>
                </a:lnTo>
                <a:lnTo>
                  <a:pt x="528631" y="30079"/>
                </a:lnTo>
                <a:lnTo>
                  <a:pt x="528672" y="29748"/>
                </a:lnTo>
                <a:lnTo>
                  <a:pt x="528714" y="29420"/>
                </a:lnTo>
                <a:lnTo>
                  <a:pt x="528756" y="29093"/>
                </a:lnTo>
                <a:lnTo>
                  <a:pt x="528798" y="28769"/>
                </a:lnTo>
                <a:lnTo>
                  <a:pt x="528840" y="28449"/>
                </a:lnTo>
                <a:lnTo>
                  <a:pt x="528881" y="28133"/>
                </a:lnTo>
                <a:lnTo>
                  <a:pt x="528921" y="27823"/>
                </a:lnTo>
                <a:lnTo>
                  <a:pt x="528960" y="27517"/>
                </a:lnTo>
                <a:lnTo>
                  <a:pt x="528997" y="27216"/>
                </a:lnTo>
                <a:lnTo>
                  <a:pt x="529034" y="26920"/>
                </a:lnTo>
                <a:lnTo>
                  <a:pt x="529070" y="26629"/>
                </a:lnTo>
                <a:lnTo>
                  <a:pt x="529104" y="26344"/>
                </a:lnTo>
                <a:lnTo>
                  <a:pt x="529138" y="26063"/>
                </a:lnTo>
                <a:lnTo>
                  <a:pt x="529170" y="25787"/>
                </a:lnTo>
                <a:lnTo>
                  <a:pt x="529202" y="25516"/>
                </a:lnTo>
                <a:lnTo>
                  <a:pt x="529232" y="25249"/>
                </a:lnTo>
                <a:lnTo>
                  <a:pt x="529261" y="24988"/>
                </a:lnTo>
                <a:lnTo>
                  <a:pt x="529290" y="24732"/>
                </a:lnTo>
                <a:lnTo>
                  <a:pt x="529317" y="24481"/>
                </a:lnTo>
                <a:lnTo>
                  <a:pt x="529343" y="24235"/>
                </a:lnTo>
                <a:lnTo>
                  <a:pt x="529368" y="23993"/>
                </a:lnTo>
                <a:lnTo>
                  <a:pt x="529392" y="23757"/>
                </a:lnTo>
                <a:lnTo>
                  <a:pt x="529415" y="23525"/>
                </a:lnTo>
                <a:lnTo>
                  <a:pt x="529437" y="23299"/>
                </a:lnTo>
                <a:lnTo>
                  <a:pt x="529458" y="23077"/>
                </a:lnTo>
                <a:lnTo>
                  <a:pt x="529478" y="22861"/>
                </a:lnTo>
                <a:lnTo>
                  <a:pt x="529496" y="22649"/>
                </a:lnTo>
                <a:lnTo>
                  <a:pt x="529514" y="22443"/>
                </a:lnTo>
                <a:lnTo>
                  <a:pt x="529531" y="22649"/>
                </a:lnTo>
                <a:lnTo>
                  <a:pt x="529549" y="22861"/>
                </a:lnTo>
                <a:lnTo>
                  <a:pt x="529568" y="23077"/>
                </a:lnTo>
                <a:lnTo>
                  <a:pt x="529587" y="23299"/>
                </a:lnTo>
                <a:lnTo>
                  <a:pt x="529607" y="23525"/>
                </a:lnTo>
                <a:lnTo>
                  <a:pt x="529628" y="23757"/>
                </a:lnTo>
                <a:lnTo>
                  <a:pt x="529649" y="23993"/>
                </a:lnTo>
                <a:lnTo>
                  <a:pt x="529672" y="24235"/>
                </a:lnTo>
                <a:lnTo>
                  <a:pt x="529695" y="24481"/>
                </a:lnTo>
                <a:lnTo>
                  <a:pt x="529718" y="24732"/>
                </a:lnTo>
                <a:lnTo>
                  <a:pt x="529743" y="24988"/>
                </a:lnTo>
                <a:lnTo>
                  <a:pt x="529768" y="25249"/>
                </a:lnTo>
                <a:lnTo>
                  <a:pt x="529793" y="25516"/>
                </a:lnTo>
                <a:lnTo>
                  <a:pt x="529820" y="25787"/>
                </a:lnTo>
                <a:lnTo>
                  <a:pt x="529847" y="26063"/>
                </a:lnTo>
                <a:lnTo>
                  <a:pt x="529875" y="26344"/>
                </a:lnTo>
                <a:lnTo>
                  <a:pt x="529904" y="26629"/>
                </a:lnTo>
                <a:lnTo>
                  <a:pt x="529933" y="26920"/>
                </a:lnTo>
                <a:lnTo>
                  <a:pt x="529963" y="27216"/>
                </a:lnTo>
                <a:lnTo>
                  <a:pt x="529994" y="27517"/>
                </a:lnTo>
                <a:lnTo>
                  <a:pt x="530025" y="27823"/>
                </a:lnTo>
                <a:lnTo>
                  <a:pt x="530058" y="28133"/>
                </a:lnTo>
                <a:lnTo>
                  <a:pt x="530091" y="28449"/>
                </a:lnTo>
                <a:lnTo>
                  <a:pt x="530124" y="28769"/>
                </a:lnTo>
                <a:lnTo>
                  <a:pt x="530159" y="29093"/>
                </a:lnTo>
                <a:lnTo>
                  <a:pt x="530193" y="29420"/>
                </a:lnTo>
                <a:lnTo>
                  <a:pt x="530228" y="29748"/>
                </a:lnTo>
                <a:lnTo>
                  <a:pt x="530264" y="30079"/>
                </a:lnTo>
                <a:lnTo>
                  <a:pt x="530300" y="30411"/>
                </a:lnTo>
                <a:lnTo>
                  <a:pt x="530336" y="30746"/>
                </a:lnTo>
                <a:lnTo>
                  <a:pt x="530372" y="31083"/>
                </a:lnTo>
                <a:lnTo>
                  <a:pt x="530409" y="31422"/>
                </a:lnTo>
                <a:lnTo>
                  <a:pt x="530446" y="31763"/>
                </a:lnTo>
                <a:lnTo>
                  <a:pt x="530483" y="32106"/>
                </a:lnTo>
                <a:lnTo>
                  <a:pt x="530521" y="32452"/>
                </a:lnTo>
                <a:lnTo>
                  <a:pt x="530559" y="32799"/>
                </a:lnTo>
                <a:lnTo>
                  <a:pt x="530598" y="33149"/>
                </a:lnTo>
                <a:lnTo>
                  <a:pt x="530636" y="33501"/>
                </a:lnTo>
                <a:lnTo>
                  <a:pt x="530676" y="33854"/>
                </a:lnTo>
                <a:lnTo>
                  <a:pt x="530715" y="34211"/>
                </a:lnTo>
                <a:lnTo>
                  <a:pt x="530755" y="34569"/>
                </a:lnTo>
                <a:lnTo>
                  <a:pt x="530795" y="34929"/>
                </a:lnTo>
                <a:lnTo>
                  <a:pt x="530835" y="35291"/>
                </a:lnTo>
                <a:lnTo>
                  <a:pt x="530876" y="35656"/>
                </a:lnTo>
                <a:lnTo>
                  <a:pt x="530917" y="36023"/>
                </a:lnTo>
                <a:lnTo>
                  <a:pt x="530959" y="36392"/>
                </a:lnTo>
                <a:lnTo>
                  <a:pt x="531001" y="36762"/>
                </a:lnTo>
                <a:lnTo>
                  <a:pt x="531043" y="37136"/>
                </a:lnTo>
                <a:lnTo>
                  <a:pt x="531085" y="37510"/>
                </a:lnTo>
                <a:lnTo>
                  <a:pt x="531127" y="37885"/>
                </a:lnTo>
                <a:lnTo>
                  <a:pt x="531169" y="38261"/>
                </a:lnTo>
                <a:lnTo>
                  <a:pt x="531210" y="38638"/>
                </a:lnTo>
                <a:lnTo>
                  <a:pt x="531251" y="39015"/>
                </a:lnTo>
                <a:lnTo>
                  <a:pt x="531292" y="39393"/>
                </a:lnTo>
                <a:lnTo>
                  <a:pt x="531332" y="39772"/>
                </a:lnTo>
                <a:lnTo>
                  <a:pt x="531372" y="40151"/>
                </a:lnTo>
                <a:lnTo>
                  <a:pt x="531411" y="40531"/>
                </a:lnTo>
                <a:lnTo>
                  <a:pt x="531450" y="40912"/>
                </a:lnTo>
                <a:lnTo>
                  <a:pt x="531489" y="41294"/>
                </a:lnTo>
                <a:lnTo>
                  <a:pt x="531528" y="41676"/>
                </a:lnTo>
                <a:lnTo>
                  <a:pt x="531566" y="42059"/>
                </a:lnTo>
                <a:lnTo>
                  <a:pt x="531603" y="42442"/>
                </a:lnTo>
                <a:lnTo>
                  <a:pt x="531641" y="42827"/>
                </a:lnTo>
                <a:lnTo>
                  <a:pt x="531678" y="43212"/>
                </a:lnTo>
                <a:lnTo>
                  <a:pt x="531714" y="43598"/>
                </a:lnTo>
                <a:lnTo>
                  <a:pt x="531751" y="43984"/>
                </a:lnTo>
                <a:lnTo>
                  <a:pt x="531787" y="44371"/>
                </a:lnTo>
                <a:lnTo>
                  <a:pt x="531822" y="44759"/>
                </a:lnTo>
                <a:lnTo>
                  <a:pt x="531858" y="45148"/>
                </a:lnTo>
                <a:lnTo>
                  <a:pt x="531892" y="45537"/>
                </a:lnTo>
                <a:lnTo>
                  <a:pt x="531927" y="45927"/>
                </a:lnTo>
                <a:lnTo>
                  <a:pt x="531961" y="46317"/>
                </a:lnTo>
                <a:lnTo>
                  <a:pt x="544615" y="158546"/>
                </a:lnTo>
                <a:lnTo>
                  <a:pt x="567671" y="158546"/>
                </a:lnTo>
                <a:lnTo>
                  <a:pt x="585219" y="9590"/>
                </a:lnTo>
                <a:lnTo>
                  <a:pt x="568486" y="9590"/>
                </a:lnTo>
                <a:lnTo>
                  <a:pt x="556857" y="119776"/>
                </a:lnTo>
                <a:lnTo>
                  <a:pt x="556823" y="120151"/>
                </a:lnTo>
                <a:lnTo>
                  <a:pt x="556789" y="120526"/>
                </a:lnTo>
                <a:lnTo>
                  <a:pt x="556754" y="120903"/>
                </a:lnTo>
                <a:lnTo>
                  <a:pt x="556718" y="121281"/>
                </a:lnTo>
                <a:lnTo>
                  <a:pt x="556683" y="121660"/>
                </a:lnTo>
                <a:lnTo>
                  <a:pt x="556647" y="122040"/>
                </a:lnTo>
                <a:lnTo>
                  <a:pt x="556611" y="122421"/>
                </a:lnTo>
                <a:lnTo>
                  <a:pt x="556574" y="122803"/>
                </a:lnTo>
                <a:lnTo>
                  <a:pt x="556537" y="123186"/>
                </a:lnTo>
                <a:lnTo>
                  <a:pt x="556500" y="123570"/>
                </a:lnTo>
                <a:lnTo>
                  <a:pt x="556462" y="123956"/>
                </a:lnTo>
                <a:lnTo>
                  <a:pt x="556424" y="124342"/>
                </a:lnTo>
                <a:lnTo>
                  <a:pt x="556385" y="124729"/>
                </a:lnTo>
                <a:lnTo>
                  <a:pt x="556346" y="125118"/>
                </a:lnTo>
                <a:lnTo>
                  <a:pt x="556307" y="125507"/>
                </a:lnTo>
                <a:lnTo>
                  <a:pt x="556268" y="125898"/>
                </a:lnTo>
                <a:lnTo>
                  <a:pt x="556228" y="126290"/>
                </a:lnTo>
                <a:lnTo>
                  <a:pt x="556188" y="126682"/>
                </a:lnTo>
                <a:lnTo>
                  <a:pt x="556147" y="127076"/>
                </a:lnTo>
                <a:lnTo>
                  <a:pt x="556106" y="127471"/>
                </a:lnTo>
                <a:lnTo>
                  <a:pt x="556065" y="127867"/>
                </a:lnTo>
                <a:lnTo>
                  <a:pt x="556023" y="128264"/>
                </a:lnTo>
                <a:lnTo>
                  <a:pt x="555981" y="128662"/>
                </a:lnTo>
                <a:lnTo>
                  <a:pt x="555939" y="129061"/>
                </a:lnTo>
                <a:lnTo>
                  <a:pt x="555897" y="129459"/>
                </a:lnTo>
                <a:lnTo>
                  <a:pt x="555855" y="129856"/>
                </a:lnTo>
                <a:lnTo>
                  <a:pt x="555814" y="130251"/>
                </a:lnTo>
                <a:lnTo>
                  <a:pt x="555774" y="130645"/>
                </a:lnTo>
                <a:lnTo>
                  <a:pt x="555735" y="131036"/>
                </a:lnTo>
                <a:lnTo>
                  <a:pt x="555696" y="131426"/>
                </a:lnTo>
                <a:lnTo>
                  <a:pt x="555658" y="131814"/>
                </a:lnTo>
                <a:lnTo>
                  <a:pt x="555621" y="132201"/>
                </a:lnTo>
                <a:lnTo>
                  <a:pt x="555584" y="132585"/>
                </a:lnTo>
                <a:lnTo>
                  <a:pt x="555548" y="132968"/>
                </a:lnTo>
                <a:lnTo>
                  <a:pt x="555513" y="133349"/>
                </a:lnTo>
                <a:lnTo>
                  <a:pt x="555479" y="133729"/>
                </a:lnTo>
                <a:lnTo>
                  <a:pt x="555445" y="134106"/>
                </a:lnTo>
                <a:lnTo>
                  <a:pt x="555412" y="134482"/>
                </a:lnTo>
                <a:lnTo>
                  <a:pt x="555380" y="134856"/>
                </a:lnTo>
                <a:lnTo>
                  <a:pt x="555348" y="135228"/>
                </a:lnTo>
                <a:lnTo>
                  <a:pt x="555317" y="135599"/>
                </a:lnTo>
                <a:lnTo>
                  <a:pt x="555287" y="135967"/>
                </a:lnTo>
                <a:lnTo>
                  <a:pt x="555257" y="136334"/>
                </a:lnTo>
                <a:lnTo>
                  <a:pt x="555228" y="136700"/>
                </a:lnTo>
                <a:lnTo>
                  <a:pt x="555200" y="137063"/>
                </a:lnTo>
                <a:lnTo>
                  <a:pt x="555173" y="137425"/>
                </a:lnTo>
                <a:lnTo>
                  <a:pt x="555146" y="137785"/>
                </a:lnTo>
                <a:lnTo>
                  <a:pt x="555120" y="138143"/>
                </a:lnTo>
                <a:lnTo>
                  <a:pt x="555095" y="138497"/>
                </a:lnTo>
                <a:lnTo>
                  <a:pt x="555070" y="138847"/>
                </a:lnTo>
                <a:lnTo>
                  <a:pt x="555045" y="139192"/>
                </a:lnTo>
                <a:lnTo>
                  <a:pt x="555021" y="139531"/>
                </a:lnTo>
                <a:lnTo>
                  <a:pt x="554997" y="139866"/>
                </a:lnTo>
                <a:lnTo>
                  <a:pt x="554974" y="140196"/>
                </a:lnTo>
                <a:lnTo>
                  <a:pt x="554951" y="140520"/>
                </a:lnTo>
                <a:lnTo>
                  <a:pt x="554928" y="140840"/>
                </a:lnTo>
                <a:lnTo>
                  <a:pt x="554906" y="141155"/>
                </a:lnTo>
                <a:lnTo>
                  <a:pt x="554883" y="141465"/>
                </a:lnTo>
                <a:lnTo>
                  <a:pt x="554862" y="141770"/>
                </a:lnTo>
                <a:lnTo>
                  <a:pt x="554840" y="142070"/>
                </a:lnTo>
                <a:lnTo>
                  <a:pt x="554819" y="142365"/>
                </a:lnTo>
                <a:lnTo>
                  <a:pt x="554799" y="142655"/>
                </a:lnTo>
                <a:lnTo>
                  <a:pt x="554779" y="142940"/>
                </a:lnTo>
                <a:lnTo>
                  <a:pt x="554759" y="143220"/>
                </a:lnTo>
                <a:lnTo>
                  <a:pt x="554739" y="143495"/>
                </a:lnTo>
                <a:lnTo>
                  <a:pt x="554720" y="143765"/>
                </a:lnTo>
                <a:lnTo>
                  <a:pt x="554701" y="144031"/>
                </a:lnTo>
                <a:lnTo>
                  <a:pt x="554683" y="144291"/>
                </a:lnTo>
                <a:lnTo>
                  <a:pt x="554665" y="144546"/>
                </a:lnTo>
                <a:lnTo>
                  <a:pt x="554647" y="144797"/>
                </a:lnTo>
                <a:lnTo>
                  <a:pt x="554629" y="145042"/>
                </a:lnTo>
                <a:lnTo>
                  <a:pt x="554612" y="145282"/>
                </a:lnTo>
                <a:lnTo>
                  <a:pt x="554595" y="145042"/>
                </a:lnTo>
                <a:lnTo>
                  <a:pt x="554576" y="144797"/>
                </a:lnTo>
                <a:lnTo>
                  <a:pt x="554556" y="144546"/>
                </a:lnTo>
                <a:lnTo>
                  <a:pt x="554535" y="144291"/>
                </a:lnTo>
                <a:lnTo>
                  <a:pt x="554514" y="144031"/>
                </a:lnTo>
                <a:lnTo>
                  <a:pt x="554491" y="143765"/>
                </a:lnTo>
                <a:lnTo>
                  <a:pt x="554467" y="143495"/>
                </a:lnTo>
                <a:lnTo>
                  <a:pt x="554441" y="143220"/>
                </a:lnTo>
                <a:lnTo>
                  <a:pt x="554415" y="142940"/>
                </a:lnTo>
                <a:lnTo>
                  <a:pt x="554388" y="142655"/>
                </a:lnTo>
                <a:lnTo>
                  <a:pt x="554360" y="142365"/>
                </a:lnTo>
                <a:lnTo>
                  <a:pt x="554331" y="142070"/>
                </a:lnTo>
                <a:lnTo>
                  <a:pt x="554300" y="141770"/>
                </a:lnTo>
                <a:lnTo>
                  <a:pt x="554269" y="141465"/>
                </a:lnTo>
                <a:lnTo>
                  <a:pt x="554236" y="141155"/>
                </a:lnTo>
                <a:lnTo>
                  <a:pt x="554203" y="140840"/>
                </a:lnTo>
                <a:lnTo>
                  <a:pt x="554168" y="140520"/>
                </a:lnTo>
                <a:lnTo>
                  <a:pt x="554133" y="140196"/>
                </a:lnTo>
                <a:lnTo>
                  <a:pt x="554096" y="139866"/>
                </a:lnTo>
                <a:lnTo>
                  <a:pt x="554058" y="139531"/>
                </a:lnTo>
                <a:lnTo>
                  <a:pt x="554019" y="139192"/>
                </a:lnTo>
                <a:lnTo>
                  <a:pt x="553979" y="138847"/>
                </a:lnTo>
                <a:lnTo>
                  <a:pt x="553938" y="138497"/>
                </a:lnTo>
                <a:lnTo>
                  <a:pt x="553896" y="138143"/>
                </a:lnTo>
                <a:lnTo>
                  <a:pt x="553854" y="137785"/>
                </a:lnTo>
                <a:lnTo>
                  <a:pt x="553812" y="137425"/>
                </a:lnTo>
                <a:lnTo>
                  <a:pt x="553769" y="137063"/>
                </a:lnTo>
                <a:lnTo>
                  <a:pt x="553727" y="136700"/>
                </a:lnTo>
                <a:lnTo>
                  <a:pt x="553685" y="136334"/>
                </a:lnTo>
                <a:lnTo>
                  <a:pt x="553642" y="135967"/>
                </a:lnTo>
                <a:lnTo>
                  <a:pt x="553600" y="135599"/>
                </a:lnTo>
                <a:lnTo>
                  <a:pt x="553558" y="135228"/>
                </a:lnTo>
                <a:lnTo>
                  <a:pt x="553515" y="134856"/>
                </a:lnTo>
                <a:lnTo>
                  <a:pt x="553473" y="134482"/>
                </a:lnTo>
                <a:lnTo>
                  <a:pt x="553430" y="134106"/>
                </a:lnTo>
                <a:lnTo>
                  <a:pt x="553388" y="133729"/>
                </a:lnTo>
                <a:lnTo>
                  <a:pt x="553346" y="133349"/>
                </a:lnTo>
                <a:lnTo>
                  <a:pt x="553303" y="132968"/>
                </a:lnTo>
                <a:lnTo>
                  <a:pt x="553261" y="132585"/>
                </a:lnTo>
                <a:lnTo>
                  <a:pt x="553218" y="132201"/>
                </a:lnTo>
                <a:lnTo>
                  <a:pt x="553176" y="131814"/>
                </a:lnTo>
                <a:lnTo>
                  <a:pt x="553133" y="131426"/>
                </a:lnTo>
                <a:lnTo>
                  <a:pt x="553091" y="131036"/>
                </a:lnTo>
                <a:lnTo>
                  <a:pt x="553048" y="130645"/>
                </a:lnTo>
                <a:lnTo>
                  <a:pt x="553006" y="130251"/>
                </a:lnTo>
                <a:lnTo>
                  <a:pt x="552963" y="129856"/>
                </a:lnTo>
                <a:lnTo>
                  <a:pt x="552921" y="129459"/>
                </a:lnTo>
                <a:lnTo>
                  <a:pt x="552878" y="129061"/>
                </a:lnTo>
                <a:lnTo>
                  <a:pt x="552835" y="128662"/>
                </a:lnTo>
                <a:lnTo>
                  <a:pt x="552792" y="128264"/>
                </a:lnTo>
                <a:lnTo>
                  <a:pt x="552749" y="127867"/>
                </a:lnTo>
                <a:lnTo>
                  <a:pt x="552705" y="127471"/>
                </a:lnTo>
                <a:lnTo>
                  <a:pt x="552661" y="127076"/>
                </a:lnTo>
                <a:lnTo>
                  <a:pt x="552616" y="126682"/>
                </a:lnTo>
                <a:lnTo>
                  <a:pt x="552572" y="126290"/>
                </a:lnTo>
                <a:lnTo>
                  <a:pt x="552526" y="125898"/>
                </a:lnTo>
                <a:lnTo>
                  <a:pt x="552481" y="125507"/>
                </a:lnTo>
                <a:lnTo>
                  <a:pt x="552435" y="125118"/>
                </a:lnTo>
                <a:lnTo>
                  <a:pt x="552388" y="124729"/>
                </a:lnTo>
                <a:lnTo>
                  <a:pt x="552342" y="124342"/>
                </a:lnTo>
                <a:lnTo>
                  <a:pt x="552295" y="123956"/>
                </a:lnTo>
                <a:lnTo>
                  <a:pt x="552247" y="123570"/>
                </a:lnTo>
                <a:lnTo>
                  <a:pt x="552200" y="123186"/>
                </a:lnTo>
                <a:lnTo>
                  <a:pt x="552152" y="122803"/>
                </a:lnTo>
                <a:lnTo>
                  <a:pt x="552103" y="122421"/>
                </a:lnTo>
                <a:lnTo>
                  <a:pt x="552054" y="122040"/>
                </a:lnTo>
                <a:lnTo>
                  <a:pt x="552005" y="121660"/>
                </a:lnTo>
                <a:lnTo>
                  <a:pt x="551956" y="121281"/>
                </a:lnTo>
                <a:lnTo>
                  <a:pt x="551906" y="120903"/>
                </a:lnTo>
                <a:lnTo>
                  <a:pt x="551856" y="120526"/>
                </a:lnTo>
                <a:lnTo>
                  <a:pt x="551805" y="120151"/>
                </a:lnTo>
                <a:lnTo>
                  <a:pt x="551754" y="119776"/>
                </a:lnTo>
                <a:lnTo>
                  <a:pt x="539104" y="9590"/>
                </a:lnTo>
                <a:lnTo>
                  <a:pt x="520126" y="9590"/>
                </a:lnTo>
                <a:lnTo>
                  <a:pt x="506252" y="119776"/>
                </a:lnTo>
                <a:lnTo>
                  <a:pt x="506201" y="120151"/>
                </a:lnTo>
                <a:lnTo>
                  <a:pt x="506151" y="120526"/>
                </a:lnTo>
                <a:lnTo>
                  <a:pt x="506101" y="120903"/>
                </a:lnTo>
                <a:lnTo>
                  <a:pt x="506051" y="121281"/>
                </a:lnTo>
                <a:lnTo>
                  <a:pt x="506001" y="121660"/>
                </a:lnTo>
                <a:lnTo>
                  <a:pt x="505952" y="122040"/>
                </a:lnTo>
                <a:lnTo>
                  <a:pt x="505903" y="122421"/>
                </a:lnTo>
                <a:lnTo>
                  <a:pt x="505855" y="122803"/>
                </a:lnTo>
                <a:lnTo>
                  <a:pt x="505807" y="123186"/>
                </a:lnTo>
                <a:lnTo>
                  <a:pt x="505759" y="123570"/>
                </a:lnTo>
                <a:lnTo>
                  <a:pt x="505712" y="123956"/>
                </a:lnTo>
                <a:lnTo>
                  <a:pt x="505665" y="124342"/>
                </a:lnTo>
                <a:lnTo>
                  <a:pt x="505618" y="124729"/>
                </a:lnTo>
                <a:lnTo>
                  <a:pt x="505572" y="125118"/>
                </a:lnTo>
                <a:lnTo>
                  <a:pt x="505526" y="125507"/>
                </a:lnTo>
                <a:lnTo>
                  <a:pt x="505480" y="125898"/>
                </a:lnTo>
                <a:lnTo>
                  <a:pt x="505435" y="126290"/>
                </a:lnTo>
                <a:lnTo>
                  <a:pt x="505390" y="126682"/>
                </a:lnTo>
                <a:lnTo>
                  <a:pt x="505346" y="127076"/>
                </a:lnTo>
                <a:lnTo>
                  <a:pt x="505301" y="127471"/>
                </a:lnTo>
                <a:lnTo>
                  <a:pt x="505258" y="127867"/>
                </a:lnTo>
                <a:lnTo>
                  <a:pt x="505214" y="128264"/>
                </a:lnTo>
                <a:lnTo>
                  <a:pt x="505171" y="128662"/>
                </a:lnTo>
                <a:lnTo>
                  <a:pt x="505128" y="129061"/>
                </a:lnTo>
                <a:lnTo>
                  <a:pt x="505086" y="129459"/>
                </a:lnTo>
                <a:lnTo>
                  <a:pt x="505045" y="129856"/>
                </a:lnTo>
                <a:lnTo>
                  <a:pt x="505004" y="130251"/>
                </a:lnTo>
                <a:lnTo>
                  <a:pt x="504964" y="130645"/>
                </a:lnTo>
                <a:lnTo>
                  <a:pt x="504925" y="131036"/>
                </a:lnTo>
                <a:lnTo>
                  <a:pt x="504886" y="131426"/>
                </a:lnTo>
                <a:lnTo>
                  <a:pt x="504848" y="131814"/>
                </a:lnTo>
                <a:lnTo>
                  <a:pt x="504811" y="132201"/>
                </a:lnTo>
                <a:lnTo>
                  <a:pt x="504774" y="132585"/>
                </a:lnTo>
                <a:lnTo>
                  <a:pt x="504739" y="132968"/>
                </a:lnTo>
                <a:lnTo>
                  <a:pt x="504704" y="133349"/>
                </a:lnTo>
                <a:lnTo>
                  <a:pt x="504669" y="133729"/>
                </a:lnTo>
                <a:lnTo>
                  <a:pt x="504636" y="134106"/>
                </a:lnTo>
                <a:lnTo>
                  <a:pt x="504603" y="134482"/>
                </a:lnTo>
                <a:lnTo>
                  <a:pt x="504570" y="134856"/>
                </a:lnTo>
                <a:lnTo>
                  <a:pt x="504539" y="135228"/>
                </a:lnTo>
                <a:lnTo>
                  <a:pt x="504508" y="135599"/>
                </a:lnTo>
                <a:lnTo>
                  <a:pt x="504478" y="135967"/>
                </a:lnTo>
                <a:lnTo>
                  <a:pt x="504449" y="136334"/>
                </a:lnTo>
                <a:lnTo>
                  <a:pt x="504420" y="136700"/>
                </a:lnTo>
                <a:lnTo>
                  <a:pt x="504392" y="137063"/>
                </a:lnTo>
                <a:lnTo>
                  <a:pt x="504365" y="137425"/>
                </a:lnTo>
                <a:lnTo>
                  <a:pt x="504338" y="137785"/>
                </a:lnTo>
                <a:lnTo>
                  <a:pt x="504313" y="138143"/>
                </a:lnTo>
                <a:lnTo>
                  <a:pt x="504287" y="138497"/>
                </a:lnTo>
                <a:lnTo>
                  <a:pt x="504261" y="138847"/>
                </a:lnTo>
                <a:lnTo>
                  <a:pt x="504235" y="139192"/>
                </a:lnTo>
                <a:lnTo>
                  <a:pt x="504208" y="139531"/>
                </a:lnTo>
                <a:lnTo>
                  <a:pt x="504181" y="139866"/>
                </a:lnTo>
                <a:lnTo>
                  <a:pt x="504154" y="140196"/>
                </a:lnTo>
                <a:lnTo>
                  <a:pt x="504126" y="140520"/>
                </a:lnTo>
                <a:lnTo>
                  <a:pt x="504098" y="140840"/>
                </a:lnTo>
                <a:lnTo>
                  <a:pt x="504069" y="141155"/>
                </a:lnTo>
                <a:lnTo>
                  <a:pt x="504041" y="141465"/>
                </a:lnTo>
                <a:lnTo>
                  <a:pt x="504011" y="141770"/>
                </a:lnTo>
                <a:lnTo>
                  <a:pt x="503982" y="142070"/>
                </a:lnTo>
                <a:lnTo>
                  <a:pt x="503952" y="142365"/>
                </a:lnTo>
                <a:lnTo>
                  <a:pt x="503922" y="142655"/>
                </a:lnTo>
                <a:lnTo>
                  <a:pt x="503891" y="142940"/>
                </a:lnTo>
                <a:lnTo>
                  <a:pt x="503860" y="143220"/>
                </a:lnTo>
                <a:lnTo>
                  <a:pt x="503829" y="143495"/>
                </a:lnTo>
                <a:lnTo>
                  <a:pt x="503797" y="143765"/>
                </a:lnTo>
                <a:lnTo>
                  <a:pt x="503765" y="144031"/>
                </a:lnTo>
                <a:lnTo>
                  <a:pt x="503733" y="144291"/>
                </a:lnTo>
                <a:lnTo>
                  <a:pt x="503700" y="144546"/>
                </a:lnTo>
                <a:lnTo>
                  <a:pt x="503667" y="144797"/>
                </a:lnTo>
                <a:lnTo>
                  <a:pt x="503633" y="145042"/>
                </a:lnTo>
                <a:lnTo>
                  <a:pt x="503600" y="145282"/>
                </a:lnTo>
                <a:lnTo>
                  <a:pt x="503599" y="145042"/>
                </a:lnTo>
                <a:lnTo>
                  <a:pt x="503598" y="144797"/>
                </a:lnTo>
                <a:lnTo>
                  <a:pt x="503595" y="144546"/>
                </a:lnTo>
                <a:lnTo>
                  <a:pt x="503591" y="144291"/>
                </a:lnTo>
                <a:lnTo>
                  <a:pt x="503586" y="144031"/>
                </a:lnTo>
                <a:lnTo>
                  <a:pt x="503580" y="143765"/>
                </a:lnTo>
                <a:lnTo>
                  <a:pt x="503573" y="143495"/>
                </a:lnTo>
                <a:lnTo>
                  <a:pt x="503565" y="143220"/>
                </a:lnTo>
                <a:lnTo>
                  <a:pt x="503556" y="142940"/>
                </a:lnTo>
                <a:lnTo>
                  <a:pt x="503546" y="142655"/>
                </a:lnTo>
                <a:lnTo>
                  <a:pt x="503535" y="142365"/>
                </a:lnTo>
                <a:lnTo>
                  <a:pt x="503523" y="142070"/>
                </a:lnTo>
                <a:lnTo>
                  <a:pt x="503509" y="141770"/>
                </a:lnTo>
                <a:lnTo>
                  <a:pt x="503495" y="141465"/>
                </a:lnTo>
                <a:lnTo>
                  <a:pt x="503479" y="141155"/>
                </a:lnTo>
                <a:lnTo>
                  <a:pt x="503463" y="140840"/>
                </a:lnTo>
                <a:lnTo>
                  <a:pt x="503445" y="140520"/>
                </a:lnTo>
                <a:lnTo>
                  <a:pt x="503426" y="140196"/>
                </a:lnTo>
                <a:lnTo>
                  <a:pt x="503406" y="139866"/>
                </a:lnTo>
                <a:lnTo>
                  <a:pt x="503386" y="139531"/>
                </a:lnTo>
                <a:lnTo>
                  <a:pt x="503364" y="139192"/>
                </a:lnTo>
                <a:lnTo>
                  <a:pt x="503341" y="138847"/>
                </a:lnTo>
                <a:lnTo>
                  <a:pt x="503317" y="138497"/>
                </a:lnTo>
                <a:lnTo>
                  <a:pt x="503291" y="138143"/>
                </a:lnTo>
                <a:lnTo>
                  <a:pt x="503266" y="137785"/>
                </a:lnTo>
                <a:lnTo>
                  <a:pt x="503240" y="137425"/>
                </a:lnTo>
                <a:lnTo>
                  <a:pt x="503214" y="137063"/>
                </a:lnTo>
                <a:lnTo>
                  <a:pt x="503187" y="136700"/>
                </a:lnTo>
                <a:lnTo>
                  <a:pt x="503160" y="136334"/>
                </a:lnTo>
                <a:lnTo>
                  <a:pt x="503132" y="135967"/>
                </a:lnTo>
                <a:lnTo>
                  <a:pt x="503105" y="135599"/>
                </a:lnTo>
                <a:lnTo>
                  <a:pt x="503077" y="135228"/>
                </a:lnTo>
                <a:lnTo>
                  <a:pt x="503048" y="134856"/>
                </a:lnTo>
                <a:lnTo>
                  <a:pt x="503019" y="134482"/>
                </a:lnTo>
                <a:lnTo>
                  <a:pt x="502990" y="134106"/>
                </a:lnTo>
                <a:lnTo>
                  <a:pt x="502961" y="133729"/>
                </a:lnTo>
                <a:lnTo>
                  <a:pt x="502931" y="133349"/>
                </a:lnTo>
                <a:lnTo>
                  <a:pt x="502900" y="132968"/>
                </a:lnTo>
                <a:lnTo>
                  <a:pt x="502870" y="132585"/>
                </a:lnTo>
                <a:lnTo>
                  <a:pt x="502839" y="132201"/>
                </a:lnTo>
                <a:lnTo>
                  <a:pt x="502808" y="131814"/>
                </a:lnTo>
                <a:lnTo>
                  <a:pt x="502776" y="131426"/>
                </a:lnTo>
                <a:lnTo>
                  <a:pt x="502744" y="131036"/>
                </a:lnTo>
                <a:lnTo>
                  <a:pt x="502712" y="130645"/>
                </a:lnTo>
                <a:lnTo>
                  <a:pt x="502679" y="130251"/>
                </a:lnTo>
                <a:lnTo>
                  <a:pt x="502646" y="129856"/>
                </a:lnTo>
                <a:lnTo>
                  <a:pt x="502612" y="129459"/>
                </a:lnTo>
                <a:lnTo>
                  <a:pt x="502578" y="129061"/>
                </a:lnTo>
                <a:lnTo>
                  <a:pt x="502544" y="128662"/>
                </a:lnTo>
                <a:lnTo>
                  <a:pt x="502510" y="128264"/>
                </a:lnTo>
                <a:lnTo>
                  <a:pt x="502476" y="127867"/>
                </a:lnTo>
                <a:lnTo>
                  <a:pt x="502442" y="127471"/>
                </a:lnTo>
                <a:lnTo>
                  <a:pt x="502408" y="127076"/>
                </a:lnTo>
                <a:lnTo>
                  <a:pt x="502374" y="126682"/>
                </a:lnTo>
                <a:lnTo>
                  <a:pt x="502340" y="126290"/>
                </a:lnTo>
                <a:lnTo>
                  <a:pt x="502306" y="125898"/>
                </a:lnTo>
                <a:lnTo>
                  <a:pt x="502272" y="125507"/>
                </a:lnTo>
                <a:lnTo>
                  <a:pt x="502238" y="125118"/>
                </a:lnTo>
                <a:lnTo>
                  <a:pt x="502205" y="124729"/>
                </a:lnTo>
                <a:lnTo>
                  <a:pt x="502171" y="124342"/>
                </a:lnTo>
                <a:lnTo>
                  <a:pt x="502137" y="123956"/>
                </a:lnTo>
                <a:lnTo>
                  <a:pt x="502103" y="123570"/>
                </a:lnTo>
                <a:lnTo>
                  <a:pt x="502069" y="123186"/>
                </a:lnTo>
                <a:lnTo>
                  <a:pt x="502035" y="122803"/>
                </a:lnTo>
                <a:lnTo>
                  <a:pt x="502001" y="122421"/>
                </a:lnTo>
                <a:lnTo>
                  <a:pt x="501967" y="122040"/>
                </a:lnTo>
                <a:lnTo>
                  <a:pt x="501933" y="121660"/>
                </a:lnTo>
                <a:lnTo>
                  <a:pt x="501899" y="121281"/>
                </a:lnTo>
                <a:lnTo>
                  <a:pt x="501865" y="120903"/>
                </a:lnTo>
                <a:lnTo>
                  <a:pt x="501831" y="120526"/>
                </a:lnTo>
                <a:lnTo>
                  <a:pt x="501797" y="120151"/>
                </a:lnTo>
                <a:lnTo>
                  <a:pt x="501763" y="119776"/>
                </a:lnTo>
                <a:lnTo>
                  <a:pt x="490538" y="9590"/>
                </a:lnTo>
                <a:lnTo>
                  <a:pt x="472990" y="9590"/>
                </a:lnTo>
                <a:lnTo>
                  <a:pt x="490130" y="158546"/>
                </a:lnTo>
                <a:lnTo>
                  <a:pt x="513189" y="158546"/>
                </a:lnTo>
                <a:lnTo>
                  <a:pt x="526861" y="46317"/>
                </a:lnTo>
                <a:lnTo>
                  <a:pt x="526912" y="45927"/>
                </a:lnTo>
                <a:lnTo>
                  <a:pt x="526962" y="45537"/>
                </a:lnTo>
                <a:close/>
                <a:moveTo>
                  <a:pt x="666023" y="46317"/>
                </a:moveTo>
                <a:lnTo>
                  <a:pt x="612971" y="46317"/>
                </a:lnTo>
                <a:lnTo>
                  <a:pt x="612971" y="63050"/>
                </a:lnTo>
                <a:lnTo>
                  <a:pt x="647659" y="63050"/>
                </a:lnTo>
                <a:lnTo>
                  <a:pt x="647659" y="141814"/>
                </a:lnTo>
                <a:lnTo>
                  <a:pt x="607871" y="141814"/>
                </a:lnTo>
                <a:lnTo>
                  <a:pt x="607871" y="158546"/>
                </a:lnTo>
                <a:lnTo>
                  <a:pt x="703772" y="158546"/>
                </a:lnTo>
                <a:lnTo>
                  <a:pt x="703772" y="141814"/>
                </a:lnTo>
                <a:lnTo>
                  <a:pt x="666023" y="141814"/>
                </a:lnTo>
                <a:lnTo>
                  <a:pt x="666023" y="46317"/>
                </a:lnTo>
                <a:close/>
                <a:moveTo>
                  <a:pt x="919545" y="64162"/>
                </a:moveTo>
                <a:lnTo>
                  <a:pt x="919298" y="63259"/>
                </a:lnTo>
                <a:lnTo>
                  <a:pt x="919022" y="62373"/>
                </a:lnTo>
                <a:lnTo>
                  <a:pt x="918717" y="61504"/>
                </a:lnTo>
                <a:lnTo>
                  <a:pt x="918383" y="60654"/>
                </a:lnTo>
                <a:lnTo>
                  <a:pt x="918020" y="59821"/>
                </a:lnTo>
                <a:lnTo>
                  <a:pt x="917628" y="59006"/>
                </a:lnTo>
                <a:lnTo>
                  <a:pt x="917207" y="58208"/>
                </a:lnTo>
                <a:lnTo>
                  <a:pt x="916756" y="57429"/>
                </a:lnTo>
                <a:lnTo>
                  <a:pt x="916277" y="56667"/>
                </a:lnTo>
                <a:lnTo>
                  <a:pt x="915769" y="55922"/>
                </a:lnTo>
                <a:lnTo>
                  <a:pt x="915231" y="55196"/>
                </a:lnTo>
                <a:lnTo>
                  <a:pt x="914665" y="54487"/>
                </a:lnTo>
                <a:lnTo>
                  <a:pt x="914069" y="53796"/>
                </a:lnTo>
                <a:lnTo>
                  <a:pt x="913445" y="53122"/>
                </a:lnTo>
                <a:lnTo>
                  <a:pt x="912791" y="52467"/>
                </a:lnTo>
                <a:lnTo>
                  <a:pt x="912108" y="51828"/>
                </a:lnTo>
                <a:lnTo>
                  <a:pt x="911402" y="51212"/>
                </a:lnTo>
                <a:lnTo>
                  <a:pt x="910676" y="50623"/>
                </a:lnTo>
                <a:lnTo>
                  <a:pt x="909931" y="50059"/>
                </a:lnTo>
                <a:lnTo>
                  <a:pt x="909167" y="49521"/>
                </a:lnTo>
                <a:lnTo>
                  <a:pt x="908383" y="49010"/>
                </a:lnTo>
                <a:lnTo>
                  <a:pt x="907581" y="48525"/>
                </a:lnTo>
                <a:lnTo>
                  <a:pt x="906760" y="48066"/>
                </a:lnTo>
                <a:lnTo>
                  <a:pt x="905919" y="47634"/>
                </a:lnTo>
                <a:lnTo>
                  <a:pt x="905059" y="47227"/>
                </a:lnTo>
                <a:lnTo>
                  <a:pt x="904180" y="46847"/>
                </a:lnTo>
                <a:lnTo>
                  <a:pt x="903282" y="46493"/>
                </a:lnTo>
                <a:lnTo>
                  <a:pt x="902365" y="46166"/>
                </a:lnTo>
                <a:lnTo>
                  <a:pt x="901429" y="45864"/>
                </a:lnTo>
                <a:lnTo>
                  <a:pt x="900474" y="45589"/>
                </a:lnTo>
                <a:lnTo>
                  <a:pt x="899499" y="45340"/>
                </a:lnTo>
                <a:lnTo>
                  <a:pt x="898506" y="45117"/>
                </a:lnTo>
                <a:lnTo>
                  <a:pt x="897493" y="44920"/>
                </a:lnTo>
                <a:lnTo>
                  <a:pt x="896461" y="44750"/>
                </a:lnTo>
                <a:lnTo>
                  <a:pt x="895410" y="44606"/>
                </a:lnTo>
                <a:lnTo>
                  <a:pt x="894340" y="44488"/>
                </a:lnTo>
                <a:lnTo>
                  <a:pt x="893251" y="44396"/>
                </a:lnTo>
                <a:lnTo>
                  <a:pt x="892142" y="44331"/>
                </a:lnTo>
                <a:lnTo>
                  <a:pt x="891015" y="44291"/>
                </a:lnTo>
                <a:lnTo>
                  <a:pt x="889868" y="44278"/>
                </a:lnTo>
                <a:lnTo>
                  <a:pt x="888468" y="44298"/>
                </a:lnTo>
                <a:lnTo>
                  <a:pt x="887092" y="44356"/>
                </a:lnTo>
                <a:lnTo>
                  <a:pt x="885739" y="44453"/>
                </a:lnTo>
                <a:lnTo>
                  <a:pt x="884409" y="44590"/>
                </a:lnTo>
                <a:lnTo>
                  <a:pt x="883103" y="44765"/>
                </a:lnTo>
                <a:lnTo>
                  <a:pt x="881820" y="44980"/>
                </a:lnTo>
                <a:lnTo>
                  <a:pt x="880561" y="45233"/>
                </a:lnTo>
                <a:lnTo>
                  <a:pt x="879325" y="45525"/>
                </a:lnTo>
                <a:lnTo>
                  <a:pt x="878112" y="45857"/>
                </a:lnTo>
                <a:lnTo>
                  <a:pt x="876923" y="46227"/>
                </a:lnTo>
                <a:lnTo>
                  <a:pt x="875757" y="46636"/>
                </a:lnTo>
                <a:lnTo>
                  <a:pt x="874614" y="47084"/>
                </a:lnTo>
                <a:lnTo>
                  <a:pt x="873495" y="47571"/>
                </a:lnTo>
                <a:lnTo>
                  <a:pt x="872399" y="48098"/>
                </a:lnTo>
                <a:lnTo>
                  <a:pt x="871327" y="48663"/>
                </a:lnTo>
                <a:lnTo>
                  <a:pt x="870278" y="49267"/>
                </a:lnTo>
                <a:lnTo>
                  <a:pt x="869252" y="49910"/>
                </a:lnTo>
                <a:lnTo>
                  <a:pt x="868250" y="50592"/>
                </a:lnTo>
                <a:lnTo>
                  <a:pt x="867271" y="51313"/>
                </a:lnTo>
                <a:lnTo>
                  <a:pt x="866315" y="52073"/>
                </a:lnTo>
                <a:lnTo>
                  <a:pt x="865383" y="52872"/>
                </a:lnTo>
                <a:lnTo>
                  <a:pt x="864474" y="53710"/>
                </a:lnTo>
                <a:lnTo>
                  <a:pt x="863589" y="54587"/>
                </a:lnTo>
                <a:lnTo>
                  <a:pt x="862727" y="55503"/>
                </a:lnTo>
                <a:lnTo>
                  <a:pt x="861895" y="56452"/>
                </a:lnTo>
                <a:lnTo>
                  <a:pt x="861098" y="57429"/>
                </a:lnTo>
                <a:lnTo>
                  <a:pt x="860337" y="58435"/>
                </a:lnTo>
                <a:lnTo>
                  <a:pt x="859611" y="59470"/>
                </a:lnTo>
                <a:lnTo>
                  <a:pt x="858920" y="60532"/>
                </a:lnTo>
                <a:lnTo>
                  <a:pt x="858265" y="61623"/>
                </a:lnTo>
                <a:lnTo>
                  <a:pt x="857645" y="62743"/>
                </a:lnTo>
                <a:lnTo>
                  <a:pt x="857060" y="63890"/>
                </a:lnTo>
                <a:lnTo>
                  <a:pt x="856512" y="65067"/>
                </a:lnTo>
                <a:lnTo>
                  <a:pt x="855998" y="66271"/>
                </a:lnTo>
                <a:lnTo>
                  <a:pt x="855520" y="67504"/>
                </a:lnTo>
                <a:lnTo>
                  <a:pt x="855077" y="68765"/>
                </a:lnTo>
                <a:lnTo>
                  <a:pt x="854670" y="70054"/>
                </a:lnTo>
                <a:lnTo>
                  <a:pt x="854298" y="71372"/>
                </a:lnTo>
                <a:lnTo>
                  <a:pt x="853962" y="72718"/>
                </a:lnTo>
                <a:lnTo>
                  <a:pt x="853660" y="74093"/>
                </a:lnTo>
                <a:lnTo>
                  <a:pt x="853395" y="75495"/>
                </a:lnTo>
                <a:lnTo>
                  <a:pt x="853165" y="76927"/>
                </a:lnTo>
                <a:lnTo>
                  <a:pt x="852970" y="78386"/>
                </a:lnTo>
                <a:lnTo>
                  <a:pt x="852810" y="79874"/>
                </a:lnTo>
                <a:lnTo>
                  <a:pt x="852687" y="81390"/>
                </a:lnTo>
                <a:lnTo>
                  <a:pt x="852598" y="82935"/>
                </a:lnTo>
                <a:lnTo>
                  <a:pt x="852545" y="84508"/>
                </a:lnTo>
                <a:lnTo>
                  <a:pt x="852527" y="86109"/>
                </a:lnTo>
                <a:lnTo>
                  <a:pt x="852527" y="118960"/>
                </a:lnTo>
                <a:lnTo>
                  <a:pt x="852545" y="120545"/>
                </a:lnTo>
                <a:lnTo>
                  <a:pt x="852599" y="122102"/>
                </a:lnTo>
                <a:lnTo>
                  <a:pt x="852688" y="123631"/>
                </a:lnTo>
                <a:lnTo>
                  <a:pt x="852813" y="125132"/>
                </a:lnTo>
                <a:lnTo>
                  <a:pt x="852974" y="126606"/>
                </a:lnTo>
                <a:lnTo>
                  <a:pt x="853171" y="128053"/>
                </a:lnTo>
                <a:lnTo>
                  <a:pt x="853404" y="129472"/>
                </a:lnTo>
                <a:lnTo>
                  <a:pt x="853672" y="130863"/>
                </a:lnTo>
                <a:lnTo>
                  <a:pt x="853976" y="132226"/>
                </a:lnTo>
                <a:lnTo>
                  <a:pt x="854316" y="133562"/>
                </a:lnTo>
                <a:lnTo>
                  <a:pt x="854691" y="134870"/>
                </a:lnTo>
                <a:lnTo>
                  <a:pt x="855103" y="136151"/>
                </a:lnTo>
                <a:lnTo>
                  <a:pt x="855550" y="137404"/>
                </a:lnTo>
                <a:lnTo>
                  <a:pt x="856033" y="138629"/>
                </a:lnTo>
                <a:lnTo>
                  <a:pt x="856552" y="139827"/>
                </a:lnTo>
                <a:lnTo>
                  <a:pt x="857106" y="140997"/>
                </a:lnTo>
                <a:lnTo>
                  <a:pt x="857696" y="142140"/>
                </a:lnTo>
                <a:lnTo>
                  <a:pt x="858322" y="143255"/>
                </a:lnTo>
                <a:lnTo>
                  <a:pt x="858984" y="144342"/>
                </a:lnTo>
                <a:lnTo>
                  <a:pt x="859682" y="145402"/>
                </a:lnTo>
                <a:lnTo>
                  <a:pt x="860415" y="146434"/>
                </a:lnTo>
                <a:lnTo>
                  <a:pt x="861184" y="147438"/>
                </a:lnTo>
                <a:lnTo>
                  <a:pt x="861989" y="148415"/>
                </a:lnTo>
                <a:lnTo>
                  <a:pt x="862830" y="149364"/>
                </a:lnTo>
                <a:lnTo>
                  <a:pt x="863700" y="150280"/>
                </a:lnTo>
                <a:lnTo>
                  <a:pt x="864592" y="151156"/>
                </a:lnTo>
                <a:lnTo>
                  <a:pt x="865507" y="151994"/>
                </a:lnTo>
                <a:lnTo>
                  <a:pt x="866444" y="152793"/>
                </a:lnTo>
                <a:lnTo>
                  <a:pt x="867403" y="153553"/>
                </a:lnTo>
                <a:lnTo>
                  <a:pt x="868385" y="154274"/>
                </a:lnTo>
                <a:lnTo>
                  <a:pt x="869388" y="154955"/>
                </a:lnTo>
                <a:lnTo>
                  <a:pt x="870415" y="155598"/>
                </a:lnTo>
                <a:lnTo>
                  <a:pt x="871463" y="156202"/>
                </a:lnTo>
                <a:lnTo>
                  <a:pt x="872534" y="156767"/>
                </a:lnTo>
                <a:lnTo>
                  <a:pt x="873627" y="157293"/>
                </a:lnTo>
                <a:lnTo>
                  <a:pt x="874742" y="157780"/>
                </a:lnTo>
                <a:lnTo>
                  <a:pt x="875880" y="158228"/>
                </a:lnTo>
                <a:lnTo>
                  <a:pt x="877040" y="158637"/>
                </a:lnTo>
                <a:lnTo>
                  <a:pt x="878223" y="159008"/>
                </a:lnTo>
                <a:lnTo>
                  <a:pt x="879427" y="159339"/>
                </a:lnTo>
                <a:lnTo>
                  <a:pt x="880654" y="159631"/>
                </a:lnTo>
                <a:lnTo>
                  <a:pt x="881904" y="159884"/>
                </a:lnTo>
                <a:lnTo>
                  <a:pt x="883175" y="160098"/>
                </a:lnTo>
                <a:lnTo>
                  <a:pt x="884469" y="160274"/>
                </a:lnTo>
                <a:lnTo>
                  <a:pt x="885786" y="160410"/>
                </a:lnTo>
                <a:lnTo>
                  <a:pt x="887124" y="160508"/>
                </a:lnTo>
                <a:lnTo>
                  <a:pt x="888485" y="160566"/>
                </a:lnTo>
                <a:lnTo>
                  <a:pt x="889868" y="160586"/>
                </a:lnTo>
                <a:lnTo>
                  <a:pt x="891015" y="160573"/>
                </a:lnTo>
                <a:lnTo>
                  <a:pt x="892142" y="160534"/>
                </a:lnTo>
                <a:lnTo>
                  <a:pt x="893251" y="160469"/>
                </a:lnTo>
                <a:lnTo>
                  <a:pt x="894340" y="160379"/>
                </a:lnTo>
                <a:lnTo>
                  <a:pt x="895410" y="160262"/>
                </a:lnTo>
                <a:lnTo>
                  <a:pt x="896461" y="160120"/>
                </a:lnTo>
                <a:lnTo>
                  <a:pt x="897493" y="159952"/>
                </a:lnTo>
                <a:lnTo>
                  <a:pt x="898506" y="159758"/>
                </a:lnTo>
                <a:lnTo>
                  <a:pt x="899499" y="159538"/>
                </a:lnTo>
                <a:lnTo>
                  <a:pt x="900474" y="159293"/>
                </a:lnTo>
                <a:lnTo>
                  <a:pt x="901429" y="159021"/>
                </a:lnTo>
                <a:lnTo>
                  <a:pt x="902365" y="158724"/>
                </a:lnTo>
                <a:lnTo>
                  <a:pt x="903282" y="158400"/>
                </a:lnTo>
                <a:lnTo>
                  <a:pt x="904180" y="158051"/>
                </a:lnTo>
                <a:lnTo>
                  <a:pt x="905059" y="157676"/>
                </a:lnTo>
                <a:lnTo>
                  <a:pt x="905919" y="157275"/>
                </a:lnTo>
                <a:lnTo>
                  <a:pt x="906760" y="156849"/>
                </a:lnTo>
                <a:lnTo>
                  <a:pt x="907581" y="156396"/>
                </a:lnTo>
                <a:lnTo>
                  <a:pt x="908383" y="155918"/>
                </a:lnTo>
                <a:lnTo>
                  <a:pt x="909167" y="155414"/>
                </a:lnTo>
                <a:lnTo>
                  <a:pt x="909931" y="154883"/>
                </a:lnTo>
                <a:lnTo>
                  <a:pt x="910676" y="154327"/>
                </a:lnTo>
                <a:lnTo>
                  <a:pt x="911402" y="153746"/>
                </a:lnTo>
                <a:lnTo>
                  <a:pt x="912108" y="153138"/>
                </a:lnTo>
                <a:lnTo>
                  <a:pt x="912791" y="152508"/>
                </a:lnTo>
                <a:lnTo>
                  <a:pt x="913445" y="151859"/>
                </a:lnTo>
                <a:lnTo>
                  <a:pt x="914069" y="151191"/>
                </a:lnTo>
                <a:lnTo>
                  <a:pt x="914665" y="150505"/>
                </a:lnTo>
                <a:lnTo>
                  <a:pt x="915231" y="149800"/>
                </a:lnTo>
                <a:lnTo>
                  <a:pt x="915769" y="149076"/>
                </a:lnTo>
                <a:lnTo>
                  <a:pt x="916277" y="148333"/>
                </a:lnTo>
                <a:lnTo>
                  <a:pt x="916756" y="147572"/>
                </a:lnTo>
                <a:lnTo>
                  <a:pt x="917207" y="146792"/>
                </a:lnTo>
                <a:lnTo>
                  <a:pt x="917628" y="145993"/>
                </a:lnTo>
                <a:lnTo>
                  <a:pt x="918020" y="145175"/>
                </a:lnTo>
                <a:lnTo>
                  <a:pt x="918383" y="144338"/>
                </a:lnTo>
                <a:lnTo>
                  <a:pt x="918717" y="143483"/>
                </a:lnTo>
                <a:lnTo>
                  <a:pt x="919022" y="142609"/>
                </a:lnTo>
                <a:lnTo>
                  <a:pt x="919298" y="141716"/>
                </a:lnTo>
                <a:lnTo>
                  <a:pt x="919545" y="140804"/>
                </a:lnTo>
                <a:lnTo>
                  <a:pt x="919763" y="139873"/>
                </a:lnTo>
                <a:lnTo>
                  <a:pt x="919952" y="138924"/>
                </a:lnTo>
                <a:lnTo>
                  <a:pt x="920111" y="137956"/>
                </a:lnTo>
                <a:lnTo>
                  <a:pt x="920222" y="137122"/>
                </a:lnTo>
                <a:lnTo>
                  <a:pt x="920475" y="137122"/>
                </a:lnTo>
                <a:lnTo>
                  <a:pt x="920475" y="158546"/>
                </a:lnTo>
                <a:lnTo>
                  <a:pt x="938838" y="158546"/>
                </a:lnTo>
                <a:lnTo>
                  <a:pt x="938838" y="9590"/>
                </a:lnTo>
                <a:lnTo>
                  <a:pt x="920475" y="9590"/>
                </a:lnTo>
                <a:lnTo>
                  <a:pt x="920475" y="42236"/>
                </a:lnTo>
                <a:lnTo>
                  <a:pt x="920882" y="67742"/>
                </a:lnTo>
                <a:lnTo>
                  <a:pt x="920214" y="67742"/>
                </a:lnTo>
                <a:lnTo>
                  <a:pt x="920111" y="66980"/>
                </a:lnTo>
                <a:lnTo>
                  <a:pt x="919952" y="66023"/>
                </a:lnTo>
                <a:lnTo>
                  <a:pt x="919763" y="65084"/>
                </a:lnTo>
                <a:lnTo>
                  <a:pt x="919545" y="64162"/>
                </a:lnTo>
                <a:close/>
                <a:moveTo>
                  <a:pt x="892248" y="144479"/>
                </a:moveTo>
                <a:lnTo>
                  <a:pt x="891355" y="144371"/>
                </a:lnTo>
                <a:lnTo>
                  <a:pt x="890479" y="144238"/>
                </a:lnTo>
                <a:lnTo>
                  <a:pt x="889621" y="144082"/>
                </a:lnTo>
                <a:lnTo>
                  <a:pt x="888779" y="143901"/>
                </a:lnTo>
                <a:lnTo>
                  <a:pt x="887954" y="143697"/>
                </a:lnTo>
                <a:lnTo>
                  <a:pt x="887146" y="143468"/>
                </a:lnTo>
                <a:lnTo>
                  <a:pt x="886355" y="143215"/>
                </a:lnTo>
                <a:lnTo>
                  <a:pt x="885582" y="142938"/>
                </a:lnTo>
                <a:lnTo>
                  <a:pt x="884825" y="142637"/>
                </a:lnTo>
                <a:lnTo>
                  <a:pt x="884085" y="142312"/>
                </a:lnTo>
                <a:lnTo>
                  <a:pt x="883362" y="141962"/>
                </a:lnTo>
                <a:lnTo>
                  <a:pt x="882656" y="141589"/>
                </a:lnTo>
                <a:lnTo>
                  <a:pt x="881968" y="141191"/>
                </a:lnTo>
                <a:lnTo>
                  <a:pt x="881296" y="140770"/>
                </a:lnTo>
                <a:lnTo>
                  <a:pt x="880641" y="140324"/>
                </a:lnTo>
                <a:lnTo>
                  <a:pt x="880003" y="139855"/>
                </a:lnTo>
                <a:lnTo>
                  <a:pt x="879383" y="139361"/>
                </a:lnTo>
                <a:lnTo>
                  <a:pt x="878779" y="138843"/>
                </a:lnTo>
                <a:lnTo>
                  <a:pt x="878192" y="138301"/>
                </a:lnTo>
                <a:lnTo>
                  <a:pt x="877623" y="137735"/>
                </a:lnTo>
                <a:lnTo>
                  <a:pt x="877073" y="137146"/>
                </a:lnTo>
                <a:lnTo>
                  <a:pt x="876547" y="136536"/>
                </a:lnTo>
                <a:lnTo>
                  <a:pt x="876045" y="135904"/>
                </a:lnTo>
                <a:lnTo>
                  <a:pt x="875566" y="135252"/>
                </a:lnTo>
                <a:lnTo>
                  <a:pt x="875110" y="134578"/>
                </a:lnTo>
                <a:lnTo>
                  <a:pt x="874677" y="133883"/>
                </a:lnTo>
                <a:lnTo>
                  <a:pt x="874268" y="133166"/>
                </a:lnTo>
                <a:lnTo>
                  <a:pt x="873883" y="132428"/>
                </a:lnTo>
                <a:lnTo>
                  <a:pt x="873520" y="131670"/>
                </a:lnTo>
                <a:lnTo>
                  <a:pt x="873182" y="130889"/>
                </a:lnTo>
                <a:lnTo>
                  <a:pt x="872866" y="130088"/>
                </a:lnTo>
                <a:lnTo>
                  <a:pt x="872574" y="129265"/>
                </a:lnTo>
                <a:lnTo>
                  <a:pt x="872305" y="128421"/>
                </a:lnTo>
                <a:lnTo>
                  <a:pt x="872060" y="127556"/>
                </a:lnTo>
                <a:lnTo>
                  <a:pt x="871838" y="126670"/>
                </a:lnTo>
                <a:lnTo>
                  <a:pt x="871639" y="125762"/>
                </a:lnTo>
                <a:lnTo>
                  <a:pt x="871464" y="124833"/>
                </a:lnTo>
                <a:lnTo>
                  <a:pt x="871312" y="123883"/>
                </a:lnTo>
                <a:lnTo>
                  <a:pt x="871183" y="122912"/>
                </a:lnTo>
                <a:lnTo>
                  <a:pt x="871078" y="121919"/>
                </a:lnTo>
                <a:lnTo>
                  <a:pt x="870996" y="120906"/>
                </a:lnTo>
                <a:lnTo>
                  <a:pt x="870938" y="119870"/>
                </a:lnTo>
                <a:lnTo>
                  <a:pt x="870903" y="118814"/>
                </a:lnTo>
                <a:lnTo>
                  <a:pt x="870891" y="117737"/>
                </a:lnTo>
                <a:lnTo>
                  <a:pt x="870891" y="87127"/>
                </a:lnTo>
                <a:lnTo>
                  <a:pt x="870903" y="86049"/>
                </a:lnTo>
                <a:lnTo>
                  <a:pt x="870938" y="84993"/>
                </a:lnTo>
                <a:lnTo>
                  <a:pt x="870996" y="83958"/>
                </a:lnTo>
                <a:lnTo>
                  <a:pt x="871078" y="82944"/>
                </a:lnTo>
                <a:lnTo>
                  <a:pt x="871183" y="81952"/>
                </a:lnTo>
                <a:lnTo>
                  <a:pt x="871312" y="80980"/>
                </a:lnTo>
                <a:lnTo>
                  <a:pt x="871464" y="80030"/>
                </a:lnTo>
                <a:lnTo>
                  <a:pt x="871639" y="79102"/>
                </a:lnTo>
                <a:lnTo>
                  <a:pt x="871838" y="78194"/>
                </a:lnTo>
                <a:lnTo>
                  <a:pt x="872060" y="77308"/>
                </a:lnTo>
                <a:lnTo>
                  <a:pt x="872305" y="76443"/>
                </a:lnTo>
                <a:lnTo>
                  <a:pt x="872574" y="75599"/>
                </a:lnTo>
                <a:lnTo>
                  <a:pt x="872866" y="74777"/>
                </a:lnTo>
                <a:lnTo>
                  <a:pt x="873182" y="73975"/>
                </a:lnTo>
                <a:lnTo>
                  <a:pt x="873520" y="73195"/>
                </a:lnTo>
                <a:lnTo>
                  <a:pt x="873883" y="72437"/>
                </a:lnTo>
                <a:lnTo>
                  <a:pt x="874268" y="71699"/>
                </a:lnTo>
                <a:lnTo>
                  <a:pt x="874677" y="70983"/>
                </a:lnTo>
                <a:lnTo>
                  <a:pt x="875110" y="70288"/>
                </a:lnTo>
                <a:lnTo>
                  <a:pt x="875566" y="69614"/>
                </a:lnTo>
                <a:lnTo>
                  <a:pt x="876045" y="68962"/>
                </a:lnTo>
                <a:lnTo>
                  <a:pt x="876547" y="68330"/>
                </a:lnTo>
                <a:lnTo>
                  <a:pt x="877073" y="67720"/>
                </a:lnTo>
                <a:lnTo>
                  <a:pt x="877623" y="67132"/>
                </a:lnTo>
                <a:lnTo>
                  <a:pt x="878192" y="66566"/>
                </a:lnTo>
                <a:lnTo>
                  <a:pt x="878779" y="66024"/>
                </a:lnTo>
                <a:lnTo>
                  <a:pt x="879383" y="65506"/>
                </a:lnTo>
                <a:lnTo>
                  <a:pt x="880003" y="65012"/>
                </a:lnTo>
                <a:lnTo>
                  <a:pt x="880641" y="64542"/>
                </a:lnTo>
                <a:lnTo>
                  <a:pt x="881296" y="64097"/>
                </a:lnTo>
                <a:lnTo>
                  <a:pt x="881968" y="63675"/>
                </a:lnTo>
                <a:lnTo>
                  <a:pt x="882656" y="63278"/>
                </a:lnTo>
                <a:lnTo>
                  <a:pt x="883362" y="62904"/>
                </a:lnTo>
                <a:lnTo>
                  <a:pt x="884085" y="62555"/>
                </a:lnTo>
                <a:lnTo>
                  <a:pt x="884825" y="62230"/>
                </a:lnTo>
                <a:lnTo>
                  <a:pt x="885582" y="61929"/>
                </a:lnTo>
                <a:lnTo>
                  <a:pt x="886355" y="61652"/>
                </a:lnTo>
                <a:lnTo>
                  <a:pt x="887146" y="61399"/>
                </a:lnTo>
                <a:lnTo>
                  <a:pt x="887954" y="61170"/>
                </a:lnTo>
                <a:lnTo>
                  <a:pt x="888779" y="60965"/>
                </a:lnTo>
                <a:lnTo>
                  <a:pt x="889621" y="60785"/>
                </a:lnTo>
                <a:lnTo>
                  <a:pt x="890479" y="60628"/>
                </a:lnTo>
                <a:lnTo>
                  <a:pt x="891355" y="60496"/>
                </a:lnTo>
                <a:lnTo>
                  <a:pt x="892248" y="60387"/>
                </a:lnTo>
                <a:lnTo>
                  <a:pt x="893158" y="60303"/>
                </a:lnTo>
                <a:lnTo>
                  <a:pt x="894085" y="60243"/>
                </a:lnTo>
                <a:lnTo>
                  <a:pt x="895029" y="60207"/>
                </a:lnTo>
                <a:lnTo>
                  <a:pt x="895989" y="60195"/>
                </a:lnTo>
                <a:lnTo>
                  <a:pt x="896933" y="60207"/>
                </a:lnTo>
                <a:lnTo>
                  <a:pt x="897860" y="60244"/>
                </a:lnTo>
                <a:lnTo>
                  <a:pt x="898770" y="60306"/>
                </a:lnTo>
                <a:lnTo>
                  <a:pt x="899662" y="60393"/>
                </a:lnTo>
                <a:lnTo>
                  <a:pt x="900538" y="60505"/>
                </a:lnTo>
                <a:lnTo>
                  <a:pt x="901397" y="60641"/>
                </a:lnTo>
                <a:lnTo>
                  <a:pt x="902238" y="60802"/>
                </a:lnTo>
                <a:lnTo>
                  <a:pt x="903063" y="60988"/>
                </a:lnTo>
                <a:lnTo>
                  <a:pt x="903871" y="61199"/>
                </a:lnTo>
                <a:lnTo>
                  <a:pt x="904662" y="61435"/>
                </a:lnTo>
                <a:lnTo>
                  <a:pt x="905435" y="61695"/>
                </a:lnTo>
                <a:lnTo>
                  <a:pt x="906192" y="61980"/>
                </a:lnTo>
                <a:lnTo>
                  <a:pt x="906932" y="62290"/>
                </a:lnTo>
                <a:lnTo>
                  <a:pt x="907654" y="62625"/>
                </a:lnTo>
                <a:lnTo>
                  <a:pt x="908360" y="62985"/>
                </a:lnTo>
                <a:lnTo>
                  <a:pt x="909048" y="63369"/>
                </a:lnTo>
                <a:lnTo>
                  <a:pt x="909720" y="63778"/>
                </a:lnTo>
                <a:lnTo>
                  <a:pt x="910375" y="64212"/>
                </a:lnTo>
                <a:lnTo>
                  <a:pt x="911012" y="64671"/>
                </a:lnTo>
                <a:lnTo>
                  <a:pt x="911633" y="65155"/>
                </a:lnTo>
                <a:lnTo>
                  <a:pt x="912237" y="65663"/>
                </a:lnTo>
                <a:lnTo>
                  <a:pt x="912823" y="66196"/>
                </a:lnTo>
                <a:lnTo>
                  <a:pt x="913393" y="66754"/>
                </a:lnTo>
                <a:lnTo>
                  <a:pt x="913945" y="67337"/>
                </a:lnTo>
                <a:lnTo>
                  <a:pt x="914478" y="67942"/>
                </a:lnTo>
                <a:lnTo>
                  <a:pt x="914988" y="68565"/>
                </a:lnTo>
                <a:lnTo>
                  <a:pt x="915476" y="69208"/>
                </a:lnTo>
                <a:lnTo>
                  <a:pt x="915940" y="69870"/>
                </a:lnTo>
                <a:lnTo>
                  <a:pt x="916383" y="70551"/>
                </a:lnTo>
                <a:lnTo>
                  <a:pt x="916802" y="71251"/>
                </a:lnTo>
                <a:lnTo>
                  <a:pt x="917199" y="71971"/>
                </a:lnTo>
                <a:lnTo>
                  <a:pt x="917573" y="72709"/>
                </a:lnTo>
                <a:lnTo>
                  <a:pt x="917924" y="73467"/>
                </a:lnTo>
                <a:lnTo>
                  <a:pt x="918253" y="74243"/>
                </a:lnTo>
                <a:lnTo>
                  <a:pt x="918559" y="75039"/>
                </a:lnTo>
                <a:lnTo>
                  <a:pt x="918842" y="75854"/>
                </a:lnTo>
                <a:lnTo>
                  <a:pt x="919103" y="76689"/>
                </a:lnTo>
                <a:lnTo>
                  <a:pt x="919341" y="77542"/>
                </a:lnTo>
                <a:lnTo>
                  <a:pt x="919556" y="78414"/>
                </a:lnTo>
                <a:lnTo>
                  <a:pt x="919749" y="79306"/>
                </a:lnTo>
                <a:lnTo>
                  <a:pt x="919919" y="80216"/>
                </a:lnTo>
                <a:lnTo>
                  <a:pt x="920067" y="81146"/>
                </a:lnTo>
                <a:lnTo>
                  <a:pt x="920191" y="82095"/>
                </a:lnTo>
                <a:lnTo>
                  <a:pt x="920293" y="83063"/>
                </a:lnTo>
                <a:lnTo>
                  <a:pt x="920373" y="84051"/>
                </a:lnTo>
                <a:lnTo>
                  <a:pt x="920429" y="85057"/>
                </a:lnTo>
                <a:lnTo>
                  <a:pt x="920463" y="86082"/>
                </a:lnTo>
                <a:lnTo>
                  <a:pt x="920475" y="87127"/>
                </a:lnTo>
                <a:lnTo>
                  <a:pt x="920475" y="117737"/>
                </a:lnTo>
                <a:lnTo>
                  <a:pt x="920463" y="118781"/>
                </a:lnTo>
                <a:lnTo>
                  <a:pt x="920429" y="119807"/>
                </a:lnTo>
                <a:lnTo>
                  <a:pt x="920373" y="120813"/>
                </a:lnTo>
                <a:lnTo>
                  <a:pt x="920293" y="121800"/>
                </a:lnTo>
                <a:lnTo>
                  <a:pt x="920191" y="122769"/>
                </a:lnTo>
                <a:lnTo>
                  <a:pt x="920067" y="123718"/>
                </a:lnTo>
                <a:lnTo>
                  <a:pt x="919919" y="124647"/>
                </a:lnTo>
                <a:lnTo>
                  <a:pt x="919749" y="125558"/>
                </a:lnTo>
                <a:lnTo>
                  <a:pt x="919556" y="126450"/>
                </a:lnTo>
                <a:lnTo>
                  <a:pt x="919341" y="127322"/>
                </a:lnTo>
                <a:lnTo>
                  <a:pt x="919103" y="128176"/>
                </a:lnTo>
                <a:lnTo>
                  <a:pt x="918842" y="129010"/>
                </a:lnTo>
                <a:lnTo>
                  <a:pt x="918559" y="129825"/>
                </a:lnTo>
                <a:lnTo>
                  <a:pt x="918253" y="130621"/>
                </a:lnTo>
                <a:lnTo>
                  <a:pt x="917924" y="131398"/>
                </a:lnTo>
                <a:lnTo>
                  <a:pt x="917573" y="132156"/>
                </a:lnTo>
                <a:lnTo>
                  <a:pt x="917199" y="132894"/>
                </a:lnTo>
                <a:lnTo>
                  <a:pt x="916802" y="133614"/>
                </a:lnTo>
                <a:lnTo>
                  <a:pt x="916383" y="134314"/>
                </a:lnTo>
                <a:lnTo>
                  <a:pt x="915940" y="134996"/>
                </a:lnTo>
                <a:lnTo>
                  <a:pt x="915476" y="135658"/>
                </a:lnTo>
                <a:lnTo>
                  <a:pt x="914988" y="136301"/>
                </a:lnTo>
                <a:lnTo>
                  <a:pt x="914478" y="136925"/>
                </a:lnTo>
                <a:lnTo>
                  <a:pt x="913945" y="137530"/>
                </a:lnTo>
                <a:lnTo>
                  <a:pt x="913393" y="138112"/>
                </a:lnTo>
                <a:lnTo>
                  <a:pt x="912823" y="138670"/>
                </a:lnTo>
                <a:lnTo>
                  <a:pt x="912237" y="139204"/>
                </a:lnTo>
                <a:lnTo>
                  <a:pt x="911633" y="139712"/>
                </a:lnTo>
                <a:lnTo>
                  <a:pt x="911012" y="140196"/>
                </a:lnTo>
                <a:lnTo>
                  <a:pt x="910375" y="140654"/>
                </a:lnTo>
                <a:lnTo>
                  <a:pt x="909720" y="141088"/>
                </a:lnTo>
                <a:lnTo>
                  <a:pt x="909048" y="141498"/>
                </a:lnTo>
                <a:lnTo>
                  <a:pt x="908360" y="141882"/>
                </a:lnTo>
                <a:lnTo>
                  <a:pt x="907654" y="142242"/>
                </a:lnTo>
                <a:lnTo>
                  <a:pt x="906932" y="142576"/>
                </a:lnTo>
                <a:lnTo>
                  <a:pt x="906192" y="142886"/>
                </a:lnTo>
                <a:lnTo>
                  <a:pt x="905435" y="143172"/>
                </a:lnTo>
                <a:lnTo>
                  <a:pt x="904662" y="143432"/>
                </a:lnTo>
                <a:lnTo>
                  <a:pt x="903871" y="143668"/>
                </a:lnTo>
                <a:lnTo>
                  <a:pt x="903063" y="143878"/>
                </a:lnTo>
                <a:lnTo>
                  <a:pt x="902238" y="144064"/>
                </a:lnTo>
                <a:lnTo>
                  <a:pt x="901397" y="144226"/>
                </a:lnTo>
                <a:lnTo>
                  <a:pt x="900538" y="144362"/>
                </a:lnTo>
                <a:lnTo>
                  <a:pt x="899662" y="144474"/>
                </a:lnTo>
                <a:lnTo>
                  <a:pt x="898770" y="144560"/>
                </a:lnTo>
                <a:lnTo>
                  <a:pt x="897860" y="144622"/>
                </a:lnTo>
                <a:lnTo>
                  <a:pt x="896933" y="144660"/>
                </a:lnTo>
                <a:lnTo>
                  <a:pt x="895989" y="144672"/>
                </a:lnTo>
                <a:lnTo>
                  <a:pt x="895029" y="144660"/>
                </a:lnTo>
                <a:lnTo>
                  <a:pt x="894085" y="144624"/>
                </a:lnTo>
                <a:lnTo>
                  <a:pt x="893158" y="144564"/>
                </a:lnTo>
                <a:lnTo>
                  <a:pt x="892248" y="144479"/>
                </a:lnTo>
                <a:close/>
                <a:moveTo>
                  <a:pt x="731319" y="158546"/>
                </a:moveTo>
                <a:lnTo>
                  <a:pt x="749686" y="158546"/>
                </a:lnTo>
                <a:lnTo>
                  <a:pt x="749686" y="87127"/>
                </a:lnTo>
                <a:lnTo>
                  <a:pt x="749697" y="86049"/>
                </a:lnTo>
                <a:lnTo>
                  <a:pt x="749732" y="84993"/>
                </a:lnTo>
                <a:lnTo>
                  <a:pt x="749790" y="83958"/>
                </a:lnTo>
                <a:lnTo>
                  <a:pt x="749870" y="82944"/>
                </a:lnTo>
                <a:lnTo>
                  <a:pt x="749974" y="81952"/>
                </a:lnTo>
                <a:lnTo>
                  <a:pt x="750100" y="80980"/>
                </a:lnTo>
                <a:lnTo>
                  <a:pt x="750250" y="80030"/>
                </a:lnTo>
                <a:lnTo>
                  <a:pt x="750422" y="79102"/>
                </a:lnTo>
                <a:lnTo>
                  <a:pt x="750618" y="78194"/>
                </a:lnTo>
                <a:lnTo>
                  <a:pt x="750837" y="77308"/>
                </a:lnTo>
                <a:lnTo>
                  <a:pt x="751078" y="76443"/>
                </a:lnTo>
                <a:lnTo>
                  <a:pt x="751343" y="75599"/>
                </a:lnTo>
                <a:lnTo>
                  <a:pt x="751631" y="74777"/>
                </a:lnTo>
                <a:lnTo>
                  <a:pt x="751942" y="73975"/>
                </a:lnTo>
                <a:lnTo>
                  <a:pt x="752275" y="73195"/>
                </a:lnTo>
                <a:lnTo>
                  <a:pt x="752632" y="72437"/>
                </a:lnTo>
                <a:lnTo>
                  <a:pt x="753012" y="71699"/>
                </a:lnTo>
                <a:lnTo>
                  <a:pt x="753415" y="70983"/>
                </a:lnTo>
                <a:lnTo>
                  <a:pt x="753840" y="70288"/>
                </a:lnTo>
                <a:lnTo>
                  <a:pt x="754289" y="69614"/>
                </a:lnTo>
                <a:lnTo>
                  <a:pt x="754761" y="68962"/>
                </a:lnTo>
                <a:lnTo>
                  <a:pt x="755256" y="68330"/>
                </a:lnTo>
                <a:lnTo>
                  <a:pt x="755774" y="67720"/>
                </a:lnTo>
                <a:lnTo>
                  <a:pt x="756315" y="67132"/>
                </a:lnTo>
                <a:lnTo>
                  <a:pt x="756876" y="66566"/>
                </a:lnTo>
                <a:lnTo>
                  <a:pt x="757453" y="66024"/>
                </a:lnTo>
                <a:lnTo>
                  <a:pt x="758048" y="65506"/>
                </a:lnTo>
                <a:lnTo>
                  <a:pt x="758659" y="65012"/>
                </a:lnTo>
                <a:lnTo>
                  <a:pt x="759286" y="64542"/>
                </a:lnTo>
                <a:lnTo>
                  <a:pt x="759930" y="64097"/>
                </a:lnTo>
                <a:lnTo>
                  <a:pt x="760591" y="63675"/>
                </a:lnTo>
                <a:lnTo>
                  <a:pt x="761269" y="63278"/>
                </a:lnTo>
                <a:lnTo>
                  <a:pt x="761963" y="62904"/>
                </a:lnTo>
                <a:lnTo>
                  <a:pt x="762674" y="62555"/>
                </a:lnTo>
                <a:lnTo>
                  <a:pt x="763401" y="62230"/>
                </a:lnTo>
                <a:lnTo>
                  <a:pt x="764145" y="61929"/>
                </a:lnTo>
                <a:lnTo>
                  <a:pt x="764906" y="61652"/>
                </a:lnTo>
                <a:lnTo>
                  <a:pt x="765684" y="61399"/>
                </a:lnTo>
                <a:lnTo>
                  <a:pt x="766478" y="61170"/>
                </a:lnTo>
                <a:lnTo>
                  <a:pt x="767288" y="60965"/>
                </a:lnTo>
                <a:lnTo>
                  <a:pt x="768116" y="60785"/>
                </a:lnTo>
                <a:lnTo>
                  <a:pt x="768960" y="60628"/>
                </a:lnTo>
                <a:lnTo>
                  <a:pt x="769820" y="60496"/>
                </a:lnTo>
                <a:lnTo>
                  <a:pt x="770698" y="60387"/>
                </a:lnTo>
                <a:lnTo>
                  <a:pt x="771592" y="60303"/>
                </a:lnTo>
                <a:lnTo>
                  <a:pt x="772502" y="60243"/>
                </a:lnTo>
                <a:lnTo>
                  <a:pt x="773430" y="60207"/>
                </a:lnTo>
                <a:lnTo>
                  <a:pt x="774373" y="60195"/>
                </a:lnTo>
                <a:lnTo>
                  <a:pt x="775284" y="60206"/>
                </a:lnTo>
                <a:lnTo>
                  <a:pt x="776178" y="60239"/>
                </a:lnTo>
                <a:lnTo>
                  <a:pt x="777056" y="60295"/>
                </a:lnTo>
                <a:lnTo>
                  <a:pt x="777919" y="60373"/>
                </a:lnTo>
                <a:lnTo>
                  <a:pt x="778765" y="60474"/>
                </a:lnTo>
                <a:lnTo>
                  <a:pt x="779596" y="60596"/>
                </a:lnTo>
                <a:lnTo>
                  <a:pt x="780410" y="60741"/>
                </a:lnTo>
                <a:lnTo>
                  <a:pt x="781209" y="60909"/>
                </a:lnTo>
                <a:lnTo>
                  <a:pt x="781992" y="61098"/>
                </a:lnTo>
                <a:lnTo>
                  <a:pt x="782759" y="61310"/>
                </a:lnTo>
                <a:lnTo>
                  <a:pt x="783509" y="61545"/>
                </a:lnTo>
                <a:lnTo>
                  <a:pt x="784244" y="61801"/>
                </a:lnTo>
                <a:lnTo>
                  <a:pt x="784963" y="62080"/>
                </a:lnTo>
                <a:lnTo>
                  <a:pt x="785666" y="62381"/>
                </a:lnTo>
                <a:lnTo>
                  <a:pt x="786353" y="62705"/>
                </a:lnTo>
                <a:lnTo>
                  <a:pt x="787024" y="63051"/>
                </a:lnTo>
                <a:lnTo>
                  <a:pt x="787679" y="63419"/>
                </a:lnTo>
                <a:lnTo>
                  <a:pt x="788319" y="63810"/>
                </a:lnTo>
                <a:lnTo>
                  <a:pt x="788942" y="64222"/>
                </a:lnTo>
                <a:lnTo>
                  <a:pt x="789549" y="64657"/>
                </a:lnTo>
                <a:lnTo>
                  <a:pt x="790140" y="65115"/>
                </a:lnTo>
                <a:lnTo>
                  <a:pt x="790716" y="65595"/>
                </a:lnTo>
                <a:lnTo>
                  <a:pt x="791275" y="66097"/>
                </a:lnTo>
                <a:lnTo>
                  <a:pt x="791819" y="66621"/>
                </a:lnTo>
                <a:lnTo>
                  <a:pt x="792343" y="67166"/>
                </a:lnTo>
                <a:lnTo>
                  <a:pt x="792846" y="67731"/>
                </a:lnTo>
                <a:lnTo>
                  <a:pt x="793326" y="68315"/>
                </a:lnTo>
                <a:lnTo>
                  <a:pt x="793783" y="68919"/>
                </a:lnTo>
                <a:lnTo>
                  <a:pt x="794219" y="69542"/>
                </a:lnTo>
                <a:lnTo>
                  <a:pt x="794632" y="70185"/>
                </a:lnTo>
                <a:lnTo>
                  <a:pt x="795022" y="70847"/>
                </a:lnTo>
                <a:lnTo>
                  <a:pt x="795391" y="71529"/>
                </a:lnTo>
                <a:lnTo>
                  <a:pt x="795737" y="72230"/>
                </a:lnTo>
                <a:lnTo>
                  <a:pt x="796060" y="72951"/>
                </a:lnTo>
                <a:lnTo>
                  <a:pt x="796362" y="73691"/>
                </a:lnTo>
                <a:lnTo>
                  <a:pt x="796641" y="74451"/>
                </a:lnTo>
                <a:lnTo>
                  <a:pt x="796898" y="75230"/>
                </a:lnTo>
                <a:lnTo>
                  <a:pt x="797132" y="76029"/>
                </a:lnTo>
                <a:lnTo>
                  <a:pt x="797344" y="76847"/>
                </a:lnTo>
                <a:lnTo>
                  <a:pt x="797534" y="77685"/>
                </a:lnTo>
                <a:lnTo>
                  <a:pt x="797701" y="78542"/>
                </a:lnTo>
                <a:lnTo>
                  <a:pt x="797846" y="79418"/>
                </a:lnTo>
                <a:lnTo>
                  <a:pt x="797969" y="80315"/>
                </a:lnTo>
                <a:lnTo>
                  <a:pt x="798070" y="81230"/>
                </a:lnTo>
                <a:lnTo>
                  <a:pt x="798148" y="82165"/>
                </a:lnTo>
                <a:lnTo>
                  <a:pt x="798204" y="83120"/>
                </a:lnTo>
                <a:lnTo>
                  <a:pt x="798237" y="84094"/>
                </a:lnTo>
                <a:lnTo>
                  <a:pt x="798248" y="85088"/>
                </a:lnTo>
                <a:lnTo>
                  <a:pt x="798248" y="158546"/>
                </a:lnTo>
                <a:lnTo>
                  <a:pt x="816612" y="158546"/>
                </a:lnTo>
                <a:lnTo>
                  <a:pt x="816612" y="83048"/>
                </a:lnTo>
                <a:lnTo>
                  <a:pt x="816595" y="81565"/>
                </a:lnTo>
                <a:lnTo>
                  <a:pt x="816543" y="80108"/>
                </a:lnTo>
                <a:lnTo>
                  <a:pt x="816456" y="78677"/>
                </a:lnTo>
                <a:lnTo>
                  <a:pt x="816334" y="77273"/>
                </a:lnTo>
                <a:lnTo>
                  <a:pt x="816178" y="75894"/>
                </a:lnTo>
                <a:lnTo>
                  <a:pt x="815987" y="74542"/>
                </a:lnTo>
                <a:lnTo>
                  <a:pt x="815762" y="73216"/>
                </a:lnTo>
                <a:lnTo>
                  <a:pt x="815501" y="71917"/>
                </a:lnTo>
                <a:lnTo>
                  <a:pt x="815206" y="70643"/>
                </a:lnTo>
                <a:lnTo>
                  <a:pt x="814876" y="69396"/>
                </a:lnTo>
                <a:lnTo>
                  <a:pt x="814512" y="68175"/>
                </a:lnTo>
                <a:lnTo>
                  <a:pt x="814113" y="66980"/>
                </a:lnTo>
                <a:lnTo>
                  <a:pt x="813679" y="65811"/>
                </a:lnTo>
                <a:lnTo>
                  <a:pt x="813210" y="64669"/>
                </a:lnTo>
                <a:lnTo>
                  <a:pt x="812707" y="63553"/>
                </a:lnTo>
                <a:lnTo>
                  <a:pt x="812169" y="62463"/>
                </a:lnTo>
                <a:lnTo>
                  <a:pt x="811596" y="61399"/>
                </a:lnTo>
                <a:lnTo>
                  <a:pt x="810988" y="60361"/>
                </a:lnTo>
                <a:lnTo>
                  <a:pt x="810346" y="59350"/>
                </a:lnTo>
                <a:lnTo>
                  <a:pt x="809669" y="58365"/>
                </a:lnTo>
                <a:lnTo>
                  <a:pt x="808958" y="57406"/>
                </a:lnTo>
                <a:lnTo>
                  <a:pt x="808211" y="56473"/>
                </a:lnTo>
                <a:lnTo>
                  <a:pt x="807430" y="55567"/>
                </a:lnTo>
                <a:lnTo>
                  <a:pt x="806614" y="54687"/>
                </a:lnTo>
                <a:lnTo>
                  <a:pt x="805769" y="53837"/>
                </a:lnTo>
                <a:lnTo>
                  <a:pt x="804900" y="53024"/>
                </a:lnTo>
                <a:lnTo>
                  <a:pt x="804007" y="52247"/>
                </a:lnTo>
                <a:lnTo>
                  <a:pt x="803089" y="51506"/>
                </a:lnTo>
                <a:lnTo>
                  <a:pt x="802148" y="50802"/>
                </a:lnTo>
                <a:lnTo>
                  <a:pt x="801182" y="50133"/>
                </a:lnTo>
                <a:lnTo>
                  <a:pt x="800192" y="49500"/>
                </a:lnTo>
                <a:lnTo>
                  <a:pt x="799178" y="48904"/>
                </a:lnTo>
                <a:lnTo>
                  <a:pt x="798140" y="48344"/>
                </a:lnTo>
                <a:lnTo>
                  <a:pt x="797078" y="47820"/>
                </a:lnTo>
                <a:lnTo>
                  <a:pt x="795992" y="47332"/>
                </a:lnTo>
                <a:lnTo>
                  <a:pt x="794882" y="46880"/>
                </a:lnTo>
                <a:lnTo>
                  <a:pt x="793747" y="46465"/>
                </a:lnTo>
                <a:lnTo>
                  <a:pt x="792589" y="46085"/>
                </a:lnTo>
                <a:lnTo>
                  <a:pt x="791406" y="45742"/>
                </a:lnTo>
                <a:lnTo>
                  <a:pt x="790200" y="45435"/>
                </a:lnTo>
                <a:lnTo>
                  <a:pt x="788969" y="45164"/>
                </a:lnTo>
                <a:lnTo>
                  <a:pt x="787714" y="44929"/>
                </a:lnTo>
                <a:lnTo>
                  <a:pt x="786435" y="44730"/>
                </a:lnTo>
                <a:lnTo>
                  <a:pt x="785132" y="44567"/>
                </a:lnTo>
                <a:lnTo>
                  <a:pt x="783805" y="44441"/>
                </a:lnTo>
                <a:lnTo>
                  <a:pt x="782454" y="44350"/>
                </a:lnTo>
                <a:lnTo>
                  <a:pt x="781078" y="44296"/>
                </a:lnTo>
                <a:lnTo>
                  <a:pt x="779679" y="44278"/>
                </a:lnTo>
                <a:lnTo>
                  <a:pt x="778516" y="44291"/>
                </a:lnTo>
                <a:lnTo>
                  <a:pt x="777375" y="44328"/>
                </a:lnTo>
                <a:lnTo>
                  <a:pt x="776255" y="44391"/>
                </a:lnTo>
                <a:lnTo>
                  <a:pt x="775156" y="44479"/>
                </a:lnTo>
                <a:lnTo>
                  <a:pt x="774078" y="44593"/>
                </a:lnTo>
                <a:lnTo>
                  <a:pt x="773022" y="44731"/>
                </a:lnTo>
                <a:lnTo>
                  <a:pt x="771987" y="44894"/>
                </a:lnTo>
                <a:lnTo>
                  <a:pt x="770973" y="45083"/>
                </a:lnTo>
                <a:lnTo>
                  <a:pt x="769980" y="45297"/>
                </a:lnTo>
                <a:lnTo>
                  <a:pt x="769009" y="45536"/>
                </a:lnTo>
                <a:lnTo>
                  <a:pt x="768059" y="45800"/>
                </a:lnTo>
                <a:lnTo>
                  <a:pt x="767130" y="46089"/>
                </a:lnTo>
                <a:lnTo>
                  <a:pt x="766222" y="46404"/>
                </a:lnTo>
                <a:lnTo>
                  <a:pt x="765336" y="46743"/>
                </a:lnTo>
                <a:lnTo>
                  <a:pt x="764471" y="47108"/>
                </a:lnTo>
                <a:lnTo>
                  <a:pt x="763627" y="47498"/>
                </a:lnTo>
                <a:lnTo>
                  <a:pt x="762804" y="47913"/>
                </a:lnTo>
                <a:lnTo>
                  <a:pt x="762003" y="48354"/>
                </a:lnTo>
                <a:lnTo>
                  <a:pt x="761223" y="48819"/>
                </a:lnTo>
                <a:lnTo>
                  <a:pt x="760464" y="49310"/>
                </a:lnTo>
                <a:lnTo>
                  <a:pt x="759726" y="49825"/>
                </a:lnTo>
                <a:lnTo>
                  <a:pt x="759010" y="50366"/>
                </a:lnTo>
                <a:lnTo>
                  <a:pt x="758315" y="50932"/>
                </a:lnTo>
                <a:lnTo>
                  <a:pt x="757641" y="51523"/>
                </a:lnTo>
                <a:lnTo>
                  <a:pt x="756992" y="52137"/>
                </a:lnTo>
                <a:lnTo>
                  <a:pt x="756370" y="52772"/>
                </a:lnTo>
                <a:lnTo>
                  <a:pt x="755777" y="53428"/>
                </a:lnTo>
                <a:lnTo>
                  <a:pt x="755210" y="54105"/>
                </a:lnTo>
                <a:lnTo>
                  <a:pt x="754672" y="54802"/>
                </a:lnTo>
                <a:lnTo>
                  <a:pt x="754161" y="55521"/>
                </a:lnTo>
                <a:lnTo>
                  <a:pt x="753677" y="56260"/>
                </a:lnTo>
                <a:lnTo>
                  <a:pt x="753222" y="57021"/>
                </a:lnTo>
                <a:lnTo>
                  <a:pt x="752793" y="57802"/>
                </a:lnTo>
                <a:lnTo>
                  <a:pt x="752393" y="58604"/>
                </a:lnTo>
                <a:lnTo>
                  <a:pt x="752020" y="59427"/>
                </a:lnTo>
                <a:lnTo>
                  <a:pt x="751675" y="60271"/>
                </a:lnTo>
                <a:lnTo>
                  <a:pt x="751357" y="61136"/>
                </a:lnTo>
                <a:lnTo>
                  <a:pt x="751067" y="62022"/>
                </a:lnTo>
                <a:lnTo>
                  <a:pt x="750805" y="62928"/>
                </a:lnTo>
                <a:lnTo>
                  <a:pt x="750570" y="63856"/>
                </a:lnTo>
                <a:lnTo>
                  <a:pt x="750363" y="64804"/>
                </a:lnTo>
                <a:lnTo>
                  <a:pt x="750183" y="65774"/>
                </a:lnTo>
                <a:lnTo>
                  <a:pt x="750031" y="66764"/>
                </a:lnTo>
                <a:lnTo>
                  <a:pt x="749911" y="67742"/>
                </a:lnTo>
                <a:lnTo>
                  <a:pt x="749686" y="67742"/>
                </a:lnTo>
                <a:lnTo>
                  <a:pt x="749686" y="46317"/>
                </a:lnTo>
                <a:lnTo>
                  <a:pt x="731319" y="46317"/>
                </a:lnTo>
                <a:lnTo>
                  <a:pt x="731319" y="158546"/>
                </a:lnTo>
                <a:close/>
                <a:moveTo>
                  <a:pt x="1137956" y="80054"/>
                </a:moveTo>
                <a:lnTo>
                  <a:pt x="1138039" y="79577"/>
                </a:lnTo>
                <a:lnTo>
                  <a:pt x="1138122" y="79101"/>
                </a:lnTo>
                <a:lnTo>
                  <a:pt x="1138204" y="78625"/>
                </a:lnTo>
                <a:lnTo>
                  <a:pt x="1138285" y="78149"/>
                </a:lnTo>
                <a:lnTo>
                  <a:pt x="1138365" y="77673"/>
                </a:lnTo>
                <a:lnTo>
                  <a:pt x="1138445" y="77197"/>
                </a:lnTo>
                <a:lnTo>
                  <a:pt x="1138524" y="76721"/>
                </a:lnTo>
                <a:lnTo>
                  <a:pt x="1138603" y="76245"/>
                </a:lnTo>
                <a:lnTo>
                  <a:pt x="1138680" y="75768"/>
                </a:lnTo>
                <a:lnTo>
                  <a:pt x="1138757" y="75292"/>
                </a:lnTo>
                <a:lnTo>
                  <a:pt x="1138833" y="74816"/>
                </a:lnTo>
                <a:lnTo>
                  <a:pt x="1138909" y="74340"/>
                </a:lnTo>
                <a:lnTo>
                  <a:pt x="1138984" y="73864"/>
                </a:lnTo>
                <a:lnTo>
                  <a:pt x="1139058" y="73388"/>
                </a:lnTo>
                <a:lnTo>
                  <a:pt x="1139131" y="72912"/>
                </a:lnTo>
                <a:lnTo>
                  <a:pt x="1139204" y="72436"/>
                </a:lnTo>
                <a:lnTo>
                  <a:pt x="1139275" y="71960"/>
                </a:lnTo>
                <a:lnTo>
                  <a:pt x="1139347" y="71483"/>
                </a:lnTo>
                <a:lnTo>
                  <a:pt x="1139417" y="71007"/>
                </a:lnTo>
                <a:lnTo>
                  <a:pt x="1139487" y="70531"/>
                </a:lnTo>
                <a:lnTo>
                  <a:pt x="1139556" y="70055"/>
                </a:lnTo>
                <a:lnTo>
                  <a:pt x="1139624" y="69579"/>
                </a:lnTo>
                <a:lnTo>
                  <a:pt x="1139692" y="69107"/>
                </a:lnTo>
                <a:lnTo>
                  <a:pt x="1139757" y="68644"/>
                </a:lnTo>
                <a:lnTo>
                  <a:pt x="1139822" y="68189"/>
                </a:lnTo>
                <a:lnTo>
                  <a:pt x="1139885" y="67743"/>
                </a:lnTo>
                <a:lnTo>
                  <a:pt x="1139946" y="67305"/>
                </a:lnTo>
                <a:lnTo>
                  <a:pt x="1140007" y="66875"/>
                </a:lnTo>
                <a:lnTo>
                  <a:pt x="1140065" y="66455"/>
                </a:lnTo>
                <a:lnTo>
                  <a:pt x="1140123" y="66042"/>
                </a:lnTo>
                <a:lnTo>
                  <a:pt x="1140179" y="65638"/>
                </a:lnTo>
                <a:lnTo>
                  <a:pt x="1140233" y="65243"/>
                </a:lnTo>
                <a:lnTo>
                  <a:pt x="1140286" y="64856"/>
                </a:lnTo>
                <a:lnTo>
                  <a:pt x="1140338" y="64478"/>
                </a:lnTo>
                <a:lnTo>
                  <a:pt x="1140388" y="64108"/>
                </a:lnTo>
                <a:lnTo>
                  <a:pt x="1140437" y="63747"/>
                </a:lnTo>
                <a:lnTo>
                  <a:pt x="1140485" y="63394"/>
                </a:lnTo>
                <a:lnTo>
                  <a:pt x="1140531" y="63050"/>
                </a:lnTo>
                <a:lnTo>
                  <a:pt x="1140575" y="62714"/>
                </a:lnTo>
                <a:lnTo>
                  <a:pt x="1140618" y="62387"/>
                </a:lnTo>
                <a:lnTo>
                  <a:pt x="1140660" y="62068"/>
                </a:lnTo>
                <a:lnTo>
                  <a:pt x="1140701" y="61758"/>
                </a:lnTo>
                <a:lnTo>
                  <a:pt x="1140740" y="61457"/>
                </a:lnTo>
                <a:lnTo>
                  <a:pt x="1140777" y="61163"/>
                </a:lnTo>
                <a:lnTo>
                  <a:pt x="1140813" y="60879"/>
                </a:lnTo>
                <a:lnTo>
                  <a:pt x="1140848" y="60603"/>
                </a:lnTo>
                <a:lnTo>
                  <a:pt x="1140883" y="60879"/>
                </a:lnTo>
                <a:lnTo>
                  <a:pt x="1140920" y="61163"/>
                </a:lnTo>
                <a:lnTo>
                  <a:pt x="1140959" y="61457"/>
                </a:lnTo>
                <a:lnTo>
                  <a:pt x="1141001" y="61758"/>
                </a:lnTo>
                <a:lnTo>
                  <a:pt x="1141044" y="62068"/>
                </a:lnTo>
                <a:lnTo>
                  <a:pt x="1141090" y="62387"/>
                </a:lnTo>
                <a:lnTo>
                  <a:pt x="1141138" y="62714"/>
                </a:lnTo>
                <a:lnTo>
                  <a:pt x="1141188" y="63050"/>
                </a:lnTo>
                <a:lnTo>
                  <a:pt x="1141240" y="63394"/>
                </a:lnTo>
                <a:lnTo>
                  <a:pt x="1141294" y="63747"/>
                </a:lnTo>
                <a:lnTo>
                  <a:pt x="1141351" y="64108"/>
                </a:lnTo>
                <a:lnTo>
                  <a:pt x="1141409" y="64478"/>
                </a:lnTo>
                <a:lnTo>
                  <a:pt x="1141470" y="64856"/>
                </a:lnTo>
                <a:lnTo>
                  <a:pt x="1141532" y="65243"/>
                </a:lnTo>
                <a:lnTo>
                  <a:pt x="1141597" y="65638"/>
                </a:lnTo>
                <a:lnTo>
                  <a:pt x="1141664" y="66042"/>
                </a:lnTo>
                <a:lnTo>
                  <a:pt x="1141733" y="66455"/>
                </a:lnTo>
                <a:lnTo>
                  <a:pt x="1141805" y="66875"/>
                </a:lnTo>
                <a:lnTo>
                  <a:pt x="1141878" y="67305"/>
                </a:lnTo>
                <a:lnTo>
                  <a:pt x="1141954" y="67743"/>
                </a:lnTo>
                <a:lnTo>
                  <a:pt x="1142031" y="68189"/>
                </a:lnTo>
                <a:lnTo>
                  <a:pt x="1142111" y="68644"/>
                </a:lnTo>
                <a:lnTo>
                  <a:pt x="1142193" y="69107"/>
                </a:lnTo>
                <a:lnTo>
                  <a:pt x="1142277" y="69579"/>
                </a:lnTo>
                <a:lnTo>
                  <a:pt x="1142362" y="70055"/>
                </a:lnTo>
                <a:lnTo>
                  <a:pt x="1142446" y="70531"/>
                </a:lnTo>
                <a:lnTo>
                  <a:pt x="1142529" y="71007"/>
                </a:lnTo>
                <a:lnTo>
                  <a:pt x="1142612" y="71483"/>
                </a:lnTo>
                <a:lnTo>
                  <a:pt x="1142694" y="71960"/>
                </a:lnTo>
                <a:lnTo>
                  <a:pt x="1142775" y="72436"/>
                </a:lnTo>
                <a:lnTo>
                  <a:pt x="1142855" y="72912"/>
                </a:lnTo>
                <a:lnTo>
                  <a:pt x="1142935" y="73388"/>
                </a:lnTo>
                <a:lnTo>
                  <a:pt x="1143014" y="73864"/>
                </a:lnTo>
                <a:lnTo>
                  <a:pt x="1143092" y="74340"/>
                </a:lnTo>
                <a:lnTo>
                  <a:pt x="1143170" y="74816"/>
                </a:lnTo>
                <a:lnTo>
                  <a:pt x="1143247" y="75292"/>
                </a:lnTo>
                <a:lnTo>
                  <a:pt x="1143323" y="75768"/>
                </a:lnTo>
                <a:lnTo>
                  <a:pt x="1143399" y="76245"/>
                </a:lnTo>
                <a:lnTo>
                  <a:pt x="1143473" y="76721"/>
                </a:lnTo>
                <a:lnTo>
                  <a:pt x="1143547" y="77197"/>
                </a:lnTo>
                <a:lnTo>
                  <a:pt x="1143621" y="77673"/>
                </a:lnTo>
                <a:lnTo>
                  <a:pt x="1143693" y="78149"/>
                </a:lnTo>
                <a:lnTo>
                  <a:pt x="1143765" y="78625"/>
                </a:lnTo>
                <a:lnTo>
                  <a:pt x="1143836" y="79101"/>
                </a:lnTo>
                <a:lnTo>
                  <a:pt x="1143907" y="79577"/>
                </a:lnTo>
                <a:lnTo>
                  <a:pt x="1143977" y="80054"/>
                </a:lnTo>
                <a:lnTo>
                  <a:pt x="1144046" y="80530"/>
                </a:lnTo>
                <a:lnTo>
                  <a:pt x="1144114" y="81006"/>
                </a:lnTo>
                <a:lnTo>
                  <a:pt x="1156151" y="158546"/>
                </a:lnTo>
                <a:lnTo>
                  <a:pt x="1176355" y="158546"/>
                </a:lnTo>
                <a:lnTo>
                  <a:pt x="1195127" y="46317"/>
                </a:lnTo>
                <a:lnTo>
                  <a:pt x="1179618" y="46317"/>
                </a:lnTo>
                <a:lnTo>
                  <a:pt x="1167989" y="125897"/>
                </a:lnTo>
                <a:lnTo>
                  <a:pt x="1167937" y="126273"/>
                </a:lnTo>
                <a:lnTo>
                  <a:pt x="1167885" y="126650"/>
                </a:lnTo>
                <a:lnTo>
                  <a:pt x="1167831" y="127031"/>
                </a:lnTo>
                <a:lnTo>
                  <a:pt x="1167776" y="127414"/>
                </a:lnTo>
                <a:lnTo>
                  <a:pt x="1167720" y="127799"/>
                </a:lnTo>
                <a:lnTo>
                  <a:pt x="1167663" y="128187"/>
                </a:lnTo>
                <a:lnTo>
                  <a:pt x="1167605" y="128577"/>
                </a:lnTo>
                <a:lnTo>
                  <a:pt x="1167546" y="128970"/>
                </a:lnTo>
                <a:lnTo>
                  <a:pt x="1167486" y="129365"/>
                </a:lnTo>
                <a:lnTo>
                  <a:pt x="1167425" y="129762"/>
                </a:lnTo>
                <a:lnTo>
                  <a:pt x="1167362" y="130163"/>
                </a:lnTo>
                <a:lnTo>
                  <a:pt x="1167299" y="130565"/>
                </a:lnTo>
                <a:lnTo>
                  <a:pt x="1167235" y="130970"/>
                </a:lnTo>
                <a:lnTo>
                  <a:pt x="1167169" y="131378"/>
                </a:lnTo>
                <a:lnTo>
                  <a:pt x="1167103" y="131788"/>
                </a:lnTo>
                <a:lnTo>
                  <a:pt x="1167035" y="132200"/>
                </a:lnTo>
                <a:lnTo>
                  <a:pt x="1166967" y="132615"/>
                </a:lnTo>
                <a:lnTo>
                  <a:pt x="1166897" y="133033"/>
                </a:lnTo>
                <a:lnTo>
                  <a:pt x="1166826" y="133453"/>
                </a:lnTo>
                <a:lnTo>
                  <a:pt x="1166755" y="133875"/>
                </a:lnTo>
                <a:lnTo>
                  <a:pt x="1166682" y="134300"/>
                </a:lnTo>
                <a:lnTo>
                  <a:pt x="1166608" y="134728"/>
                </a:lnTo>
                <a:lnTo>
                  <a:pt x="1166533" y="135157"/>
                </a:lnTo>
                <a:lnTo>
                  <a:pt x="1166457" y="135590"/>
                </a:lnTo>
                <a:lnTo>
                  <a:pt x="1166381" y="136020"/>
                </a:lnTo>
                <a:lnTo>
                  <a:pt x="1166307" y="136445"/>
                </a:lnTo>
                <a:lnTo>
                  <a:pt x="1166235" y="136863"/>
                </a:lnTo>
                <a:lnTo>
                  <a:pt x="1166165" y="137276"/>
                </a:lnTo>
                <a:lnTo>
                  <a:pt x="1166096" y="137682"/>
                </a:lnTo>
                <a:lnTo>
                  <a:pt x="1166030" y="138083"/>
                </a:lnTo>
                <a:lnTo>
                  <a:pt x="1165965" y="138477"/>
                </a:lnTo>
                <a:lnTo>
                  <a:pt x="1165901" y="138866"/>
                </a:lnTo>
                <a:lnTo>
                  <a:pt x="1165840" y="139248"/>
                </a:lnTo>
                <a:lnTo>
                  <a:pt x="1165780" y="139624"/>
                </a:lnTo>
                <a:lnTo>
                  <a:pt x="1165722" y="139995"/>
                </a:lnTo>
                <a:lnTo>
                  <a:pt x="1165666" y="140359"/>
                </a:lnTo>
                <a:lnTo>
                  <a:pt x="1165612" y="140717"/>
                </a:lnTo>
                <a:lnTo>
                  <a:pt x="1165559" y="141070"/>
                </a:lnTo>
                <a:lnTo>
                  <a:pt x="1165508" y="141416"/>
                </a:lnTo>
                <a:lnTo>
                  <a:pt x="1165459" y="141756"/>
                </a:lnTo>
                <a:lnTo>
                  <a:pt x="1165412" y="142090"/>
                </a:lnTo>
                <a:lnTo>
                  <a:pt x="1165366" y="142418"/>
                </a:lnTo>
                <a:lnTo>
                  <a:pt x="1165323" y="142741"/>
                </a:lnTo>
                <a:lnTo>
                  <a:pt x="1165281" y="143057"/>
                </a:lnTo>
                <a:lnTo>
                  <a:pt x="1165241" y="143367"/>
                </a:lnTo>
                <a:lnTo>
                  <a:pt x="1165202" y="143671"/>
                </a:lnTo>
                <a:lnTo>
                  <a:pt x="1165165" y="143969"/>
                </a:lnTo>
                <a:lnTo>
                  <a:pt x="1165131" y="144261"/>
                </a:lnTo>
                <a:lnTo>
                  <a:pt x="1165096" y="143969"/>
                </a:lnTo>
                <a:lnTo>
                  <a:pt x="1165059" y="143671"/>
                </a:lnTo>
                <a:lnTo>
                  <a:pt x="1165021" y="143367"/>
                </a:lnTo>
                <a:lnTo>
                  <a:pt x="1164980" y="143057"/>
                </a:lnTo>
                <a:lnTo>
                  <a:pt x="1164938" y="142741"/>
                </a:lnTo>
                <a:lnTo>
                  <a:pt x="1164895" y="142418"/>
                </a:lnTo>
                <a:lnTo>
                  <a:pt x="1164849" y="142090"/>
                </a:lnTo>
                <a:lnTo>
                  <a:pt x="1164802" y="141756"/>
                </a:lnTo>
                <a:lnTo>
                  <a:pt x="1164753" y="141416"/>
                </a:lnTo>
                <a:lnTo>
                  <a:pt x="1164702" y="141070"/>
                </a:lnTo>
                <a:lnTo>
                  <a:pt x="1164649" y="140717"/>
                </a:lnTo>
                <a:lnTo>
                  <a:pt x="1164595" y="140359"/>
                </a:lnTo>
                <a:lnTo>
                  <a:pt x="1164539" y="139995"/>
                </a:lnTo>
                <a:lnTo>
                  <a:pt x="1164481" y="139624"/>
                </a:lnTo>
                <a:lnTo>
                  <a:pt x="1164421" y="139248"/>
                </a:lnTo>
                <a:lnTo>
                  <a:pt x="1164360" y="138866"/>
                </a:lnTo>
                <a:lnTo>
                  <a:pt x="1164297" y="138477"/>
                </a:lnTo>
                <a:lnTo>
                  <a:pt x="1164232" y="138083"/>
                </a:lnTo>
                <a:lnTo>
                  <a:pt x="1164165" y="137682"/>
                </a:lnTo>
                <a:lnTo>
                  <a:pt x="1164096" y="137276"/>
                </a:lnTo>
                <a:lnTo>
                  <a:pt x="1164026" y="136863"/>
                </a:lnTo>
                <a:lnTo>
                  <a:pt x="1163954" y="136445"/>
                </a:lnTo>
                <a:lnTo>
                  <a:pt x="1163880" y="136020"/>
                </a:lnTo>
                <a:lnTo>
                  <a:pt x="1163804" y="135590"/>
                </a:lnTo>
                <a:lnTo>
                  <a:pt x="1163728" y="135157"/>
                </a:lnTo>
                <a:lnTo>
                  <a:pt x="1163653" y="134728"/>
                </a:lnTo>
                <a:lnTo>
                  <a:pt x="1163579" y="134300"/>
                </a:lnTo>
                <a:lnTo>
                  <a:pt x="1163507" y="133875"/>
                </a:lnTo>
                <a:lnTo>
                  <a:pt x="1163435" y="133453"/>
                </a:lnTo>
                <a:lnTo>
                  <a:pt x="1163364" y="133033"/>
                </a:lnTo>
                <a:lnTo>
                  <a:pt x="1163295" y="132615"/>
                </a:lnTo>
                <a:lnTo>
                  <a:pt x="1163226" y="132200"/>
                </a:lnTo>
                <a:lnTo>
                  <a:pt x="1163159" y="131788"/>
                </a:lnTo>
                <a:lnTo>
                  <a:pt x="1163092" y="131378"/>
                </a:lnTo>
                <a:lnTo>
                  <a:pt x="1163027" y="130970"/>
                </a:lnTo>
                <a:lnTo>
                  <a:pt x="1162963" y="130565"/>
                </a:lnTo>
                <a:lnTo>
                  <a:pt x="1162900" y="130163"/>
                </a:lnTo>
                <a:lnTo>
                  <a:pt x="1162838" y="129762"/>
                </a:lnTo>
                <a:lnTo>
                  <a:pt x="1162776" y="129365"/>
                </a:lnTo>
                <a:lnTo>
                  <a:pt x="1162717" y="128970"/>
                </a:lnTo>
                <a:lnTo>
                  <a:pt x="1162658" y="128577"/>
                </a:lnTo>
                <a:lnTo>
                  <a:pt x="1162600" y="128187"/>
                </a:lnTo>
                <a:lnTo>
                  <a:pt x="1162543" y="127799"/>
                </a:lnTo>
                <a:lnTo>
                  <a:pt x="1162487" y="127414"/>
                </a:lnTo>
                <a:lnTo>
                  <a:pt x="1162433" y="127031"/>
                </a:lnTo>
                <a:lnTo>
                  <a:pt x="1162379" y="126650"/>
                </a:lnTo>
                <a:lnTo>
                  <a:pt x="1162327" y="126273"/>
                </a:lnTo>
                <a:lnTo>
                  <a:pt x="1162275" y="125897"/>
                </a:lnTo>
                <a:lnTo>
                  <a:pt x="1149827" y="46317"/>
                </a:lnTo>
                <a:lnTo>
                  <a:pt x="1132279" y="46317"/>
                </a:lnTo>
                <a:lnTo>
                  <a:pt x="1119831" y="125897"/>
                </a:lnTo>
                <a:lnTo>
                  <a:pt x="1119780" y="126273"/>
                </a:lnTo>
                <a:lnTo>
                  <a:pt x="1119727" y="126650"/>
                </a:lnTo>
                <a:lnTo>
                  <a:pt x="1119673" y="127031"/>
                </a:lnTo>
                <a:lnTo>
                  <a:pt x="1119618" y="127414"/>
                </a:lnTo>
                <a:lnTo>
                  <a:pt x="1119562" y="127799"/>
                </a:lnTo>
                <a:lnTo>
                  <a:pt x="1119506" y="128187"/>
                </a:lnTo>
                <a:lnTo>
                  <a:pt x="1119448" y="128577"/>
                </a:lnTo>
                <a:lnTo>
                  <a:pt x="1119388" y="128970"/>
                </a:lnTo>
                <a:lnTo>
                  <a:pt x="1119328" y="129365"/>
                </a:lnTo>
                <a:lnTo>
                  <a:pt x="1119267" y="129762"/>
                </a:lnTo>
                <a:lnTo>
                  <a:pt x="1119205" y="130163"/>
                </a:lnTo>
                <a:lnTo>
                  <a:pt x="1119142" y="130565"/>
                </a:lnTo>
                <a:lnTo>
                  <a:pt x="1119077" y="130970"/>
                </a:lnTo>
                <a:lnTo>
                  <a:pt x="1119012" y="131378"/>
                </a:lnTo>
                <a:lnTo>
                  <a:pt x="1118945" y="131788"/>
                </a:lnTo>
                <a:lnTo>
                  <a:pt x="1118878" y="132200"/>
                </a:lnTo>
                <a:lnTo>
                  <a:pt x="1118809" y="132615"/>
                </a:lnTo>
                <a:lnTo>
                  <a:pt x="1118740" y="133033"/>
                </a:lnTo>
                <a:lnTo>
                  <a:pt x="1118669" y="133453"/>
                </a:lnTo>
                <a:lnTo>
                  <a:pt x="1118597" y="133875"/>
                </a:lnTo>
                <a:lnTo>
                  <a:pt x="1118524" y="134300"/>
                </a:lnTo>
                <a:lnTo>
                  <a:pt x="1118450" y="134728"/>
                </a:lnTo>
                <a:lnTo>
                  <a:pt x="1118375" y="135157"/>
                </a:lnTo>
                <a:lnTo>
                  <a:pt x="1118299" y="135590"/>
                </a:lnTo>
                <a:lnTo>
                  <a:pt x="1118224" y="136020"/>
                </a:lnTo>
                <a:lnTo>
                  <a:pt x="1118150" y="136445"/>
                </a:lnTo>
                <a:lnTo>
                  <a:pt x="1118078" y="136863"/>
                </a:lnTo>
                <a:lnTo>
                  <a:pt x="1118008" y="137276"/>
                </a:lnTo>
                <a:lnTo>
                  <a:pt x="1117940" y="137682"/>
                </a:lnTo>
                <a:lnTo>
                  <a:pt x="1117873" y="138083"/>
                </a:lnTo>
                <a:lnTo>
                  <a:pt x="1117809" y="138477"/>
                </a:lnTo>
                <a:lnTo>
                  <a:pt x="1117746" y="138866"/>
                </a:lnTo>
                <a:lnTo>
                  <a:pt x="1117684" y="139248"/>
                </a:lnTo>
                <a:lnTo>
                  <a:pt x="1117625" y="139624"/>
                </a:lnTo>
                <a:lnTo>
                  <a:pt x="1117567" y="139995"/>
                </a:lnTo>
                <a:lnTo>
                  <a:pt x="1117511" y="140359"/>
                </a:lnTo>
                <a:lnTo>
                  <a:pt x="1117457" y="140717"/>
                </a:lnTo>
                <a:lnTo>
                  <a:pt x="1117404" y="141070"/>
                </a:lnTo>
                <a:lnTo>
                  <a:pt x="1117353" y="141416"/>
                </a:lnTo>
                <a:lnTo>
                  <a:pt x="1117304" y="141756"/>
                </a:lnTo>
                <a:lnTo>
                  <a:pt x="1117257" y="142090"/>
                </a:lnTo>
                <a:lnTo>
                  <a:pt x="1117212" y="142418"/>
                </a:lnTo>
                <a:lnTo>
                  <a:pt x="1117168" y="142741"/>
                </a:lnTo>
                <a:lnTo>
                  <a:pt x="1117126" y="143057"/>
                </a:lnTo>
                <a:lnTo>
                  <a:pt x="1117086" y="143367"/>
                </a:lnTo>
                <a:lnTo>
                  <a:pt x="1117048" y="143671"/>
                </a:lnTo>
                <a:lnTo>
                  <a:pt x="1117011" y="143969"/>
                </a:lnTo>
                <a:lnTo>
                  <a:pt x="1116976" y="144261"/>
                </a:lnTo>
                <a:lnTo>
                  <a:pt x="1116941" y="143969"/>
                </a:lnTo>
                <a:lnTo>
                  <a:pt x="1116906" y="143671"/>
                </a:lnTo>
                <a:lnTo>
                  <a:pt x="1116869" y="143367"/>
                </a:lnTo>
                <a:lnTo>
                  <a:pt x="1116831" y="143057"/>
                </a:lnTo>
                <a:lnTo>
                  <a:pt x="1116792" y="142741"/>
                </a:lnTo>
                <a:lnTo>
                  <a:pt x="1116752" y="142418"/>
                </a:lnTo>
                <a:lnTo>
                  <a:pt x="1116711" y="142090"/>
                </a:lnTo>
                <a:lnTo>
                  <a:pt x="1116669" y="141756"/>
                </a:lnTo>
                <a:lnTo>
                  <a:pt x="1116625" y="141416"/>
                </a:lnTo>
                <a:lnTo>
                  <a:pt x="1116581" y="141070"/>
                </a:lnTo>
                <a:lnTo>
                  <a:pt x="1116536" y="140717"/>
                </a:lnTo>
                <a:lnTo>
                  <a:pt x="1116490" y="140359"/>
                </a:lnTo>
                <a:lnTo>
                  <a:pt x="1116442" y="139995"/>
                </a:lnTo>
                <a:lnTo>
                  <a:pt x="1116394" y="139624"/>
                </a:lnTo>
                <a:lnTo>
                  <a:pt x="1116344" y="139248"/>
                </a:lnTo>
                <a:lnTo>
                  <a:pt x="1116294" y="138866"/>
                </a:lnTo>
                <a:lnTo>
                  <a:pt x="1116242" y="138477"/>
                </a:lnTo>
                <a:lnTo>
                  <a:pt x="1116190" y="138083"/>
                </a:lnTo>
                <a:lnTo>
                  <a:pt x="1116136" y="137682"/>
                </a:lnTo>
                <a:lnTo>
                  <a:pt x="1116081" y="137276"/>
                </a:lnTo>
                <a:lnTo>
                  <a:pt x="1116026" y="136863"/>
                </a:lnTo>
                <a:lnTo>
                  <a:pt x="1115969" y="136445"/>
                </a:lnTo>
                <a:lnTo>
                  <a:pt x="1115911" y="136020"/>
                </a:lnTo>
                <a:lnTo>
                  <a:pt x="1115852" y="135590"/>
                </a:lnTo>
                <a:lnTo>
                  <a:pt x="1115793" y="135157"/>
                </a:lnTo>
                <a:lnTo>
                  <a:pt x="1115734" y="134728"/>
                </a:lnTo>
                <a:lnTo>
                  <a:pt x="1115675" y="134300"/>
                </a:lnTo>
                <a:lnTo>
                  <a:pt x="1115617" y="133875"/>
                </a:lnTo>
                <a:lnTo>
                  <a:pt x="1115559" y="133453"/>
                </a:lnTo>
                <a:lnTo>
                  <a:pt x="1115502" y="133033"/>
                </a:lnTo>
                <a:lnTo>
                  <a:pt x="1115445" y="132615"/>
                </a:lnTo>
                <a:lnTo>
                  <a:pt x="1115388" y="132200"/>
                </a:lnTo>
                <a:lnTo>
                  <a:pt x="1115331" y="131788"/>
                </a:lnTo>
                <a:lnTo>
                  <a:pt x="1115275" y="131378"/>
                </a:lnTo>
                <a:lnTo>
                  <a:pt x="1115219" y="130970"/>
                </a:lnTo>
                <a:lnTo>
                  <a:pt x="1115164" y="130565"/>
                </a:lnTo>
                <a:lnTo>
                  <a:pt x="1115109" y="130163"/>
                </a:lnTo>
                <a:lnTo>
                  <a:pt x="1115054" y="129762"/>
                </a:lnTo>
                <a:lnTo>
                  <a:pt x="1115000" y="129365"/>
                </a:lnTo>
                <a:lnTo>
                  <a:pt x="1114946" y="128970"/>
                </a:lnTo>
                <a:lnTo>
                  <a:pt x="1114892" y="128577"/>
                </a:lnTo>
                <a:lnTo>
                  <a:pt x="1114839" y="128187"/>
                </a:lnTo>
                <a:lnTo>
                  <a:pt x="1114786" y="127799"/>
                </a:lnTo>
                <a:lnTo>
                  <a:pt x="1114733" y="127414"/>
                </a:lnTo>
                <a:lnTo>
                  <a:pt x="1114681" y="127031"/>
                </a:lnTo>
                <a:lnTo>
                  <a:pt x="1114629" y="126650"/>
                </a:lnTo>
                <a:lnTo>
                  <a:pt x="1114577" y="126273"/>
                </a:lnTo>
                <a:lnTo>
                  <a:pt x="1114526" y="125897"/>
                </a:lnTo>
                <a:lnTo>
                  <a:pt x="1103304" y="46317"/>
                </a:lnTo>
                <a:lnTo>
                  <a:pt x="1086980" y="46317"/>
                </a:lnTo>
                <a:lnTo>
                  <a:pt x="1104936" y="158546"/>
                </a:lnTo>
                <a:lnTo>
                  <a:pt x="1125137" y="158546"/>
                </a:lnTo>
                <a:lnTo>
                  <a:pt x="1137787" y="81006"/>
                </a:lnTo>
                <a:lnTo>
                  <a:pt x="1137872" y="80530"/>
                </a:lnTo>
                <a:lnTo>
                  <a:pt x="1137956" y="80054"/>
                </a:lnTo>
                <a:close/>
                <a:moveTo>
                  <a:pt x="1022806" y="160036"/>
                </a:moveTo>
                <a:lnTo>
                  <a:pt x="1023871" y="159956"/>
                </a:lnTo>
                <a:lnTo>
                  <a:pt x="1024923" y="159859"/>
                </a:lnTo>
                <a:lnTo>
                  <a:pt x="1025962" y="159744"/>
                </a:lnTo>
                <a:lnTo>
                  <a:pt x="1026989" y="159611"/>
                </a:lnTo>
                <a:lnTo>
                  <a:pt x="1028003" y="159460"/>
                </a:lnTo>
                <a:lnTo>
                  <a:pt x="1029004" y="159292"/>
                </a:lnTo>
                <a:lnTo>
                  <a:pt x="1029992" y="159106"/>
                </a:lnTo>
                <a:lnTo>
                  <a:pt x="1030968" y="158903"/>
                </a:lnTo>
                <a:lnTo>
                  <a:pt x="1031930" y="158681"/>
                </a:lnTo>
                <a:lnTo>
                  <a:pt x="1032881" y="158442"/>
                </a:lnTo>
                <a:lnTo>
                  <a:pt x="1033818" y="158185"/>
                </a:lnTo>
                <a:lnTo>
                  <a:pt x="1034743" y="157911"/>
                </a:lnTo>
                <a:lnTo>
                  <a:pt x="1035654" y="157619"/>
                </a:lnTo>
                <a:lnTo>
                  <a:pt x="1036554" y="157309"/>
                </a:lnTo>
                <a:lnTo>
                  <a:pt x="1037440" y="156981"/>
                </a:lnTo>
                <a:lnTo>
                  <a:pt x="1038314" y="156636"/>
                </a:lnTo>
                <a:lnTo>
                  <a:pt x="1039174" y="156273"/>
                </a:lnTo>
                <a:lnTo>
                  <a:pt x="1040023" y="155892"/>
                </a:lnTo>
                <a:lnTo>
                  <a:pt x="1040858" y="155494"/>
                </a:lnTo>
                <a:lnTo>
                  <a:pt x="1041681" y="155078"/>
                </a:lnTo>
                <a:lnTo>
                  <a:pt x="1042489" y="154644"/>
                </a:lnTo>
                <a:lnTo>
                  <a:pt x="1043283" y="154195"/>
                </a:lnTo>
                <a:lnTo>
                  <a:pt x="1044061" y="153730"/>
                </a:lnTo>
                <a:lnTo>
                  <a:pt x="1044824" y="153249"/>
                </a:lnTo>
                <a:lnTo>
                  <a:pt x="1045571" y="152752"/>
                </a:lnTo>
                <a:lnTo>
                  <a:pt x="1046304" y="152239"/>
                </a:lnTo>
                <a:lnTo>
                  <a:pt x="1047021" y="151711"/>
                </a:lnTo>
                <a:lnTo>
                  <a:pt x="1047723" y="151166"/>
                </a:lnTo>
                <a:lnTo>
                  <a:pt x="1048410" y="150605"/>
                </a:lnTo>
                <a:lnTo>
                  <a:pt x="1049081" y="150029"/>
                </a:lnTo>
                <a:lnTo>
                  <a:pt x="1049737" y="149436"/>
                </a:lnTo>
                <a:lnTo>
                  <a:pt x="1050378" y="148828"/>
                </a:lnTo>
                <a:lnTo>
                  <a:pt x="1051004" y="148204"/>
                </a:lnTo>
                <a:lnTo>
                  <a:pt x="1051615" y="147563"/>
                </a:lnTo>
                <a:lnTo>
                  <a:pt x="1052210" y="146907"/>
                </a:lnTo>
                <a:lnTo>
                  <a:pt x="1052790" y="146235"/>
                </a:lnTo>
                <a:lnTo>
                  <a:pt x="1053355" y="145547"/>
                </a:lnTo>
                <a:lnTo>
                  <a:pt x="1053904" y="144843"/>
                </a:lnTo>
                <a:lnTo>
                  <a:pt x="1054438" y="144123"/>
                </a:lnTo>
                <a:lnTo>
                  <a:pt x="1054957" y="143387"/>
                </a:lnTo>
                <a:lnTo>
                  <a:pt x="1055461" y="142636"/>
                </a:lnTo>
                <a:lnTo>
                  <a:pt x="1055950" y="141868"/>
                </a:lnTo>
                <a:lnTo>
                  <a:pt x="1056423" y="141085"/>
                </a:lnTo>
                <a:lnTo>
                  <a:pt x="1056881" y="140285"/>
                </a:lnTo>
                <a:lnTo>
                  <a:pt x="1057322" y="139471"/>
                </a:lnTo>
                <a:lnTo>
                  <a:pt x="1057745" y="138645"/>
                </a:lnTo>
                <a:lnTo>
                  <a:pt x="1058149" y="137806"/>
                </a:lnTo>
                <a:lnTo>
                  <a:pt x="1058534" y="136955"/>
                </a:lnTo>
                <a:lnTo>
                  <a:pt x="1058900" y="136091"/>
                </a:lnTo>
                <a:lnTo>
                  <a:pt x="1059247" y="135216"/>
                </a:lnTo>
                <a:lnTo>
                  <a:pt x="1059576" y="134327"/>
                </a:lnTo>
                <a:lnTo>
                  <a:pt x="1059886" y="133427"/>
                </a:lnTo>
                <a:lnTo>
                  <a:pt x="1060177" y="132513"/>
                </a:lnTo>
                <a:lnTo>
                  <a:pt x="1060449" y="131588"/>
                </a:lnTo>
                <a:lnTo>
                  <a:pt x="1060703" y="130650"/>
                </a:lnTo>
                <a:lnTo>
                  <a:pt x="1060937" y="129700"/>
                </a:lnTo>
                <a:lnTo>
                  <a:pt x="1061153" y="128737"/>
                </a:lnTo>
                <a:lnTo>
                  <a:pt x="1061350" y="127762"/>
                </a:lnTo>
                <a:lnTo>
                  <a:pt x="1061529" y="126774"/>
                </a:lnTo>
                <a:lnTo>
                  <a:pt x="1061688" y="125774"/>
                </a:lnTo>
                <a:lnTo>
                  <a:pt x="1061829" y="124762"/>
                </a:lnTo>
                <a:lnTo>
                  <a:pt x="1061951" y="123737"/>
                </a:lnTo>
                <a:lnTo>
                  <a:pt x="1062055" y="122700"/>
                </a:lnTo>
                <a:lnTo>
                  <a:pt x="1062139" y="121651"/>
                </a:lnTo>
                <a:lnTo>
                  <a:pt x="1062205" y="120589"/>
                </a:lnTo>
                <a:lnTo>
                  <a:pt x="1062252" y="119515"/>
                </a:lnTo>
                <a:lnTo>
                  <a:pt x="1062280" y="118428"/>
                </a:lnTo>
                <a:lnTo>
                  <a:pt x="1062289" y="117329"/>
                </a:lnTo>
                <a:lnTo>
                  <a:pt x="1062289" y="87333"/>
                </a:lnTo>
                <a:lnTo>
                  <a:pt x="1062280" y="86234"/>
                </a:lnTo>
                <a:lnTo>
                  <a:pt x="1062252" y="85147"/>
                </a:lnTo>
                <a:lnTo>
                  <a:pt x="1062205" y="84074"/>
                </a:lnTo>
                <a:lnTo>
                  <a:pt x="1062139" y="83013"/>
                </a:lnTo>
                <a:lnTo>
                  <a:pt x="1062055" y="81965"/>
                </a:lnTo>
                <a:lnTo>
                  <a:pt x="1061951" y="80930"/>
                </a:lnTo>
                <a:lnTo>
                  <a:pt x="1061829" y="79908"/>
                </a:lnTo>
                <a:lnTo>
                  <a:pt x="1061688" y="78898"/>
                </a:lnTo>
                <a:lnTo>
                  <a:pt x="1061529" y="77901"/>
                </a:lnTo>
                <a:lnTo>
                  <a:pt x="1061350" y="76917"/>
                </a:lnTo>
                <a:lnTo>
                  <a:pt x="1061153" y="75946"/>
                </a:lnTo>
                <a:lnTo>
                  <a:pt x="1060937" y="74987"/>
                </a:lnTo>
                <a:lnTo>
                  <a:pt x="1060703" y="74041"/>
                </a:lnTo>
                <a:lnTo>
                  <a:pt x="1060449" y="73108"/>
                </a:lnTo>
                <a:lnTo>
                  <a:pt x="1060177" y="72188"/>
                </a:lnTo>
                <a:lnTo>
                  <a:pt x="1059886" y="71280"/>
                </a:lnTo>
                <a:lnTo>
                  <a:pt x="1059576" y="70386"/>
                </a:lnTo>
                <a:lnTo>
                  <a:pt x="1059247" y="69503"/>
                </a:lnTo>
                <a:lnTo>
                  <a:pt x="1058900" y="68634"/>
                </a:lnTo>
                <a:lnTo>
                  <a:pt x="1058534" y="67778"/>
                </a:lnTo>
                <a:lnTo>
                  <a:pt x="1058149" y="66934"/>
                </a:lnTo>
                <a:lnTo>
                  <a:pt x="1057745" y="66103"/>
                </a:lnTo>
                <a:lnTo>
                  <a:pt x="1057322" y="65284"/>
                </a:lnTo>
                <a:lnTo>
                  <a:pt x="1056881" y="64479"/>
                </a:lnTo>
                <a:lnTo>
                  <a:pt x="1056423" y="63688"/>
                </a:lnTo>
                <a:lnTo>
                  <a:pt x="1055950" y="62912"/>
                </a:lnTo>
                <a:lnTo>
                  <a:pt x="1055461" y="62152"/>
                </a:lnTo>
                <a:lnTo>
                  <a:pt x="1054957" y="61407"/>
                </a:lnTo>
                <a:lnTo>
                  <a:pt x="1054438" y="60678"/>
                </a:lnTo>
                <a:lnTo>
                  <a:pt x="1053904" y="59965"/>
                </a:lnTo>
                <a:lnTo>
                  <a:pt x="1053355" y="59267"/>
                </a:lnTo>
                <a:lnTo>
                  <a:pt x="1052790" y="58585"/>
                </a:lnTo>
                <a:lnTo>
                  <a:pt x="1052210" y="57918"/>
                </a:lnTo>
                <a:lnTo>
                  <a:pt x="1051615" y="57267"/>
                </a:lnTo>
                <a:lnTo>
                  <a:pt x="1051004" y="56631"/>
                </a:lnTo>
                <a:lnTo>
                  <a:pt x="1050378" y="56012"/>
                </a:lnTo>
                <a:lnTo>
                  <a:pt x="1049737" y="55407"/>
                </a:lnTo>
                <a:lnTo>
                  <a:pt x="1049081" y="54819"/>
                </a:lnTo>
                <a:lnTo>
                  <a:pt x="1048410" y="54246"/>
                </a:lnTo>
                <a:lnTo>
                  <a:pt x="1047723" y="53688"/>
                </a:lnTo>
                <a:lnTo>
                  <a:pt x="1047021" y="53146"/>
                </a:lnTo>
                <a:lnTo>
                  <a:pt x="1046304" y="52620"/>
                </a:lnTo>
                <a:lnTo>
                  <a:pt x="1045571" y="52109"/>
                </a:lnTo>
                <a:lnTo>
                  <a:pt x="1044824" y="51614"/>
                </a:lnTo>
                <a:lnTo>
                  <a:pt x="1044061" y="51134"/>
                </a:lnTo>
                <a:lnTo>
                  <a:pt x="1043283" y="50670"/>
                </a:lnTo>
                <a:lnTo>
                  <a:pt x="1042489" y="50222"/>
                </a:lnTo>
                <a:lnTo>
                  <a:pt x="1041681" y="49789"/>
                </a:lnTo>
                <a:lnTo>
                  <a:pt x="1040858" y="49373"/>
                </a:lnTo>
                <a:lnTo>
                  <a:pt x="1040023" y="48974"/>
                </a:lnTo>
                <a:lnTo>
                  <a:pt x="1039174" y="48593"/>
                </a:lnTo>
                <a:lnTo>
                  <a:pt x="1038314" y="48230"/>
                </a:lnTo>
                <a:lnTo>
                  <a:pt x="1037440" y="47884"/>
                </a:lnTo>
                <a:lnTo>
                  <a:pt x="1036554" y="47556"/>
                </a:lnTo>
                <a:lnTo>
                  <a:pt x="1035654" y="47246"/>
                </a:lnTo>
                <a:lnTo>
                  <a:pt x="1034743" y="46954"/>
                </a:lnTo>
                <a:lnTo>
                  <a:pt x="1033818" y="46679"/>
                </a:lnTo>
                <a:lnTo>
                  <a:pt x="1032881" y="46422"/>
                </a:lnTo>
                <a:lnTo>
                  <a:pt x="1031930" y="46183"/>
                </a:lnTo>
                <a:lnTo>
                  <a:pt x="1030968" y="45962"/>
                </a:lnTo>
                <a:lnTo>
                  <a:pt x="1029992" y="45758"/>
                </a:lnTo>
                <a:lnTo>
                  <a:pt x="1029004" y="45572"/>
                </a:lnTo>
                <a:lnTo>
                  <a:pt x="1028003" y="45404"/>
                </a:lnTo>
                <a:lnTo>
                  <a:pt x="1026989" y="45253"/>
                </a:lnTo>
                <a:lnTo>
                  <a:pt x="1025962" y="45120"/>
                </a:lnTo>
                <a:lnTo>
                  <a:pt x="1024923" y="45005"/>
                </a:lnTo>
                <a:lnTo>
                  <a:pt x="1023871" y="44907"/>
                </a:lnTo>
                <a:lnTo>
                  <a:pt x="1022806" y="44828"/>
                </a:lnTo>
                <a:lnTo>
                  <a:pt x="1021728" y="44766"/>
                </a:lnTo>
                <a:lnTo>
                  <a:pt x="1020638" y="44721"/>
                </a:lnTo>
                <a:lnTo>
                  <a:pt x="1019535" y="44695"/>
                </a:lnTo>
                <a:lnTo>
                  <a:pt x="1018419" y="44686"/>
                </a:lnTo>
                <a:lnTo>
                  <a:pt x="1017303" y="44695"/>
                </a:lnTo>
                <a:lnTo>
                  <a:pt x="1016200" y="44721"/>
                </a:lnTo>
                <a:lnTo>
                  <a:pt x="1015109" y="44766"/>
                </a:lnTo>
                <a:lnTo>
                  <a:pt x="1014031" y="44828"/>
                </a:lnTo>
                <a:lnTo>
                  <a:pt x="1012966" y="44907"/>
                </a:lnTo>
                <a:lnTo>
                  <a:pt x="1011914" y="45005"/>
                </a:lnTo>
                <a:lnTo>
                  <a:pt x="1010875" y="45120"/>
                </a:lnTo>
                <a:lnTo>
                  <a:pt x="1009848" y="45253"/>
                </a:lnTo>
                <a:lnTo>
                  <a:pt x="1008834" y="45404"/>
                </a:lnTo>
                <a:lnTo>
                  <a:pt x="1007833" y="45572"/>
                </a:lnTo>
                <a:lnTo>
                  <a:pt x="1006844" y="45758"/>
                </a:lnTo>
                <a:lnTo>
                  <a:pt x="1005868" y="45962"/>
                </a:lnTo>
                <a:lnTo>
                  <a:pt x="1004905" y="46183"/>
                </a:lnTo>
                <a:lnTo>
                  <a:pt x="1003955" y="46422"/>
                </a:lnTo>
                <a:lnTo>
                  <a:pt x="1003018" y="46679"/>
                </a:lnTo>
                <a:lnTo>
                  <a:pt x="1002093" y="46954"/>
                </a:lnTo>
                <a:lnTo>
                  <a:pt x="1001181" y="47246"/>
                </a:lnTo>
                <a:lnTo>
                  <a:pt x="1000282" y="47556"/>
                </a:lnTo>
                <a:lnTo>
                  <a:pt x="999395" y="47884"/>
                </a:lnTo>
                <a:lnTo>
                  <a:pt x="998522" y="48230"/>
                </a:lnTo>
                <a:lnTo>
                  <a:pt x="997661" y="48593"/>
                </a:lnTo>
                <a:lnTo>
                  <a:pt x="996813" y="48974"/>
                </a:lnTo>
                <a:lnTo>
                  <a:pt x="995977" y="49373"/>
                </a:lnTo>
                <a:lnTo>
                  <a:pt x="995155" y="49789"/>
                </a:lnTo>
                <a:lnTo>
                  <a:pt x="994346" y="50222"/>
                </a:lnTo>
                <a:lnTo>
                  <a:pt x="993553" y="50670"/>
                </a:lnTo>
                <a:lnTo>
                  <a:pt x="992775" y="51134"/>
                </a:lnTo>
                <a:lnTo>
                  <a:pt x="992012" y="51614"/>
                </a:lnTo>
                <a:lnTo>
                  <a:pt x="991265" y="52109"/>
                </a:lnTo>
                <a:lnTo>
                  <a:pt x="990532" y="52620"/>
                </a:lnTo>
                <a:lnTo>
                  <a:pt x="989815" y="53146"/>
                </a:lnTo>
                <a:lnTo>
                  <a:pt x="989114" y="53688"/>
                </a:lnTo>
                <a:lnTo>
                  <a:pt x="988427" y="54246"/>
                </a:lnTo>
                <a:lnTo>
                  <a:pt x="987756" y="54819"/>
                </a:lnTo>
                <a:lnTo>
                  <a:pt x="987099" y="55407"/>
                </a:lnTo>
                <a:lnTo>
                  <a:pt x="986458" y="56012"/>
                </a:lnTo>
                <a:lnTo>
                  <a:pt x="985833" y="56631"/>
                </a:lnTo>
                <a:lnTo>
                  <a:pt x="985222" y="57267"/>
                </a:lnTo>
                <a:lnTo>
                  <a:pt x="984627" y="57918"/>
                </a:lnTo>
                <a:lnTo>
                  <a:pt x="984047" y="58585"/>
                </a:lnTo>
                <a:lnTo>
                  <a:pt x="983482" y="59267"/>
                </a:lnTo>
                <a:lnTo>
                  <a:pt x="982932" y="59965"/>
                </a:lnTo>
                <a:lnTo>
                  <a:pt x="982398" y="60678"/>
                </a:lnTo>
                <a:lnTo>
                  <a:pt x="981879" y="61407"/>
                </a:lnTo>
                <a:lnTo>
                  <a:pt x="981375" y="62152"/>
                </a:lnTo>
                <a:lnTo>
                  <a:pt x="980886" y="62912"/>
                </a:lnTo>
                <a:lnTo>
                  <a:pt x="980412" y="63688"/>
                </a:lnTo>
                <a:lnTo>
                  <a:pt x="979954" y="64479"/>
                </a:lnTo>
                <a:lnTo>
                  <a:pt x="979513" y="65285"/>
                </a:lnTo>
                <a:lnTo>
                  <a:pt x="979091" y="66104"/>
                </a:lnTo>
                <a:lnTo>
                  <a:pt x="978687" y="66937"/>
                </a:lnTo>
                <a:lnTo>
                  <a:pt x="978303" y="67783"/>
                </a:lnTo>
                <a:lnTo>
                  <a:pt x="977937" y="68643"/>
                </a:lnTo>
                <a:lnTo>
                  <a:pt x="977589" y="69516"/>
                </a:lnTo>
                <a:lnTo>
                  <a:pt x="977261" y="70403"/>
                </a:lnTo>
                <a:lnTo>
                  <a:pt x="976951" y="71303"/>
                </a:lnTo>
                <a:lnTo>
                  <a:pt x="976660" y="72216"/>
                </a:lnTo>
                <a:lnTo>
                  <a:pt x="976388" y="73143"/>
                </a:lnTo>
                <a:lnTo>
                  <a:pt x="976135" y="74084"/>
                </a:lnTo>
                <a:lnTo>
                  <a:pt x="975900" y="75038"/>
                </a:lnTo>
                <a:lnTo>
                  <a:pt x="975684" y="76005"/>
                </a:lnTo>
                <a:lnTo>
                  <a:pt x="975487" y="76986"/>
                </a:lnTo>
                <a:lnTo>
                  <a:pt x="975309" y="77980"/>
                </a:lnTo>
                <a:lnTo>
                  <a:pt x="975150" y="78988"/>
                </a:lnTo>
                <a:lnTo>
                  <a:pt x="975009" y="80009"/>
                </a:lnTo>
                <a:lnTo>
                  <a:pt x="974887" y="81044"/>
                </a:lnTo>
                <a:lnTo>
                  <a:pt x="974784" y="82092"/>
                </a:lnTo>
                <a:lnTo>
                  <a:pt x="974699" y="83154"/>
                </a:lnTo>
                <a:lnTo>
                  <a:pt x="974633" y="84229"/>
                </a:lnTo>
                <a:lnTo>
                  <a:pt x="974587" y="85317"/>
                </a:lnTo>
                <a:lnTo>
                  <a:pt x="974558" y="86419"/>
                </a:lnTo>
                <a:lnTo>
                  <a:pt x="974549" y="87535"/>
                </a:lnTo>
                <a:lnTo>
                  <a:pt x="974549" y="117329"/>
                </a:lnTo>
                <a:lnTo>
                  <a:pt x="974558" y="118428"/>
                </a:lnTo>
                <a:lnTo>
                  <a:pt x="974587" y="119515"/>
                </a:lnTo>
                <a:lnTo>
                  <a:pt x="974633" y="120589"/>
                </a:lnTo>
                <a:lnTo>
                  <a:pt x="974699" y="121651"/>
                </a:lnTo>
                <a:lnTo>
                  <a:pt x="974784" y="122700"/>
                </a:lnTo>
                <a:lnTo>
                  <a:pt x="974887" y="123737"/>
                </a:lnTo>
                <a:lnTo>
                  <a:pt x="975009" y="124762"/>
                </a:lnTo>
                <a:lnTo>
                  <a:pt x="975150" y="125774"/>
                </a:lnTo>
                <a:lnTo>
                  <a:pt x="975309" y="126774"/>
                </a:lnTo>
                <a:lnTo>
                  <a:pt x="975487" y="127762"/>
                </a:lnTo>
                <a:lnTo>
                  <a:pt x="975684" y="128737"/>
                </a:lnTo>
                <a:lnTo>
                  <a:pt x="975900" y="129700"/>
                </a:lnTo>
                <a:lnTo>
                  <a:pt x="976135" y="130650"/>
                </a:lnTo>
                <a:lnTo>
                  <a:pt x="976388" y="131588"/>
                </a:lnTo>
                <a:lnTo>
                  <a:pt x="976660" y="132513"/>
                </a:lnTo>
                <a:lnTo>
                  <a:pt x="976951" y="133427"/>
                </a:lnTo>
                <a:lnTo>
                  <a:pt x="977261" y="134327"/>
                </a:lnTo>
                <a:lnTo>
                  <a:pt x="977589" y="135216"/>
                </a:lnTo>
                <a:lnTo>
                  <a:pt x="977937" y="136091"/>
                </a:lnTo>
                <a:lnTo>
                  <a:pt x="978303" y="136955"/>
                </a:lnTo>
                <a:lnTo>
                  <a:pt x="978687" y="137806"/>
                </a:lnTo>
                <a:lnTo>
                  <a:pt x="979091" y="138645"/>
                </a:lnTo>
                <a:lnTo>
                  <a:pt x="979513" y="139471"/>
                </a:lnTo>
                <a:lnTo>
                  <a:pt x="979954" y="140285"/>
                </a:lnTo>
                <a:lnTo>
                  <a:pt x="980412" y="141085"/>
                </a:lnTo>
                <a:lnTo>
                  <a:pt x="980886" y="141868"/>
                </a:lnTo>
                <a:lnTo>
                  <a:pt x="981375" y="142636"/>
                </a:lnTo>
                <a:lnTo>
                  <a:pt x="981879" y="143387"/>
                </a:lnTo>
                <a:lnTo>
                  <a:pt x="982398" y="144123"/>
                </a:lnTo>
                <a:lnTo>
                  <a:pt x="982932" y="144843"/>
                </a:lnTo>
                <a:lnTo>
                  <a:pt x="983482" y="145547"/>
                </a:lnTo>
                <a:lnTo>
                  <a:pt x="984047" y="146235"/>
                </a:lnTo>
                <a:lnTo>
                  <a:pt x="984627" y="146907"/>
                </a:lnTo>
                <a:lnTo>
                  <a:pt x="985222" y="147563"/>
                </a:lnTo>
                <a:lnTo>
                  <a:pt x="985833" y="148204"/>
                </a:lnTo>
                <a:lnTo>
                  <a:pt x="986458" y="148828"/>
                </a:lnTo>
                <a:lnTo>
                  <a:pt x="987099" y="149436"/>
                </a:lnTo>
                <a:lnTo>
                  <a:pt x="987756" y="150029"/>
                </a:lnTo>
                <a:lnTo>
                  <a:pt x="988427" y="150605"/>
                </a:lnTo>
                <a:lnTo>
                  <a:pt x="989114" y="151166"/>
                </a:lnTo>
                <a:lnTo>
                  <a:pt x="989815" y="151711"/>
                </a:lnTo>
                <a:lnTo>
                  <a:pt x="990532" y="152239"/>
                </a:lnTo>
                <a:lnTo>
                  <a:pt x="991265" y="152752"/>
                </a:lnTo>
                <a:lnTo>
                  <a:pt x="992012" y="153249"/>
                </a:lnTo>
                <a:lnTo>
                  <a:pt x="992775" y="153730"/>
                </a:lnTo>
                <a:lnTo>
                  <a:pt x="993553" y="154195"/>
                </a:lnTo>
                <a:lnTo>
                  <a:pt x="994346" y="154644"/>
                </a:lnTo>
                <a:lnTo>
                  <a:pt x="995155" y="155078"/>
                </a:lnTo>
                <a:lnTo>
                  <a:pt x="995977" y="155494"/>
                </a:lnTo>
                <a:lnTo>
                  <a:pt x="996813" y="155892"/>
                </a:lnTo>
                <a:lnTo>
                  <a:pt x="997661" y="156273"/>
                </a:lnTo>
                <a:lnTo>
                  <a:pt x="998522" y="156636"/>
                </a:lnTo>
                <a:lnTo>
                  <a:pt x="999395" y="156981"/>
                </a:lnTo>
                <a:lnTo>
                  <a:pt x="1000282" y="157309"/>
                </a:lnTo>
                <a:lnTo>
                  <a:pt x="1001181" y="157619"/>
                </a:lnTo>
                <a:lnTo>
                  <a:pt x="1002093" y="157911"/>
                </a:lnTo>
                <a:lnTo>
                  <a:pt x="1003018" y="158185"/>
                </a:lnTo>
                <a:lnTo>
                  <a:pt x="1003955" y="158442"/>
                </a:lnTo>
                <a:lnTo>
                  <a:pt x="1004905" y="158681"/>
                </a:lnTo>
                <a:lnTo>
                  <a:pt x="1005868" y="158903"/>
                </a:lnTo>
                <a:lnTo>
                  <a:pt x="1006844" y="159106"/>
                </a:lnTo>
                <a:lnTo>
                  <a:pt x="1007833" y="159292"/>
                </a:lnTo>
                <a:lnTo>
                  <a:pt x="1008834" y="159460"/>
                </a:lnTo>
                <a:lnTo>
                  <a:pt x="1009848" y="159611"/>
                </a:lnTo>
                <a:lnTo>
                  <a:pt x="1010875" y="159744"/>
                </a:lnTo>
                <a:lnTo>
                  <a:pt x="1011914" y="159859"/>
                </a:lnTo>
                <a:lnTo>
                  <a:pt x="1012966" y="159956"/>
                </a:lnTo>
                <a:lnTo>
                  <a:pt x="1014031" y="160036"/>
                </a:lnTo>
                <a:lnTo>
                  <a:pt x="1015109" y="160098"/>
                </a:lnTo>
                <a:lnTo>
                  <a:pt x="1016200" y="160142"/>
                </a:lnTo>
                <a:lnTo>
                  <a:pt x="1017303" y="160169"/>
                </a:lnTo>
                <a:lnTo>
                  <a:pt x="1018419" y="160178"/>
                </a:lnTo>
                <a:lnTo>
                  <a:pt x="1019535" y="160169"/>
                </a:lnTo>
                <a:lnTo>
                  <a:pt x="1020638" y="160142"/>
                </a:lnTo>
                <a:lnTo>
                  <a:pt x="1021728" y="160098"/>
                </a:lnTo>
                <a:lnTo>
                  <a:pt x="1022806" y="160036"/>
                </a:lnTo>
                <a:close/>
                <a:moveTo>
                  <a:pt x="1014613" y="143666"/>
                </a:moveTo>
                <a:lnTo>
                  <a:pt x="1013705" y="143561"/>
                </a:lnTo>
                <a:lnTo>
                  <a:pt x="1012814" y="143432"/>
                </a:lnTo>
                <a:lnTo>
                  <a:pt x="1011941" y="143281"/>
                </a:lnTo>
                <a:lnTo>
                  <a:pt x="1011085" y="143105"/>
                </a:lnTo>
                <a:lnTo>
                  <a:pt x="1010246" y="142907"/>
                </a:lnTo>
                <a:lnTo>
                  <a:pt x="1009425" y="142685"/>
                </a:lnTo>
                <a:lnTo>
                  <a:pt x="1008620" y="142439"/>
                </a:lnTo>
                <a:lnTo>
                  <a:pt x="1007834" y="142170"/>
                </a:lnTo>
                <a:lnTo>
                  <a:pt x="1007064" y="141878"/>
                </a:lnTo>
                <a:lnTo>
                  <a:pt x="1006313" y="141563"/>
                </a:lnTo>
                <a:lnTo>
                  <a:pt x="1005578" y="141224"/>
                </a:lnTo>
                <a:lnTo>
                  <a:pt x="1004861" y="140861"/>
                </a:lnTo>
                <a:lnTo>
                  <a:pt x="1004161" y="140476"/>
                </a:lnTo>
                <a:lnTo>
                  <a:pt x="1003478" y="140067"/>
                </a:lnTo>
                <a:lnTo>
                  <a:pt x="1002813" y="139634"/>
                </a:lnTo>
                <a:lnTo>
                  <a:pt x="1002165" y="139179"/>
                </a:lnTo>
                <a:lnTo>
                  <a:pt x="1001535" y="138699"/>
                </a:lnTo>
                <a:lnTo>
                  <a:pt x="1000921" y="138197"/>
                </a:lnTo>
                <a:lnTo>
                  <a:pt x="1000326" y="137671"/>
                </a:lnTo>
                <a:lnTo>
                  <a:pt x="999747" y="137122"/>
                </a:lnTo>
                <a:lnTo>
                  <a:pt x="999189" y="136549"/>
                </a:lnTo>
                <a:lnTo>
                  <a:pt x="998656" y="135955"/>
                </a:lnTo>
                <a:lnTo>
                  <a:pt x="998145" y="135339"/>
                </a:lnTo>
                <a:lnTo>
                  <a:pt x="997659" y="134701"/>
                </a:lnTo>
                <a:lnTo>
                  <a:pt x="997196" y="134041"/>
                </a:lnTo>
                <a:lnTo>
                  <a:pt x="996757" y="133359"/>
                </a:lnTo>
                <a:lnTo>
                  <a:pt x="996342" y="132655"/>
                </a:lnTo>
                <a:lnTo>
                  <a:pt x="995950" y="131929"/>
                </a:lnTo>
                <a:lnTo>
                  <a:pt x="995582" y="131181"/>
                </a:lnTo>
                <a:lnTo>
                  <a:pt x="995238" y="130412"/>
                </a:lnTo>
                <a:lnTo>
                  <a:pt x="994918" y="129620"/>
                </a:lnTo>
                <a:lnTo>
                  <a:pt x="994621" y="128806"/>
                </a:lnTo>
                <a:lnTo>
                  <a:pt x="994348" y="127970"/>
                </a:lnTo>
                <a:lnTo>
                  <a:pt x="994099" y="127113"/>
                </a:lnTo>
                <a:lnTo>
                  <a:pt x="993874" y="126233"/>
                </a:lnTo>
                <a:lnTo>
                  <a:pt x="993672" y="125332"/>
                </a:lnTo>
                <a:lnTo>
                  <a:pt x="993494" y="124408"/>
                </a:lnTo>
                <a:lnTo>
                  <a:pt x="993340" y="123463"/>
                </a:lnTo>
                <a:lnTo>
                  <a:pt x="993209" y="122495"/>
                </a:lnTo>
                <a:lnTo>
                  <a:pt x="993103" y="121506"/>
                </a:lnTo>
                <a:lnTo>
                  <a:pt x="993020" y="120494"/>
                </a:lnTo>
                <a:lnTo>
                  <a:pt x="992960" y="119461"/>
                </a:lnTo>
                <a:lnTo>
                  <a:pt x="992925" y="118406"/>
                </a:lnTo>
                <a:lnTo>
                  <a:pt x="992913" y="117329"/>
                </a:lnTo>
                <a:lnTo>
                  <a:pt x="992913" y="87535"/>
                </a:lnTo>
                <a:lnTo>
                  <a:pt x="992925" y="86458"/>
                </a:lnTo>
                <a:lnTo>
                  <a:pt x="992960" y="85402"/>
                </a:lnTo>
                <a:lnTo>
                  <a:pt x="993020" y="84369"/>
                </a:lnTo>
                <a:lnTo>
                  <a:pt x="993103" y="83358"/>
                </a:lnTo>
                <a:lnTo>
                  <a:pt x="993209" y="82369"/>
                </a:lnTo>
                <a:lnTo>
                  <a:pt x="993340" y="81401"/>
                </a:lnTo>
                <a:lnTo>
                  <a:pt x="993494" y="80456"/>
                </a:lnTo>
                <a:lnTo>
                  <a:pt x="993672" y="79532"/>
                </a:lnTo>
                <a:lnTo>
                  <a:pt x="993874" y="78631"/>
                </a:lnTo>
                <a:lnTo>
                  <a:pt x="994099" y="77751"/>
                </a:lnTo>
                <a:lnTo>
                  <a:pt x="994348" y="76894"/>
                </a:lnTo>
                <a:lnTo>
                  <a:pt x="994621" y="76058"/>
                </a:lnTo>
                <a:lnTo>
                  <a:pt x="994918" y="75245"/>
                </a:lnTo>
                <a:lnTo>
                  <a:pt x="995238" y="74453"/>
                </a:lnTo>
                <a:lnTo>
                  <a:pt x="995582" y="73683"/>
                </a:lnTo>
                <a:lnTo>
                  <a:pt x="995950" y="72936"/>
                </a:lnTo>
                <a:lnTo>
                  <a:pt x="996342" y="72210"/>
                </a:lnTo>
                <a:lnTo>
                  <a:pt x="996757" y="71506"/>
                </a:lnTo>
                <a:lnTo>
                  <a:pt x="997196" y="70824"/>
                </a:lnTo>
                <a:lnTo>
                  <a:pt x="997659" y="70165"/>
                </a:lnTo>
                <a:lnTo>
                  <a:pt x="998145" y="69527"/>
                </a:lnTo>
                <a:lnTo>
                  <a:pt x="998656" y="68911"/>
                </a:lnTo>
                <a:lnTo>
                  <a:pt x="999189" y="68317"/>
                </a:lnTo>
                <a:lnTo>
                  <a:pt x="999747" y="67745"/>
                </a:lnTo>
                <a:lnTo>
                  <a:pt x="1000326" y="67196"/>
                </a:lnTo>
                <a:lnTo>
                  <a:pt x="1000921" y="66669"/>
                </a:lnTo>
                <a:lnTo>
                  <a:pt x="1001535" y="66167"/>
                </a:lnTo>
                <a:lnTo>
                  <a:pt x="1002165" y="65687"/>
                </a:lnTo>
                <a:lnTo>
                  <a:pt x="1002813" y="65231"/>
                </a:lnTo>
                <a:lnTo>
                  <a:pt x="1003478" y="64799"/>
                </a:lnTo>
                <a:lnTo>
                  <a:pt x="1004161" y="64389"/>
                </a:lnTo>
                <a:lnTo>
                  <a:pt x="1004861" y="64004"/>
                </a:lnTo>
                <a:lnTo>
                  <a:pt x="1005578" y="63641"/>
                </a:lnTo>
                <a:lnTo>
                  <a:pt x="1006313" y="63302"/>
                </a:lnTo>
                <a:lnTo>
                  <a:pt x="1007064" y="62986"/>
                </a:lnTo>
                <a:lnTo>
                  <a:pt x="1007834" y="62694"/>
                </a:lnTo>
                <a:lnTo>
                  <a:pt x="1008620" y="62425"/>
                </a:lnTo>
                <a:lnTo>
                  <a:pt x="1009425" y="62180"/>
                </a:lnTo>
                <a:lnTo>
                  <a:pt x="1010246" y="61957"/>
                </a:lnTo>
                <a:lnTo>
                  <a:pt x="1011085" y="61759"/>
                </a:lnTo>
                <a:lnTo>
                  <a:pt x="1011941" y="61583"/>
                </a:lnTo>
                <a:lnTo>
                  <a:pt x="1012814" y="61431"/>
                </a:lnTo>
                <a:lnTo>
                  <a:pt x="1013705" y="61303"/>
                </a:lnTo>
                <a:lnTo>
                  <a:pt x="1014613" y="61197"/>
                </a:lnTo>
                <a:lnTo>
                  <a:pt x="1015539" y="61116"/>
                </a:lnTo>
                <a:lnTo>
                  <a:pt x="1016481" y="61057"/>
                </a:lnTo>
                <a:lnTo>
                  <a:pt x="1017442" y="61022"/>
                </a:lnTo>
                <a:lnTo>
                  <a:pt x="1018419" y="61010"/>
                </a:lnTo>
                <a:lnTo>
                  <a:pt x="1019413" y="61022"/>
                </a:lnTo>
                <a:lnTo>
                  <a:pt x="1020389" y="61057"/>
                </a:lnTo>
                <a:lnTo>
                  <a:pt x="1021346" y="61116"/>
                </a:lnTo>
                <a:lnTo>
                  <a:pt x="1022284" y="61197"/>
                </a:lnTo>
                <a:lnTo>
                  <a:pt x="1023204" y="61303"/>
                </a:lnTo>
                <a:lnTo>
                  <a:pt x="1024106" y="61431"/>
                </a:lnTo>
                <a:lnTo>
                  <a:pt x="1024990" y="61583"/>
                </a:lnTo>
                <a:lnTo>
                  <a:pt x="1025855" y="61759"/>
                </a:lnTo>
                <a:lnTo>
                  <a:pt x="1026701" y="61957"/>
                </a:lnTo>
                <a:lnTo>
                  <a:pt x="1027530" y="62180"/>
                </a:lnTo>
                <a:lnTo>
                  <a:pt x="1028339" y="62425"/>
                </a:lnTo>
                <a:lnTo>
                  <a:pt x="1029131" y="62694"/>
                </a:lnTo>
                <a:lnTo>
                  <a:pt x="1029904" y="62986"/>
                </a:lnTo>
                <a:lnTo>
                  <a:pt x="1030658" y="63302"/>
                </a:lnTo>
                <a:lnTo>
                  <a:pt x="1031394" y="63641"/>
                </a:lnTo>
                <a:lnTo>
                  <a:pt x="1032112" y="64004"/>
                </a:lnTo>
                <a:lnTo>
                  <a:pt x="1032811" y="64389"/>
                </a:lnTo>
                <a:lnTo>
                  <a:pt x="1033492" y="64799"/>
                </a:lnTo>
                <a:lnTo>
                  <a:pt x="1034155" y="65231"/>
                </a:lnTo>
                <a:lnTo>
                  <a:pt x="1034799" y="65687"/>
                </a:lnTo>
                <a:lnTo>
                  <a:pt x="1035424" y="66167"/>
                </a:lnTo>
                <a:lnTo>
                  <a:pt x="1036032" y="66669"/>
                </a:lnTo>
                <a:lnTo>
                  <a:pt x="1036620" y="67196"/>
                </a:lnTo>
                <a:lnTo>
                  <a:pt x="1037191" y="67745"/>
                </a:lnTo>
                <a:lnTo>
                  <a:pt x="1037740" y="68317"/>
                </a:lnTo>
                <a:lnTo>
                  <a:pt x="1038267" y="68911"/>
                </a:lnTo>
                <a:lnTo>
                  <a:pt x="1038769" y="69527"/>
                </a:lnTo>
                <a:lnTo>
                  <a:pt x="1039249" y="70165"/>
                </a:lnTo>
                <a:lnTo>
                  <a:pt x="1039705" y="70824"/>
                </a:lnTo>
                <a:lnTo>
                  <a:pt x="1040137" y="71506"/>
                </a:lnTo>
                <a:lnTo>
                  <a:pt x="1040547" y="72210"/>
                </a:lnTo>
                <a:lnTo>
                  <a:pt x="1040932" y="72936"/>
                </a:lnTo>
                <a:lnTo>
                  <a:pt x="1041295" y="73683"/>
                </a:lnTo>
                <a:lnTo>
                  <a:pt x="1041634" y="74453"/>
                </a:lnTo>
                <a:lnTo>
                  <a:pt x="1041950" y="75245"/>
                </a:lnTo>
                <a:lnTo>
                  <a:pt x="1042242" y="76058"/>
                </a:lnTo>
                <a:lnTo>
                  <a:pt x="1042511" y="76894"/>
                </a:lnTo>
                <a:lnTo>
                  <a:pt x="1042756" y="77751"/>
                </a:lnTo>
                <a:lnTo>
                  <a:pt x="1042978" y="78631"/>
                </a:lnTo>
                <a:lnTo>
                  <a:pt x="1043177" y="79532"/>
                </a:lnTo>
                <a:lnTo>
                  <a:pt x="1043353" y="80456"/>
                </a:lnTo>
                <a:lnTo>
                  <a:pt x="1043505" y="81401"/>
                </a:lnTo>
                <a:lnTo>
                  <a:pt x="1043633" y="82369"/>
                </a:lnTo>
                <a:lnTo>
                  <a:pt x="1043738" y="83358"/>
                </a:lnTo>
                <a:lnTo>
                  <a:pt x="1043820" y="84369"/>
                </a:lnTo>
                <a:lnTo>
                  <a:pt x="1043879" y="85402"/>
                </a:lnTo>
                <a:lnTo>
                  <a:pt x="1043914" y="86458"/>
                </a:lnTo>
                <a:lnTo>
                  <a:pt x="1043926" y="87535"/>
                </a:lnTo>
                <a:lnTo>
                  <a:pt x="1043926" y="117329"/>
                </a:lnTo>
                <a:lnTo>
                  <a:pt x="1043914" y="118406"/>
                </a:lnTo>
                <a:lnTo>
                  <a:pt x="1043879" y="119461"/>
                </a:lnTo>
                <a:lnTo>
                  <a:pt x="1043820" y="120494"/>
                </a:lnTo>
                <a:lnTo>
                  <a:pt x="1043738" y="121506"/>
                </a:lnTo>
                <a:lnTo>
                  <a:pt x="1043633" y="122495"/>
                </a:lnTo>
                <a:lnTo>
                  <a:pt x="1043505" y="123463"/>
                </a:lnTo>
                <a:lnTo>
                  <a:pt x="1043353" y="124408"/>
                </a:lnTo>
                <a:lnTo>
                  <a:pt x="1043177" y="125332"/>
                </a:lnTo>
                <a:lnTo>
                  <a:pt x="1042978" y="126233"/>
                </a:lnTo>
                <a:lnTo>
                  <a:pt x="1042756" y="127113"/>
                </a:lnTo>
                <a:lnTo>
                  <a:pt x="1042511" y="127970"/>
                </a:lnTo>
                <a:lnTo>
                  <a:pt x="1042242" y="128806"/>
                </a:lnTo>
                <a:lnTo>
                  <a:pt x="1041950" y="129620"/>
                </a:lnTo>
                <a:lnTo>
                  <a:pt x="1041634" y="130412"/>
                </a:lnTo>
                <a:lnTo>
                  <a:pt x="1041295" y="131181"/>
                </a:lnTo>
                <a:lnTo>
                  <a:pt x="1040932" y="131929"/>
                </a:lnTo>
                <a:lnTo>
                  <a:pt x="1040547" y="132655"/>
                </a:lnTo>
                <a:lnTo>
                  <a:pt x="1040137" y="133359"/>
                </a:lnTo>
                <a:lnTo>
                  <a:pt x="1039705" y="134041"/>
                </a:lnTo>
                <a:lnTo>
                  <a:pt x="1039249" y="134701"/>
                </a:lnTo>
                <a:lnTo>
                  <a:pt x="1038769" y="135339"/>
                </a:lnTo>
                <a:lnTo>
                  <a:pt x="1038267" y="135955"/>
                </a:lnTo>
                <a:lnTo>
                  <a:pt x="1037740" y="136549"/>
                </a:lnTo>
                <a:lnTo>
                  <a:pt x="1037191" y="137122"/>
                </a:lnTo>
                <a:lnTo>
                  <a:pt x="1036620" y="137671"/>
                </a:lnTo>
                <a:lnTo>
                  <a:pt x="1036032" y="138197"/>
                </a:lnTo>
                <a:lnTo>
                  <a:pt x="1035424" y="138699"/>
                </a:lnTo>
                <a:lnTo>
                  <a:pt x="1034799" y="139179"/>
                </a:lnTo>
                <a:lnTo>
                  <a:pt x="1034155" y="139634"/>
                </a:lnTo>
                <a:lnTo>
                  <a:pt x="1033492" y="140067"/>
                </a:lnTo>
                <a:lnTo>
                  <a:pt x="1032811" y="140476"/>
                </a:lnTo>
                <a:lnTo>
                  <a:pt x="1032112" y="140861"/>
                </a:lnTo>
                <a:lnTo>
                  <a:pt x="1031394" y="141224"/>
                </a:lnTo>
                <a:lnTo>
                  <a:pt x="1030658" y="141563"/>
                </a:lnTo>
                <a:lnTo>
                  <a:pt x="1029904" y="141878"/>
                </a:lnTo>
                <a:lnTo>
                  <a:pt x="1029131" y="142170"/>
                </a:lnTo>
                <a:lnTo>
                  <a:pt x="1028339" y="142439"/>
                </a:lnTo>
                <a:lnTo>
                  <a:pt x="1027530" y="142685"/>
                </a:lnTo>
                <a:lnTo>
                  <a:pt x="1026701" y="142907"/>
                </a:lnTo>
                <a:lnTo>
                  <a:pt x="1025855" y="143105"/>
                </a:lnTo>
                <a:lnTo>
                  <a:pt x="1024990" y="143281"/>
                </a:lnTo>
                <a:lnTo>
                  <a:pt x="1024106" y="143432"/>
                </a:lnTo>
                <a:lnTo>
                  <a:pt x="1023204" y="143561"/>
                </a:lnTo>
                <a:lnTo>
                  <a:pt x="1022284" y="143666"/>
                </a:lnTo>
                <a:lnTo>
                  <a:pt x="1021346" y="143748"/>
                </a:lnTo>
                <a:lnTo>
                  <a:pt x="1020389" y="143806"/>
                </a:lnTo>
                <a:lnTo>
                  <a:pt x="1019413" y="143842"/>
                </a:lnTo>
                <a:lnTo>
                  <a:pt x="1018419" y="143853"/>
                </a:lnTo>
                <a:lnTo>
                  <a:pt x="1017442" y="143842"/>
                </a:lnTo>
                <a:lnTo>
                  <a:pt x="1016481" y="143806"/>
                </a:lnTo>
                <a:lnTo>
                  <a:pt x="1015539" y="143748"/>
                </a:lnTo>
                <a:lnTo>
                  <a:pt x="1014613" y="143666"/>
                </a:lnTo>
                <a:close/>
              </a:path>
            </a:pathLst>
          </a:custGeom>
          <a:solidFill xmlns:a="http://schemas.openxmlformats.org/drawingml/2006/main">
            <a:srgbClr val="B3B3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6">
            <a:extLst xmlns:a="http://schemas.openxmlformats.org/drawingml/2006/main">
              <a:ext uri="{FF2B5EF4-FFF2-40B4-BE49-F238E27FC236}">
                <a16:creationId xmlns:a16="http://schemas.microsoft.com/office/drawing/2014/main" id="{E6781A8C-CE22-4EE7-AE55-81F7EF56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787" y="1305598"/>
            <a:ext cx="78904" cy="125835"/>
          </a:xfrm>
          <a:custGeom xmlns:a="http://schemas.openxmlformats.org/drawingml/2006/main">
            <a:pathLst>
              <a:path w="78904" h="125835">
                <a:moveTo>
                  <a:pt x="39622" y="125835"/>
                </a:moveTo>
                <a:cubicBezTo>
                  <a:pt x="31687" y="125835"/>
                  <a:pt x="24744" y="124163"/>
                  <a:pt x="18791" y="120820"/>
                </a:cubicBezTo>
                <a:cubicBezTo>
                  <a:pt x="12841" y="117476"/>
                  <a:pt x="8221" y="112800"/>
                  <a:pt x="4933" y="106792"/>
                </a:cubicBezTo>
                <a:cubicBezTo>
                  <a:pt x="1644" y="100783"/>
                  <a:pt x="0" y="93810"/>
                  <a:pt x="0" y="85873"/>
                </a:cubicBezTo>
                <a:cubicBezTo>
                  <a:pt x="0" y="79639"/>
                  <a:pt x="879" y="73518"/>
                  <a:pt x="2636" y="67510"/>
                </a:cubicBezTo>
                <a:cubicBezTo>
                  <a:pt x="4394" y="61501"/>
                  <a:pt x="7030" y="55719"/>
                  <a:pt x="10545" y="50164"/>
                </a:cubicBezTo>
                <a:lnTo>
                  <a:pt x="41664" y="0"/>
                </a:lnTo>
                <a:lnTo>
                  <a:pt x="58667" y="0"/>
                </a:lnTo>
                <a:lnTo>
                  <a:pt x="23467" y="56457"/>
                </a:lnTo>
                <a:lnTo>
                  <a:pt x="24149" y="56965"/>
                </a:lnTo>
                <a:cubicBezTo>
                  <a:pt x="26303" y="53791"/>
                  <a:pt x="29250" y="51354"/>
                  <a:pt x="32990" y="49653"/>
                </a:cubicBezTo>
                <a:cubicBezTo>
                  <a:pt x="36731" y="47953"/>
                  <a:pt x="40926" y="47103"/>
                  <a:pt x="45574" y="47103"/>
                </a:cubicBezTo>
                <a:cubicBezTo>
                  <a:pt x="52376" y="47103"/>
                  <a:pt x="58270" y="48690"/>
                  <a:pt x="63258" y="51864"/>
                </a:cubicBezTo>
                <a:cubicBezTo>
                  <a:pt x="68246" y="55038"/>
                  <a:pt x="72101" y="59517"/>
                  <a:pt x="74822" y="65300"/>
                </a:cubicBezTo>
                <a:cubicBezTo>
                  <a:pt x="77543" y="71081"/>
                  <a:pt x="78904" y="77939"/>
                  <a:pt x="78904" y="85873"/>
                </a:cubicBezTo>
                <a:cubicBezTo>
                  <a:pt x="78904" y="93810"/>
                  <a:pt x="77260" y="100783"/>
                  <a:pt x="73971" y="106792"/>
                </a:cubicBezTo>
                <a:cubicBezTo>
                  <a:pt x="70685" y="112800"/>
                  <a:pt x="66122" y="117476"/>
                  <a:pt x="60284" y="120820"/>
                </a:cubicBezTo>
                <a:cubicBezTo>
                  <a:pt x="54446" y="124163"/>
                  <a:pt x="47558" y="125835"/>
                  <a:pt x="39622" y="125835"/>
                </a:cubicBezTo>
                <a:moveTo>
                  <a:pt x="39453" y="112231"/>
                </a:moveTo>
                <a:cubicBezTo>
                  <a:pt x="46708" y="112231"/>
                  <a:pt x="52546" y="109822"/>
                  <a:pt x="56968" y="105005"/>
                </a:cubicBezTo>
                <a:cubicBezTo>
                  <a:pt x="61389" y="100187"/>
                  <a:pt x="63600" y="93810"/>
                  <a:pt x="63600" y="85873"/>
                </a:cubicBezTo>
                <a:cubicBezTo>
                  <a:pt x="63600" y="77939"/>
                  <a:pt x="61389" y="71563"/>
                  <a:pt x="56968" y="66745"/>
                </a:cubicBezTo>
                <a:cubicBezTo>
                  <a:pt x="52546" y="61926"/>
                  <a:pt x="46708" y="59516"/>
                  <a:pt x="39453" y="59516"/>
                </a:cubicBezTo>
                <a:cubicBezTo>
                  <a:pt x="32197" y="59516"/>
                  <a:pt x="26358" y="61926"/>
                  <a:pt x="21936" y="66745"/>
                </a:cubicBezTo>
                <a:cubicBezTo>
                  <a:pt x="17516" y="71563"/>
                  <a:pt x="15306" y="77939"/>
                  <a:pt x="15306" y="85873"/>
                </a:cubicBezTo>
                <a:cubicBezTo>
                  <a:pt x="15306" y="93810"/>
                  <a:pt x="17516" y="100187"/>
                  <a:pt x="21936" y="105005"/>
                </a:cubicBezTo>
                <a:cubicBezTo>
                  <a:pt x="26358" y="109822"/>
                  <a:pt x="32197" y="112231"/>
                  <a:pt x="39453" y="1122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EFD4A-45B6-4EAA-9875-8EE61786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350" y="2684215"/>
            <a:ext cx="296456" cy="204074"/>
          </a:xfrm>
          <a:custGeom xmlns:a="http://schemas.openxmlformats.org/drawingml/2006/main">
            <a:pathLst>
              <a:path w="296456" h="204074">
                <a:moveTo>
                  <a:pt x="30153" y="0"/>
                </a:moveTo>
                <a:lnTo>
                  <a:pt x="265647" y="0"/>
                </a:lnTo>
                <a:cubicBezTo>
                  <a:pt x="269495" y="0"/>
                  <a:pt x="273343" y="656"/>
                  <a:pt x="277191" y="1924"/>
                </a:cubicBezTo>
                <a:cubicBezTo>
                  <a:pt x="281040" y="3848"/>
                  <a:pt x="284254" y="5795"/>
                  <a:pt x="287469" y="8987"/>
                </a:cubicBezTo>
                <a:cubicBezTo>
                  <a:pt x="290027" y="11568"/>
                  <a:pt x="292607" y="14759"/>
                  <a:pt x="293875" y="18608"/>
                </a:cubicBezTo>
                <a:cubicBezTo>
                  <a:pt x="295165" y="22479"/>
                  <a:pt x="296456" y="26327"/>
                  <a:pt x="296456" y="30175"/>
                </a:cubicBezTo>
                <a:lnTo>
                  <a:pt x="296456" y="173898"/>
                </a:lnTo>
                <a:cubicBezTo>
                  <a:pt x="296456" y="177747"/>
                  <a:pt x="295165" y="181595"/>
                  <a:pt x="293875" y="185466"/>
                </a:cubicBezTo>
                <a:cubicBezTo>
                  <a:pt x="292607" y="189314"/>
                  <a:pt x="290027" y="192506"/>
                  <a:pt x="287469" y="195720"/>
                </a:cubicBezTo>
                <a:cubicBezTo>
                  <a:pt x="284254" y="198278"/>
                  <a:pt x="281040" y="200203"/>
                  <a:pt x="277191" y="202149"/>
                </a:cubicBezTo>
                <a:cubicBezTo>
                  <a:pt x="273343" y="203417"/>
                  <a:pt x="269495" y="204074"/>
                  <a:pt x="265647" y="204074"/>
                </a:cubicBezTo>
                <a:lnTo>
                  <a:pt x="30153" y="204074"/>
                </a:lnTo>
                <a:cubicBezTo>
                  <a:pt x="26304" y="204074"/>
                  <a:pt x="22456" y="203417"/>
                  <a:pt x="18608" y="202149"/>
                </a:cubicBezTo>
                <a:cubicBezTo>
                  <a:pt x="14759" y="200203"/>
                  <a:pt x="11545" y="198278"/>
                  <a:pt x="8987" y="195720"/>
                </a:cubicBezTo>
                <a:cubicBezTo>
                  <a:pt x="5772" y="192506"/>
                  <a:pt x="3848" y="189314"/>
                  <a:pt x="1924" y="185466"/>
                </a:cubicBezTo>
                <a:cubicBezTo>
                  <a:pt x="634" y="181595"/>
                  <a:pt x="0" y="177747"/>
                  <a:pt x="0" y="173898"/>
                </a:cubicBezTo>
                <a:lnTo>
                  <a:pt x="0" y="30175"/>
                </a:lnTo>
                <a:cubicBezTo>
                  <a:pt x="0" y="26327"/>
                  <a:pt x="634" y="22479"/>
                  <a:pt x="1924" y="18608"/>
                </a:cubicBezTo>
                <a:cubicBezTo>
                  <a:pt x="3848" y="14759"/>
                  <a:pt x="5772" y="11568"/>
                  <a:pt x="8987" y="8987"/>
                </a:cubicBezTo>
                <a:cubicBezTo>
                  <a:pt x="11545" y="5795"/>
                  <a:pt x="14759" y="3848"/>
                  <a:pt x="18608" y="1924"/>
                </a:cubicBezTo>
                <a:cubicBezTo>
                  <a:pt x="22456" y="656"/>
                  <a:pt x="26304" y="0"/>
                  <a:pt x="30153" y="0"/>
                </a:cubicBezTo>
                <a:close/>
              </a:path>
            </a:pathLst>
          </a:custGeom>
          <a:solidFill xmlns:a="http://schemas.openxmlformats.org/drawingml/2006/main">
            <a:srgbClr val="EA6B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AC184-6833-4DDA-8E13-7307DF92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149" y="2684215"/>
            <a:ext cx="354859" cy="204074"/>
          </a:xfrm>
          <a:custGeom xmlns:a="http://schemas.openxmlformats.org/drawingml/2006/main">
            <a:pathLst>
              <a:path w="354859" h="204074">
                <a:moveTo>
                  <a:pt x="30809" y="0"/>
                </a:moveTo>
                <a:lnTo>
                  <a:pt x="323416" y="0"/>
                </a:lnTo>
                <a:cubicBezTo>
                  <a:pt x="327899" y="0"/>
                  <a:pt x="331747" y="656"/>
                  <a:pt x="335618" y="1924"/>
                </a:cubicBezTo>
                <a:cubicBezTo>
                  <a:pt x="338810" y="3848"/>
                  <a:pt x="342658" y="5795"/>
                  <a:pt x="345239" y="8987"/>
                </a:cubicBezTo>
                <a:cubicBezTo>
                  <a:pt x="348430" y="11568"/>
                  <a:pt x="351011" y="14759"/>
                  <a:pt x="352301" y="18608"/>
                </a:cubicBezTo>
                <a:cubicBezTo>
                  <a:pt x="354226" y="22479"/>
                  <a:pt x="354859" y="26327"/>
                  <a:pt x="354859" y="30175"/>
                </a:cubicBezTo>
                <a:lnTo>
                  <a:pt x="354859" y="173898"/>
                </a:lnTo>
                <a:cubicBezTo>
                  <a:pt x="354859" y="177747"/>
                  <a:pt x="354226" y="181595"/>
                  <a:pt x="352301" y="185466"/>
                </a:cubicBezTo>
                <a:cubicBezTo>
                  <a:pt x="351011" y="189314"/>
                  <a:pt x="348430" y="192506"/>
                  <a:pt x="345239" y="195720"/>
                </a:cubicBezTo>
                <a:cubicBezTo>
                  <a:pt x="342658" y="198278"/>
                  <a:pt x="338810" y="200203"/>
                  <a:pt x="335618" y="202149"/>
                </a:cubicBezTo>
                <a:cubicBezTo>
                  <a:pt x="331747" y="203417"/>
                  <a:pt x="327899" y="204074"/>
                  <a:pt x="323416" y="204074"/>
                </a:cubicBezTo>
                <a:lnTo>
                  <a:pt x="30809" y="204074"/>
                </a:lnTo>
                <a:cubicBezTo>
                  <a:pt x="26961" y="204074"/>
                  <a:pt x="23112" y="203417"/>
                  <a:pt x="19264" y="202149"/>
                </a:cubicBezTo>
                <a:cubicBezTo>
                  <a:pt x="15416" y="200203"/>
                  <a:pt x="12201" y="198278"/>
                  <a:pt x="8987" y="195720"/>
                </a:cubicBezTo>
                <a:cubicBezTo>
                  <a:pt x="6429" y="192506"/>
                  <a:pt x="3848" y="189314"/>
                  <a:pt x="2581" y="185466"/>
                </a:cubicBezTo>
                <a:cubicBezTo>
                  <a:pt x="1290" y="181595"/>
                  <a:pt x="0" y="177747"/>
                  <a:pt x="0" y="173898"/>
                </a:cubicBezTo>
                <a:lnTo>
                  <a:pt x="0" y="30175"/>
                </a:lnTo>
                <a:cubicBezTo>
                  <a:pt x="0" y="26327"/>
                  <a:pt x="1290" y="22479"/>
                  <a:pt x="2581" y="18608"/>
                </a:cubicBezTo>
                <a:cubicBezTo>
                  <a:pt x="3848" y="14759"/>
                  <a:pt x="6429" y="11568"/>
                  <a:pt x="8987" y="8987"/>
                </a:cubicBezTo>
                <a:cubicBezTo>
                  <a:pt x="12201" y="5795"/>
                  <a:pt x="15416" y="3848"/>
                  <a:pt x="19264" y="1924"/>
                </a:cubicBezTo>
                <a:cubicBezTo>
                  <a:pt x="23112" y="656"/>
                  <a:pt x="26961" y="0"/>
                  <a:pt x="30809" y="0"/>
                </a:cubicBezTo>
                <a:close/>
              </a:path>
            </a:pathLst>
          </a:custGeom>
          <a:solidFill xmlns:a="http://schemas.openxmlformats.org/drawingml/2006/main">
            <a:srgbClr val="FFB5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&lt;unix_">
            <a:extLst xmlns:a="http://schemas.openxmlformats.org/drawingml/2006/main">
              <a:ext uri="{FF2B5EF4-FFF2-40B4-BE49-F238E27FC236}">
                <a16:creationId xmlns:a16="http://schemas.microsoft.com/office/drawing/2014/main" id="{4FC4F36C-EDD3-48F5-8845-C8556F44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088" y="1720304"/>
            <a:ext cx="677285" cy="173310"/>
          </a:xfrm>
          <a:custGeom xmlns:a="http://schemas.openxmlformats.org/drawingml/2006/main">
            <a:pathLst>
              <a:path w="677285" h="173310">
                <a:moveTo>
                  <a:pt x="38574" y="64609"/>
                </a:moveTo>
                <a:lnTo>
                  <a:pt x="98698" y="98067"/>
                </a:lnTo>
                <a:cubicBezTo>
                  <a:pt x="101716" y="99750"/>
                  <a:pt x="103723" y="101252"/>
                  <a:pt x="104719" y="102574"/>
                </a:cubicBezTo>
                <a:cubicBezTo>
                  <a:pt x="105715" y="103895"/>
                  <a:pt x="106213" y="105576"/>
                  <a:pt x="106213" y="107617"/>
                </a:cubicBezTo>
                <a:cubicBezTo>
                  <a:pt x="106213" y="110201"/>
                  <a:pt x="105278" y="112440"/>
                  <a:pt x="103406" y="114332"/>
                </a:cubicBezTo>
                <a:cubicBezTo>
                  <a:pt x="101535" y="116224"/>
                  <a:pt x="99362" y="117170"/>
                  <a:pt x="96887" y="117170"/>
                </a:cubicBezTo>
                <a:cubicBezTo>
                  <a:pt x="95257" y="117170"/>
                  <a:pt x="92812" y="116262"/>
                  <a:pt x="89552" y="114448"/>
                </a:cubicBezTo>
                <a:lnTo>
                  <a:pt x="0" y="64561"/>
                </a:lnTo>
                <a:lnTo>
                  <a:pt x="89552" y="14759"/>
                </a:lnTo>
                <a:cubicBezTo>
                  <a:pt x="92812" y="13009"/>
                  <a:pt x="95227" y="12133"/>
                  <a:pt x="96796" y="12133"/>
                </a:cubicBezTo>
                <a:cubicBezTo>
                  <a:pt x="99332" y="12133"/>
                  <a:pt x="101535" y="13063"/>
                  <a:pt x="103406" y="14921"/>
                </a:cubicBezTo>
                <a:cubicBezTo>
                  <a:pt x="105278" y="16779"/>
                  <a:pt x="106213" y="18996"/>
                  <a:pt x="106213" y="21573"/>
                </a:cubicBezTo>
                <a:cubicBezTo>
                  <a:pt x="106213" y="23611"/>
                  <a:pt x="105715" y="25288"/>
                  <a:pt x="104719" y="26607"/>
                </a:cubicBezTo>
                <a:cubicBezTo>
                  <a:pt x="103723" y="27926"/>
                  <a:pt x="101716" y="29424"/>
                  <a:pt x="98698" y="31101"/>
                </a:cubicBezTo>
                <a:lnTo>
                  <a:pt x="38574" y="64609"/>
                </a:lnTo>
                <a:close/>
                <a:moveTo>
                  <a:pt x="208696" y="35314"/>
                </a:moveTo>
                <a:lnTo>
                  <a:pt x="208696" y="98879"/>
                </a:lnTo>
                <a:cubicBezTo>
                  <a:pt x="212620" y="98879"/>
                  <a:pt x="215517" y="99739"/>
                  <a:pt x="217388" y="101460"/>
                </a:cubicBezTo>
                <a:cubicBezTo>
                  <a:pt x="219260" y="103180"/>
                  <a:pt x="220195" y="105429"/>
                  <a:pt x="220195" y="108205"/>
                </a:cubicBezTo>
                <a:cubicBezTo>
                  <a:pt x="220195" y="110982"/>
                  <a:pt x="219245" y="113231"/>
                  <a:pt x="217343" y="114951"/>
                </a:cubicBezTo>
                <a:cubicBezTo>
                  <a:pt x="215442" y="116672"/>
                  <a:pt x="212257" y="117532"/>
                  <a:pt x="207790" y="117532"/>
                </a:cubicBezTo>
                <a:lnTo>
                  <a:pt x="190133" y="117532"/>
                </a:lnTo>
                <a:lnTo>
                  <a:pt x="190133" y="113186"/>
                </a:lnTo>
                <a:cubicBezTo>
                  <a:pt x="184821" y="115600"/>
                  <a:pt x="179750" y="117411"/>
                  <a:pt x="174921" y="118618"/>
                </a:cubicBezTo>
                <a:cubicBezTo>
                  <a:pt x="170092" y="119826"/>
                  <a:pt x="165504" y="120429"/>
                  <a:pt x="161158" y="120429"/>
                </a:cubicBezTo>
                <a:cubicBezTo>
                  <a:pt x="155061" y="120429"/>
                  <a:pt x="149779" y="119150"/>
                  <a:pt x="145312" y="116592"/>
                </a:cubicBezTo>
                <a:cubicBezTo>
                  <a:pt x="140845" y="114033"/>
                  <a:pt x="137313" y="110496"/>
                  <a:pt x="134718" y="105981"/>
                </a:cubicBezTo>
                <a:cubicBezTo>
                  <a:pt x="132846" y="102731"/>
                  <a:pt x="131911" y="98668"/>
                  <a:pt x="131911" y="93791"/>
                </a:cubicBezTo>
                <a:lnTo>
                  <a:pt x="131911" y="53967"/>
                </a:lnTo>
                <a:lnTo>
                  <a:pt x="128741" y="53967"/>
                </a:lnTo>
                <a:cubicBezTo>
                  <a:pt x="124274" y="53967"/>
                  <a:pt x="121090" y="53092"/>
                  <a:pt x="119189" y="51341"/>
                </a:cubicBezTo>
                <a:cubicBezTo>
                  <a:pt x="117287" y="49590"/>
                  <a:pt x="116336" y="47327"/>
                  <a:pt x="116336" y="44550"/>
                </a:cubicBezTo>
                <a:cubicBezTo>
                  <a:pt x="116336" y="41773"/>
                  <a:pt x="117287" y="39540"/>
                  <a:pt x="119189" y="37849"/>
                </a:cubicBezTo>
                <a:cubicBezTo>
                  <a:pt x="121090" y="36159"/>
                  <a:pt x="124274" y="35314"/>
                  <a:pt x="128741" y="35314"/>
                </a:cubicBezTo>
                <a:lnTo>
                  <a:pt x="150473" y="35314"/>
                </a:lnTo>
                <a:lnTo>
                  <a:pt x="150473" y="90399"/>
                </a:lnTo>
                <a:cubicBezTo>
                  <a:pt x="150473" y="94311"/>
                  <a:pt x="151424" y="97186"/>
                  <a:pt x="153325" y="99023"/>
                </a:cubicBezTo>
                <a:cubicBezTo>
                  <a:pt x="155227" y="100859"/>
                  <a:pt x="158140" y="101776"/>
                  <a:pt x="162063" y="101776"/>
                </a:cubicBezTo>
                <a:cubicBezTo>
                  <a:pt x="165806" y="101776"/>
                  <a:pt x="169835" y="101039"/>
                  <a:pt x="174152" y="99564"/>
                </a:cubicBezTo>
                <a:cubicBezTo>
                  <a:pt x="178468" y="98089"/>
                  <a:pt x="183795" y="95425"/>
                  <a:pt x="190133" y="91573"/>
                </a:cubicBezTo>
                <a:lnTo>
                  <a:pt x="190133" y="53967"/>
                </a:lnTo>
                <a:lnTo>
                  <a:pt x="183433" y="53967"/>
                </a:lnTo>
                <a:cubicBezTo>
                  <a:pt x="178966" y="53967"/>
                  <a:pt x="175781" y="53092"/>
                  <a:pt x="173880" y="51341"/>
                </a:cubicBezTo>
                <a:cubicBezTo>
                  <a:pt x="171978" y="49590"/>
                  <a:pt x="171028" y="47327"/>
                  <a:pt x="171028" y="44550"/>
                </a:cubicBezTo>
                <a:cubicBezTo>
                  <a:pt x="171028" y="41773"/>
                  <a:pt x="171978" y="39540"/>
                  <a:pt x="173880" y="37849"/>
                </a:cubicBezTo>
                <a:cubicBezTo>
                  <a:pt x="175781" y="36159"/>
                  <a:pt x="178966" y="35314"/>
                  <a:pt x="183433" y="35314"/>
                </a:cubicBezTo>
                <a:lnTo>
                  <a:pt x="208696" y="35314"/>
                </a:lnTo>
                <a:close/>
                <a:moveTo>
                  <a:pt x="261368" y="35314"/>
                </a:moveTo>
                <a:lnTo>
                  <a:pt x="261368" y="41471"/>
                </a:lnTo>
                <a:cubicBezTo>
                  <a:pt x="264749" y="38574"/>
                  <a:pt x="268476" y="36400"/>
                  <a:pt x="272551" y="34952"/>
                </a:cubicBezTo>
                <a:cubicBezTo>
                  <a:pt x="276626" y="33503"/>
                  <a:pt x="281048" y="32779"/>
                  <a:pt x="285816" y="32779"/>
                </a:cubicBezTo>
                <a:cubicBezTo>
                  <a:pt x="296803" y="32779"/>
                  <a:pt x="305496" y="36189"/>
                  <a:pt x="311894" y="43011"/>
                </a:cubicBezTo>
                <a:cubicBezTo>
                  <a:pt x="316965" y="48443"/>
                  <a:pt x="319501" y="55567"/>
                  <a:pt x="319501" y="64380"/>
                </a:cubicBezTo>
                <a:lnTo>
                  <a:pt x="319501" y="98879"/>
                </a:lnTo>
                <a:cubicBezTo>
                  <a:pt x="323424" y="98879"/>
                  <a:pt x="326322" y="99739"/>
                  <a:pt x="328193" y="101460"/>
                </a:cubicBezTo>
                <a:cubicBezTo>
                  <a:pt x="330065" y="103180"/>
                  <a:pt x="331000" y="105429"/>
                  <a:pt x="331000" y="108205"/>
                </a:cubicBezTo>
                <a:cubicBezTo>
                  <a:pt x="331000" y="110982"/>
                  <a:pt x="330049" y="113231"/>
                  <a:pt x="328148" y="114951"/>
                </a:cubicBezTo>
                <a:cubicBezTo>
                  <a:pt x="326246" y="116672"/>
                  <a:pt x="323062" y="117532"/>
                  <a:pt x="318595" y="117532"/>
                </a:cubicBezTo>
                <a:lnTo>
                  <a:pt x="301844" y="117532"/>
                </a:lnTo>
                <a:cubicBezTo>
                  <a:pt x="297377" y="117532"/>
                  <a:pt x="294192" y="116657"/>
                  <a:pt x="292291" y="114906"/>
                </a:cubicBezTo>
                <a:cubicBezTo>
                  <a:pt x="290389" y="113155"/>
                  <a:pt x="289438" y="110892"/>
                  <a:pt x="289438" y="108115"/>
                </a:cubicBezTo>
                <a:cubicBezTo>
                  <a:pt x="289438" y="105338"/>
                  <a:pt x="290374" y="103105"/>
                  <a:pt x="292245" y="101414"/>
                </a:cubicBezTo>
                <a:cubicBezTo>
                  <a:pt x="294117" y="99724"/>
                  <a:pt x="297014" y="98879"/>
                  <a:pt x="300938" y="98879"/>
                </a:cubicBezTo>
                <a:lnTo>
                  <a:pt x="300938" y="63905"/>
                </a:lnTo>
                <a:cubicBezTo>
                  <a:pt x="300938" y="59868"/>
                  <a:pt x="299851" y="56915"/>
                  <a:pt x="297678" y="55048"/>
                </a:cubicBezTo>
                <a:cubicBezTo>
                  <a:pt x="294841" y="52637"/>
                  <a:pt x="290585" y="51432"/>
                  <a:pt x="284911" y="51432"/>
                </a:cubicBezTo>
                <a:cubicBezTo>
                  <a:pt x="280625" y="51432"/>
                  <a:pt x="276867" y="52262"/>
                  <a:pt x="273638" y="53922"/>
                </a:cubicBezTo>
                <a:cubicBezTo>
                  <a:pt x="270408" y="55582"/>
                  <a:pt x="266318" y="59098"/>
                  <a:pt x="261368" y="64471"/>
                </a:cubicBezTo>
                <a:lnTo>
                  <a:pt x="261368" y="98879"/>
                </a:lnTo>
                <a:cubicBezTo>
                  <a:pt x="266137" y="98879"/>
                  <a:pt x="269216" y="99452"/>
                  <a:pt x="270604" y="100599"/>
                </a:cubicBezTo>
                <a:cubicBezTo>
                  <a:pt x="273562" y="102893"/>
                  <a:pt x="275041" y="105429"/>
                  <a:pt x="275041" y="108205"/>
                </a:cubicBezTo>
                <a:cubicBezTo>
                  <a:pt x="275041" y="110982"/>
                  <a:pt x="274090" y="113231"/>
                  <a:pt x="272189" y="114951"/>
                </a:cubicBezTo>
                <a:cubicBezTo>
                  <a:pt x="270287" y="116672"/>
                  <a:pt x="267103" y="117532"/>
                  <a:pt x="262636" y="117532"/>
                </a:cubicBezTo>
                <a:lnTo>
                  <a:pt x="241538" y="117532"/>
                </a:lnTo>
                <a:cubicBezTo>
                  <a:pt x="237071" y="117532"/>
                  <a:pt x="233887" y="116657"/>
                  <a:pt x="231985" y="114906"/>
                </a:cubicBezTo>
                <a:cubicBezTo>
                  <a:pt x="230084" y="113155"/>
                  <a:pt x="229133" y="110892"/>
                  <a:pt x="229133" y="108115"/>
                </a:cubicBezTo>
                <a:cubicBezTo>
                  <a:pt x="229133" y="105338"/>
                  <a:pt x="230582" y="102810"/>
                  <a:pt x="233479" y="100531"/>
                </a:cubicBezTo>
                <a:cubicBezTo>
                  <a:pt x="234928" y="99430"/>
                  <a:pt x="238037" y="98879"/>
                  <a:pt x="242806" y="98879"/>
                </a:cubicBezTo>
                <a:lnTo>
                  <a:pt x="242806" y="53967"/>
                </a:lnTo>
                <a:cubicBezTo>
                  <a:pt x="238882" y="53967"/>
                  <a:pt x="235985" y="53092"/>
                  <a:pt x="234113" y="51341"/>
                </a:cubicBezTo>
                <a:cubicBezTo>
                  <a:pt x="232242" y="49590"/>
                  <a:pt x="231306" y="47327"/>
                  <a:pt x="231306" y="44550"/>
                </a:cubicBezTo>
                <a:cubicBezTo>
                  <a:pt x="231306" y="41773"/>
                  <a:pt x="232257" y="39540"/>
                  <a:pt x="234159" y="37849"/>
                </a:cubicBezTo>
                <a:cubicBezTo>
                  <a:pt x="236060" y="36159"/>
                  <a:pt x="239244" y="35314"/>
                  <a:pt x="243711" y="35314"/>
                </a:cubicBezTo>
                <a:lnTo>
                  <a:pt x="261368" y="35314"/>
                </a:lnTo>
                <a:close/>
                <a:moveTo>
                  <a:pt x="398078" y="0"/>
                </a:moveTo>
                <a:lnTo>
                  <a:pt x="398078" y="19740"/>
                </a:lnTo>
                <a:lnTo>
                  <a:pt x="375985" y="19740"/>
                </a:lnTo>
                <a:lnTo>
                  <a:pt x="375985" y="0"/>
                </a:lnTo>
                <a:lnTo>
                  <a:pt x="398078" y="0"/>
                </a:lnTo>
                <a:moveTo>
                  <a:pt x="400614" y="35314"/>
                </a:moveTo>
                <a:lnTo>
                  <a:pt x="400614" y="98879"/>
                </a:lnTo>
                <a:lnTo>
                  <a:pt x="422889" y="98879"/>
                </a:lnTo>
                <a:cubicBezTo>
                  <a:pt x="427356" y="98879"/>
                  <a:pt x="430540" y="99739"/>
                  <a:pt x="432442" y="101460"/>
                </a:cubicBezTo>
                <a:cubicBezTo>
                  <a:pt x="434343" y="103180"/>
                  <a:pt x="435294" y="105429"/>
                  <a:pt x="435294" y="108205"/>
                </a:cubicBezTo>
                <a:cubicBezTo>
                  <a:pt x="435294" y="110982"/>
                  <a:pt x="434343" y="113231"/>
                  <a:pt x="432442" y="114951"/>
                </a:cubicBezTo>
                <a:cubicBezTo>
                  <a:pt x="430540" y="116672"/>
                  <a:pt x="427356" y="117532"/>
                  <a:pt x="422889" y="117532"/>
                </a:cubicBezTo>
                <a:lnTo>
                  <a:pt x="359776" y="117532"/>
                </a:lnTo>
                <a:cubicBezTo>
                  <a:pt x="355309" y="117532"/>
                  <a:pt x="352125" y="116657"/>
                  <a:pt x="350224" y="114906"/>
                </a:cubicBezTo>
                <a:cubicBezTo>
                  <a:pt x="348322" y="113155"/>
                  <a:pt x="347371" y="110892"/>
                  <a:pt x="347371" y="108115"/>
                </a:cubicBezTo>
                <a:cubicBezTo>
                  <a:pt x="347371" y="105338"/>
                  <a:pt x="348322" y="103105"/>
                  <a:pt x="350224" y="101414"/>
                </a:cubicBezTo>
                <a:cubicBezTo>
                  <a:pt x="352125" y="99724"/>
                  <a:pt x="355309" y="98879"/>
                  <a:pt x="359776" y="98879"/>
                </a:cubicBezTo>
                <a:lnTo>
                  <a:pt x="382051" y="98879"/>
                </a:lnTo>
                <a:lnTo>
                  <a:pt x="382051" y="53967"/>
                </a:lnTo>
                <a:lnTo>
                  <a:pt x="367111" y="53967"/>
                </a:lnTo>
                <a:cubicBezTo>
                  <a:pt x="362704" y="53967"/>
                  <a:pt x="359535" y="53092"/>
                  <a:pt x="357603" y="51341"/>
                </a:cubicBezTo>
                <a:cubicBezTo>
                  <a:pt x="355672" y="49590"/>
                  <a:pt x="354706" y="47327"/>
                  <a:pt x="354706" y="44550"/>
                </a:cubicBezTo>
                <a:cubicBezTo>
                  <a:pt x="354706" y="41773"/>
                  <a:pt x="355656" y="39540"/>
                  <a:pt x="357558" y="37849"/>
                </a:cubicBezTo>
                <a:cubicBezTo>
                  <a:pt x="359460" y="36159"/>
                  <a:pt x="362644" y="35314"/>
                  <a:pt x="367111" y="35314"/>
                </a:cubicBezTo>
                <a:lnTo>
                  <a:pt x="400614" y="35314"/>
                </a:lnTo>
                <a:close/>
                <a:moveTo>
                  <a:pt x="516339" y="74804"/>
                </a:moveTo>
                <a:lnTo>
                  <a:pt x="544378" y="98879"/>
                </a:lnTo>
                <a:cubicBezTo>
                  <a:pt x="547758" y="99060"/>
                  <a:pt x="550294" y="100016"/>
                  <a:pt x="551984" y="101745"/>
                </a:cubicBezTo>
                <a:cubicBezTo>
                  <a:pt x="553674" y="103473"/>
                  <a:pt x="554519" y="105642"/>
                  <a:pt x="554519" y="108251"/>
                </a:cubicBezTo>
                <a:cubicBezTo>
                  <a:pt x="554519" y="110980"/>
                  <a:pt x="553569" y="113210"/>
                  <a:pt x="551667" y="114940"/>
                </a:cubicBezTo>
                <a:cubicBezTo>
                  <a:pt x="549766" y="116668"/>
                  <a:pt x="546581" y="117532"/>
                  <a:pt x="542114" y="117532"/>
                </a:cubicBezTo>
                <a:lnTo>
                  <a:pt x="521016" y="117532"/>
                </a:lnTo>
                <a:cubicBezTo>
                  <a:pt x="516549" y="117532"/>
                  <a:pt x="513365" y="116668"/>
                  <a:pt x="511464" y="114940"/>
                </a:cubicBezTo>
                <a:cubicBezTo>
                  <a:pt x="509562" y="113210"/>
                  <a:pt x="508611" y="110920"/>
                  <a:pt x="508611" y="108070"/>
                </a:cubicBezTo>
                <a:cubicBezTo>
                  <a:pt x="508611" y="105885"/>
                  <a:pt x="509290" y="103959"/>
                  <a:pt x="510649" y="102291"/>
                </a:cubicBezTo>
                <a:cubicBezTo>
                  <a:pt x="512007" y="100624"/>
                  <a:pt x="513863" y="99486"/>
                  <a:pt x="516217" y="98879"/>
                </a:cubicBezTo>
                <a:lnTo>
                  <a:pt x="502239" y="86884"/>
                </a:lnTo>
                <a:lnTo>
                  <a:pt x="488238" y="98879"/>
                </a:lnTo>
                <a:cubicBezTo>
                  <a:pt x="491075" y="99607"/>
                  <a:pt x="493112" y="100730"/>
                  <a:pt x="494350" y="102246"/>
                </a:cubicBezTo>
                <a:cubicBezTo>
                  <a:pt x="495587" y="103763"/>
                  <a:pt x="496206" y="105704"/>
                  <a:pt x="496206" y="108070"/>
                </a:cubicBezTo>
                <a:cubicBezTo>
                  <a:pt x="496206" y="110920"/>
                  <a:pt x="495270" y="113210"/>
                  <a:pt x="493399" y="114940"/>
                </a:cubicBezTo>
                <a:cubicBezTo>
                  <a:pt x="491528" y="116668"/>
                  <a:pt x="488359" y="117532"/>
                  <a:pt x="483892" y="117532"/>
                </a:cubicBezTo>
                <a:lnTo>
                  <a:pt x="462975" y="117532"/>
                </a:lnTo>
                <a:cubicBezTo>
                  <a:pt x="458508" y="117532"/>
                  <a:pt x="455323" y="116668"/>
                  <a:pt x="453422" y="114940"/>
                </a:cubicBezTo>
                <a:cubicBezTo>
                  <a:pt x="451520" y="113210"/>
                  <a:pt x="450570" y="110950"/>
                  <a:pt x="450570" y="108160"/>
                </a:cubicBezTo>
                <a:cubicBezTo>
                  <a:pt x="450570" y="105612"/>
                  <a:pt x="451415" y="103473"/>
                  <a:pt x="453105" y="101745"/>
                </a:cubicBezTo>
                <a:cubicBezTo>
                  <a:pt x="454795" y="100016"/>
                  <a:pt x="457331" y="99060"/>
                  <a:pt x="460711" y="98879"/>
                </a:cubicBezTo>
                <a:lnTo>
                  <a:pt x="488306" y="74929"/>
                </a:lnTo>
                <a:lnTo>
                  <a:pt x="463880" y="53967"/>
                </a:lnTo>
                <a:cubicBezTo>
                  <a:pt x="460681" y="53724"/>
                  <a:pt x="458251" y="52738"/>
                  <a:pt x="456591" y="51010"/>
                </a:cubicBezTo>
                <a:cubicBezTo>
                  <a:pt x="454931" y="49280"/>
                  <a:pt x="454101" y="47142"/>
                  <a:pt x="454101" y="44595"/>
                </a:cubicBezTo>
                <a:cubicBezTo>
                  <a:pt x="454101" y="41865"/>
                  <a:pt x="455052" y="39637"/>
                  <a:pt x="456953" y="37909"/>
                </a:cubicBezTo>
                <a:cubicBezTo>
                  <a:pt x="458855" y="36179"/>
                  <a:pt x="462039" y="35314"/>
                  <a:pt x="466506" y="35314"/>
                </a:cubicBezTo>
                <a:lnTo>
                  <a:pt x="483892" y="35314"/>
                </a:lnTo>
                <a:cubicBezTo>
                  <a:pt x="488359" y="35314"/>
                  <a:pt x="491543" y="36179"/>
                  <a:pt x="493444" y="37909"/>
                </a:cubicBezTo>
                <a:cubicBezTo>
                  <a:pt x="495346" y="39637"/>
                  <a:pt x="496297" y="41835"/>
                  <a:pt x="496297" y="44505"/>
                </a:cubicBezTo>
                <a:cubicBezTo>
                  <a:pt x="496297" y="48085"/>
                  <a:pt x="494606" y="50998"/>
                  <a:pt x="491226" y="53243"/>
                </a:cubicBezTo>
                <a:lnTo>
                  <a:pt x="502318" y="62767"/>
                </a:lnTo>
                <a:lnTo>
                  <a:pt x="513501" y="53061"/>
                </a:lnTo>
                <a:cubicBezTo>
                  <a:pt x="510181" y="50696"/>
                  <a:pt x="508521" y="47965"/>
                  <a:pt x="508521" y="44870"/>
                </a:cubicBezTo>
                <a:cubicBezTo>
                  <a:pt x="508521" y="41957"/>
                  <a:pt x="509471" y="39637"/>
                  <a:pt x="511373" y="37909"/>
                </a:cubicBezTo>
                <a:cubicBezTo>
                  <a:pt x="513274" y="36179"/>
                  <a:pt x="516459" y="35314"/>
                  <a:pt x="520926" y="35314"/>
                </a:cubicBezTo>
                <a:lnTo>
                  <a:pt x="538130" y="35314"/>
                </a:lnTo>
                <a:cubicBezTo>
                  <a:pt x="542597" y="35314"/>
                  <a:pt x="545781" y="36179"/>
                  <a:pt x="547683" y="37909"/>
                </a:cubicBezTo>
                <a:cubicBezTo>
                  <a:pt x="549584" y="39637"/>
                  <a:pt x="550535" y="41896"/>
                  <a:pt x="550535" y="44686"/>
                </a:cubicBezTo>
                <a:cubicBezTo>
                  <a:pt x="550535" y="47172"/>
                  <a:pt x="549705" y="49280"/>
                  <a:pt x="548045" y="51010"/>
                </a:cubicBezTo>
                <a:cubicBezTo>
                  <a:pt x="546385" y="52738"/>
                  <a:pt x="543925" y="53724"/>
                  <a:pt x="540665" y="53967"/>
                </a:cubicBezTo>
                <a:lnTo>
                  <a:pt x="516339" y="74804"/>
                </a:lnTo>
                <a:close/>
                <a:moveTo>
                  <a:pt x="664971" y="173310"/>
                </a:moveTo>
                <a:lnTo>
                  <a:pt x="563013" y="173310"/>
                </a:lnTo>
                <a:cubicBezTo>
                  <a:pt x="558546" y="173310"/>
                  <a:pt x="555362" y="172460"/>
                  <a:pt x="553460" y="170760"/>
                </a:cubicBezTo>
                <a:cubicBezTo>
                  <a:pt x="551559" y="169062"/>
                  <a:pt x="550608" y="166819"/>
                  <a:pt x="550608" y="164029"/>
                </a:cubicBezTo>
                <a:cubicBezTo>
                  <a:pt x="550608" y="161239"/>
                  <a:pt x="551559" y="158979"/>
                  <a:pt x="553460" y="157249"/>
                </a:cubicBezTo>
                <a:cubicBezTo>
                  <a:pt x="555362" y="155521"/>
                  <a:pt x="558546" y="154657"/>
                  <a:pt x="563013" y="154657"/>
                </a:cubicBezTo>
                <a:lnTo>
                  <a:pt x="664971" y="154657"/>
                </a:lnTo>
                <a:cubicBezTo>
                  <a:pt x="669377" y="154657"/>
                  <a:pt x="672531" y="155521"/>
                  <a:pt x="674433" y="157249"/>
                </a:cubicBezTo>
                <a:cubicBezTo>
                  <a:pt x="676334" y="158979"/>
                  <a:pt x="677285" y="161239"/>
                  <a:pt x="677285" y="164029"/>
                </a:cubicBezTo>
                <a:cubicBezTo>
                  <a:pt x="677285" y="166758"/>
                  <a:pt x="676349" y="168987"/>
                  <a:pt x="674478" y="170715"/>
                </a:cubicBezTo>
                <a:cubicBezTo>
                  <a:pt x="672607" y="172445"/>
                  <a:pt x="669438" y="173310"/>
                  <a:pt x="664971" y="1733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poll&gt;">
            <a:extLst xmlns:a="http://schemas.openxmlformats.org/drawingml/2006/main">
              <a:ext uri="{FF2B5EF4-FFF2-40B4-BE49-F238E27FC236}">
                <a16:creationId xmlns:a16="http://schemas.microsoft.com/office/drawing/2014/main" id="{582084E2-5739-4CEE-85D3-42219250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386" y="1720304"/>
            <a:ext cx="560052" cy="156287"/>
          </a:xfrm>
          <a:custGeom xmlns:a="http://schemas.openxmlformats.org/drawingml/2006/main">
            <a:pathLst>
              <a:path w="560052" h="156287">
                <a:moveTo>
                  <a:pt x="34137" y="107209"/>
                </a:moveTo>
                <a:lnTo>
                  <a:pt x="34137" y="137634"/>
                </a:lnTo>
                <a:lnTo>
                  <a:pt x="45274" y="137634"/>
                </a:lnTo>
                <a:cubicBezTo>
                  <a:pt x="49741" y="137634"/>
                  <a:pt x="52926" y="138509"/>
                  <a:pt x="54827" y="140260"/>
                </a:cubicBezTo>
                <a:cubicBezTo>
                  <a:pt x="56729" y="142010"/>
                  <a:pt x="57679" y="144274"/>
                  <a:pt x="57679" y="147051"/>
                </a:cubicBezTo>
                <a:cubicBezTo>
                  <a:pt x="57679" y="149828"/>
                  <a:pt x="56729" y="152061"/>
                  <a:pt x="54827" y="153751"/>
                </a:cubicBezTo>
                <a:cubicBezTo>
                  <a:pt x="52926" y="155442"/>
                  <a:pt x="49741" y="156287"/>
                  <a:pt x="45274" y="156287"/>
                </a:cubicBezTo>
                <a:lnTo>
                  <a:pt x="12405" y="156287"/>
                </a:lnTo>
                <a:cubicBezTo>
                  <a:pt x="7938" y="156287"/>
                  <a:pt x="4754" y="155442"/>
                  <a:pt x="2852" y="153751"/>
                </a:cubicBezTo>
                <a:cubicBezTo>
                  <a:pt x="951" y="152061"/>
                  <a:pt x="0" y="149828"/>
                  <a:pt x="0" y="147051"/>
                </a:cubicBezTo>
                <a:cubicBezTo>
                  <a:pt x="0" y="144274"/>
                  <a:pt x="966" y="142010"/>
                  <a:pt x="2898" y="140260"/>
                </a:cubicBezTo>
                <a:cubicBezTo>
                  <a:pt x="4829" y="138509"/>
                  <a:pt x="7998" y="137634"/>
                  <a:pt x="12405" y="137634"/>
                </a:cubicBezTo>
                <a:lnTo>
                  <a:pt x="15574" y="137634"/>
                </a:lnTo>
                <a:lnTo>
                  <a:pt x="15574" y="53967"/>
                </a:lnTo>
                <a:lnTo>
                  <a:pt x="12405" y="53967"/>
                </a:lnTo>
                <a:cubicBezTo>
                  <a:pt x="7938" y="53967"/>
                  <a:pt x="4754" y="53092"/>
                  <a:pt x="2852" y="51341"/>
                </a:cubicBezTo>
                <a:cubicBezTo>
                  <a:pt x="951" y="49590"/>
                  <a:pt x="0" y="47327"/>
                  <a:pt x="0" y="44550"/>
                </a:cubicBezTo>
                <a:cubicBezTo>
                  <a:pt x="0" y="41773"/>
                  <a:pt x="951" y="39540"/>
                  <a:pt x="2852" y="37849"/>
                </a:cubicBezTo>
                <a:cubicBezTo>
                  <a:pt x="4754" y="36159"/>
                  <a:pt x="7938" y="35314"/>
                  <a:pt x="12405" y="35314"/>
                </a:cubicBezTo>
                <a:lnTo>
                  <a:pt x="34137" y="35314"/>
                </a:lnTo>
                <a:lnTo>
                  <a:pt x="34137" y="41652"/>
                </a:lnTo>
                <a:cubicBezTo>
                  <a:pt x="38483" y="38664"/>
                  <a:pt x="42980" y="36438"/>
                  <a:pt x="47628" y="34974"/>
                </a:cubicBezTo>
                <a:cubicBezTo>
                  <a:pt x="52277" y="33510"/>
                  <a:pt x="57046" y="32779"/>
                  <a:pt x="61935" y="32779"/>
                </a:cubicBezTo>
                <a:cubicBezTo>
                  <a:pt x="74612" y="32779"/>
                  <a:pt x="85417" y="37080"/>
                  <a:pt x="94352" y="45682"/>
                </a:cubicBezTo>
                <a:cubicBezTo>
                  <a:pt x="103286" y="54284"/>
                  <a:pt x="107753" y="64138"/>
                  <a:pt x="107753" y="75246"/>
                </a:cubicBezTo>
                <a:cubicBezTo>
                  <a:pt x="107753" y="87500"/>
                  <a:pt x="102471" y="97611"/>
                  <a:pt x="91907" y="105580"/>
                </a:cubicBezTo>
                <a:cubicBezTo>
                  <a:pt x="83093" y="112220"/>
                  <a:pt x="73163" y="115540"/>
                  <a:pt x="62116" y="115540"/>
                </a:cubicBezTo>
                <a:cubicBezTo>
                  <a:pt x="57347" y="115540"/>
                  <a:pt x="52639" y="114846"/>
                  <a:pt x="47991" y="113457"/>
                </a:cubicBezTo>
                <a:cubicBezTo>
                  <a:pt x="43343" y="112069"/>
                  <a:pt x="38725" y="109986"/>
                  <a:pt x="34137" y="107209"/>
                </a:cubicBezTo>
                <a:moveTo>
                  <a:pt x="89190" y="75331"/>
                </a:moveTo>
                <a:cubicBezTo>
                  <a:pt x="89190" y="72746"/>
                  <a:pt x="88164" y="69455"/>
                  <a:pt x="86112" y="65458"/>
                </a:cubicBezTo>
                <a:cubicBezTo>
                  <a:pt x="84059" y="61459"/>
                  <a:pt x="80905" y="58122"/>
                  <a:pt x="76649" y="55447"/>
                </a:cubicBezTo>
                <a:cubicBezTo>
                  <a:pt x="72394" y="52770"/>
                  <a:pt x="67398" y="51432"/>
                  <a:pt x="61664" y="51432"/>
                </a:cubicBezTo>
                <a:cubicBezTo>
                  <a:pt x="52428" y="51432"/>
                  <a:pt x="45093" y="54888"/>
                  <a:pt x="39660" y="61802"/>
                </a:cubicBezTo>
                <a:cubicBezTo>
                  <a:pt x="35978" y="66552"/>
                  <a:pt x="34137" y="71122"/>
                  <a:pt x="34137" y="75512"/>
                </a:cubicBezTo>
                <a:cubicBezTo>
                  <a:pt x="34137" y="80443"/>
                  <a:pt x="36778" y="85238"/>
                  <a:pt x="42060" y="89898"/>
                </a:cubicBezTo>
                <a:cubicBezTo>
                  <a:pt x="47342" y="94557"/>
                  <a:pt x="53876" y="96887"/>
                  <a:pt x="61664" y="96887"/>
                </a:cubicBezTo>
                <a:cubicBezTo>
                  <a:pt x="69511" y="96887"/>
                  <a:pt x="76061" y="94572"/>
                  <a:pt x="81313" y="89943"/>
                </a:cubicBezTo>
                <a:cubicBezTo>
                  <a:pt x="86564" y="85314"/>
                  <a:pt x="89190" y="80443"/>
                  <a:pt x="89190" y="75331"/>
                </a:cubicBezTo>
                <a:close/>
                <a:moveTo>
                  <a:pt x="216665" y="77872"/>
                </a:moveTo>
                <a:cubicBezTo>
                  <a:pt x="216665" y="84995"/>
                  <a:pt x="214688" y="91892"/>
                  <a:pt x="210734" y="98562"/>
                </a:cubicBezTo>
                <a:cubicBezTo>
                  <a:pt x="206780" y="105232"/>
                  <a:pt x="200894" y="110545"/>
                  <a:pt x="193077" y="114499"/>
                </a:cubicBezTo>
                <a:cubicBezTo>
                  <a:pt x="185259" y="118452"/>
                  <a:pt x="177095" y="120429"/>
                  <a:pt x="168583" y="120429"/>
                </a:cubicBezTo>
                <a:cubicBezTo>
                  <a:pt x="160132" y="120429"/>
                  <a:pt x="152043" y="118483"/>
                  <a:pt x="144316" y="114589"/>
                </a:cubicBezTo>
                <a:cubicBezTo>
                  <a:pt x="136590" y="110696"/>
                  <a:pt x="130704" y="105398"/>
                  <a:pt x="126659" y="98698"/>
                </a:cubicBezTo>
                <a:cubicBezTo>
                  <a:pt x="122615" y="91997"/>
                  <a:pt x="120593" y="84995"/>
                  <a:pt x="120593" y="77691"/>
                </a:cubicBezTo>
                <a:cubicBezTo>
                  <a:pt x="120593" y="70266"/>
                  <a:pt x="122645" y="62976"/>
                  <a:pt x="126750" y="55823"/>
                </a:cubicBezTo>
                <a:cubicBezTo>
                  <a:pt x="130855" y="48670"/>
                  <a:pt x="136756" y="43041"/>
                  <a:pt x="144452" y="38936"/>
                </a:cubicBezTo>
                <a:cubicBezTo>
                  <a:pt x="152149" y="34831"/>
                  <a:pt x="160193" y="32779"/>
                  <a:pt x="168583" y="32779"/>
                </a:cubicBezTo>
                <a:cubicBezTo>
                  <a:pt x="177035" y="32779"/>
                  <a:pt x="185169" y="34876"/>
                  <a:pt x="192986" y="39072"/>
                </a:cubicBezTo>
                <a:cubicBezTo>
                  <a:pt x="200804" y="43267"/>
                  <a:pt x="206704" y="48911"/>
                  <a:pt x="210688" y="56004"/>
                </a:cubicBezTo>
                <a:cubicBezTo>
                  <a:pt x="214673" y="63097"/>
                  <a:pt x="216665" y="70386"/>
                  <a:pt x="216665" y="77872"/>
                </a:cubicBezTo>
                <a:moveTo>
                  <a:pt x="198102" y="77957"/>
                </a:moveTo>
                <a:cubicBezTo>
                  <a:pt x="198102" y="72003"/>
                  <a:pt x="195959" y="66530"/>
                  <a:pt x="191673" y="61536"/>
                </a:cubicBezTo>
                <a:cubicBezTo>
                  <a:pt x="185818" y="54800"/>
                  <a:pt x="178121" y="51432"/>
                  <a:pt x="168583" y="51432"/>
                </a:cubicBezTo>
                <a:cubicBezTo>
                  <a:pt x="160193" y="51432"/>
                  <a:pt x="153190" y="54108"/>
                  <a:pt x="147576" y="59462"/>
                </a:cubicBezTo>
                <a:cubicBezTo>
                  <a:pt x="141962" y="64816"/>
                  <a:pt x="139155" y="71011"/>
                  <a:pt x="139155" y="78047"/>
                </a:cubicBezTo>
                <a:cubicBezTo>
                  <a:pt x="139155" y="83821"/>
                  <a:pt x="141992" y="89220"/>
                  <a:pt x="147667" y="94244"/>
                </a:cubicBezTo>
                <a:cubicBezTo>
                  <a:pt x="153341" y="99266"/>
                  <a:pt x="160313" y="101776"/>
                  <a:pt x="168583" y="101776"/>
                </a:cubicBezTo>
                <a:cubicBezTo>
                  <a:pt x="176914" y="101776"/>
                  <a:pt x="183916" y="99266"/>
                  <a:pt x="189591" y="94244"/>
                </a:cubicBezTo>
                <a:cubicBezTo>
                  <a:pt x="195265" y="89220"/>
                  <a:pt x="198102" y="83791"/>
                  <a:pt x="198102" y="77957"/>
                </a:cubicBezTo>
                <a:close/>
                <a:moveTo>
                  <a:pt x="288995" y="0"/>
                </a:moveTo>
                <a:lnTo>
                  <a:pt x="288995" y="98879"/>
                </a:lnTo>
                <a:lnTo>
                  <a:pt x="311270" y="98879"/>
                </a:lnTo>
                <a:cubicBezTo>
                  <a:pt x="315737" y="98879"/>
                  <a:pt x="318921" y="99739"/>
                  <a:pt x="320823" y="101460"/>
                </a:cubicBezTo>
                <a:cubicBezTo>
                  <a:pt x="322724" y="103180"/>
                  <a:pt x="323675" y="105429"/>
                  <a:pt x="323675" y="108205"/>
                </a:cubicBezTo>
                <a:cubicBezTo>
                  <a:pt x="323675" y="110982"/>
                  <a:pt x="322724" y="113231"/>
                  <a:pt x="320823" y="114951"/>
                </a:cubicBezTo>
                <a:cubicBezTo>
                  <a:pt x="318921" y="116672"/>
                  <a:pt x="315737" y="117532"/>
                  <a:pt x="311270" y="117532"/>
                </a:cubicBezTo>
                <a:lnTo>
                  <a:pt x="248158" y="117532"/>
                </a:lnTo>
                <a:cubicBezTo>
                  <a:pt x="243691" y="117532"/>
                  <a:pt x="240506" y="116657"/>
                  <a:pt x="238605" y="114906"/>
                </a:cubicBezTo>
                <a:cubicBezTo>
                  <a:pt x="236703" y="113155"/>
                  <a:pt x="235752" y="110892"/>
                  <a:pt x="235752" y="108115"/>
                </a:cubicBezTo>
                <a:cubicBezTo>
                  <a:pt x="235752" y="105338"/>
                  <a:pt x="236703" y="103105"/>
                  <a:pt x="238605" y="101414"/>
                </a:cubicBezTo>
                <a:cubicBezTo>
                  <a:pt x="240506" y="99724"/>
                  <a:pt x="243691" y="98879"/>
                  <a:pt x="248158" y="98879"/>
                </a:cubicBezTo>
                <a:lnTo>
                  <a:pt x="270432" y="98879"/>
                </a:lnTo>
                <a:lnTo>
                  <a:pt x="270432" y="18653"/>
                </a:lnTo>
                <a:lnTo>
                  <a:pt x="255492" y="18653"/>
                </a:lnTo>
                <a:cubicBezTo>
                  <a:pt x="251085" y="18653"/>
                  <a:pt x="247916" y="17778"/>
                  <a:pt x="245984" y="16027"/>
                </a:cubicBezTo>
                <a:cubicBezTo>
                  <a:pt x="244053" y="14276"/>
                  <a:pt x="243087" y="12013"/>
                  <a:pt x="243087" y="9236"/>
                </a:cubicBezTo>
                <a:cubicBezTo>
                  <a:pt x="243087" y="6459"/>
                  <a:pt x="244038" y="4226"/>
                  <a:pt x="245939" y="2535"/>
                </a:cubicBezTo>
                <a:cubicBezTo>
                  <a:pt x="247841" y="845"/>
                  <a:pt x="251025" y="0"/>
                  <a:pt x="255492" y="0"/>
                </a:cubicBezTo>
                <a:lnTo>
                  <a:pt x="288995" y="0"/>
                </a:lnTo>
                <a:close/>
                <a:moveTo>
                  <a:pt x="399890" y="0"/>
                </a:moveTo>
                <a:lnTo>
                  <a:pt x="399890" y="98879"/>
                </a:lnTo>
                <a:lnTo>
                  <a:pt x="422165" y="98879"/>
                </a:lnTo>
                <a:cubicBezTo>
                  <a:pt x="426632" y="98879"/>
                  <a:pt x="429816" y="99739"/>
                  <a:pt x="431718" y="101460"/>
                </a:cubicBezTo>
                <a:cubicBezTo>
                  <a:pt x="433619" y="103180"/>
                  <a:pt x="434570" y="105429"/>
                  <a:pt x="434570" y="108205"/>
                </a:cubicBezTo>
                <a:cubicBezTo>
                  <a:pt x="434570" y="110982"/>
                  <a:pt x="433619" y="113231"/>
                  <a:pt x="431718" y="114951"/>
                </a:cubicBezTo>
                <a:cubicBezTo>
                  <a:pt x="429816" y="116672"/>
                  <a:pt x="426632" y="117532"/>
                  <a:pt x="422165" y="117532"/>
                </a:cubicBezTo>
                <a:lnTo>
                  <a:pt x="359053" y="117532"/>
                </a:lnTo>
                <a:cubicBezTo>
                  <a:pt x="354586" y="117532"/>
                  <a:pt x="351401" y="116657"/>
                  <a:pt x="349500" y="114906"/>
                </a:cubicBezTo>
                <a:cubicBezTo>
                  <a:pt x="347598" y="113155"/>
                  <a:pt x="346647" y="110892"/>
                  <a:pt x="346647" y="108115"/>
                </a:cubicBezTo>
                <a:cubicBezTo>
                  <a:pt x="346647" y="105338"/>
                  <a:pt x="347598" y="103105"/>
                  <a:pt x="349500" y="101414"/>
                </a:cubicBezTo>
                <a:cubicBezTo>
                  <a:pt x="351401" y="99724"/>
                  <a:pt x="354586" y="98879"/>
                  <a:pt x="359053" y="98879"/>
                </a:cubicBezTo>
                <a:lnTo>
                  <a:pt x="381328" y="98879"/>
                </a:lnTo>
                <a:lnTo>
                  <a:pt x="381328" y="18653"/>
                </a:lnTo>
                <a:lnTo>
                  <a:pt x="366387" y="18653"/>
                </a:lnTo>
                <a:cubicBezTo>
                  <a:pt x="361980" y="18653"/>
                  <a:pt x="358811" y="17778"/>
                  <a:pt x="356879" y="16027"/>
                </a:cubicBezTo>
                <a:cubicBezTo>
                  <a:pt x="354948" y="14276"/>
                  <a:pt x="353982" y="12013"/>
                  <a:pt x="353982" y="9236"/>
                </a:cubicBezTo>
                <a:cubicBezTo>
                  <a:pt x="353982" y="6459"/>
                  <a:pt x="354933" y="4226"/>
                  <a:pt x="356834" y="2535"/>
                </a:cubicBezTo>
                <a:cubicBezTo>
                  <a:pt x="358736" y="845"/>
                  <a:pt x="361920" y="0"/>
                  <a:pt x="366387" y="0"/>
                </a:cubicBezTo>
                <a:lnTo>
                  <a:pt x="399890" y="0"/>
                </a:lnTo>
                <a:close/>
                <a:moveTo>
                  <a:pt x="521478" y="64536"/>
                </a:moveTo>
                <a:lnTo>
                  <a:pt x="461354" y="31132"/>
                </a:lnTo>
                <a:cubicBezTo>
                  <a:pt x="458336" y="29451"/>
                  <a:pt x="456329" y="27950"/>
                  <a:pt x="455333" y="26630"/>
                </a:cubicBezTo>
                <a:cubicBezTo>
                  <a:pt x="454337" y="25309"/>
                  <a:pt x="453839" y="23628"/>
                  <a:pt x="453839" y="21587"/>
                </a:cubicBezTo>
                <a:cubicBezTo>
                  <a:pt x="453839" y="19007"/>
                  <a:pt x="454774" y="16786"/>
                  <a:pt x="456646" y="14926"/>
                </a:cubicBezTo>
                <a:cubicBezTo>
                  <a:pt x="458517" y="13064"/>
                  <a:pt x="460720" y="12133"/>
                  <a:pt x="463256" y="12133"/>
                </a:cubicBezTo>
                <a:cubicBezTo>
                  <a:pt x="464825" y="12133"/>
                  <a:pt x="467240" y="13009"/>
                  <a:pt x="470500" y="14759"/>
                </a:cubicBezTo>
                <a:lnTo>
                  <a:pt x="560052" y="64561"/>
                </a:lnTo>
                <a:lnTo>
                  <a:pt x="470500" y="114448"/>
                </a:lnTo>
                <a:cubicBezTo>
                  <a:pt x="467240" y="116262"/>
                  <a:pt x="464825" y="117170"/>
                  <a:pt x="463256" y="117170"/>
                </a:cubicBezTo>
                <a:cubicBezTo>
                  <a:pt x="460720" y="117170"/>
                  <a:pt x="458517" y="116240"/>
                  <a:pt x="456646" y="114380"/>
                </a:cubicBezTo>
                <a:cubicBezTo>
                  <a:pt x="454774" y="112520"/>
                  <a:pt x="453839" y="110269"/>
                  <a:pt x="453839" y="107628"/>
                </a:cubicBezTo>
                <a:cubicBezTo>
                  <a:pt x="453839" y="105589"/>
                  <a:pt x="454337" y="103910"/>
                  <a:pt x="455333" y="102591"/>
                </a:cubicBezTo>
                <a:cubicBezTo>
                  <a:pt x="456329" y="101271"/>
                  <a:pt x="458336" y="99770"/>
                  <a:pt x="461354" y="98089"/>
                </a:cubicBezTo>
                <a:lnTo>
                  <a:pt x="521478" y="64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6D3EE-C9B3-4097-8DDA-3CCFC595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227" y="1953987"/>
            <a:ext cx="2085467" cy="1019644"/>
          </a:xfrm>
          <a:custGeom xmlns:a="http://schemas.openxmlformats.org/drawingml/2006/main">
            <a:pathLst>
              <a:path w="2085467" h="1019644" fill="none">
                <a:moveTo>
                  <a:pt x="152733" y="0"/>
                </a:moveTo>
                <a:lnTo>
                  <a:pt x="1932757" y="0"/>
                </a:lnTo>
                <a:cubicBezTo>
                  <a:pt x="1943011" y="0"/>
                  <a:pt x="1952655" y="634"/>
                  <a:pt x="1962910" y="2581"/>
                </a:cubicBezTo>
                <a:cubicBezTo>
                  <a:pt x="1972530" y="4505"/>
                  <a:pt x="1982151" y="7697"/>
                  <a:pt x="1991138" y="11545"/>
                </a:cubicBezTo>
                <a:cubicBezTo>
                  <a:pt x="2000781" y="15393"/>
                  <a:pt x="2009112" y="19898"/>
                  <a:pt x="2017465" y="25670"/>
                </a:cubicBezTo>
                <a:cubicBezTo>
                  <a:pt x="2025795" y="31443"/>
                  <a:pt x="2033492" y="37215"/>
                  <a:pt x="2041189" y="44278"/>
                </a:cubicBezTo>
                <a:cubicBezTo>
                  <a:pt x="2048251" y="51975"/>
                  <a:pt x="2054024" y="59671"/>
                  <a:pt x="2059796" y="68025"/>
                </a:cubicBezTo>
                <a:cubicBezTo>
                  <a:pt x="2065569" y="76355"/>
                  <a:pt x="2070074" y="84708"/>
                  <a:pt x="2073922" y="94329"/>
                </a:cubicBezTo>
                <a:cubicBezTo>
                  <a:pt x="2077770" y="103316"/>
                  <a:pt x="2080985" y="112937"/>
                  <a:pt x="2082909" y="122557"/>
                </a:cubicBezTo>
                <a:cubicBezTo>
                  <a:pt x="2084833" y="132835"/>
                  <a:pt x="2085467" y="142455"/>
                  <a:pt x="2085467" y="152733"/>
                </a:cubicBezTo>
                <a:lnTo>
                  <a:pt x="2085467" y="866911"/>
                </a:lnTo>
                <a:cubicBezTo>
                  <a:pt x="2085467" y="876532"/>
                  <a:pt x="2084833" y="886809"/>
                  <a:pt x="2082909" y="896430"/>
                </a:cubicBezTo>
                <a:cubicBezTo>
                  <a:pt x="2080985" y="906051"/>
                  <a:pt x="2077770" y="915694"/>
                  <a:pt x="2073922" y="925315"/>
                </a:cubicBezTo>
                <a:cubicBezTo>
                  <a:pt x="2070074" y="934302"/>
                  <a:pt x="2065569" y="943266"/>
                  <a:pt x="2059796" y="951619"/>
                </a:cubicBezTo>
                <a:cubicBezTo>
                  <a:pt x="2054024" y="959949"/>
                  <a:pt x="2048251" y="967669"/>
                  <a:pt x="2041189" y="974709"/>
                </a:cubicBezTo>
                <a:cubicBezTo>
                  <a:pt x="2033492" y="981772"/>
                  <a:pt x="2025795" y="988201"/>
                  <a:pt x="2017465" y="993973"/>
                </a:cubicBezTo>
                <a:cubicBezTo>
                  <a:pt x="2009112" y="999112"/>
                  <a:pt x="2000781" y="1004228"/>
                  <a:pt x="1991138" y="1008076"/>
                </a:cubicBezTo>
                <a:cubicBezTo>
                  <a:pt x="1982151" y="1011924"/>
                  <a:pt x="1972530" y="1014505"/>
                  <a:pt x="1962910" y="1016429"/>
                </a:cubicBezTo>
                <a:cubicBezTo>
                  <a:pt x="1952655" y="1018353"/>
                  <a:pt x="1943011" y="1019644"/>
                  <a:pt x="1932757" y="1019644"/>
                </a:cubicBezTo>
                <a:lnTo>
                  <a:pt x="152733" y="1019644"/>
                </a:lnTo>
                <a:cubicBezTo>
                  <a:pt x="143112" y="1019644"/>
                  <a:pt x="132835" y="1018353"/>
                  <a:pt x="123214" y="1016429"/>
                </a:cubicBezTo>
                <a:cubicBezTo>
                  <a:pt x="113593" y="1014505"/>
                  <a:pt x="103950" y="1011924"/>
                  <a:pt x="94329" y="1008076"/>
                </a:cubicBezTo>
                <a:cubicBezTo>
                  <a:pt x="85342" y="1004228"/>
                  <a:pt x="76355" y="999112"/>
                  <a:pt x="68025" y="993973"/>
                </a:cubicBezTo>
                <a:cubicBezTo>
                  <a:pt x="59671" y="988201"/>
                  <a:pt x="51975" y="981772"/>
                  <a:pt x="44935" y="974709"/>
                </a:cubicBezTo>
                <a:cubicBezTo>
                  <a:pt x="37872" y="967669"/>
                  <a:pt x="31443" y="959949"/>
                  <a:pt x="25670" y="951619"/>
                </a:cubicBezTo>
                <a:cubicBezTo>
                  <a:pt x="20532" y="943266"/>
                  <a:pt x="15416" y="934302"/>
                  <a:pt x="11545" y="925315"/>
                </a:cubicBezTo>
                <a:cubicBezTo>
                  <a:pt x="7697" y="915694"/>
                  <a:pt x="5139" y="906051"/>
                  <a:pt x="3214" y="896430"/>
                </a:cubicBezTo>
                <a:cubicBezTo>
                  <a:pt x="1290" y="886809"/>
                  <a:pt x="0" y="876532"/>
                  <a:pt x="0" y="866911"/>
                </a:cubicBezTo>
                <a:lnTo>
                  <a:pt x="0" y="152733"/>
                </a:lnTo>
                <a:cubicBezTo>
                  <a:pt x="0" y="142455"/>
                  <a:pt x="1290" y="132835"/>
                  <a:pt x="3214" y="122557"/>
                </a:cubicBezTo>
                <a:cubicBezTo>
                  <a:pt x="5139" y="112937"/>
                  <a:pt x="7697" y="103316"/>
                  <a:pt x="11545" y="94329"/>
                </a:cubicBezTo>
                <a:cubicBezTo>
                  <a:pt x="15416" y="84708"/>
                  <a:pt x="20532" y="76355"/>
                  <a:pt x="25670" y="68025"/>
                </a:cubicBezTo>
                <a:cubicBezTo>
                  <a:pt x="31443" y="59671"/>
                  <a:pt x="37872" y="51975"/>
                  <a:pt x="44935" y="44278"/>
                </a:cubicBezTo>
                <a:cubicBezTo>
                  <a:pt x="51975" y="37215"/>
                  <a:pt x="59671" y="31443"/>
                  <a:pt x="68025" y="25670"/>
                </a:cubicBezTo>
                <a:cubicBezTo>
                  <a:pt x="76355" y="19898"/>
                  <a:pt x="85342" y="15393"/>
                  <a:pt x="94329" y="11545"/>
                </a:cubicBezTo>
                <a:cubicBezTo>
                  <a:pt x="103950" y="7697"/>
                  <a:pt x="113593" y="4505"/>
                  <a:pt x="123214" y="2581"/>
                </a:cubicBezTo>
                <a:cubicBezTo>
                  <a:pt x="132835" y="634"/>
                  <a:pt x="143112" y="0"/>
                  <a:pt x="15273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000000"/>
            </a:solidFill>
            <a:miter/>
          </a:ln>
        </p:spPr>
      </p:sp>
      <p:sp>
        <p:nvSpPr>
          <p:cNvPr id="66" name="Text &lt;anywhere&gt;">
            <a:extLst xmlns:a="http://schemas.openxmlformats.org/drawingml/2006/main">
              <a:ext uri="{FF2B5EF4-FFF2-40B4-BE49-F238E27FC236}">
                <a16:creationId xmlns:a16="http://schemas.microsoft.com/office/drawing/2014/main" id="{6D687CFE-A3C6-4936-AAC1-B4654D7F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9187" y="2365213"/>
            <a:ext cx="1116085" cy="156287"/>
          </a:xfrm>
          <a:custGeom xmlns:a="http://schemas.openxmlformats.org/drawingml/2006/main">
            <a:pathLst>
              <a:path w="1116085" h="156287">
                <a:moveTo>
                  <a:pt x="38574" y="64609"/>
                </a:moveTo>
                <a:lnTo>
                  <a:pt x="98698" y="98067"/>
                </a:lnTo>
                <a:cubicBezTo>
                  <a:pt x="101716" y="99750"/>
                  <a:pt x="103723" y="101252"/>
                  <a:pt x="104719" y="102574"/>
                </a:cubicBezTo>
                <a:cubicBezTo>
                  <a:pt x="105715" y="103895"/>
                  <a:pt x="106213" y="105576"/>
                  <a:pt x="106213" y="107617"/>
                </a:cubicBezTo>
                <a:cubicBezTo>
                  <a:pt x="106213" y="110201"/>
                  <a:pt x="105278" y="112440"/>
                  <a:pt x="103406" y="114332"/>
                </a:cubicBezTo>
                <a:cubicBezTo>
                  <a:pt x="101535" y="116224"/>
                  <a:pt x="99362" y="117170"/>
                  <a:pt x="96887" y="117170"/>
                </a:cubicBezTo>
                <a:cubicBezTo>
                  <a:pt x="95257" y="117170"/>
                  <a:pt x="92812" y="116262"/>
                  <a:pt x="89552" y="114448"/>
                </a:cubicBezTo>
                <a:lnTo>
                  <a:pt x="0" y="64561"/>
                </a:lnTo>
                <a:lnTo>
                  <a:pt x="89552" y="14759"/>
                </a:lnTo>
                <a:cubicBezTo>
                  <a:pt x="92812" y="13009"/>
                  <a:pt x="95227" y="12133"/>
                  <a:pt x="96796" y="12133"/>
                </a:cubicBezTo>
                <a:cubicBezTo>
                  <a:pt x="99332" y="12133"/>
                  <a:pt x="101535" y="13063"/>
                  <a:pt x="103406" y="14921"/>
                </a:cubicBezTo>
                <a:cubicBezTo>
                  <a:pt x="105278" y="16779"/>
                  <a:pt x="106213" y="18996"/>
                  <a:pt x="106213" y="21573"/>
                </a:cubicBezTo>
                <a:cubicBezTo>
                  <a:pt x="106213" y="23611"/>
                  <a:pt x="105715" y="25288"/>
                  <a:pt x="104719" y="26607"/>
                </a:cubicBezTo>
                <a:cubicBezTo>
                  <a:pt x="103723" y="27926"/>
                  <a:pt x="101716" y="29424"/>
                  <a:pt x="98698" y="31101"/>
                </a:cubicBezTo>
                <a:lnTo>
                  <a:pt x="38574" y="64609"/>
                </a:lnTo>
                <a:close/>
                <a:moveTo>
                  <a:pt x="185968" y="117532"/>
                </a:moveTo>
                <a:lnTo>
                  <a:pt x="185968" y="113186"/>
                </a:lnTo>
                <a:cubicBezTo>
                  <a:pt x="181320" y="115600"/>
                  <a:pt x="176189" y="117411"/>
                  <a:pt x="170575" y="118618"/>
                </a:cubicBezTo>
                <a:cubicBezTo>
                  <a:pt x="164961" y="119826"/>
                  <a:pt x="159860" y="120429"/>
                  <a:pt x="155272" y="120429"/>
                </a:cubicBezTo>
                <a:cubicBezTo>
                  <a:pt x="145312" y="120429"/>
                  <a:pt x="137223" y="117793"/>
                  <a:pt x="131005" y="112521"/>
                </a:cubicBezTo>
                <a:cubicBezTo>
                  <a:pt x="124788" y="107246"/>
                  <a:pt x="121679" y="101414"/>
                  <a:pt x="121679" y="95025"/>
                </a:cubicBezTo>
                <a:cubicBezTo>
                  <a:pt x="121679" y="87251"/>
                  <a:pt x="125648" y="80034"/>
                  <a:pt x="133586" y="73375"/>
                </a:cubicBezTo>
                <a:cubicBezTo>
                  <a:pt x="141524" y="66714"/>
                  <a:pt x="152495" y="63384"/>
                  <a:pt x="166500" y="63384"/>
                </a:cubicBezTo>
                <a:cubicBezTo>
                  <a:pt x="172114" y="63384"/>
                  <a:pt x="178604" y="63988"/>
                  <a:pt x="185968" y="65195"/>
                </a:cubicBezTo>
                <a:lnTo>
                  <a:pt x="185968" y="60786"/>
                </a:lnTo>
                <a:cubicBezTo>
                  <a:pt x="185968" y="58028"/>
                  <a:pt x="184776" y="55780"/>
                  <a:pt x="182391" y="54040"/>
                </a:cubicBezTo>
                <a:cubicBezTo>
                  <a:pt x="180007" y="52301"/>
                  <a:pt x="175464" y="51432"/>
                  <a:pt x="168764" y="51432"/>
                </a:cubicBezTo>
                <a:cubicBezTo>
                  <a:pt x="163271" y="51432"/>
                  <a:pt x="156147" y="52495"/>
                  <a:pt x="147394" y="54623"/>
                </a:cubicBezTo>
                <a:cubicBezTo>
                  <a:pt x="144135" y="55393"/>
                  <a:pt x="141599" y="55778"/>
                  <a:pt x="139788" y="55778"/>
                </a:cubicBezTo>
                <a:cubicBezTo>
                  <a:pt x="137313" y="55778"/>
                  <a:pt x="135216" y="54887"/>
                  <a:pt x="133495" y="53107"/>
                </a:cubicBezTo>
                <a:cubicBezTo>
                  <a:pt x="131775" y="51326"/>
                  <a:pt x="130915" y="49047"/>
                  <a:pt x="130915" y="46270"/>
                </a:cubicBezTo>
                <a:cubicBezTo>
                  <a:pt x="130915" y="44701"/>
                  <a:pt x="131216" y="43343"/>
                  <a:pt x="131820" y="42196"/>
                </a:cubicBezTo>
                <a:cubicBezTo>
                  <a:pt x="132424" y="41049"/>
                  <a:pt x="133269" y="40128"/>
                  <a:pt x="134355" y="39434"/>
                </a:cubicBezTo>
                <a:cubicBezTo>
                  <a:pt x="135442" y="38740"/>
                  <a:pt x="137706" y="37910"/>
                  <a:pt x="141147" y="36944"/>
                </a:cubicBezTo>
                <a:cubicBezTo>
                  <a:pt x="145734" y="35676"/>
                  <a:pt x="150413" y="34665"/>
                  <a:pt x="155182" y="33910"/>
                </a:cubicBezTo>
                <a:cubicBezTo>
                  <a:pt x="159951" y="33156"/>
                  <a:pt x="164267" y="32779"/>
                  <a:pt x="168130" y="32779"/>
                </a:cubicBezTo>
                <a:cubicBezTo>
                  <a:pt x="179660" y="32779"/>
                  <a:pt x="188609" y="35269"/>
                  <a:pt x="194978" y="40249"/>
                </a:cubicBezTo>
                <a:cubicBezTo>
                  <a:pt x="201346" y="45229"/>
                  <a:pt x="204531" y="52035"/>
                  <a:pt x="204531" y="60667"/>
                </a:cubicBezTo>
                <a:lnTo>
                  <a:pt x="204531" y="98879"/>
                </a:lnTo>
                <a:lnTo>
                  <a:pt x="207700" y="98879"/>
                </a:lnTo>
                <a:cubicBezTo>
                  <a:pt x="212167" y="98879"/>
                  <a:pt x="215351" y="99739"/>
                  <a:pt x="217253" y="101460"/>
                </a:cubicBezTo>
                <a:cubicBezTo>
                  <a:pt x="219154" y="103180"/>
                  <a:pt x="220105" y="105429"/>
                  <a:pt x="220105" y="108205"/>
                </a:cubicBezTo>
                <a:cubicBezTo>
                  <a:pt x="220105" y="110982"/>
                  <a:pt x="219154" y="113231"/>
                  <a:pt x="217253" y="114951"/>
                </a:cubicBezTo>
                <a:cubicBezTo>
                  <a:pt x="215351" y="116672"/>
                  <a:pt x="212167" y="117532"/>
                  <a:pt x="207700" y="117532"/>
                </a:cubicBezTo>
                <a:lnTo>
                  <a:pt x="185968" y="117532"/>
                </a:lnTo>
                <a:moveTo>
                  <a:pt x="185968" y="84190"/>
                </a:moveTo>
                <a:cubicBezTo>
                  <a:pt x="178543" y="82755"/>
                  <a:pt x="171692" y="82037"/>
                  <a:pt x="165414" y="82037"/>
                </a:cubicBezTo>
                <a:cubicBezTo>
                  <a:pt x="157868" y="82037"/>
                  <a:pt x="151379" y="83861"/>
                  <a:pt x="145946" y="87509"/>
                </a:cubicBezTo>
                <a:cubicBezTo>
                  <a:pt x="142565" y="89843"/>
                  <a:pt x="140875" y="92206"/>
                  <a:pt x="140875" y="94598"/>
                </a:cubicBezTo>
                <a:cubicBezTo>
                  <a:pt x="140875" y="96333"/>
                  <a:pt x="141690" y="97740"/>
                  <a:pt x="143320" y="98817"/>
                </a:cubicBezTo>
                <a:cubicBezTo>
                  <a:pt x="146338" y="100790"/>
                  <a:pt x="150473" y="101776"/>
                  <a:pt x="155725" y="101776"/>
                </a:cubicBezTo>
                <a:cubicBezTo>
                  <a:pt x="160192" y="101776"/>
                  <a:pt x="165248" y="100910"/>
                  <a:pt x="170892" y="99176"/>
                </a:cubicBezTo>
                <a:cubicBezTo>
                  <a:pt x="176536" y="97441"/>
                  <a:pt x="181561" y="95077"/>
                  <a:pt x="185968" y="92085"/>
                </a:cubicBezTo>
                <a:lnTo>
                  <a:pt x="185968" y="84190"/>
                </a:lnTo>
                <a:close/>
                <a:moveTo>
                  <a:pt x="261368" y="35314"/>
                </a:moveTo>
                <a:lnTo>
                  <a:pt x="261368" y="41471"/>
                </a:lnTo>
                <a:cubicBezTo>
                  <a:pt x="264749" y="38574"/>
                  <a:pt x="268476" y="36400"/>
                  <a:pt x="272551" y="34952"/>
                </a:cubicBezTo>
                <a:cubicBezTo>
                  <a:pt x="276626" y="33503"/>
                  <a:pt x="281048" y="32779"/>
                  <a:pt x="285816" y="32779"/>
                </a:cubicBezTo>
                <a:cubicBezTo>
                  <a:pt x="296803" y="32779"/>
                  <a:pt x="305496" y="36189"/>
                  <a:pt x="311894" y="43011"/>
                </a:cubicBezTo>
                <a:cubicBezTo>
                  <a:pt x="316965" y="48443"/>
                  <a:pt x="319501" y="55567"/>
                  <a:pt x="319501" y="64380"/>
                </a:cubicBezTo>
                <a:lnTo>
                  <a:pt x="319501" y="98879"/>
                </a:lnTo>
                <a:cubicBezTo>
                  <a:pt x="323424" y="98879"/>
                  <a:pt x="326322" y="99739"/>
                  <a:pt x="328193" y="101460"/>
                </a:cubicBezTo>
                <a:cubicBezTo>
                  <a:pt x="330065" y="103180"/>
                  <a:pt x="331000" y="105429"/>
                  <a:pt x="331000" y="108205"/>
                </a:cubicBezTo>
                <a:cubicBezTo>
                  <a:pt x="331000" y="110982"/>
                  <a:pt x="330049" y="113231"/>
                  <a:pt x="328148" y="114951"/>
                </a:cubicBezTo>
                <a:cubicBezTo>
                  <a:pt x="326246" y="116672"/>
                  <a:pt x="323062" y="117532"/>
                  <a:pt x="318595" y="117532"/>
                </a:cubicBezTo>
                <a:lnTo>
                  <a:pt x="301844" y="117532"/>
                </a:lnTo>
                <a:cubicBezTo>
                  <a:pt x="297377" y="117532"/>
                  <a:pt x="294192" y="116657"/>
                  <a:pt x="292291" y="114906"/>
                </a:cubicBezTo>
                <a:cubicBezTo>
                  <a:pt x="290389" y="113155"/>
                  <a:pt x="289438" y="110892"/>
                  <a:pt x="289438" y="108115"/>
                </a:cubicBezTo>
                <a:cubicBezTo>
                  <a:pt x="289438" y="105338"/>
                  <a:pt x="290374" y="103105"/>
                  <a:pt x="292245" y="101414"/>
                </a:cubicBezTo>
                <a:cubicBezTo>
                  <a:pt x="294117" y="99724"/>
                  <a:pt x="297014" y="98879"/>
                  <a:pt x="300938" y="98879"/>
                </a:cubicBezTo>
                <a:lnTo>
                  <a:pt x="300938" y="63905"/>
                </a:lnTo>
                <a:cubicBezTo>
                  <a:pt x="300938" y="59868"/>
                  <a:pt x="299851" y="56915"/>
                  <a:pt x="297678" y="55048"/>
                </a:cubicBezTo>
                <a:cubicBezTo>
                  <a:pt x="294841" y="52637"/>
                  <a:pt x="290585" y="51432"/>
                  <a:pt x="284911" y="51432"/>
                </a:cubicBezTo>
                <a:cubicBezTo>
                  <a:pt x="280625" y="51432"/>
                  <a:pt x="276867" y="52262"/>
                  <a:pt x="273638" y="53922"/>
                </a:cubicBezTo>
                <a:cubicBezTo>
                  <a:pt x="270408" y="55582"/>
                  <a:pt x="266318" y="59098"/>
                  <a:pt x="261368" y="64471"/>
                </a:cubicBezTo>
                <a:lnTo>
                  <a:pt x="261368" y="98879"/>
                </a:lnTo>
                <a:cubicBezTo>
                  <a:pt x="266137" y="98879"/>
                  <a:pt x="269216" y="99452"/>
                  <a:pt x="270604" y="100599"/>
                </a:cubicBezTo>
                <a:cubicBezTo>
                  <a:pt x="273562" y="102893"/>
                  <a:pt x="275041" y="105429"/>
                  <a:pt x="275041" y="108205"/>
                </a:cubicBezTo>
                <a:cubicBezTo>
                  <a:pt x="275041" y="110982"/>
                  <a:pt x="274090" y="113231"/>
                  <a:pt x="272189" y="114951"/>
                </a:cubicBezTo>
                <a:cubicBezTo>
                  <a:pt x="270287" y="116672"/>
                  <a:pt x="267103" y="117532"/>
                  <a:pt x="262636" y="117532"/>
                </a:cubicBezTo>
                <a:lnTo>
                  <a:pt x="241538" y="117532"/>
                </a:lnTo>
                <a:cubicBezTo>
                  <a:pt x="237071" y="117532"/>
                  <a:pt x="233887" y="116657"/>
                  <a:pt x="231985" y="114906"/>
                </a:cubicBezTo>
                <a:cubicBezTo>
                  <a:pt x="230084" y="113155"/>
                  <a:pt x="229133" y="110892"/>
                  <a:pt x="229133" y="108115"/>
                </a:cubicBezTo>
                <a:cubicBezTo>
                  <a:pt x="229133" y="105338"/>
                  <a:pt x="230582" y="102810"/>
                  <a:pt x="233479" y="100531"/>
                </a:cubicBezTo>
                <a:cubicBezTo>
                  <a:pt x="234928" y="99430"/>
                  <a:pt x="238037" y="98879"/>
                  <a:pt x="242806" y="98879"/>
                </a:cubicBezTo>
                <a:lnTo>
                  <a:pt x="242806" y="53967"/>
                </a:lnTo>
                <a:cubicBezTo>
                  <a:pt x="238882" y="53967"/>
                  <a:pt x="235985" y="53092"/>
                  <a:pt x="234113" y="51341"/>
                </a:cubicBezTo>
                <a:cubicBezTo>
                  <a:pt x="232242" y="49590"/>
                  <a:pt x="231306" y="47327"/>
                  <a:pt x="231306" y="44550"/>
                </a:cubicBezTo>
                <a:cubicBezTo>
                  <a:pt x="231306" y="41773"/>
                  <a:pt x="232257" y="39540"/>
                  <a:pt x="234159" y="37849"/>
                </a:cubicBezTo>
                <a:cubicBezTo>
                  <a:pt x="236060" y="36159"/>
                  <a:pt x="239244" y="35314"/>
                  <a:pt x="243711" y="35314"/>
                </a:cubicBezTo>
                <a:lnTo>
                  <a:pt x="261368" y="35314"/>
                </a:lnTo>
                <a:close/>
                <a:moveTo>
                  <a:pt x="381056" y="116963"/>
                </a:moveTo>
                <a:lnTo>
                  <a:pt x="348911" y="53967"/>
                </a:lnTo>
                <a:cubicBezTo>
                  <a:pt x="345893" y="53967"/>
                  <a:pt x="343599" y="53107"/>
                  <a:pt x="342029" y="51386"/>
                </a:cubicBezTo>
                <a:cubicBezTo>
                  <a:pt x="340460" y="49666"/>
                  <a:pt x="339675" y="47417"/>
                  <a:pt x="339675" y="44640"/>
                </a:cubicBezTo>
                <a:cubicBezTo>
                  <a:pt x="339675" y="41864"/>
                  <a:pt x="340626" y="39615"/>
                  <a:pt x="342527" y="37895"/>
                </a:cubicBezTo>
                <a:cubicBezTo>
                  <a:pt x="344429" y="36174"/>
                  <a:pt x="347613" y="35314"/>
                  <a:pt x="352080" y="35314"/>
                </a:cubicBezTo>
                <a:lnTo>
                  <a:pt x="369013" y="35314"/>
                </a:lnTo>
                <a:cubicBezTo>
                  <a:pt x="373480" y="35314"/>
                  <a:pt x="376664" y="36174"/>
                  <a:pt x="378566" y="37895"/>
                </a:cubicBezTo>
                <a:cubicBezTo>
                  <a:pt x="380467" y="39615"/>
                  <a:pt x="381418" y="41864"/>
                  <a:pt x="381418" y="44640"/>
                </a:cubicBezTo>
                <a:cubicBezTo>
                  <a:pt x="381418" y="47417"/>
                  <a:pt x="380467" y="49666"/>
                  <a:pt x="378566" y="51386"/>
                </a:cubicBezTo>
                <a:cubicBezTo>
                  <a:pt x="376664" y="53107"/>
                  <a:pt x="373661" y="53967"/>
                  <a:pt x="369556" y="53967"/>
                </a:cubicBezTo>
                <a:lnTo>
                  <a:pt x="391469" y="96559"/>
                </a:lnTo>
                <a:lnTo>
                  <a:pt x="413200" y="53967"/>
                </a:lnTo>
                <a:cubicBezTo>
                  <a:pt x="409216" y="53967"/>
                  <a:pt x="406273" y="53092"/>
                  <a:pt x="404372" y="51341"/>
                </a:cubicBezTo>
                <a:cubicBezTo>
                  <a:pt x="402470" y="49590"/>
                  <a:pt x="401520" y="47327"/>
                  <a:pt x="401520" y="44550"/>
                </a:cubicBezTo>
                <a:cubicBezTo>
                  <a:pt x="401520" y="41773"/>
                  <a:pt x="402470" y="39540"/>
                  <a:pt x="404372" y="37849"/>
                </a:cubicBezTo>
                <a:cubicBezTo>
                  <a:pt x="406273" y="36159"/>
                  <a:pt x="409458" y="35314"/>
                  <a:pt x="413925" y="35314"/>
                </a:cubicBezTo>
                <a:lnTo>
                  <a:pt x="431401" y="35314"/>
                </a:lnTo>
                <a:cubicBezTo>
                  <a:pt x="435807" y="35314"/>
                  <a:pt x="438961" y="36174"/>
                  <a:pt x="440863" y="37895"/>
                </a:cubicBezTo>
                <a:cubicBezTo>
                  <a:pt x="442764" y="39615"/>
                  <a:pt x="443715" y="41864"/>
                  <a:pt x="443715" y="44640"/>
                </a:cubicBezTo>
                <a:cubicBezTo>
                  <a:pt x="443715" y="47417"/>
                  <a:pt x="442900" y="49666"/>
                  <a:pt x="441270" y="51386"/>
                </a:cubicBezTo>
                <a:cubicBezTo>
                  <a:pt x="439640" y="53107"/>
                  <a:pt x="437226" y="53967"/>
                  <a:pt x="434026" y="53967"/>
                </a:cubicBezTo>
                <a:lnTo>
                  <a:pt x="391469" y="137634"/>
                </a:lnTo>
                <a:cubicBezTo>
                  <a:pt x="396117" y="137634"/>
                  <a:pt x="399165" y="137634"/>
                  <a:pt x="400614" y="137634"/>
                </a:cubicBezTo>
                <a:cubicBezTo>
                  <a:pt x="403512" y="141135"/>
                  <a:pt x="404960" y="144274"/>
                  <a:pt x="404960" y="147051"/>
                </a:cubicBezTo>
                <a:cubicBezTo>
                  <a:pt x="404960" y="149828"/>
                  <a:pt x="404010" y="152061"/>
                  <a:pt x="402108" y="153751"/>
                </a:cubicBezTo>
                <a:cubicBezTo>
                  <a:pt x="400207" y="155442"/>
                  <a:pt x="397022" y="156287"/>
                  <a:pt x="392555" y="156287"/>
                </a:cubicBezTo>
                <a:lnTo>
                  <a:pt x="352080" y="156287"/>
                </a:lnTo>
                <a:cubicBezTo>
                  <a:pt x="347613" y="156287"/>
                  <a:pt x="344429" y="155442"/>
                  <a:pt x="342527" y="153751"/>
                </a:cubicBezTo>
                <a:cubicBezTo>
                  <a:pt x="340626" y="152061"/>
                  <a:pt x="339675" y="149828"/>
                  <a:pt x="339675" y="147051"/>
                </a:cubicBezTo>
                <a:cubicBezTo>
                  <a:pt x="339675" y="144274"/>
                  <a:pt x="340626" y="142010"/>
                  <a:pt x="342527" y="140260"/>
                </a:cubicBezTo>
                <a:cubicBezTo>
                  <a:pt x="344429" y="138509"/>
                  <a:pt x="347613" y="137634"/>
                  <a:pt x="352080" y="137634"/>
                </a:cubicBezTo>
                <a:lnTo>
                  <a:pt x="370552" y="137634"/>
                </a:lnTo>
                <a:lnTo>
                  <a:pt x="381056" y="116963"/>
                </a:lnTo>
                <a:close/>
                <a:moveTo>
                  <a:pt x="502454" y="83256"/>
                </a:moveTo>
                <a:lnTo>
                  <a:pt x="489596" y="117532"/>
                </a:lnTo>
                <a:lnTo>
                  <a:pt x="472120" y="117532"/>
                </a:lnTo>
                <a:lnTo>
                  <a:pt x="456546" y="53967"/>
                </a:lnTo>
                <a:cubicBezTo>
                  <a:pt x="453166" y="53967"/>
                  <a:pt x="450615" y="53092"/>
                  <a:pt x="448895" y="51341"/>
                </a:cubicBezTo>
                <a:cubicBezTo>
                  <a:pt x="447174" y="49590"/>
                  <a:pt x="446314" y="47327"/>
                  <a:pt x="446314" y="44550"/>
                </a:cubicBezTo>
                <a:cubicBezTo>
                  <a:pt x="446314" y="41773"/>
                  <a:pt x="447265" y="39540"/>
                  <a:pt x="449166" y="37849"/>
                </a:cubicBezTo>
                <a:cubicBezTo>
                  <a:pt x="451068" y="36159"/>
                  <a:pt x="454252" y="35314"/>
                  <a:pt x="458719" y="35314"/>
                </a:cubicBezTo>
                <a:lnTo>
                  <a:pt x="476014" y="35314"/>
                </a:lnTo>
                <a:cubicBezTo>
                  <a:pt x="480481" y="35314"/>
                  <a:pt x="483665" y="36174"/>
                  <a:pt x="485567" y="37895"/>
                </a:cubicBezTo>
                <a:cubicBezTo>
                  <a:pt x="487468" y="39615"/>
                  <a:pt x="488419" y="41864"/>
                  <a:pt x="488419" y="44640"/>
                </a:cubicBezTo>
                <a:cubicBezTo>
                  <a:pt x="488419" y="47417"/>
                  <a:pt x="487333" y="49788"/>
                  <a:pt x="485159" y="51754"/>
                </a:cubicBezTo>
                <a:cubicBezTo>
                  <a:pt x="483530" y="53229"/>
                  <a:pt x="480330" y="53967"/>
                  <a:pt x="475561" y="53967"/>
                </a:cubicBezTo>
                <a:lnTo>
                  <a:pt x="482624" y="83256"/>
                </a:lnTo>
                <a:lnTo>
                  <a:pt x="494124" y="53061"/>
                </a:lnTo>
                <a:lnTo>
                  <a:pt x="510604" y="53061"/>
                </a:lnTo>
                <a:lnTo>
                  <a:pt x="522194" y="83256"/>
                </a:lnTo>
                <a:lnTo>
                  <a:pt x="529438" y="53967"/>
                </a:lnTo>
                <a:cubicBezTo>
                  <a:pt x="524850" y="53967"/>
                  <a:pt x="521832" y="53396"/>
                  <a:pt x="520383" y="52255"/>
                </a:cubicBezTo>
                <a:cubicBezTo>
                  <a:pt x="517485" y="49895"/>
                  <a:pt x="516036" y="47327"/>
                  <a:pt x="516036" y="44550"/>
                </a:cubicBezTo>
                <a:cubicBezTo>
                  <a:pt x="516036" y="41773"/>
                  <a:pt x="516987" y="39540"/>
                  <a:pt x="518889" y="37849"/>
                </a:cubicBezTo>
                <a:cubicBezTo>
                  <a:pt x="520790" y="36159"/>
                  <a:pt x="523975" y="35314"/>
                  <a:pt x="528442" y="35314"/>
                </a:cubicBezTo>
                <a:lnTo>
                  <a:pt x="545917" y="35314"/>
                </a:lnTo>
                <a:cubicBezTo>
                  <a:pt x="550385" y="35314"/>
                  <a:pt x="553569" y="36174"/>
                  <a:pt x="555470" y="37895"/>
                </a:cubicBezTo>
                <a:cubicBezTo>
                  <a:pt x="557372" y="39615"/>
                  <a:pt x="558323" y="41864"/>
                  <a:pt x="558323" y="44640"/>
                </a:cubicBezTo>
                <a:cubicBezTo>
                  <a:pt x="558323" y="47417"/>
                  <a:pt x="557493" y="49666"/>
                  <a:pt x="555833" y="51386"/>
                </a:cubicBezTo>
                <a:cubicBezTo>
                  <a:pt x="554172" y="53107"/>
                  <a:pt x="551713" y="53967"/>
                  <a:pt x="548453" y="53967"/>
                </a:cubicBezTo>
                <a:lnTo>
                  <a:pt x="533241" y="117532"/>
                </a:lnTo>
                <a:lnTo>
                  <a:pt x="516036" y="117532"/>
                </a:lnTo>
                <a:lnTo>
                  <a:pt x="502454" y="83256"/>
                </a:lnTo>
                <a:close/>
                <a:moveTo>
                  <a:pt x="594434" y="0"/>
                </a:moveTo>
                <a:lnTo>
                  <a:pt x="594434" y="39660"/>
                </a:lnTo>
                <a:cubicBezTo>
                  <a:pt x="598297" y="37336"/>
                  <a:pt x="602206" y="35608"/>
                  <a:pt x="606160" y="34476"/>
                </a:cubicBezTo>
                <a:cubicBezTo>
                  <a:pt x="610114" y="33344"/>
                  <a:pt x="614113" y="32779"/>
                  <a:pt x="618157" y="32779"/>
                </a:cubicBezTo>
                <a:cubicBezTo>
                  <a:pt x="624556" y="32779"/>
                  <a:pt x="630261" y="33865"/>
                  <a:pt x="635271" y="36038"/>
                </a:cubicBezTo>
                <a:cubicBezTo>
                  <a:pt x="640281" y="38211"/>
                  <a:pt x="644431" y="41637"/>
                  <a:pt x="647721" y="46316"/>
                </a:cubicBezTo>
                <a:cubicBezTo>
                  <a:pt x="651011" y="50994"/>
                  <a:pt x="652656" y="56895"/>
                  <a:pt x="652656" y="64018"/>
                </a:cubicBezTo>
                <a:lnTo>
                  <a:pt x="652656" y="98879"/>
                </a:lnTo>
                <a:cubicBezTo>
                  <a:pt x="657365" y="98879"/>
                  <a:pt x="660443" y="99440"/>
                  <a:pt x="661892" y="100563"/>
                </a:cubicBezTo>
                <a:cubicBezTo>
                  <a:pt x="664790" y="102881"/>
                  <a:pt x="666239" y="105429"/>
                  <a:pt x="666239" y="108205"/>
                </a:cubicBezTo>
                <a:cubicBezTo>
                  <a:pt x="666239" y="110982"/>
                  <a:pt x="665303" y="113231"/>
                  <a:pt x="663432" y="114951"/>
                </a:cubicBezTo>
                <a:cubicBezTo>
                  <a:pt x="661560" y="116672"/>
                  <a:pt x="658391" y="117532"/>
                  <a:pt x="653924" y="117532"/>
                </a:cubicBezTo>
                <a:lnTo>
                  <a:pt x="632736" y="117532"/>
                </a:lnTo>
                <a:cubicBezTo>
                  <a:pt x="628329" y="117532"/>
                  <a:pt x="625175" y="116657"/>
                  <a:pt x="623273" y="114906"/>
                </a:cubicBezTo>
                <a:cubicBezTo>
                  <a:pt x="621372" y="113155"/>
                  <a:pt x="620421" y="110892"/>
                  <a:pt x="620421" y="108115"/>
                </a:cubicBezTo>
                <a:cubicBezTo>
                  <a:pt x="620421" y="105338"/>
                  <a:pt x="621870" y="102835"/>
                  <a:pt x="624767" y="100605"/>
                </a:cubicBezTo>
                <a:cubicBezTo>
                  <a:pt x="626276" y="99454"/>
                  <a:pt x="629355" y="98879"/>
                  <a:pt x="634003" y="98879"/>
                </a:cubicBezTo>
                <a:lnTo>
                  <a:pt x="634003" y="65351"/>
                </a:lnTo>
                <a:cubicBezTo>
                  <a:pt x="634003" y="60589"/>
                  <a:pt x="632917" y="57245"/>
                  <a:pt x="630744" y="55317"/>
                </a:cubicBezTo>
                <a:cubicBezTo>
                  <a:pt x="627906" y="52727"/>
                  <a:pt x="623711" y="51432"/>
                  <a:pt x="618157" y="51432"/>
                </a:cubicBezTo>
                <a:cubicBezTo>
                  <a:pt x="614052" y="51432"/>
                  <a:pt x="610415" y="52237"/>
                  <a:pt x="607246" y="53848"/>
                </a:cubicBezTo>
                <a:cubicBezTo>
                  <a:pt x="604077" y="55459"/>
                  <a:pt x="599806" y="58940"/>
                  <a:pt x="594434" y="64289"/>
                </a:cubicBezTo>
                <a:lnTo>
                  <a:pt x="594434" y="98879"/>
                </a:lnTo>
                <a:cubicBezTo>
                  <a:pt x="599202" y="98879"/>
                  <a:pt x="602281" y="99440"/>
                  <a:pt x="603670" y="100563"/>
                </a:cubicBezTo>
                <a:cubicBezTo>
                  <a:pt x="606627" y="102881"/>
                  <a:pt x="608106" y="105429"/>
                  <a:pt x="608106" y="108205"/>
                </a:cubicBezTo>
                <a:cubicBezTo>
                  <a:pt x="608106" y="110982"/>
                  <a:pt x="607156" y="113231"/>
                  <a:pt x="605254" y="114951"/>
                </a:cubicBezTo>
                <a:cubicBezTo>
                  <a:pt x="603353" y="116672"/>
                  <a:pt x="600168" y="117532"/>
                  <a:pt x="595701" y="117532"/>
                </a:cubicBezTo>
                <a:lnTo>
                  <a:pt x="574603" y="117532"/>
                </a:lnTo>
                <a:cubicBezTo>
                  <a:pt x="570136" y="117532"/>
                  <a:pt x="566952" y="116657"/>
                  <a:pt x="565051" y="114906"/>
                </a:cubicBezTo>
                <a:cubicBezTo>
                  <a:pt x="563149" y="113155"/>
                  <a:pt x="562198" y="110892"/>
                  <a:pt x="562198" y="108115"/>
                </a:cubicBezTo>
                <a:cubicBezTo>
                  <a:pt x="562198" y="105338"/>
                  <a:pt x="563677" y="102835"/>
                  <a:pt x="566635" y="100605"/>
                </a:cubicBezTo>
                <a:cubicBezTo>
                  <a:pt x="568084" y="99454"/>
                  <a:pt x="571163" y="98879"/>
                  <a:pt x="575871" y="98879"/>
                </a:cubicBezTo>
                <a:lnTo>
                  <a:pt x="575871" y="18653"/>
                </a:lnTo>
                <a:lnTo>
                  <a:pt x="572702" y="18653"/>
                </a:lnTo>
                <a:cubicBezTo>
                  <a:pt x="568235" y="18653"/>
                  <a:pt x="565051" y="17778"/>
                  <a:pt x="563149" y="16027"/>
                </a:cubicBezTo>
                <a:cubicBezTo>
                  <a:pt x="561248" y="14276"/>
                  <a:pt x="560297" y="12013"/>
                  <a:pt x="560297" y="9236"/>
                </a:cubicBezTo>
                <a:cubicBezTo>
                  <a:pt x="560297" y="6459"/>
                  <a:pt x="561248" y="4226"/>
                  <a:pt x="563149" y="2535"/>
                </a:cubicBezTo>
                <a:cubicBezTo>
                  <a:pt x="565051" y="845"/>
                  <a:pt x="568235" y="0"/>
                  <a:pt x="572702" y="0"/>
                </a:cubicBezTo>
                <a:lnTo>
                  <a:pt x="594434" y="0"/>
                </a:lnTo>
                <a:close/>
                <a:moveTo>
                  <a:pt x="771067" y="85659"/>
                </a:moveTo>
                <a:lnTo>
                  <a:pt x="694916" y="85659"/>
                </a:lnTo>
                <a:cubicBezTo>
                  <a:pt x="696847" y="90488"/>
                  <a:pt x="700273" y="94382"/>
                  <a:pt x="705193" y="97340"/>
                </a:cubicBezTo>
                <a:cubicBezTo>
                  <a:pt x="710113" y="100298"/>
                  <a:pt x="716768" y="101776"/>
                  <a:pt x="725159" y="101776"/>
                </a:cubicBezTo>
                <a:cubicBezTo>
                  <a:pt x="732040" y="101776"/>
                  <a:pt x="741186" y="100319"/>
                  <a:pt x="752595" y="97405"/>
                </a:cubicBezTo>
                <a:cubicBezTo>
                  <a:pt x="757303" y="96214"/>
                  <a:pt x="760563" y="95619"/>
                  <a:pt x="762374" y="95619"/>
                </a:cubicBezTo>
                <a:cubicBezTo>
                  <a:pt x="764849" y="95619"/>
                  <a:pt x="766932" y="96494"/>
                  <a:pt x="768622" y="98245"/>
                </a:cubicBezTo>
                <a:cubicBezTo>
                  <a:pt x="770312" y="99996"/>
                  <a:pt x="771157" y="102199"/>
                  <a:pt x="771157" y="104855"/>
                </a:cubicBezTo>
                <a:cubicBezTo>
                  <a:pt x="771157" y="107270"/>
                  <a:pt x="770252" y="109322"/>
                  <a:pt x="768441" y="111012"/>
                </a:cubicBezTo>
                <a:cubicBezTo>
                  <a:pt x="766026" y="113246"/>
                  <a:pt x="760141" y="115374"/>
                  <a:pt x="750784" y="117396"/>
                </a:cubicBezTo>
                <a:cubicBezTo>
                  <a:pt x="741427" y="119418"/>
                  <a:pt x="732433" y="120429"/>
                  <a:pt x="723800" y="120429"/>
                </a:cubicBezTo>
                <a:cubicBezTo>
                  <a:pt x="708951" y="120429"/>
                  <a:pt x="697074" y="116234"/>
                  <a:pt x="688170" y="107843"/>
                </a:cubicBezTo>
                <a:cubicBezTo>
                  <a:pt x="679266" y="99452"/>
                  <a:pt x="674814" y="89130"/>
                  <a:pt x="674814" y="76876"/>
                </a:cubicBezTo>
                <a:cubicBezTo>
                  <a:pt x="674814" y="63837"/>
                  <a:pt x="679628" y="53227"/>
                  <a:pt x="689256" y="45048"/>
                </a:cubicBezTo>
                <a:cubicBezTo>
                  <a:pt x="698885" y="36868"/>
                  <a:pt x="709977" y="32779"/>
                  <a:pt x="722533" y="32779"/>
                </a:cubicBezTo>
                <a:cubicBezTo>
                  <a:pt x="730079" y="32779"/>
                  <a:pt x="737005" y="34105"/>
                  <a:pt x="743314" y="36757"/>
                </a:cubicBezTo>
                <a:cubicBezTo>
                  <a:pt x="749622" y="39407"/>
                  <a:pt x="754315" y="42269"/>
                  <a:pt x="757394" y="45342"/>
                </a:cubicBezTo>
                <a:cubicBezTo>
                  <a:pt x="761740" y="49802"/>
                  <a:pt x="765332" y="55316"/>
                  <a:pt x="768169" y="61884"/>
                </a:cubicBezTo>
                <a:cubicBezTo>
                  <a:pt x="770101" y="66464"/>
                  <a:pt x="771067" y="71768"/>
                  <a:pt x="771067" y="77795"/>
                </a:cubicBezTo>
                <a:lnTo>
                  <a:pt x="771067" y="85659"/>
                </a:lnTo>
                <a:moveTo>
                  <a:pt x="750512" y="67006"/>
                </a:moveTo>
                <a:cubicBezTo>
                  <a:pt x="747675" y="61784"/>
                  <a:pt x="743963" y="57883"/>
                  <a:pt x="739375" y="55302"/>
                </a:cubicBezTo>
                <a:cubicBezTo>
                  <a:pt x="734787" y="52722"/>
                  <a:pt x="729324" y="51432"/>
                  <a:pt x="722986" y="51432"/>
                </a:cubicBezTo>
                <a:cubicBezTo>
                  <a:pt x="716708" y="51432"/>
                  <a:pt x="711275" y="52722"/>
                  <a:pt x="706687" y="55302"/>
                </a:cubicBezTo>
                <a:cubicBezTo>
                  <a:pt x="702099" y="57883"/>
                  <a:pt x="698356" y="61784"/>
                  <a:pt x="695459" y="67006"/>
                </a:cubicBezTo>
                <a:lnTo>
                  <a:pt x="750512" y="67006"/>
                </a:lnTo>
                <a:close/>
                <a:moveTo>
                  <a:pt x="831897" y="35314"/>
                </a:moveTo>
                <a:lnTo>
                  <a:pt x="831897" y="46904"/>
                </a:lnTo>
                <a:cubicBezTo>
                  <a:pt x="839685" y="41254"/>
                  <a:pt x="845827" y="37488"/>
                  <a:pt x="850324" y="35605"/>
                </a:cubicBezTo>
                <a:cubicBezTo>
                  <a:pt x="854821" y="33721"/>
                  <a:pt x="859032" y="32779"/>
                  <a:pt x="862956" y="32779"/>
                </a:cubicBezTo>
                <a:cubicBezTo>
                  <a:pt x="868992" y="32779"/>
                  <a:pt x="874848" y="35020"/>
                  <a:pt x="880522" y="39502"/>
                </a:cubicBezTo>
                <a:cubicBezTo>
                  <a:pt x="884385" y="42531"/>
                  <a:pt x="886317" y="45621"/>
                  <a:pt x="886317" y="48772"/>
                </a:cubicBezTo>
                <a:cubicBezTo>
                  <a:pt x="886317" y="51437"/>
                  <a:pt x="885397" y="53694"/>
                  <a:pt x="883555" y="55543"/>
                </a:cubicBezTo>
                <a:cubicBezTo>
                  <a:pt x="881714" y="57390"/>
                  <a:pt x="879496" y="58313"/>
                  <a:pt x="876900" y="58313"/>
                </a:cubicBezTo>
                <a:cubicBezTo>
                  <a:pt x="874606" y="58313"/>
                  <a:pt x="872192" y="57166"/>
                  <a:pt x="869656" y="54872"/>
                </a:cubicBezTo>
                <a:cubicBezTo>
                  <a:pt x="867121" y="52578"/>
                  <a:pt x="864857" y="51432"/>
                  <a:pt x="862865" y="51432"/>
                </a:cubicBezTo>
                <a:cubicBezTo>
                  <a:pt x="860269" y="51432"/>
                  <a:pt x="856391" y="53061"/>
                  <a:pt x="851230" y="56321"/>
                </a:cubicBezTo>
                <a:cubicBezTo>
                  <a:pt x="846068" y="59581"/>
                  <a:pt x="839624" y="64471"/>
                  <a:pt x="831897" y="70990"/>
                </a:cubicBezTo>
                <a:lnTo>
                  <a:pt x="831897" y="98879"/>
                </a:lnTo>
                <a:lnTo>
                  <a:pt x="858338" y="98879"/>
                </a:lnTo>
                <a:cubicBezTo>
                  <a:pt x="862805" y="98879"/>
                  <a:pt x="865989" y="99739"/>
                  <a:pt x="867890" y="101460"/>
                </a:cubicBezTo>
                <a:cubicBezTo>
                  <a:pt x="869792" y="103180"/>
                  <a:pt x="870743" y="105429"/>
                  <a:pt x="870743" y="108205"/>
                </a:cubicBezTo>
                <a:cubicBezTo>
                  <a:pt x="870743" y="110982"/>
                  <a:pt x="869792" y="113231"/>
                  <a:pt x="867890" y="114951"/>
                </a:cubicBezTo>
                <a:cubicBezTo>
                  <a:pt x="865989" y="116672"/>
                  <a:pt x="862805" y="117532"/>
                  <a:pt x="858338" y="117532"/>
                </a:cubicBezTo>
                <a:lnTo>
                  <a:pt x="802288" y="117532"/>
                </a:lnTo>
                <a:cubicBezTo>
                  <a:pt x="797821" y="117532"/>
                  <a:pt x="794637" y="116657"/>
                  <a:pt x="792735" y="114906"/>
                </a:cubicBezTo>
                <a:cubicBezTo>
                  <a:pt x="790834" y="113155"/>
                  <a:pt x="789883" y="110892"/>
                  <a:pt x="789883" y="108115"/>
                </a:cubicBezTo>
                <a:cubicBezTo>
                  <a:pt x="789883" y="105338"/>
                  <a:pt x="790834" y="103105"/>
                  <a:pt x="792735" y="101414"/>
                </a:cubicBezTo>
                <a:cubicBezTo>
                  <a:pt x="794637" y="99724"/>
                  <a:pt x="797821" y="98879"/>
                  <a:pt x="802288" y="98879"/>
                </a:cubicBezTo>
                <a:lnTo>
                  <a:pt x="813335" y="98879"/>
                </a:lnTo>
                <a:lnTo>
                  <a:pt x="813335" y="53967"/>
                </a:lnTo>
                <a:lnTo>
                  <a:pt x="806634" y="53967"/>
                </a:lnTo>
                <a:cubicBezTo>
                  <a:pt x="802167" y="53967"/>
                  <a:pt x="798983" y="53092"/>
                  <a:pt x="797082" y="51341"/>
                </a:cubicBezTo>
                <a:cubicBezTo>
                  <a:pt x="795180" y="49590"/>
                  <a:pt x="794229" y="47327"/>
                  <a:pt x="794229" y="44550"/>
                </a:cubicBezTo>
                <a:cubicBezTo>
                  <a:pt x="794229" y="41773"/>
                  <a:pt x="795180" y="39540"/>
                  <a:pt x="797082" y="37849"/>
                </a:cubicBezTo>
                <a:cubicBezTo>
                  <a:pt x="798983" y="36159"/>
                  <a:pt x="802167" y="35314"/>
                  <a:pt x="806634" y="35314"/>
                </a:cubicBezTo>
                <a:lnTo>
                  <a:pt x="831897" y="35314"/>
                </a:lnTo>
                <a:close/>
                <a:moveTo>
                  <a:pt x="993599" y="85659"/>
                </a:moveTo>
                <a:lnTo>
                  <a:pt x="917448" y="85659"/>
                </a:lnTo>
                <a:cubicBezTo>
                  <a:pt x="919380" y="90488"/>
                  <a:pt x="922805" y="94382"/>
                  <a:pt x="927725" y="97340"/>
                </a:cubicBezTo>
                <a:cubicBezTo>
                  <a:pt x="932645" y="100298"/>
                  <a:pt x="939300" y="101776"/>
                  <a:pt x="947691" y="101776"/>
                </a:cubicBezTo>
                <a:cubicBezTo>
                  <a:pt x="954573" y="101776"/>
                  <a:pt x="963718" y="100319"/>
                  <a:pt x="975127" y="97405"/>
                </a:cubicBezTo>
                <a:cubicBezTo>
                  <a:pt x="979836" y="96214"/>
                  <a:pt x="983096" y="95619"/>
                  <a:pt x="984907" y="95619"/>
                </a:cubicBezTo>
                <a:cubicBezTo>
                  <a:pt x="987382" y="95619"/>
                  <a:pt x="989464" y="96494"/>
                  <a:pt x="991154" y="98245"/>
                </a:cubicBezTo>
                <a:cubicBezTo>
                  <a:pt x="992845" y="99996"/>
                  <a:pt x="993690" y="102199"/>
                  <a:pt x="993690" y="104855"/>
                </a:cubicBezTo>
                <a:cubicBezTo>
                  <a:pt x="993690" y="107270"/>
                  <a:pt x="992784" y="109322"/>
                  <a:pt x="990973" y="111012"/>
                </a:cubicBezTo>
                <a:cubicBezTo>
                  <a:pt x="988559" y="113246"/>
                  <a:pt x="982673" y="115374"/>
                  <a:pt x="973316" y="117396"/>
                </a:cubicBezTo>
                <a:cubicBezTo>
                  <a:pt x="963960" y="119418"/>
                  <a:pt x="954965" y="120429"/>
                  <a:pt x="946333" y="120429"/>
                </a:cubicBezTo>
                <a:cubicBezTo>
                  <a:pt x="931483" y="120429"/>
                  <a:pt x="919606" y="116234"/>
                  <a:pt x="910702" y="107843"/>
                </a:cubicBezTo>
                <a:cubicBezTo>
                  <a:pt x="901798" y="99452"/>
                  <a:pt x="897346" y="89130"/>
                  <a:pt x="897346" y="76876"/>
                </a:cubicBezTo>
                <a:cubicBezTo>
                  <a:pt x="897346" y="63837"/>
                  <a:pt x="902160" y="53227"/>
                  <a:pt x="911789" y="45048"/>
                </a:cubicBezTo>
                <a:cubicBezTo>
                  <a:pt x="921417" y="36868"/>
                  <a:pt x="932509" y="32779"/>
                  <a:pt x="945065" y="32779"/>
                </a:cubicBezTo>
                <a:cubicBezTo>
                  <a:pt x="952611" y="32779"/>
                  <a:pt x="959538" y="34105"/>
                  <a:pt x="965846" y="36757"/>
                </a:cubicBezTo>
                <a:cubicBezTo>
                  <a:pt x="972154" y="39407"/>
                  <a:pt x="976848" y="42269"/>
                  <a:pt x="979926" y="45342"/>
                </a:cubicBezTo>
                <a:cubicBezTo>
                  <a:pt x="984273" y="49802"/>
                  <a:pt x="987864" y="55316"/>
                  <a:pt x="990702" y="61884"/>
                </a:cubicBezTo>
                <a:cubicBezTo>
                  <a:pt x="992633" y="66464"/>
                  <a:pt x="993599" y="71768"/>
                  <a:pt x="993599" y="77795"/>
                </a:cubicBezTo>
                <a:lnTo>
                  <a:pt x="993599" y="85659"/>
                </a:lnTo>
                <a:moveTo>
                  <a:pt x="973045" y="67006"/>
                </a:moveTo>
                <a:cubicBezTo>
                  <a:pt x="970207" y="61784"/>
                  <a:pt x="966495" y="57883"/>
                  <a:pt x="961907" y="55302"/>
                </a:cubicBezTo>
                <a:cubicBezTo>
                  <a:pt x="957319" y="52722"/>
                  <a:pt x="951856" y="51432"/>
                  <a:pt x="945518" y="51432"/>
                </a:cubicBezTo>
                <a:cubicBezTo>
                  <a:pt x="939240" y="51432"/>
                  <a:pt x="933807" y="52722"/>
                  <a:pt x="929219" y="55302"/>
                </a:cubicBezTo>
                <a:cubicBezTo>
                  <a:pt x="924631" y="57883"/>
                  <a:pt x="920889" y="61784"/>
                  <a:pt x="917991" y="67006"/>
                </a:cubicBezTo>
                <a:lnTo>
                  <a:pt x="973045" y="67006"/>
                </a:lnTo>
                <a:close/>
                <a:moveTo>
                  <a:pt x="1077511" y="64536"/>
                </a:moveTo>
                <a:lnTo>
                  <a:pt x="1017387" y="31132"/>
                </a:lnTo>
                <a:cubicBezTo>
                  <a:pt x="1014369" y="29451"/>
                  <a:pt x="1012361" y="27950"/>
                  <a:pt x="1011365" y="26630"/>
                </a:cubicBezTo>
                <a:cubicBezTo>
                  <a:pt x="1010369" y="25309"/>
                  <a:pt x="1009871" y="23628"/>
                  <a:pt x="1009871" y="21587"/>
                </a:cubicBezTo>
                <a:cubicBezTo>
                  <a:pt x="1009871" y="19007"/>
                  <a:pt x="1010807" y="16786"/>
                  <a:pt x="1012678" y="14926"/>
                </a:cubicBezTo>
                <a:cubicBezTo>
                  <a:pt x="1014550" y="13064"/>
                  <a:pt x="1016753" y="12133"/>
                  <a:pt x="1019288" y="12133"/>
                </a:cubicBezTo>
                <a:cubicBezTo>
                  <a:pt x="1020858" y="12133"/>
                  <a:pt x="1023272" y="13009"/>
                  <a:pt x="1026532" y="14759"/>
                </a:cubicBezTo>
                <a:lnTo>
                  <a:pt x="1116085" y="64561"/>
                </a:lnTo>
                <a:lnTo>
                  <a:pt x="1026532" y="114448"/>
                </a:lnTo>
                <a:cubicBezTo>
                  <a:pt x="1023272" y="116262"/>
                  <a:pt x="1020858" y="117170"/>
                  <a:pt x="1019288" y="117170"/>
                </a:cubicBezTo>
                <a:cubicBezTo>
                  <a:pt x="1016753" y="117170"/>
                  <a:pt x="1014550" y="116240"/>
                  <a:pt x="1012678" y="114380"/>
                </a:cubicBezTo>
                <a:cubicBezTo>
                  <a:pt x="1010807" y="112520"/>
                  <a:pt x="1009871" y="110269"/>
                  <a:pt x="1009871" y="107628"/>
                </a:cubicBezTo>
                <a:cubicBezTo>
                  <a:pt x="1009871" y="105589"/>
                  <a:pt x="1010369" y="103910"/>
                  <a:pt x="1011365" y="102591"/>
                </a:cubicBezTo>
                <a:cubicBezTo>
                  <a:pt x="1012361" y="101271"/>
                  <a:pt x="1014369" y="99770"/>
                  <a:pt x="1017387" y="98089"/>
                </a:cubicBezTo>
                <a:lnTo>
                  <a:pt x="1077511" y="64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rbx=[rsi+0x18]">
            <a:extLst xmlns:a="http://schemas.openxmlformats.org/drawingml/2006/main">
              <a:ext uri="{FF2B5EF4-FFF2-40B4-BE49-F238E27FC236}">
                <a16:creationId xmlns:a16="http://schemas.microsoft.com/office/drawing/2014/main" id="{76E7BBDC-1124-4A1A-9DEC-1760EB7B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011" y="2041992"/>
            <a:ext cx="1719434" cy="174317"/>
          </a:xfrm>
          <a:custGeom xmlns:a="http://schemas.openxmlformats.org/drawingml/2006/main">
            <a:pathLst>
              <a:path w="1719434" h="174317">
                <a:moveTo>
                  <a:pt x="439503" y="77886"/>
                </a:moveTo>
                <a:lnTo>
                  <a:pt x="519243" y="77886"/>
                </a:lnTo>
                <a:lnTo>
                  <a:pt x="519243" y="63050"/>
                </a:lnTo>
                <a:lnTo>
                  <a:pt x="439503" y="63050"/>
                </a:lnTo>
                <a:lnTo>
                  <a:pt x="439503" y="77886"/>
                </a:lnTo>
                <a:close/>
                <a:moveTo>
                  <a:pt x="729349" y="14836"/>
                </a:moveTo>
                <a:lnTo>
                  <a:pt x="729349" y="0"/>
                </a:lnTo>
                <a:lnTo>
                  <a:pt x="683917" y="0"/>
                </a:lnTo>
                <a:lnTo>
                  <a:pt x="683917" y="174317"/>
                </a:lnTo>
                <a:lnTo>
                  <a:pt x="729349" y="174317"/>
                </a:lnTo>
                <a:lnTo>
                  <a:pt x="729349" y="159481"/>
                </a:lnTo>
                <a:lnTo>
                  <a:pt x="700606" y="159481"/>
                </a:lnTo>
                <a:lnTo>
                  <a:pt x="700606" y="14836"/>
                </a:lnTo>
                <a:lnTo>
                  <a:pt x="729349" y="14836"/>
                </a:lnTo>
                <a:close/>
                <a:moveTo>
                  <a:pt x="125280" y="137794"/>
                </a:moveTo>
                <a:lnTo>
                  <a:pt x="125504" y="138623"/>
                </a:lnTo>
                <a:lnTo>
                  <a:pt x="125755" y="139434"/>
                </a:lnTo>
                <a:lnTo>
                  <a:pt x="126032" y="140229"/>
                </a:lnTo>
                <a:lnTo>
                  <a:pt x="126336" y="141006"/>
                </a:lnTo>
                <a:lnTo>
                  <a:pt x="126666" y="141766"/>
                </a:lnTo>
                <a:lnTo>
                  <a:pt x="127022" y="142509"/>
                </a:lnTo>
                <a:lnTo>
                  <a:pt x="127405" y="143236"/>
                </a:lnTo>
                <a:lnTo>
                  <a:pt x="127814" y="143945"/>
                </a:lnTo>
                <a:lnTo>
                  <a:pt x="128250" y="144637"/>
                </a:lnTo>
                <a:lnTo>
                  <a:pt x="128712" y="145312"/>
                </a:lnTo>
                <a:lnTo>
                  <a:pt x="129200" y="145970"/>
                </a:lnTo>
                <a:lnTo>
                  <a:pt x="129715" y="146610"/>
                </a:lnTo>
                <a:lnTo>
                  <a:pt x="130256" y="147234"/>
                </a:lnTo>
                <a:lnTo>
                  <a:pt x="130824" y="147841"/>
                </a:lnTo>
                <a:lnTo>
                  <a:pt x="131418" y="148431"/>
                </a:lnTo>
                <a:lnTo>
                  <a:pt x="132038" y="149003"/>
                </a:lnTo>
                <a:lnTo>
                  <a:pt x="132681" y="149555"/>
                </a:lnTo>
                <a:lnTo>
                  <a:pt x="133340" y="150084"/>
                </a:lnTo>
                <a:lnTo>
                  <a:pt x="134017" y="150590"/>
                </a:lnTo>
                <a:lnTo>
                  <a:pt x="134712" y="151071"/>
                </a:lnTo>
                <a:lnTo>
                  <a:pt x="135424" y="151530"/>
                </a:lnTo>
                <a:lnTo>
                  <a:pt x="136153" y="151964"/>
                </a:lnTo>
                <a:lnTo>
                  <a:pt x="136899" y="152376"/>
                </a:lnTo>
                <a:lnTo>
                  <a:pt x="137663" y="152763"/>
                </a:lnTo>
                <a:lnTo>
                  <a:pt x="138445" y="153128"/>
                </a:lnTo>
                <a:lnTo>
                  <a:pt x="139243" y="153468"/>
                </a:lnTo>
                <a:lnTo>
                  <a:pt x="140059" y="153786"/>
                </a:lnTo>
                <a:lnTo>
                  <a:pt x="140893" y="154080"/>
                </a:lnTo>
                <a:lnTo>
                  <a:pt x="141744" y="154350"/>
                </a:lnTo>
                <a:lnTo>
                  <a:pt x="142612" y="154597"/>
                </a:lnTo>
                <a:lnTo>
                  <a:pt x="143498" y="154820"/>
                </a:lnTo>
                <a:lnTo>
                  <a:pt x="144401" y="155020"/>
                </a:lnTo>
                <a:lnTo>
                  <a:pt x="145321" y="155196"/>
                </a:lnTo>
                <a:lnTo>
                  <a:pt x="146259" y="155349"/>
                </a:lnTo>
                <a:lnTo>
                  <a:pt x="147214" y="155478"/>
                </a:lnTo>
                <a:lnTo>
                  <a:pt x="148187" y="155584"/>
                </a:lnTo>
                <a:lnTo>
                  <a:pt x="149176" y="155666"/>
                </a:lnTo>
                <a:lnTo>
                  <a:pt x="150184" y="155725"/>
                </a:lnTo>
                <a:lnTo>
                  <a:pt x="151208" y="155760"/>
                </a:lnTo>
                <a:lnTo>
                  <a:pt x="152250" y="155772"/>
                </a:lnTo>
                <a:lnTo>
                  <a:pt x="153522" y="155754"/>
                </a:lnTo>
                <a:lnTo>
                  <a:pt x="154773" y="155701"/>
                </a:lnTo>
                <a:lnTo>
                  <a:pt x="156002" y="155612"/>
                </a:lnTo>
                <a:lnTo>
                  <a:pt x="157211" y="155488"/>
                </a:lnTo>
                <a:lnTo>
                  <a:pt x="158398" y="155329"/>
                </a:lnTo>
                <a:lnTo>
                  <a:pt x="159563" y="155134"/>
                </a:lnTo>
                <a:lnTo>
                  <a:pt x="160708" y="154904"/>
                </a:lnTo>
                <a:lnTo>
                  <a:pt x="161831" y="154639"/>
                </a:lnTo>
                <a:lnTo>
                  <a:pt x="162933" y="154338"/>
                </a:lnTo>
                <a:lnTo>
                  <a:pt x="164014" y="154001"/>
                </a:lnTo>
                <a:lnTo>
                  <a:pt x="165073" y="153629"/>
                </a:lnTo>
                <a:lnTo>
                  <a:pt x="166111" y="153222"/>
                </a:lnTo>
                <a:lnTo>
                  <a:pt x="167128" y="152780"/>
                </a:lnTo>
                <a:lnTo>
                  <a:pt x="168124" y="152302"/>
                </a:lnTo>
                <a:lnTo>
                  <a:pt x="169099" y="151788"/>
                </a:lnTo>
                <a:lnTo>
                  <a:pt x="170052" y="151239"/>
                </a:lnTo>
                <a:lnTo>
                  <a:pt x="170984" y="150655"/>
                </a:lnTo>
                <a:lnTo>
                  <a:pt x="171895" y="150035"/>
                </a:lnTo>
                <a:lnTo>
                  <a:pt x="172784" y="149380"/>
                </a:lnTo>
                <a:lnTo>
                  <a:pt x="173653" y="148690"/>
                </a:lnTo>
                <a:lnTo>
                  <a:pt x="174500" y="147964"/>
                </a:lnTo>
                <a:lnTo>
                  <a:pt x="175326" y="147202"/>
                </a:lnTo>
                <a:lnTo>
                  <a:pt x="176130" y="146406"/>
                </a:lnTo>
                <a:lnTo>
                  <a:pt x="176914" y="145574"/>
                </a:lnTo>
                <a:lnTo>
                  <a:pt x="177670" y="144711"/>
                </a:lnTo>
                <a:lnTo>
                  <a:pt x="178395" y="143823"/>
                </a:lnTo>
                <a:lnTo>
                  <a:pt x="179087" y="142910"/>
                </a:lnTo>
                <a:lnTo>
                  <a:pt x="179747" y="141973"/>
                </a:lnTo>
                <a:lnTo>
                  <a:pt x="180375" y="141010"/>
                </a:lnTo>
                <a:lnTo>
                  <a:pt x="180970" y="140021"/>
                </a:lnTo>
                <a:lnTo>
                  <a:pt x="181534" y="139008"/>
                </a:lnTo>
                <a:lnTo>
                  <a:pt x="182065" y="137970"/>
                </a:lnTo>
                <a:lnTo>
                  <a:pt x="182564" y="136906"/>
                </a:lnTo>
                <a:lnTo>
                  <a:pt x="183031" y="135818"/>
                </a:lnTo>
                <a:lnTo>
                  <a:pt x="183466" y="134704"/>
                </a:lnTo>
                <a:lnTo>
                  <a:pt x="183868" y="133565"/>
                </a:lnTo>
                <a:lnTo>
                  <a:pt x="184238" y="132402"/>
                </a:lnTo>
                <a:lnTo>
                  <a:pt x="184576" y="131213"/>
                </a:lnTo>
                <a:lnTo>
                  <a:pt x="184882" y="129998"/>
                </a:lnTo>
                <a:lnTo>
                  <a:pt x="185156" y="128759"/>
                </a:lnTo>
                <a:lnTo>
                  <a:pt x="185397" y="127495"/>
                </a:lnTo>
                <a:lnTo>
                  <a:pt x="185607" y="126206"/>
                </a:lnTo>
                <a:lnTo>
                  <a:pt x="185784" y="124891"/>
                </a:lnTo>
                <a:lnTo>
                  <a:pt x="185929" y="123552"/>
                </a:lnTo>
                <a:lnTo>
                  <a:pt x="186041" y="122187"/>
                </a:lnTo>
                <a:lnTo>
                  <a:pt x="186122" y="120797"/>
                </a:lnTo>
                <a:lnTo>
                  <a:pt x="186170" y="119382"/>
                </a:lnTo>
                <a:lnTo>
                  <a:pt x="186186" y="117942"/>
                </a:lnTo>
                <a:lnTo>
                  <a:pt x="186186" y="88087"/>
                </a:lnTo>
                <a:lnTo>
                  <a:pt x="186170" y="86631"/>
                </a:lnTo>
                <a:lnTo>
                  <a:pt x="186122" y="85202"/>
                </a:lnTo>
                <a:lnTo>
                  <a:pt x="186041" y="83798"/>
                </a:lnTo>
                <a:lnTo>
                  <a:pt x="185929" y="82420"/>
                </a:lnTo>
                <a:lnTo>
                  <a:pt x="185784" y="81068"/>
                </a:lnTo>
                <a:lnTo>
                  <a:pt x="185607" y="79742"/>
                </a:lnTo>
                <a:lnTo>
                  <a:pt x="185397" y="78441"/>
                </a:lnTo>
                <a:lnTo>
                  <a:pt x="185156" y="77166"/>
                </a:lnTo>
                <a:lnTo>
                  <a:pt x="184882" y="75917"/>
                </a:lnTo>
                <a:lnTo>
                  <a:pt x="184576" y="74694"/>
                </a:lnTo>
                <a:lnTo>
                  <a:pt x="184238" y="73496"/>
                </a:lnTo>
                <a:lnTo>
                  <a:pt x="183868" y="72324"/>
                </a:lnTo>
                <a:lnTo>
                  <a:pt x="183466" y="71178"/>
                </a:lnTo>
                <a:lnTo>
                  <a:pt x="183031" y="70058"/>
                </a:lnTo>
                <a:lnTo>
                  <a:pt x="182564" y="68963"/>
                </a:lnTo>
                <a:lnTo>
                  <a:pt x="182065" y="67894"/>
                </a:lnTo>
                <a:lnTo>
                  <a:pt x="181534" y="66851"/>
                </a:lnTo>
                <a:lnTo>
                  <a:pt x="180970" y="65834"/>
                </a:lnTo>
                <a:lnTo>
                  <a:pt x="180375" y="64843"/>
                </a:lnTo>
                <a:lnTo>
                  <a:pt x="179747" y="63877"/>
                </a:lnTo>
                <a:lnTo>
                  <a:pt x="179087" y="62937"/>
                </a:lnTo>
                <a:lnTo>
                  <a:pt x="178395" y="62023"/>
                </a:lnTo>
                <a:lnTo>
                  <a:pt x="177670" y="61134"/>
                </a:lnTo>
                <a:lnTo>
                  <a:pt x="176914" y="60271"/>
                </a:lnTo>
                <a:lnTo>
                  <a:pt x="176130" y="59439"/>
                </a:lnTo>
                <a:lnTo>
                  <a:pt x="175326" y="58642"/>
                </a:lnTo>
                <a:lnTo>
                  <a:pt x="174500" y="57881"/>
                </a:lnTo>
                <a:lnTo>
                  <a:pt x="173653" y="57154"/>
                </a:lnTo>
                <a:lnTo>
                  <a:pt x="172784" y="56464"/>
                </a:lnTo>
                <a:lnTo>
                  <a:pt x="171895" y="55808"/>
                </a:lnTo>
                <a:lnTo>
                  <a:pt x="170984" y="55189"/>
                </a:lnTo>
                <a:lnTo>
                  <a:pt x="170052" y="54604"/>
                </a:lnTo>
                <a:lnTo>
                  <a:pt x="169099" y="54055"/>
                </a:lnTo>
                <a:lnTo>
                  <a:pt x="168124" y="53542"/>
                </a:lnTo>
                <a:lnTo>
                  <a:pt x="167128" y="53063"/>
                </a:lnTo>
                <a:lnTo>
                  <a:pt x="166111" y="52621"/>
                </a:lnTo>
                <a:lnTo>
                  <a:pt x="165073" y="52213"/>
                </a:lnTo>
                <a:lnTo>
                  <a:pt x="164014" y="51841"/>
                </a:lnTo>
                <a:lnTo>
                  <a:pt x="162933" y="51505"/>
                </a:lnTo>
                <a:lnTo>
                  <a:pt x="161831" y="51204"/>
                </a:lnTo>
                <a:lnTo>
                  <a:pt x="160708" y="50938"/>
                </a:lnTo>
                <a:lnTo>
                  <a:pt x="159563" y="50708"/>
                </a:lnTo>
                <a:lnTo>
                  <a:pt x="158398" y="50513"/>
                </a:lnTo>
                <a:lnTo>
                  <a:pt x="157211" y="50354"/>
                </a:lnTo>
                <a:lnTo>
                  <a:pt x="156002" y="50230"/>
                </a:lnTo>
                <a:lnTo>
                  <a:pt x="154773" y="50141"/>
                </a:lnTo>
                <a:lnTo>
                  <a:pt x="153522" y="50088"/>
                </a:lnTo>
                <a:lnTo>
                  <a:pt x="152250" y="50070"/>
                </a:lnTo>
                <a:lnTo>
                  <a:pt x="151223" y="50082"/>
                </a:lnTo>
                <a:lnTo>
                  <a:pt x="150212" y="50118"/>
                </a:lnTo>
                <a:lnTo>
                  <a:pt x="149218" y="50178"/>
                </a:lnTo>
                <a:lnTo>
                  <a:pt x="148240" y="50261"/>
                </a:lnTo>
                <a:lnTo>
                  <a:pt x="147279" y="50368"/>
                </a:lnTo>
                <a:lnTo>
                  <a:pt x="146333" y="50499"/>
                </a:lnTo>
                <a:lnTo>
                  <a:pt x="145405" y="50654"/>
                </a:lnTo>
                <a:lnTo>
                  <a:pt x="144493" y="50833"/>
                </a:lnTo>
                <a:lnTo>
                  <a:pt x="143597" y="51035"/>
                </a:lnTo>
                <a:lnTo>
                  <a:pt x="142717" y="51262"/>
                </a:lnTo>
                <a:lnTo>
                  <a:pt x="141854" y="51512"/>
                </a:lnTo>
                <a:lnTo>
                  <a:pt x="141008" y="51786"/>
                </a:lnTo>
                <a:lnTo>
                  <a:pt x="140177" y="52084"/>
                </a:lnTo>
                <a:lnTo>
                  <a:pt x="139364" y="52405"/>
                </a:lnTo>
                <a:lnTo>
                  <a:pt x="138566" y="52751"/>
                </a:lnTo>
                <a:lnTo>
                  <a:pt x="137785" y="53120"/>
                </a:lnTo>
                <a:lnTo>
                  <a:pt x="137021" y="53513"/>
                </a:lnTo>
                <a:lnTo>
                  <a:pt x="136273" y="53930"/>
                </a:lnTo>
                <a:lnTo>
                  <a:pt x="135541" y="54371"/>
                </a:lnTo>
                <a:lnTo>
                  <a:pt x="134826" y="54836"/>
                </a:lnTo>
                <a:lnTo>
                  <a:pt x="134127" y="55324"/>
                </a:lnTo>
                <a:lnTo>
                  <a:pt x="133444" y="55836"/>
                </a:lnTo>
                <a:lnTo>
                  <a:pt x="132778" y="56372"/>
                </a:lnTo>
                <a:lnTo>
                  <a:pt x="132129" y="56932"/>
                </a:lnTo>
                <a:lnTo>
                  <a:pt x="131501" y="57512"/>
                </a:lnTo>
                <a:lnTo>
                  <a:pt x="130900" y="58108"/>
                </a:lnTo>
                <a:lnTo>
                  <a:pt x="130326" y="58720"/>
                </a:lnTo>
                <a:lnTo>
                  <a:pt x="129778" y="59348"/>
                </a:lnTo>
                <a:lnTo>
                  <a:pt x="129257" y="59993"/>
                </a:lnTo>
                <a:lnTo>
                  <a:pt x="128763" y="60653"/>
                </a:lnTo>
                <a:lnTo>
                  <a:pt x="128295" y="61329"/>
                </a:lnTo>
                <a:lnTo>
                  <a:pt x="127855" y="62022"/>
                </a:lnTo>
                <a:lnTo>
                  <a:pt x="127440" y="62731"/>
                </a:lnTo>
                <a:lnTo>
                  <a:pt x="127053" y="63455"/>
                </a:lnTo>
                <a:lnTo>
                  <a:pt x="126692" y="64196"/>
                </a:lnTo>
                <a:lnTo>
                  <a:pt x="126359" y="64953"/>
                </a:lnTo>
                <a:lnTo>
                  <a:pt x="126051" y="65726"/>
                </a:lnTo>
                <a:lnTo>
                  <a:pt x="125771" y="66515"/>
                </a:lnTo>
                <a:lnTo>
                  <a:pt x="125517" y="67320"/>
                </a:lnTo>
                <a:lnTo>
                  <a:pt x="125290" y="68141"/>
                </a:lnTo>
                <a:lnTo>
                  <a:pt x="125090" y="68979"/>
                </a:lnTo>
                <a:lnTo>
                  <a:pt x="124916" y="69832"/>
                </a:lnTo>
                <a:lnTo>
                  <a:pt x="124769" y="70702"/>
                </a:lnTo>
                <a:lnTo>
                  <a:pt x="124675" y="71395"/>
                </a:lnTo>
                <a:lnTo>
                  <a:pt x="124062" y="71395"/>
                </a:lnTo>
                <a:lnTo>
                  <a:pt x="124435" y="48214"/>
                </a:lnTo>
                <a:lnTo>
                  <a:pt x="124435" y="18545"/>
                </a:lnTo>
                <a:lnTo>
                  <a:pt x="107743" y="18545"/>
                </a:lnTo>
                <a:lnTo>
                  <a:pt x="107743" y="153918"/>
                </a:lnTo>
                <a:lnTo>
                  <a:pt x="124435" y="153918"/>
                </a:lnTo>
                <a:lnTo>
                  <a:pt x="124435" y="134448"/>
                </a:lnTo>
                <a:lnTo>
                  <a:pt x="124665" y="134448"/>
                </a:lnTo>
                <a:lnTo>
                  <a:pt x="124765" y="135206"/>
                </a:lnTo>
                <a:lnTo>
                  <a:pt x="124910" y="136086"/>
                </a:lnTo>
                <a:lnTo>
                  <a:pt x="125082" y="136948"/>
                </a:lnTo>
                <a:lnTo>
                  <a:pt x="125280" y="137794"/>
                </a:lnTo>
                <a:close/>
                <a:moveTo>
                  <a:pt x="143403" y="141129"/>
                </a:moveTo>
                <a:lnTo>
                  <a:pt x="142618" y="141028"/>
                </a:lnTo>
                <a:lnTo>
                  <a:pt x="141848" y="140904"/>
                </a:lnTo>
                <a:lnTo>
                  <a:pt x="141092" y="140757"/>
                </a:lnTo>
                <a:lnTo>
                  <a:pt x="140351" y="140588"/>
                </a:lnTo>
                <a:lnTo>
                  <a:pt x="139624" y="140397"/>
                </a:lnTo>
                <a:lnTo>
                  <a:pt x="138911" y="140182"/>
                </a:lnTo>
                <a:lnTo>
                  <a:pt x="138213" y="139946"/>
                </a:lnTo>
                <a:lnTo>
                  <a:pt x="137530" y="139687"/>
                </a:lnTo>
                <a:lnTo>
                  <a:pt x="136861" y="139405"/>
                </a:lnTo>
                <a:lnTo>
                  <a:pt x="136207" y="139101"/>
                </a:lnTo>
                <a:lnTo>
                  <a:pt x="135567" y="138774"/>
                </a:lnTo>
                <a:lnTo>
                  <a:pt x="134941" y="138424"/>
                </a:lnTo>
                <a:lnTo>
                  <a:pt x="134330" y="138053"/>
                </a:lnTo>
                <a:lnTo>
                  <a:pt x="133734" y="137658"/>
                </a:lnTo>
                <a:lnTo>
                  <a:pt x="133152" y="137241"/>
                </a:lnTo>
                <a:lnTo>
                  <a:pt x="132584" y="136802"/>
                </a:lnTo>
                <a:lnTo>
                  <a:pt x="132031" y="136340"/>
                </a:lnTo>
                <a:lnTo>
                  <a:pt x="131493" y="135855"/>
                </a:lnTo>
                <a:lnTo>
                  <a:pt x="130969" y="135348"/>
                </a:lnTo>
                <a:lnTo>
                  <a:pt x="130459" y="134818"/>
                </a:lnTo>
                <a:lnTo>
                  <a:pt x="129968" y="134269"/>
                </a:lnTo>
                <a:lnTo>
                  <a:pt x="129497" y="133702"/>
                </a:lnTo>
                <a:lnTo>
                  <a:pt x="129047" y="133117"/>
                </a:lnTo>
                <a:lnTo>
                  <a:pt x="128619" y="132515"/>
                </a:lnTo>
                <a:lnTo>
                  <a:pt x="128211" y="131896"/>
                </a:lnTo>
                <a:lnTo>
                  <a:pt x="127824" y="131260"/>
                </a:lnTo>
                <a:lnTo>
                  <a:pt x="127458" y="130606"/>
                </a:lnTo>
                <a:lnTo>
                  <a:pt x="127113" y="129935"/>
                </a:lnTo>
                <a:lnTo>
                  <a:pt x="126788" y="129246"/>
                </a:lnTo>
                <a:lnTo>
                  <a:pt x="126485" y="128540"/>
                </a:lnTo>
                <a:lnTo>
                  <a:pt x="126203" y="127816"/>
                </a:lnTo>
                <a:lnTo>
                  <a:pt x="125941" y="127076"/>
                </a:lnTo>
                <a:lnTo>
                  <a:pt x="125701" y="126317"/>
                </a:lnTo>
                <a:lnTo>
                  <a:pt x="125481" y="125542"/>
                </a:lnTo>
                <a:lnTo>
                  <a:pt x="125282" y="124749"/>
                </a:lnTo>
                <a:lnTo>
                  <a:pt x="125104" y="123939"/>
                </a:lnTo>
                <a:lnTo>
                  <a:pt x="124948" y="123111"/>
                </a:lnTo>
                <a:lnTo>
                  <a:pt x="124812" y="122266"/>
                </a:lnTo>
                <a:lnTo>
                  <a:pt x="124697" y="121403"/>
                </a:lnTo>
                <a:lnTo>
                  <a:pt x="124602" y="120523"/>
                </a:lnTo>
                <a:lnTo>
                  <a:pt x="124529" y="119626"/>
                </a:lnTo>
                <a:lnTo>
                  <a:pt x="124477" y="118712"/>
                </a:lnTo>
                <a:lnTo>
                  <a:pt x="124446" y="117780"/>
                </a:lnTo>
                <a:lnTo>
                  <a:pt x="124435" y="116830"/>
                </a:lnTo>
                <a:lnTo>
                  <a:pt x="124435" y="89012"/>
                </a:lnTo>
                <a:lnTo>
                  <a:pt x="124446" y="88063"/>
                </a:lnTo>
                <a:lnTo>
                  <a:pt x="124477" y="87131"/>
                </a:lnTo>
                <a:lnTo>
                  <a:pt x="124529" y="86216"/>
                </a:lnTo>
                <a:lnTo>
                  <a:pt x="124602" y="85319"/>
                </a:lnTo>
                <a:lnTo>
                  <a:pt x="124697" y="84439"/>
                </a:lnTo>
                <a:lnTo>
                  <a:pt x="124812" y="83577"/>
                </a:lnTo>
                <a:lnTo>
                  <a:pt x="124948" y="82732"/>
                </a:lnTo>
                <a:lnTo>
                  <a:pt x="125104" y="81904"/>
                </a:lnTo>
                <a:lnTo>
                  <a:pt x="125282" y="81094"/>
                </a:lnTo>
                <a:lnTo>
                  <a:pt x="125481" y="80301"/>
                </a:lnTo>
                <a:lnTo>
                  <a:pt x="125701" y="79525"/>
                </a:lnTo>
                <a:lnTo>
                  <a:pt x="125941" y="78767"/>
                </a:lnTo>
                <a:lnTo>
                  <a:pt x="126203" y="78027"/>
                </a:lnTo>
                <a:lnTo>
                  <a:pt x="126485" y="77303"/>
                </a:lnTo>
                <a:lnTo>
                  <a:pt x="126788" y="76597"/>
                </a:lnTo>
                <a:lnTo>
                  <a:pt x="127113" y="75909"/>
                </a:lnTo>
                <a:lnTo>
                  <a:pt x="127458" y="75238"/>
                </a:lnTo>
                <a:lnTo>
                  <a:pt x="127824" y="74584"/>
                </a:lnTo>
                <a:lnTo>
                  <a:pt x="128211" y="73948"/>
                </a:lnTo>
                <a:lnTo>
                  <a:pt x="128619" y="73329"/>
                </a:lnTo>
                <a:lnTo>
                  <a:pt x="129047" y="72727"/>
                </a:lnTo>
                <a:lnTo>
                  <a:pt x="129497" y="72143"/>
                </a:lnTo>
                <a:lnTo>
                  <a:pt x="129968" y="71576"/>
                </a:lnTo>
                <a:lnTo>
                  <a:pt x="130459" y="71027"/>
                </a:lnTo>
                <a:lnTo>
                  <a:pt x="130969" y="70497"/>
                </a:lnTo>
                <a:lnTo>
                  <a:pt x="131493" y="69990"/>
                </a:lnTo>
                <a:lnTo>
                  <a:pt x="132031" y="69505"/>
                </a:lnTo>
                <a:lnTo>
                  <a:pt x="132584" y="69043"/>
                </a:lnTo>
                <a:lnTo>
                  <a:pt x="133152" y="68604"/>
                </a:lnTo>
                <a:lnTo>
                  <a:pt x="133734" y="68187"/>
                </a:lnTo>
                <a:lnTo>
                  <a:pt x="134330" y="67792"/>
                </a:lnTo>
                <a:lnTo>
                  <a:pt x="134941" y="67421"/>
                </a:lnTo>
                <a:lnTo>
                  <a:pt x="135567" y="67071"/>
                </a:lnTo>
                <a:lnTo>
                  <a:pt x="136207" y="66744"/>
                </a:lnTo>
                <a:lnTo>
                  <a:pt x="136861" y="66440"/>
                </a:lnTo>
                <a:lnTo>
                  <a:pt x="137530" y="66158"/>
                </a:lnTo>
                <a:lnTo>
                  <a:pt x="138213" y="65899"/>
                </a:lnTo>
                <a:lnTo>
                  <a:pt x="138911" y="65663"/>
                </a:lnTo>
                <a:lnTo>
                  <a:pt x="139624" y="65448"/>
                </a:lnTo>
                <a:lnTo>
                  <a:pt x="140351" y="65257"/>
                </a:lnTo>
                <a:lnTo>
                  <a:pt x="141092" y="65088"/>
                </a:lnTo>
                <a:lnTo>
                  <a:pt x="141848" y="64941"/>
                </a:lnTo>
                <a:lnTo>
                  <a:pt x="142618" y="64817"/>
                </a:lnTo>
                <a:lnTo>
                  <a:pt x="143403" y="64716"/>
                </a:lnTo>
                <a:lnTo>
                  <a:pt x="144202" y="64637"/>
                </a:lnTo>
                <a:lnTo>
                  <a:pt x="145016" y="64581"/>
                </a:lnTo>
                <a:lnTo>
                  <a:pt x="145845" y="64547"/>
                </a:lnTo>
                <a:lnTo>
                  <a:pt x="146687" y="64536"/>
                </a:lnTo>
                <a:lnTo>
                  <a:pt x="147560" y="64547"/>
                </a:lnTo>
                <a:lnTo>
                  <a:pt x="148418" y="64579"/>
                </a:lnTo>
                <a:lnTo>
                  <a:pt x="149260" y="64634"/>
                </a:lnTo>
                <a:lnTo>
                  <a:pt x="150087" y="64711"/>
                </a:lnTo>
                <a:lnTo>
                  <a:pt x="150898" y="64809"/>
                </a:lnTo>
                <a:lnTo>
                  <a:pt x="151694" y="64930"/>
                </a:lnTo>
                <a:lnTo>
                  <a:pt x="152474" y="65072"/>
                </a:lnTo>
                <a:lnTo>
                  <a:pt x="153239" y="65236"/>
                </a:lnTo>
                <a:lnTo>
                  <a:pt x="153988" y="65422"/>
                </a:lnTo>
                <a:lnTo>
                  <a:pt x="154722" y="65630"/>
                </a:lnTo>
                <a:lnTo>
                  <a:pt x="155441" y="65860"/>
                </a:lnTo>
                <a:lnTo>
                  <a:pt x="156144" y="66112"/>
                </a:lnTo>
                <a:lnTo>
                  <a:pt x="156832" y="66385"/>
                </a:lnTo>
                <a:lnTo>
                  <a:pt x="157504" y="66681"/>
                </a:lnTo>
                <a:lnTo>
                  <a:pt x="158161" y="66998"/>
                </a:lnTo>
                <a:lnTo>
                  <a:pt x="158802" y="67338"/>
                </a:lnTo>
                <a:lnTo>
                  <a:pt x="159428" y="67699"/>
                </a:lnTo>
                <a:lnTo>
                  <a:pt x="160038" y="68082"/>
                </a:lnTo>
                <a:lnTo>
                  <a:pt x="160633" y="68487"/>
                </a:lnTo>
                <a:lnTo>
                  <a:pt x="161213" y="68914"/>
                </a:lnTo>
                <a:lnTo>
                  <a:pt x="161777" y="69362"/>
                </a:lnTo>
                <a:lnTo>
                  <a:pt x="162326" y="69833"/>
                </a:lnTo>
                <a:lnTo>
                  <a:pt x="162859" y="70326"/>
                </a:lnTo>
                <a:lnTo>
                  <a:pt x="163377" y="70840"/>
                </a:lnTo>
                <a:lnTo>
                  <a:pt x="163876" y="71375"/>
                </a:lnTo>
                <a:lnTo>
                  <a:pt x="164354" y="71929"/>
                </a:lnTo>
                <a:lnTo>
                  <a:pt x="164811" y="72503"/>
                </a:lnTo>
                <a:lnTo>
                  <a:pt x="165247" y="73096"/>
                </a:lnTo>
                <a:lnTo>
                  <a:pt x="165661" y="73708"/>
                </a:lnTo>
                <a:lnTo>
                  <a:pt x="166054" y="74340"/>
                </a:lnTo>
                <a:lnTo>
                  <a:pt x="166426" y="74991"/>
                </a:lnTo>
                <a:lnTo>
                  <a:pt x="166777" y="75661"/>
                </a:lnTo>
                <a:lnTo>
                  <a:pt x="167106" y="76351"/>
                </a:lnTo>
                <a:lnTo>
                  <a:pt x="167414" y="77060"/>
                </a:lnTo>
                <a:lnTo>
                  <a:pt x="167701" y="77788"/>
                </a:lnTo>
                <a:lnTo>
                  <a:pt x="167967" y="78535"/>
                </a:lnTo>
                <a:lnTo>
                  <a:pt x="168211" y="79302"/>
                </a:lnTo>
                <a:lnTo>
                  <a:pt x="168435" y="80088"/>
                </a:lnTo>
                <a:lnTo>
                  <a:pt x="168636" y="80894"/>
                </a:lnTo>
                <a:lnTo>
                  <a:pt x="168817" y="81718"/>
                </a:lnTo>
                <a:lnTo>
                  <a:pt x="168976" y="82563"/>
                </a:lnTo>
                <a:lnTo>
                  <a:pt x="169115" y="83426"/>
                </a:lnTo>
                <a:lnTo>
                  <a:pt x="169231" y="84309"/>
                </a:lnTo>
                <a:lnTo>
                  <a:pt x="169327" y="85211"/>
                </a:lnTo>
                <a:lnTo>
                  <a:pt x="169401" y="86132"/>
                </a:lnTo>
                <a:lnTo>
                  <a:pt x="169455" y="87073"/>
                </a:lnTo>
                <a:lnTo>
                  <a:pt x="169486" y="88033"/>
                </a:lnTo>
                <a:lnTo>
                  <a:pt x="169497" y="89012"/>
                </a:lnTo>
                <a:lnTo>
                  <a:pt x="169497" y="116830"/>
                </a:lnTo>
                <a:lnTo>
                  <a:pt x="169486" y="117809"/>
                </a:lnTo>
                <a:lnTo>
                  <a:pt x="169455" y="118769"/>
                </a:lnTo>
                <a:lnTo>
                  <a:pt x="169401" y="119710"/>
                </a:lnTo>
                <a:lnTo>
                  <a:pt x="169327" y="120632"/>
                </a:lnTo>
                <a:lnTo>
                  <a:pt x="169231" y="121534"/>
                </a:lnTo>
                <a:lnTo>
                  <a:pt x="169115" y="122416"/>
                </a:lnTo>
                <a:lnTo>
                  <a:pt x="168976" y="123280"/>
                </a:lnTo>
                <a:lnTo>
                  <a:pt x="168817" y="124124"/>
                </a:lnTo>
                <a:lnTo>
                  <a:pt x="168636" y="124949"/>
                </a:lnTo>
                <a:lnTo>
                  <a:pt x="168435" y="125754"/>
                </a:lnTo>
                <a:lnTo>
                  <a:pt x="168211" y="126541"/>
                </a:lnTo>
                <a:lnTo>
                  <a:pt x="167967" y="127308"/>
                </a:lnTo>
                <a:lnTo>
                  <a:pt x="167701" y="128055"/>
                </a:lnTo>
                <a:lnTo>
                  <a:pt x="167414" y="128784"/>
                </a:lnTo>
                <a:lnTo>
                  <a:pt x="167106" y="129493"/>
                </a:lnTo>
                <a:lnTo>
                  <a:pt x="166777" y="130182"/>
                </a:lnTo>
                <a:lnTo>
                  <a:pt x="166426" y="130853"/>
                </a:lnTo>
                <a:lnTo>
                  <a:pt x="166054" y="131504"/>
                </a:lnTo>
                <a:lnTo>
                  <a:pt x="165661" y="132136"/>
                </a:lnTo>
                <a:lnTo>
                  <a:pt x="165247" y="132748"/>
                </a:lnTo>
                <a:lnTo>
                  <a:pt x="164811" y="133341"/>
                </a:lnTo>
                <a:lnTo>
                  <a:pt x="164354" y="133915"/>
                </a:lnTo>
                <a:lnTo>
                  <a:pt x="163876" y="134470"/>
                </a:lnTo>
                <a:lnTo>
                  <a:pt x="163377" y="135005"/>
                </a:lnTo>
                <a:lnTo>
                  <a:pt x="162859" y="135519"/>
                </a:lnTo>
                <a:lnTo>
                  <a:pt x="162326" y="136012"/>
                </a:lnTo>
                <a:lnTo>
                  <a:pt x="161777" y="136483"/>
                </a:lnTo>
                <a:lnTo>
                  <a:pt x="161213" y="136931"/>
                </a:lnTo>
                <a:lnTo>
                  <a:pt x="160633" y="137358"/>
                </a:lnTo>
                <a:lnTo>
                  <a:pt x="160038" y="137763"/>
                </a:lnTo>
                <a:lnTo>
                  <a:pt x="159428" y="138146"/>
                </a:lnTo>
                <a:lnTo>
                  <a:pt x="158802" y="138507"/>
                </a:lnTo>
                <a:lnTo>
                  <a:pt x="158161" y="138847"/>
                </a:lnTo>
                <a:lnTo>
                  <a:pt x="157504" y="139164"/>
                </a:lnTo>
                <a:lnTo>
                  <a:pt x="156832" y="139460"/>
                </a:lnTo>
                <a:lnTo>
                  <a:pt x="156144" y="139733"/>
                </a:lnTo>
                <a:lnTo>
                  <a:pt x="155441" y="139985"/>
                </a:lnTo>
                <a:lnTo>
                  <a:pt x="154722" y="140215"/>
                </a:lnTo>
                <a:lnTo>
                  <a:pt x="153988" y="140423"/>
                </a:lnTo>
                <a:lnTo>
                  <a:pt x="153239" y="140609"/>
                </a:lnTo>
                <a:lnTo>
                  <a:pt x="152474" y="140773"/>
                </a:lnTo>
                <a:lnTo>
                  <a:pt x="151694" y="140915"/>
                </a:lnTo>
                <a:lnTo>
                  <a:pt x="150898" y="141036"/>
                </a:lnTo>
                <a:lnTo>
                  <a:pt x="150087" y="141134"/>
                </a:lnTo>
                <a:lnTo>
                  <a:pt x="149260" y="141211"/>
                </a:lnTo>
                <a:lnTo>
                  <a:pt x="148418" y="141266"/>
                </a:lnTo>
                <a:lnTo>
                  <a:pt x="147560" y="141298"/>
                </a:lnTo>
                <a:lnTo>
                  <a:pt x="146687" y="141309"/>
                </a:lnTo>
                <a:lnTo>
                  <a:pt x="145845" y="141298"/>
                </a:lnTo>
                <a:lnTo>
                  <a:pt x="145016" y="141264"/>
                </a:lnTo>
                <a:lnTo>
                  <a:pt x="144202" y="141208"/>
                </a:lnTo>
                <a:lnTo>
                  <a:pt x="143403" y="141129"/>
                </a:lnTo>
                <a:close/>
                <a:moveTo>
                  <a:pt x="16692" y="89012"/>
                </a:moveTo>
                <a:lnTo>
                  <a:pt x="16703" y="88032"/>
                </a:lnTo>
                <a:lnTo>
                  <a:pt x="16734" y="87071"/>
                </a:lnTo>
                <a:lnTo>
                  <a:pt x="16786" y="86129"/>
                </a:lnTo>
                <a:lnTo>
                  <a:pt x="16859" y="85206"/>
                </a:lnTo>
                <a:lnTo>
                  <a:pt x="16954" y="84301"/>
                </a:lnTo>
                <a:lnTo>
                  <a:pt x="17069" y="83414"/>
                </a:lnTo>
                <a:lnTo>
                  <a:pt x="17205" y="82547"/>
                </a:lnTo>
                <a:lnTo>
                  <a:pt x="17362" y="81698"/>
                </a:lnTo>
                <a:lnTo>
                  <a:pt x="17540" y="80868"/>
                </a:lnTo>
                <a:lnTo>
                  <a:pt x="17738" y="80056"/>
                </a:lnTo>
                <a:lnTo>
                  <a:pt x="17958" y="79263"/>
                </a:lnTo>
                <a:lnTo>
                  <a:pt x="18199" y="78489"/>
                </a:lnTo>
                <a:lnTo>
                  <a:pt x="18460" y="77734"/>
                </a:lnTo>
                <a:lnTo>
                  <a:pt x="18743" y="76997"/>
                </a:lnTo>
                <a:lnTo>
                  <a:pt x="19046" y="76279"/>
                </a:lnTo>
                <a:lnTo>
                  <a:pt x="19371" y="75579"/>
                </a:lnTo>
                <a:lnTo>
                  <a:pt x="19716" y="74899"/>
                </a:lnTo>
                <a:lnTo>
                  <a:pt x="20082" y="74236"/>
                </a:lnTo>
                <a:lnTo>
                  <a:pt x="20469" y="73593"/>
                </a:lnTo>
                <a:lnTo>
                  <a:pt x="20878" y="72968"/>
                </a:lnTo>
                <a:lnTo>
                  <a:pt x="21307" y="72362"/>
                </a:lnTo>
                <a:lnTo>
                  <a:pt x="21757" y="71775"/>
                </a:lnTo>
                <a:lnTo>
                  <a:pt x="22227" y="71206"/>
                </a:lnTo>
                <a:lnTo>
                  <a:pt x="22719" y="70656"/>
                </a:lnTo>
                <a:lnTo>
                  <a:pt x="23229" y="70126"/>
                </a:lnTo>
                <a:lnTo>
                  <a:pt x="23755" y="69619"/>
                </a:lnTo>
                <a:lnTo>
                  <a:pt x="24297" y="69135"/>
                </a:lnTo>
                <a:lnTo>
                  <a:pt x="24854" y="68673"/>
                </a:lnTo>
                <a:lnTo>
                  <a:pt x="25428" y="68233"/>
                </a:lnTo>
                <a:lnTo>
                  <a:pt x="26017" y="67816"/>
                </a:lnTo>
                <a:lnTo>
                  <a:pt x="26621" y="67422"/>
                </a:lnTo>
                <a:lnTo>
                  <a:pt x="27242" y="67050"/>
                </a:lnTo>
                <a:lnTo>
                  <a:pt x="27878" y="66701"/>
                </a:lnTo>
                <a:lnTo>
                  <a:pt x="28530" y="66374"/>
                </a:lnTo>
                <a:lnTo>
                  <a:pt x="29198" y="66069"/>
                </a:lnTo>
                <a:lnTo>
                  <a:pt x="29882" y="65788"/>
                </a:lnTo>
                <a:lnTo>
                  <a:pt x="30581" y="65529"/>
                </a:lnTo>
                <a:lnTo>
                  <a:pt x="31296" y="65292"/>
                </a:lnTo>
                <a:lnTo>
                  <a:pt x="32027" y="65078"/>
                </a:lnTo>
                <a:lnTo>
                  <a:pt x="32774" y="64886"/>
                </a:lnTo>
                <a:lnTo>
                  <a:pt x="33536" y="64717"/>
                </a:lnTo>
                <a:lnTo>
                  <a:pt x="34315" y="64571"/>
                </a:lnTo>
                <a:lnTo>
                  <a:pt x="35109" y="64447"/>
                </a:lnTo>
                <a:lnTo>
                  <a:pt x="35918" y="64345"/>
                </a:lnTo>
                <a:lnTo>
                  <a:pt x="36744" y="64266"/>
                </a:lnTo>
                <a:lnTo>
                  <a:pt x="37585" y="64210"/>
                </a:lnTo>
                <a:lnTo>
                  <a:pt x="38442" y="64176"/>
                </a:lnTo>
                <a:lnTo>
                  <a:pt x="39315" y="64165"/>
                </a:lnTo>
                <a:lnTo>
                  <a:pt x="40203" y="64176"/>
                </a:lnTo>
                <a:lnTo>
                  <a:pt x="41073" y="64209"/>
                </a:lnTo>
                <a:lnTo>
                  <a:pt x="41927" y="64265"/>
                </a:lnTo>
                <a:lnTo>
                  <a:pt x="42764" y="64343"/>
                </a:lnTo>
                <a:lnTo>
                  <a:pt x="43583" y="64443"/>
                </a:lnTo>
                <a:lnTo>
                  <a:pt x="44386" y="64565"/>
                </a:lnTo>
                <a:lnTo>
                  <a:pt x="45171" y="64709"/>
                </a:lnTo>
                <a:lnTo>
                  <a:pt x="45939" y="64876"/>
                </a:lnTo>
                <a:lnTo>
                  <a:pt x="46690" y="65065"/>
                </a:lnTo>
                <a:lnTo>
                  <a:pt x="47425" y="65276"/>
                </a:lnTo>
                <a:lnTo>
                  <a:pt x="48142" y="65509"/>
                </a:lnTo>
                <a:lnTo>
                  <a:pt x="48842" y="65764"/>
                </a:lnTo>
                <a:lnTo>
                  <a:pt x="49525" y="66042"/>
                </a:lnTo>
                <a:lnTo>
                  <a:pt x="50191" y="66342"/>
                </a:lnTo>
                <a:lnTo>
                  <a:pt x="50839" y="66664"/>
                </a:lnTo>
                <a:lnTo>
                  <a:pt x="51471" y="67008"/>
                </a:lnTo>
                <a:lnTo>
                  <a:pt x="52086" y="67375"/>
                </a:lnTo>
                <a:lnTo>
                  <a:pt x="52683" y="67764"/>
                </a:lnTo>
                <a:lnTo>
                  <a:pt x="53264" y="68175"/>
                </a:lnTo>
                <a:lnTo>
                  <a:pt x="53828" y="68608"/>
                </a:lnTo>
                <a:lnTo>
                  <a:pt x="54374" y="69063"/>
                </a:lnTo>
                <a:lnTo>
                  <a:pt x="54903" y="69541"/>
                </a:lnTo>
                <a:lnTo>
                  <a:pt x="55416" y="70041"/>
                </a:lnTo>
                <a:lnTo>
                  <a:pt x="55911" y="70563"/>
                </a:lnTo>
                <a:lnTo>
                  <a:pt x="56388" y="71106"/>
                </a:lnTo>
                <a:lnTo>
                  <a:pt x="56844" y="71668"/>
                </a:lnTo>
                <a:lnTo>
                  <a:pt x="57280" y="72251"/>
                </a:lnTo>
                <a:lnTo>
                  <a:pt x="57696" y="72852"/>
                </a:lnTo>
                <a:lnTo>
                  <a:pt x="58092" y="73474"/>
                </a:lnTo>
                <a:lnTo>
                  <a:pt x="58467" y="74115"/>
                </a:lnTo>
                <a:lnTo>
                  <a:pt x="58822" y="74776"/>
                </a:lnTo>
                <a:lnTo>
                  <a:pt x="59157" y="75456"/>
                </a:lnTo>
                <a:lnTo>
                  <a:pt x="59472" y="76156"/>
                </a:lnTo>
                <a:lnTo>
                  <a:pt x="59766" y="76876"/>
                </a:lnTo>
                <a:lnTo>
                  <a:pt x="60040" y="77615"/>
                </a:lnTo>
                <a:lnTo>
                  <a:pt x="60293" y="78374"/>
                </a:lnTo>
                <a:lnTo>
                  <a:pt x="60527" y="79152"/>
                </a:lnTo>
                <a:lnTo>
                  <a:pt x="60740" y="79951"/>
                </a:lnTo>
                <a:lnTo>
                  <a:pt x="60932" y="80768"/>
                </a:lnTo>
                <a:lnTo>
                  <a:pt x="61105" y="81606"/>
                </a:lnTo>
                <a:lnTo>
                  <a:pt x="61257" y="82463"/>
                </a:lnTo>
                <a:lnTo>
                  <a:pt x="61389" y="83340"/>
                </a:lnTo>
                <a:lnTo>
                  <a:pt x="61500" y="84236"/>
                </a:lnTo>
                <a:lnTo>
                  <a:pt x="61592" y="85152"/>
                </a:lnTo>
                <a:lnTo>
                  <a:pt x="61663" y="86087"/>
                </a:lnTo>
                <a:lnTo>
                  <a:pt x="61713" y="87043"/>
                </a:lnTo>
                <a:lnTo>
                  <a:pt x="61744" y="88018"/>
                </a:lnTo>
                <a:lnTo>
                  <a:pt x="61754" y="89012"/>
                </a:lnTo>
                <a:lnTo>
                  <a:pt x="61754" y="93650"/>
                </a:lnTo>
                <a:lnTo>
                  <a:pt x="78443" y="93650"/>
                </a:lnTo>
                <a:lnTo>
                  <a:pt x="78443" y="87529"/>
                </a:lnTo>
                <a:lnTo>
                  <a:pt x="78427" y="86104"/>
                </a:lnTo>
                <a:lnTo>
                  <a:pt x="78377" y="84704"/>
                </a:lnTo>
                <a:lnTo>
                  <a:pt x="78294" y="83329"/>
                </a:lnTo>
                <a:lnTo>
                  <a:pt x="78178" y="81979"/>
                </a:lnTo>
                <a:lnTo>
                  <a:pt x="78029" y="80653"/>
                </a:lnTo>
                <a:lnTo>
                  <a:pt x="77846" y="79352"/>
                </a:lnTo>
                <a:lnTo>
                  <a:pt x="77631" y="78076"/>
                </a:lnTo>
                <a:lnTo>
                  <a:pt x="77382" y="76825"/>
                </a:lnTo>
                <a:lnTo>
                  <a:pt x="77100" y="75599"/>
                </a:lnTo>
                <a:lnTo>
                  <a:pt x="76785" y="74397"/>
                </a:lnTo>
                <a:lnTo>
                  <a:pt x="76437" y="73220"/>
                </a:lnTo>
                <a:lnTo>
                  <a:pt x="76056" y="72068"/>
                </a:lnTo>
                <a:lnTo>
                  <a:pt x="75641" y="70941"/>
                </a:lnTo>
                <a:lnTo>
                  <a:pt x="75194" y="69838"/>
                </a:lnTo>
                <a:lnTo>
                  <a:pt x="74713" y="68761"/>
                </a:lnTo>
                <a:lnTo>
                  <a:pt x="74199" y="67708"/>
                </a:lnTo>
                <a:lnTo>
                  <a:pt x="73652" y="66680"/>
                </a:lnTo>
                <a:lnTo>
                  <a:pt x="73071" y="65677"/>
                </a:lnTo>
                <a:lnTo>
                  <a:pt x="72458" y="64698"/>
                </a:lnTo>
                <a:lnTo>
                  <a:pt x="71811" y="63745"/>
                </a:lnTo>
                <a:lnTo>
                  <a:pt x="71132" y="62816"/>
                </a:lnTo>
                <a:lnTo>
                  <a:pt x="70419" y="61912"/>
                </a:lnTo>
                <a:lnTo>
                  <a:pt x="69672" y="61032"/>
                </a:lnTo>
                <a:lnTo>
                  <a:pt x="68893" y="60178"/>
                </a:lnTo>
                <a:lnTo>
                  <a:pt x="68086" y="59353"/>
                </a:lnTo>
                <a:lnTo>
                  <a:pt x="67256" y="58564"/>
                </a:lnTo>
                <a:lnTo>
                  <a:pt x="66403" y="57809"/>
                </a:lnTo>
                <a:lnTo>
                  <a:pt x="65527" y="57090"/>
                </a:lnTo>
                <a:lnTo>
                  <a:pt x="64628" y="56405"/>
                </a:lnTo>
                <a:lnTo>
                  <a:pt x="63707" y="55756"/>
                </a:lnTo>
                <a:lnTo>
                  <a:pt x="62762" y="55142"/>
                </a:lnTo>
                <a:lnTo>
                  <a:pt x="61795" y="54563"/>
                </a:lnTo>
                <a:lnTo>
                  <a:pt x="60805" y="54019"/>
                </a:lnTo>
                <a:lnTo>
                  <a:pt x="59792" y="53510"/>
                </a:lnTo>
                <a:lnTo>
                  <a:pt x="58756" y="53036"/>
                </a:lnTo>
                <a:lnTo>
                  <a:pt x="57697" y="52597"/>
                </a:lnTo>
                <a:lnTo>
                  <a:pt x="56615" y="52194"/>
                </a:lnTo>
                <a:lnTo>
                  <a:pt x="55511" y="51825"/>
                </a:lnTo>
                <a:lnTo>
                  <a:pt x="54384" y="51492"/>
                </a:lnTo>
                <a:lnTo>
                  <a:pt x="53233" y="51194"/>
                </a:lnTo>
                <a:lnTo>
                  <a:pt x="52060" y="50930"/>
                </a:lnTo>
                <a:lnTo>
                  <a:pt x="50864" y="50702"/>
                </a:lnTo>
                <a:lnTo>
                  <a:pt x="49646" y="50509"/>
                </a:lnTo>
                <a:lnTo>
                  <a:pt x="48404" y="50351"/>
                </a:lnTo>
                <a:lnTo>
                  <a:pt x="47139" y="50228"/>
                </a:lnTo>
                <a:lnTo>
                  <a:pt x="45852" y="50141"/>
                </a:lnTo>
                <a:lnTo>
                  <a:pt x="44542" y="50088"/>
                </a:lnTo>
                <a:lnTo>
                  <a:pt x="43209" y="50070"/>
                </a:lnTo>
                <a:lnTo>
                  <a:pt x="42046" y="50085"/>
                </a:lnTo>
                <a:lnTo>
                  <a:pt x="40908" y="50129"/>
                </a:lnTo>
                <a:lnTo>
                  <a:pt x="39794" y="50202"/>
                </a:lnTo>
                <a:lnTo>
                  <a:pt x="38704" y="50305"/>
                </a:lnTo>
                <a:lnTo>
                  <a:pt x="37639" y="50437"/>
                </a:lnTo>
                <a:lnTo>
                  <a:pt x="36597" y="50598"/>
                </a:lnTo>
                <a:lnTo>
                  <a:pt x="35580" y="50788"/>
                </a:lnTo>
                <a:lnTo>
                  <a:pt x="34586" y="51008"/>
                </a:lnTo>
                <a:lnTo>
                  <a:pt x="33617" y="51257"/>
                </a:lnTo>
                <a:lnTo>
                  <a:pt x="32672" y="51535"/>
                </a:lnTo>
                <a:lnTo>
                  <a:pt x="31751" y="51843"/>
                </a:lnTo>
                <a:lnTo>
                  <a:pt x="30854" y="52180"/>
                </a:lnTo>
                <a:lnTo>
                  <a:pt x="29982" y="52546"/>
                </a:lnTo>
                <a:lnTo>
                  <a:pt x="29133" y="52942"/>
                </a:lnTo>
                <a:lnTo>
                  <a:pt x="28309" y="53367"/>
                </a:lnTo>
                <a:lnTo>
                  <a:pt x="27508" y="53821"/>
                </a:lnTo>
                <a:lnTo>
                  <a:pt x="26732" y="54304"/>
                </a:lnTo>
                <a:lnTo>
                  <a:pt x="25980" y="54817"/>
                </a:lnTo>
                <a:lnTo>
                  <a:pt x="25252" y="55359"/>
                </a:lnTo>
                <a:lnTo>
                  <a:pt x="24549" y="55930"/>
                </a:lnTo>
                <a:lnTo>
                  <a:pt x="23869" y="56531"/>
                </a:lnTo>
                <a:lnTo>
                  <a:pt x="23214" y="57161"/>
                </a:lnTo>
                <a:lnTo>
                  <a:pt x="22582" y="57820"/>
                </a:lnTo>
                <a:lnTo>
                  <a:pt x="21975" y="58508"/>
                </a:lnTo>
                <a:lnTo>
                  <a:pt x="21392" y="59226"/>
                </a:lnTo>
                <a:lnTo>
                  <a:pt x="20835" y="59971"/>
                </a:lnTo>
                <a:lnTo>
                  <a:pt x="20302" y="60744"/>
                </a:lnTo>
                <a:lnTo>
                  <a:pt x="19794" y="61545"/>
                </a:lnTo>
                <a:lnTo>
                  <a:pt x="19310" y="62374"/>
                </a:lnTo>
                <a:lnTo>
                  <a:pt x="18852" y="63231"/>
                </a:lnTo>
                <a:lnTo>
                  <a:pt x="18418" y="64117"/>
                </a:lnTo>
                <a:lnTo>
                  <a:pt x="18009" y="65030"/>
                </a:lnTo>
                <a:lnTo>
                  <a:pt x="17625" y="65971"/>
                </a:lnTo>
                <a:lnTo>
                  <a:pt x="17265" y="66940"/>
                </a:lnTo>
                <a:lnTo>
                  <a:pt x="16930" y="67937"/>
                </a:lnTo>
                <a:lnTo>
                  <a:pt x="16621" y="68963"/>
                </a:lnTo>
                <a:lnTo>
                  <a:pt x="16336" y="70016"/>
                </a:lnTo>
                <a:lnTo>
                  <a:pt x="16321" y="70075"/>
                </a:lnTo>
                <a:lnTo>
                  <a:pt x="16321" y="51924"/>
                </a:lnTo>
                <a:lnTo>
                  <a:pt x="0" y="51924"/>
                </a:lnTo>
                <a:lnTo>
                  <a:pt x="0" y="153918"/>
                </a:lnTo>
                <a:lnTo>
                  <a:pt x="16692" y="153918"/>
                </a:lnTo>
                <a:lnTo>
                  <a:pt x="16692" y="89012"/>
                </a:lnTo>
                <a:close/>
                <a:moveTo>
                  <a:pt x="794441" y="89012"/>
                </a:moveTo>
                <a:lnTo>
                  <a:pt x="794452" y="88032"/>
                </a:lnTo>
                <a:lnTo>
                  <a:pt x="794483" y="87071"/>
                </a:lnTo>
                <a:lnTo>
                  <a:pt x="794535" y="86129"/>
                </a:lnTo>
                <a:lnTo>
                  <a:pt x="794609" y="85206"/>
                </a:lnTo>
                <a:lnTo>
                  <a:pt x="794703" y="84301"/>
                </a:lnTo>
                <a:lnTo>
                  <a:pt x="794818" y="83414"/>
                </a:lnTo>
                <a:lnTo>
                  <a:pt x="794954" y="82547"/>
                </a:lnTo>
                <a:lnTo>
                  <a:pt x="795111" y="81698"/>
                </a:lnTo>
                <a:lnTo>
                  <a:pt x="795289" y="80868"/>
                </a:lnTo>
                <a:lnTo>
                  <a:pt x="795488" y="80056"/>
                </a:lnTo>
                <a:lnTo>
                  <a:pt x="795707" y="79263"/>
                </a:lnTo>
                <a:lnTo>
                  <a:pt x="795948" y="78489"/>
                </a:lnTo>
                <a:lnTo>
                  <a:pt x="796210" y="77734"/>
                </a:lnTo>
                <a:lnTo>
                  <a:pt x="796492" y="76997"/>
                </a:lnTo>
                <a:lnTo>
                  <a:pt x="796796" y="76279"/>
                </a:lnTo>
                <a:lnTo>
                  <a:pt x="797120" y="75579"/>
                </a:lnTo>
                <a:lnTo>
                  <a:pt x="797465" y="74899"/>
                </a:lnTo>
                <a:lnTo>
                  <a:pt x="797832" y="74236"/>
                </a:lnTo>
                <a:lnTo>
                  <a:pt x="798219" y="73593"/>
                </a:lnTo>
                <a:lnTo>
                  <a:pt x="798627" y="72968"/>
                </a:lnTo>
                <a:lnTo>
                  <a:pt x="799056" y="72362"/>
                </a:lnTo>
                <a:lnTo>
                  <a:pt x="799506" y="71775"/>
                </a:lnTo>
                <a:lnTo>
                  <a:pt x="799977" y="71206"/>
                </a:lnTo>
                <a:lnTo>
                  <a:pt x="800468" y="70656"/>
                </a:lnTo>
                <a:lnTo>
                  <a:pt x="800979" y="70126"/>
                </a:lnTo>
                <a:lnTo>
                  <a:pt x="801505" y="69619"/>
                </a:lnTo>
                <a:lnTo>
                  <a:pt x="802046" y="69135"/>
                </a:lnTo>
                <a:lnTo>
                  <a:pt x="802604" y="68673"/>
                </a:lnTo>
                <a:lnTo>
                  <a:pt x="803177" y="68233"/>
                </a:lnTo>
                <a:lnTo>
                  <a:pt x="803766" y="67816"/>
                </a:lnTo>
                <a:lnTo>
                  <a:pt x="804371" y="67422"/>
                </a:lnTo>
                <a:lnTo>
                  <a:pt x="804991" y="67050"/>
                </a:lnTo>
                <a:lnTo>
                  <a:pt x="805627" y="66701"/>
                </a:lnTo>
                <a:lnTo>
                  <a:pt x="806280" y="66374"/>
                </a:lnTo>
                <a:lnTo>
                  <a:pt x="806947" y="66069"/>
                </a:lnTo>
                <a:lnTo>
                  <a:pt x="807631" y="65788"/>
                </a:lnTo>
                <a:lnTo>
                  <a:pt x="808330" y="65529"/>
                </a:lnTo>
                <a:lnTo>
                  <a:pt x="809045" y="65292"/>
                </a:lnTo>
                <a:lnTo>
                  <a:pt x="809776" y="65078"/>
                </a:lnTo>
                <a:lnTo>
                  <a:pt x="810523" y="64886"/>
                </a:lnTo>
                <a:lnTo>
                  <a:pt x="811286" y="64717"/>
                </a:lnTo>
                <a:lnTo>
                  <a:pt x="812064" y="64571"/>
                </a:lnTo>
                <a:lnTo>
                  <a:pt x="812858" y="64447"/>
                </a:lnTo>
                <a:lnTo>
                  <a:pt x="813668" y="64345"/>
                </a:lnTo>
                <a:lnTo>
                  <a:pt x="814493" y="64266"/>
                </a:lnTo>
                <a:lnTo>
                  <a:pt x="815334" y="64210"/>
                </a:lnTo>
                <a:lnTo>
                  <a:pt x="816191" y="64176"/>
                </a:lnTo>
                <a:lnTo>
                  <a:pt x="817064" y="64165"/>
                </a:lnTo>
                <a:lnTo>
                  <a:pt x="817952" y="64176"/>
                </a:lnTo>
                <a:lnTo>
                  <a:pt x="818823" y="64209"/>
                </a:lnTo>
                <a:lnTo>
                  <a:pt x="819676" y="64265"/>
                </a:lnTo>
                <a:lnTo>
                  <a:pt x="820513" y="64343"/>
                </a:lnTo>
                <a:lnTo>
                  <a:pt x="821332" y="64443"/>
                </a:lnTo>
                <a:lnTo>
                  <a:pt x="822135" y="64565"/>
                </a:lnTo>
                <a:lnTo>
                  <a:pt x="822920" y="64709"/>
                </a:lnTo>
                <a:lnTo>
                  <a:pt x="823688" y="64876"/>
                </a:lnTo>
                <a:lnTo>
                  <a:pt x="824440" y="65065"/>
                </a:lnTo>
                <a:lnTo>
                  <a:pt x="825174" y="65276"/>
                </a:lnTo>
                <a:lnTo>
                  <a:pt x="825891" y="65509"/>
                </a:lnTo>
                <a:lnTo>
                  <a:pt x="826591" y="65764"/>
                </a:lnTo>
                <a:lnTo>
                  <a:pt x="827274" y="66042"/>
                </a:lnTo>
                <a:lnTo>
                  <a:pt x="827940" y="66342"/>
                </a:lnTo>
                <a:lnTo>
                  <a:pt x="828589" y="66664"/>
                </a:lnTo>
                <a:lnTo>
                  <a:pt x="829220" y="67008"/>
                </a:lnTo>
                <a:lnTo>
                  <a:pt x="829835" y="67375"/>
                </a:lnTo>
                <a:lnTo>
                  <a:pt x="830433" y="67764"/>
                </a:lnTo>
                <a:lnTo>
                  <a:pt x="831013" y="68175"/>
                </a:lnTo>
                <a:lnTo>
                  <a:pt x="831577" y="68608"/>
                </a:lnTo>
                <a:lnTo>
                  <a:pt x="832123" y="69063"/>
                </a:lnTo>
                <a:lnTo>
                  <a:pt x="832653" y="69541"/>
                </a:lnTo>
                <a:lnTo>
                  <a:pt x="833165" y="70041"/>
                </a:lnTo>
                <a:lnTo>
                  <a:pt x="833660" y="70563"/>
                </a:lnTo>
                <a:lnTo>
                  <a:pt x="834137" y="71106"/>
                </a:lnTo>
                <a:lnTo>
                  <a:pt x="834593" y="71668"/>
                </a:lnTo>
                <a:lnTo>
                  <a:pt x="835030" y="72251"/>
                </a:lnTo>
                <a:lnTo>
                  <a:pt x="835446" y="72852"/>
                </a:lnTo>
                <a:lnTo>
                  <a:pt x="835841" y="73474"/>
                </a:lnTo>
                <a:lnTo>
                  <a:pt x="836217" y="74115"/>
                </a:lnTo>
                <a:lnTo>
                  <a:pt x="836572" y="74776"/>
                </a:lnTo>
                <a:lnTo>
                  <a:pt x="836906" y="75456"/>
                </a:lnTo>
                <a:lnTo>
                  <a:pt x="837221" y="76156"/>
                </a:lnTo>
                <a:lnTo>
                  <a:pt x="837515" y="76876"/>
                </a:lnTo>
                <a:lnTo>
                  <a:pt x="837789" y="77615"/>
                </a:lnTo>
                <a:lnTo>
                  <a:pt x="838043" y="78374"/>
                </a:lnTo>
                <a:lnTo>
                  <a:pt x="838276" y="79152"/>
                </a:lnTo>
                <a:lnTo>
                  <a:pt x="838489" y="79951"/>
                </a:lnTo>
                <a:lnTo>
                  <a:pt x="838682" y="80768"/>
                </a:lnTo>
                <a:lnTo>
                  <a:pt x="838854" y="81606"/>
                </a:lnTo>
                <a:lnTo>
                  <a:pt x="839006" y="82463"/>
                </a:lnTo>
                <a:lnTo>
                  <a:pt x="839138" y="83340"/>
                </a:lnTo>
                <a:lnTo>
                  <a:pt x="839250" y="84236"/>
                </a:lnTo>
                <a:lnTo>
                  <a:pt x="839341" y="85152"/>
                </a:lnTo>
                <a:lnTo>
                  <a:pt x="839412" y="86087"/>
                </a:lnTo>
                <a:lnTo>
                  <a:pt x="839463" y="87043"/>
                </a:lnTo>
                <a:lnTo>
                  <a:pt x="839493" y="88018"/>
                </a:lnTo>
                <a:lnTo>
                  <a:pt x="839503" y="89012"/>
                </a:lnTo>
                <a:lnTo>
                  <a:pt x="839503" y="93650"/>
                </a:lnTo>
                <a:lnTo>
                  <a:pt x="856193" y="93650"/>
                </a:lnTo>
                <a:lnTo>
                  <a:pt x="856193" y="87529"/>
                </a:lnTo>
                <a:lnTo>
                  <a:pt x="856176" y="86104"/>
                </a:lnTo>
                <a:lnTo>
                  <a:pt x="856126" y="84704"/>
                </a:lnTo>
                <a:lnTo>
                  <a:pt x="856043" y="83329"/>
                </a:lnTo>
                <a:lnTo>
                  <a:pt x="855927" y="81979"/>
                </a:lnTo>
                <a:lnTo>
                  <a:pt x="855778" y="80653"/>
                </a:lnTo>
                <a:lnTo>
                  <a:pt x="855596" y="79352"/>
                </a:lnTo>
                <a:lnTo>
                  <a:pt x="855380" y="78076"/>
                </a:lnTo>
                <a:lnTo>
                  <a:pt x="855131" y="76825"/>
                </a:lnTo>
                <a:lnTo>
                  <a:pt x="854850" y="75599"/>
                </a:lnTo>
                <a:lnTo>
                  <a:pt x="854535" y="74397"/>
                </a:lnTo>
                <a:lnTo>
                  <a:pt x="854186" y="73220"/>
                </a:lnTo>
                <a:lnTo>
                  <a:pt x="853805" y="72068"/>
                </a:lnTo>
                <a:lnTo>
                  <a:pt x="853391" y="70941"/>
                </a:lnTo>
                <a:lnTo>
                  <a:pt x="852943" y="69838"/>
                </a:lnTo>
                <a:lnTo>
                  <a:pt x="852462" y="68761"/>
                </a:lnTo>
                <a:lnTo>
                  <a:pt x="851948" y="67708"/>
                </a:lnTo>
                <a:lnTo>
                  <a:pt x="851401" y="66680"/>
                </a:lnTo>
                <a:lnTo>
                  <a:pt x="850821" y="65677"/>
                </a:lnTo>
                <a:lnTo>
                  <a:pt x="850207" y="64698"/>
                </a:lnTo>
                <a:lnTo>
                  <a:pt x="849561" y="63745"/>
                </a:lnTo>
                <a:lnTo>
                  <a:pt x="848881" y="62816"/>
                </a:lnTo>
                <a:lnTo>
                  <a:pt x="848168" y="61912"/>
                </a:lnTo>
                <a:lnTo>
                  <a:pt x="847422" y="61032"/>
                </a:lnTo>
                <a:lnTo>
                  <a:pt x="846643" y="60178"/>
                </a:lnTo>
                <a:lnTo>
                  <a:pt x="845835" y="59353"/>
                </a:lnTo>
                <a:lnTo>
                  <a:pt x="845005" y="58564"/>
                </a:lnTo>
                <a:lnTo>
                  <a:pt x="844152" y="57809"/>
                </a:lnTo>
                <a:lnTo>
                  <a:pt x="843276" y="57090"/>
                </a:lnTo>
                <a:lnTo>
                  <a:pt x="842378" y="56405"/>
                </a:lnTo>
                <a:lnTo>
                  <a:pt x="841456" y="55756"/>
                </a:lnTo>
                <a:lnTo>
                  <a:pt x="840512" y="55142"/>
                </a:lnTo>
                <a:lnTo>
                  <a:pt x="839544" y="54563"/>
                </a:lnTo>
                <a:lnTo>
                  <a:pt x="838554" y="54019"/>
                </a:lnTo>
                <a:lnTo>
                  <a:pt x="837541" y="53510"/>
                </a:lnTo>
                <a:lnTo>
                  <a:pt x="836505" y="53036"/>
                </a:lnTo>
                <a:lnTo>
                  <a:pt x="835446" y="52597"/>
                </a:lnTo>
                <a:lnTo>
                  <a:pt x="834365" y="52194"/>
                </a:lnTo>
                <a:lnTo>
                  <a:pt x="833260" y="51825"/>
                </a:lnTo>
                <a:lnTo>
                  <a:pt x="832133" y="51492"/>
                </a:lnTo>
                <a:lnTo>
                  <a:pt x="830983" y="51194"/>
                </a:lnTo>
                <a:lnTo>
                  <a:pt x="829810" y="50930"/>
                </a:lnTo>
                <a:lnTo>
                  <a:pt x="828614" y="50702"/>
                </a:lnTo>
                <a:lnTo>
                  <a:pt x="827395" y="50509"/>
                </a:lnTo>
                <a:lnTo>
                  <a:pt x="826153" y="50351"/>
                </a:lnTo>
                <a:lnTo>
                  <a:pt x="824889" y="50228"/>
                </a:lnTo>
                <a:lnTo>
                  <a:pt x="823601" y="50141"/>
                </a:lnTo>
                <a:lnTo>
                  <a:pt x="822291" y="50088"/>
                </a:lnTo>
                <a:lnTo>
                  <a:pt x="820958" y="50070"/>
                </a:lnTo>
                <a:lnTo>
                  <a:pt x="819796" y="50085"/>
                </a:lnTo>
                <a:lnTo>
                  <a:pt x="818658" y="50129"/>
                </a:lnTo>
                <a:lnTo>
                  <a:pt x="817544" y="50202"/>
                </a:lnTo>
                <a:lnTo>
                  <a:pt x="816454" y="50305"/>
                </a:lnTo>
                <a:lnTo>
                  <a:pt x="815388" y="50437"/>
                </a:lnTo>
                <a:lnTo>
                  <a:pt x="814346" y="50598"/>
                </a:lnTo>
                <a:lnTo>
                  <a:pt x="813329" y="50788"/>
                </a:lnTo>
                <a:lnTo>
                  <a:pt x="812336" y="51008"/>
                </a:lnTo>
                <a:lnTo>
                  <a:pt x="811366" y="51257"/>
                </a:lnTo>
                <a:lnTo>
                  <a:pt x="810421" y="51535"/>
                </a:lnTo>
                <a:lnTo>
                  <a:pt x="809500" y="51843"/>
                </a:lnTo>
                <a:lnTo>
                  <a:pt x="808604" y="52180"/>
                </a:lnTo>
                <a:lnTo>
                  <a:pt x="807731" y="52546"/>
                </a:lnTo>
                <a:lnTo>
                  <a:pt x="806882" y="52942"/>
                </a:lnTo>
                <a:lnTo>
                  <a:pt x="806058" y="53367"/>
                </a:lnTo>
                <a:lnTo>
                  <a:pt x="805258" y="53821"/>
                </a:lnTo>
                <a:lnTo>
                  <a:pt x="804482" y="54304"/>
                </a:lnTo>
                <a:lnTo>
                  <a:pt x="803730" y="54817"/>
                </a:lnTo>
                <a:lnTo>
                  <a:pt x="803002" y="55359"/>
                </a:lnTo>
                <a:lnTo>
                  <a:pt x="802298" y="55930"/>
                </a:lnTo>
                <a:lnTo>
                  <a:pt x="801618" y="56531"/>
                </a:lnTo>
                <a:lnTo>
                  <a:pt x="800963" y="57161"/>
                </a:lnTo>
                <a:lnTo>
                  <a:pt x="800331" y="57820"/>
                </a:lnTo>
                <a:lnTo>
                  <a:pt x="799724" y="58508"/>
                </a:lnTo>
                <a:lnTo>
                  <a:pt x="799142" y="59226"/>
                </a:lnTo>
                <a:lnTo>
                  <a:pt x="798584" y="59971"/>
                </a:lnTo>
                <a:lnTo>
                  <a:pt x="798051" y="60744"/>
                </a:lnTo>
                <a:lnTo>
                  <a:pt x="797543" y="61545"/>
                </a:lnTo>
                <a:lnTo>
                  <a:pt x="797059" y="62374"/>
                </a:lnTo>
                <a:lnTo>
                  <a:pt x="796601" y="63231"/>
                </a:lnTo>
                <a:lnTo>
                  <a:pt x="796167" y="64117"/>
                </a:lnTo>
                <a:lnTo>
                  <a:pt x="795758" y="65030"/>
                </a:lnTo>
                <a:lnTo>
                  <a:pt x="795374" y="65971"/>
                </a:lnTo>
                <a:lnTo>
                  <a:pt x="795014" y="66940"/>
                </a:lnTo>
                <a:lnTo>
                  <a:pt x="794680" y="67937"/>
                </a:lnTo>
                <a:lnTo>
                  <a:pt x="794370" y="68963"/>
                </a:lnTo>
                <a:lnTo>
                  <a:pt x="794085" y="70016"/>
                </a:lnTo>
                <a:lnTo>
                  <a:pt x="794071" y="70075"/>
                </a:lnTo>
                <a:lnTo>
                  <a:pt x="794071" y="51924"/>
                </a:lnTo>
                <a:lnTo>
                  <a:pt x="777749" y="51924"/>
                </a:lnTo>
                <a:lnTo>
                  <a:pt x="777749" y="153918"/>
                </a:lnTo>
                <a:lnTo>
                  <a:pt x="794441" y="153918"/>
                </a:lnTo>
                <a:lnTo>
                  <a:pt x="794441" y="89012"/>
                </a:lnTo>
                <a:close/>
                <a:moveTo>
                  <a:pt x="252636" y="120195"/>
                </a:moveTo>
                <a:lnTo>
                  <a:pt x="252759" y="120020"/>
                </a:lnTo>
                <a:lnTo>
                  <a:pt x="252882" y="119842"/>
                </a:lnTo>
                <a:lnTo>
                  <a:pt x="253004" y="119662"/>
                </a:lnTo>
                <a:lnTo>
                  <a:pt x="253126" y="119479"/>
                </a:lnTo>
                <a:lnTo>
                  <a:pt x="253247" y="119295"/>
                </a:lnTo>
                <a:lnTo>
                  <a:pt x="253368" y="119108"/>
                </a:lnTo>
                <a:lnTo>
                  <a:pt x="253489" y="118919"/>
                </a:lnTo>
                <a:lnTo>
                  <a:pt x="253609" y="118727"/>
                </a:lnTo>
                <a:lnTo>
                  <a:pt x="253730" y="118534"/>
                </a:lnTo>
                <a:lnTo>
                  <a:pt x="253849" y="118338"/>
                </a:lnTo>
                <a:lnTo>
                  <a:pt x="253969" y="118140"/>
                </a:lnTo>
                <a:lnTo>
                  <a:pt x="254088" y="117939"/>
                </a:lnTo>
                <a:lnTo>
                  <a:pt x="254207" y="117736"/>
                </a:lnTo>
                <a:lnTo>
                  <a:pt x="254325" y="117532"/>
                </a:lnTo>
                <a:lnTo>
                  <a:pt x="254444" y="117324"/>
                </a:lnTo>
                <a:lnTo>
                  <a:pt x="254562" y="117115"/>
                </a:lnTo>
                <a:lnTo>
                  <a:pt x="254679" y="116903"/>
                </a:lnTo>
                <a:lnTo>
                  <a:pt x="254796" y="116690"/>
                </a:lnTo>
                <a:lnTo>
                  <a:pt x="254913" y="116473"/>
                </a:lnTo>
                <a:lnTo>
                  <a:pt x="255030" y="116255"/>
                </a:lnTo>
                <a:lnTo>
                  <a:pt x="255146" y="116034"/>
                </a:lnTo>
                <a:lnTo>
                  <a:pt x="255262" y="115811"/>
                </a:lnTo>
                <a:lnTo>
                  <a:pt x="255377" y="115589"/>
                </a:lnTo>
                <a:lnTo>
                  <a:pt x="255490" y="115370"/>
                </a:lnTo>
                <a:lnTo>
                  <a:pt x="255600" y="115155"/>
                </a:lnTo>
                <a:lnTo>
                  <a:pt x="255708" y="114943"/>
                </a:lnTo>
                <a:lnTo>
                  <a:pt x="255814" y="114735"/>
                </a:lnTo>
                <a:lnTo>
                  <a:pt x="255918" y="114530"/>
                </a:lnTo>
                <a:lnTo>
                  <a:pt x="256019" y="114329"/>
                </a:lnTo>
                <a:lnTo>
                  <a:pt x="256118" y="114131"/>
                </a:lnTo>
                <a:lnTo>
                  <a:pt x="256215" y="113937"/>
                </a:lnTo>
                <a:lnTo>
                  <a:pt x="256309" y="113746"/>
                </a:lnTo>
                <a:lnTo>
                  <a:pt x="256402" y="113559"/>
                </a:lnTo>
                <a:lnTo>
                  <a:pt x="256492" y="113376"/>
                </a:lnTo>
                <a:lnTo>
                  <a:pt x="256579" y="113196"/>
                </a:lnTo>
                <a:lnTo>
                  <a:pt x="256665" y="113020"/>
                </a:lnTo>
                <a:lnTo>
                  <a:pt x="256748" y="112847"/>
                </a:lnTo>
                <a:lnTo>
                  <a:pt x="256829" y="112678"/>
                </a:lnTo>
                <a:lnTo>
                  <a:pt x="256908" y="112512"/>
                </a:lnTo>
                <a:lnTo>
                  <a:pt x="256984" y="112350"/>
                </a:lnTo>
                <a:lnTo>
                  <a:pt x="257058" y="112191"/>
                </a:lnTo>
                <a:lnTo>
                  <a:pt x="257130" y="112036"/>
                </a:lnTo>
                <a:lnTo>
                  <a:pt x="257200" y="111884"/>
                </a:lnTo>
                <a:lnTo>
                  <a:pt x="257268" y="111736"/>
                </a:lnTo>
                <a:lnTo>
                  <a:pt x="257333" y="111592"/>
                </a:lnTo>
                <a:lnTo>
                  <a:pt x="257396" y="111451"/>
                </a:lnTo>
                <a:lnTo>
                  <a:pt x="257473" y="111592"/>
                </a:lnTo>
                <a:lnTo>
                  <a:pt x="257552" y="111736"/>
                </a:lnTo>
                <a:lnTo>
                  <a:pt x="257632" y="111884"/>
                </a:lnTo>
                <a:lnTo>
                  <a:pt x="257713" y="112036"/>
                </a:lnTo>
                <a:lnTo>
                  <a:pt x="257794" y="112191"/>
                </a:lnTo>
                <a:lnTo>
                  <a:pt x="257877" y="112350"/>
                </a:lnTo>
                <a:lnTo>
                  <a:pt x="257961" y="112512"/>
                </a:lnTo>
                <a:lnTo>
                  <a:pt x="258045" y="112678"/>
                </a:lnTo>
                <a:lnTo>
                  <a:pt x="258131" y="112847"/>
                </a:lnTo>
                <a:lnTo>
                  <a:pt x="258217" y="113020"/>
                </a:lnTo>
                <a:lnTo>
                  <a:pt x="258305" y="113196"/>
                </a:lnTo>
                <a:lnTo>
                  <a:pt x="258393" y="113376"/>
                </a:lnTo>
                <a:lnTo>
                  <a:pt x="258482" y="113559"/>
                </a:lnTo>
                <a:lnTo>
                  <a:pt x="258573" y="113746"/>
                </a:lnTo>
                <a:lnTo>
                  <a:pt x="258664" y="113937"/>
                </a:lnTo>
                <a:lnTo>
                  <a:pt x="258756" y="114131"/>
                </a:lnTo>
                <a:lnTo>
                  <a:pt x="258850" y="114329"/>
                </a:lnTo>
                <a:lnTo>
                  <a:pt x="258944" y="114530"/>
                </a:lnTo>
                <a:lnTo>
                  <a:pt x="259039" y="114735"/>
                </a:lnTo>
                <a:lnTo>
                  <a:pt x="259135" y="114943"/>
                </a:lnTo>
                <a:lnTo>
                  <a:pt x="259232" y="115155"/>
                </a:lnTo>
                <a:lnTo>
                  <a:pt x="259330" y="115370"/>
                </a:lnTo>
                <a:lnTo>
                  <a:pt x="259429" y="115589"/>
                </a:lnTo>
                <a:lnTo>
                  <a:pt x="259529" y="115811"/>
                </a:lnTo>
                <a:lnTo>
                  <a:pt x="259630" y="116034"/>
                </a:lnTo>
                <a:lnTo>
                  <a:pt x="259731" y="116255"/>
                </a:lnTo>
                <a:lnTo>
                  <a:pt x="259832" y="116473"/>
                </a:lnTo>
                <a:lnTo>
                  <a:pt x="259934" y="116690"/>
                </a:lnTo>
                <a:lnTo>
                  <a:pt x="260036" y="116903"/>
                </a:lnTo>
                <a:lnTo>
                  <a:pt x="260138" y="117115"/>
                </a:lnTo>
                <a:lnTo>
                  <a:pt x="260240" y="117324"/>
                </a:lnTo>
                <a:lnTo>
                  <a:pt x="260343" y="117532"/>
                </a:lnTo>
                <a:lnTo>
                  <a:pt x="260446" y="117736"/>
                </a:lnTo>
                <a:lnTo>
                  <a:pt x="260550" y="117939"/>
                </a:lnTo>
                <a:lnTo>
                  <a:pt x="260654" y="118140"/>
                </a:lnTo>
                <a:lnTo>
                  <a:pt x="260758" y="118338"/>
                </a:lnTo>
                <a:lnTo>
                  <a:pt x="260862" y="118534"/>
                </a:lnTo>
                <a:lnTo>
                  <a:pt x="260967" y="118727"/>
                </a:lnTo>
                <a:lnTo>
                  <a:pt x="261072" y="118919"/>
                </a:lnTo>
                <a:lnTo>
                  <a:pt x="261178" y="119108"/>
                </a:lnTo>
                <a:lnTo>
                  <a:pt x="261284" y="119295"/>
                </a:lnTo>
                <a:lnTo>
                  <a:pt x="261390" y="119479"/>
                </a:lnTo>
                <a:lnTo>
                  <a:pt x="261496" y="119662"/>
                </a:lnTo>
                <a:lnTo>
                  <a:pt x="261603" y="119842"/>
                </a:lnTo>
                <a:lnTo>
                  <a:pt x="261710" y="120020"/>
                </a:lnTo>
                <a:lnTo>
                  <a:pt x="261818" y="120195"/>
                </a:lnTo>
                <a:lnTo>
                  <a:pt x="261925" y="120369"/>
                </a:lnTo>
                <a:lnTo>
                  <a:pt x="262033" y="120540"/>
                </a:lnTo>
                <a:lnTo>
                  <a:pt x="283915" y="153918"/>
                </a:lnTo>
                <a:lnTo>
                  <a:pt x="303573" y="153918"/>
                </a:lnTo>
                <a:lnTo>
                  <a:pt x="267596" y="101624"/>
                </a:lnTo>
                <a:lnTo>
                  <a:pt x="301532" y="51924"/>
                </a:lnTo>
                <a:lnTo>
                  <a:pt x="282062" y="51924"/>
                </a:lnTo>
                <a:lnTo>
                  <a:pt x="261663" y="83449"/>
                </a:lnTo>
                <a:lnTo>
                  <a:pt x="261555" y="83620"/>
                </a:lnTo>
                <a:lnTo>
                  <a:pt x="261447" y="83792"/>
                </a:lnTo>
                <a:lnTo>
                  <a:pt x="261339" y="83965"/>
                </a:lnTo>
                <a:lnTo>
                  <a:pt x="261232" y="84139"/>
                </a:lnTo>
                <a:lnTo>
                  <a:pt x="261126" y="84315"/>
                </a:lnTo>
                <a:lnTo>
                  <a:pt x="261019" y="84492"/>
                </a:lnTo>
                <a:lnTo>
                  <a:pt x="260913" y="84671"/>
                </a:lnTo>
                <a:lnTo>
                  <a:pt x="260807" y="84850"/>
                </a:lnTo>
                <a:lnTo>
                  <a:pt x="260702" y="85031"/>
                </a:lnTo>
                <a:lnTo>
                  <a:pt x="260597" y="85213"/>
                </a:lnTo>
                <a:lnTo>
                  <a:pt x="260492" y="85397"/>
                </a:lnTo>
                <a:lnTo>
                  <a:pt x="260387" y="85582"/>
                </a:lnTo>
                <a:lnTo>
                  <a:pt x="260283" y="85768"/>
                </a:lnTo>
                <a:lnTo>
                  <a:pt x="260179" y="85955"/>
                </a:lnTo>
                <a:lnTo>
                  <a:pt x="260076" y="86144"/>
                </a:lnTo>
                <a:lnTo>
                  <a:pt x="259972" y="86334"/>
                </a:lnTo>
                <a:lnTo>
                  <a:pt x="259870" y="86525"/>
                </a:lnTo>
                <a:lnTo>
                  <a:pt x="259767" y="86718"/>
                </a:lnTo>
                <a:lnTo>
                  <a:pt x="259665" y="86911"/>
                </a:lnTo>
                <a:lnTo>
                  <a:pt x="259563" y="87107"/>
                </a:lnTo>
                <a:lnTo>
                  <a:pt x="259461" y="87303"/>
                </a:lnTo>
                <a:lnTo>
                  <a:pt x="259360" y="87501"/>
                </a:lnTo>
                <a:lnTo>
                  <a:pt x="259259" y="87700"/>
                </a:lnTo>
                <a:lnTo>
                  <a:pt x="259159" y="87900"/>
                </a:lnTo>
                <a:lnTo>
                  <a:pt x="259059" y="88099"/>
                </a:lnTo>
                <a:lnTo>
                  <a:pt x="258962" y="88295"/>
                </a:lnTo>
                <a:lnTo>
                  <a:pt x="258867" y="88488"/>
                </a:lnTo>
                <a:lnTo>
                  <a:pt x="258775" y="88678"/>
                </a:lnTo>
                <a:lnTo>
                  <a:pt x="258684" y="88864"/>
                </a:lnTo>
                <a:lnTo>
                  <a:pt x="258596" y="89047"/>
                </a:lnTo>
                <a:lnTo>
                  <a:pt x="258510" y="89227"/>
                </a:lnTo>
                <a:lnTo>
                  <a:pt x="258427" y="89404"/>
                </a:lnTo>
                <a:lnTo>
                  <a:pt x="258346" y="89578"/>
                </a:lnTo>
                <a:lnTo>
                  <a:pt x="258266" y="89748"/>
                </a:lnTo>
                <a:lnTo>
                  <a:pt x="258190" y="89915"/>
                </a:lnTo>
                <a:lnTo>
                  <a:pt x="258115" y="90079"/>
                </a:lnTo>
                <a:lnTo>
                  <a:pt x="258043" y="90239"/>
                </a:lnTo>
                <a:lnTo>
                  <a:pt x="257973" y="90397"/>
                </a:lnTo>
                <a:lnTo>
                  <a:pt x="257905" y="90551"/>
                </a:lnTo>
                <a:lnTo>
                  <a:pt x="257839" y="90702"/>
                </a:lnTo>
                <a:lnTo>
                  <a:pt x="257776" y="90850"/>
                </a:lnTo>
                <a:lnTo>
                  <a:pt x="257715" y="90994"/>
                </a:lnTo>
                <a:lnTo>
                  <a:pt x="257656" y="91135"/>
                </a:lnTo>
                <a:lnTo>
                  <a:pt x="257599" y="91273"/>
                </a:lnTo>
                <a:lnTo>
                  <a:pt x="257545" y="91408"/>
                </a:lnTo>
                <a:lnTo>
                  <a:pt x="257493" y="91540"/>
                </a:lnTo>
                <a:lnTo>
                  <a:pt x="257443" y="91668"/>
                </a:lnTo>
                <a:lnTo>
                  <a:pt x="257396" y="91794"/>
                </a:lnTo>
                <a:lnTo>
                  <a:pt x="257333" y="91668"/>
                </a:lnTo>
                <a:lnTo>
                  <a:pt x="257269" y="91540"/>
                </a:lnTo>
                <a:lnTo>
                  <a:pt x="257203" y="91408"/>
                </a:lnTo>
                <a:lnTo>
                  <a:pt x="257136" y="91273"/>
                </a:lnTo>
                <a:lnTo>
                  <a:pt x="257067" y="91135"/>
                </a:lnTo>
                <a:lnTo>
                  <a:pt x="256996" y="90994"/>
                </a:lnTo>
                <a:lnTo>
                  <a:pt x="256924" y="90850"/>
                </a:lnTo>
                <a:lnTo>
                  <a:pt x="256850" y="90702"/>
                </a:lnTo>
                <a:lnTo>
                  <a:pt x="256774" y="90551"/>
                </a:lnTo>
                <a:lnTo>
                  <a:pt x="256697" y="90397"/>
                </a:lnTo>
                <a:lnTo>
                  <a:pt x="256619" y="90239"/>
                </a:lnTo>
                <a:lnTo>
                  <a:pt x="256538" y="90079"/>
                </a:lnTo>
                <a:lnTo>
                  <a:pt x="256456" y="89915"/>
                </a:lnTo>
                <a:lnTo>
                  <a:pt x="256373" y="89748"/>
                </a:lnTo>
                <a:lnTo>
                  <a:pt x="256288" y="89578"/>
                </a:lnTo>
                <a:lnTo>
                  <a:pt x="256201" y="89404"/>
                </a:lnTo>
                <a:lnTo>
                  <a:pt x="256113" y="89227"/>
                </a:lnTo>
                <a:lnTo>
                  <a:pt x="256023" y="89047"/>
                </a:lnTo>
                <a:lnTo>
                  <a:pt x="255931" y="88864"/>
                </a:lnTo>
                <a:lnTo>
                  <a:pt x="255838" y="88678"/>
                </a:lnTo>
                <a:lnTo>
                  <a:pt x="255743" y="88488"/>
                </a:lnTo>
                <a:lnTo>
                  <a:pt x="255647" y="88295"/>
                </a:lnTo>
                <a:lnTo>
                  <a:pt x="255548" y="88099"/>
                </a:lnTo>
                <a:lnTo>
                  <a:pt x="255449" y="87900"/>
                </a:lnTo>
                <a:lnTo>
                  <a:pt x="255348" y="87700"/>
                </a:lnTo>
                <a:lnTo>
                  <a:pt x="255247" y="87501"/>
                </a:lnTo>
                <a:lnTo>
                  <a:pt x="255146" y="87303"/>
                </a:lnTo>
                <a:lnTo>
                  <a:pt x="255044" y="87107"/>
                </a:lnTo>
                <a:lnTo>
                  <a:pt x="254943" y="86911"/>
                </a:lnTo>
                <a:lnTo>
                  <a:pt x="254840" y="86718"/>
                </a:lnTo>
                <a:lnTo>
                  <a:pt x="254738" y="86525"/>
                </a:lnTo>
                <a:lnTo>
                  <a:pt x="254635" y="86334"/>
                </a:lnTo>
                <a:lnTo>
                  <a:pt x="254532" y="86144"/>
                </a:lnTo>
                <a:lnTo>
                  <a:pt x="254428" y="85955"/>
                </a:lnTo>
                <a:lnTo>
                  <a:pt x="254324" y="85768"/>
                </a:lnTo>
                <a:lnTo>
                  <a:pt x="254220" y="85582"/>
                </a:lnTo>
                <a:lnTo>
                  <a:pt x="254116" y="85397"/>
                </a:lnTo>
                <a:lnTo>
                  <a:pt x="254011" y="85213"/>
                </a:lnTo>
                <a:lnTo>
                  <a:pt x="253906" y="85031"/>
                </a:lnTo>
                <a:lnTo>
                  <a:pt x="253800" y="84850"/>
                </a:lnTo>
                <a:lnTo>
                  <a:pt x="253694" y="84671"/>
                </a:lnTo>
                <a:lnTo>
                  <a:pt x="253588" y="84492"/>
                </a:lnTo>
                <a:lnTo>
                  <a:pt x="253482" y="84315"/>
                </a:lnTo>
                <a:lnTo>
                  <a:pt x="253375" y="84139"/>
                </a:lnTo>
                <a:lnTo>
                  <a:pt x="253268" y="83965"/>
                </a:lnTo>
                <a:lnTo>
                  <a:pt x="253160" y="83792"/>
                </a:lnTo>
                <a:lnTo>
                  <a:pt x="253053" y="83620"/>
                </a:lnTo>
                <a:lnTo>
                  <a:pt x="252945" y="83449"/>
                </a:lnTo>
                <a:lnTo>
                  <a:pt x="232733" y="51924"/>
                </a:lnTo>
                <a:lnTo>
                  <a:pt x="213075" y="51924"/>
                </a:lnTo>
                <a:lnTo>
                  <a:pt x="247011" y="101437"/>
                </a:lnTo>
                <a:lnTo>
                  <a:pt x="210851" y="153918"/>
                </a:lnTo>
                <a:lnTo>
                  <a:pt x="230322" y="153918"/>
                </a:lnTo>
                <a:lnTo>
                  <a:pt x="252390" y="120540"/>
                </a:lnTo>
                <a:lnTo>
                  <a:pt x="252513" y="120369"/>
                </a:lnTo>
                <a:lnTo>
                  <a:pt x="252636" y="120195"/>
                </a:lnTo>
                <a:close/>
                <a:moveTo>
                  <a:pt x="934504" y="155177"/>
                </a:moveTo>
                <a:lnTo>
                  <a:pt x="935875" y="155051"/>
                </a:lnTo>
                <a:lnTo>
                  <a:pt x="937215" y="154897"/>
                </a:lnTo>
                <a:lnTo>
                  <a:pt x="938522" y="154715"/>
                </a:lnTo>
                <a:lnTo>
                  <a:pt x="939797" y="154505"/>
                </a:lnTo>
                <a:lnTo>
                  <a:pt x="941041" y="154267"/>
                </a:lnTo>
                <a:lnTo>
                  <a:pt x="942253" y="154001"/>
                </a:lnTo>
                <a:lnTo>
                  <a:pt x="943432" y="153707"/>
                </a:lnTo>
                <a:lnTo>
                  <a:pt x="944580" y="153385"/>
                </a:lnTo>
                <a:lnTo>
                  <a:pt x="945696" y="153035"/>
                </a:lnTo>
                <a:lnTo>
                  <a:pt x="946781" y="152657"/>
                </a:lnTo>
                <a:lnTo>
                  <a:pt x="947833" y="152251"/>
                </a:lnTo>
                <a:lnTo>
                  <a:pt x="948853" y="151817"/>
                </a:lnTo>
                <a:lnTo>
                  <a:pt x="949842" y="151355"/>
                </a:lnTo>
                <a:lnTo>
                  <a:pt x="950798" y="150865"/>
                </a:lnTo>
                <a:lnTo>
                  <a:pt x="951723" y="150347"/>
                </a:lnTo>
                <a:lnTo>
                  <a:pt x="952616" y="149801"/>
                </a:lnTo>
                <a:lnTo>
                  <a:pt x="953477" y="149227"/>
                </a:lnTo>
                <a:lnTo>
                  <a:pt x="954306" y="148625"/>
                </a:lnTo>
                <a:lnTo>
                  <a:pt x="955103" y="147995"/>
                </a:lnTo>
                <a:lnTo>
                  <a:pt x="955869" y="147337"/>
                </a:lnTo>
                <a:lnTo>
                  <a:pt x="956603" y="146654"/>
                </a:lnTo>
                <a:lnTo>
                  <a:pt x="957305" y="145950"/>
                </a:lnTo>
                <a:lnTo>
                  <a:pt x="957977" y="145226"/>
                </a:lnTo>
                <a:lnTo>
                  <a:pt x="958617" y="144480"/>
                </a:lnTo>
                <a:lnTo>
                  <a:pt x="959226" y="143714"/>
                </a:lnTo>
                <a:lnTo>
                  <a:pt x="959804" y="142926"/>
                </a:lnTo>
                <a:lnTo>
                  <a:pt x="960351" y="142118"/>
                </a:lnTo>
                <a:lnTo>
                  <a:pt x="960866" y="141289"/>
                </a:lnTo>
                <a:lnTo>
                  <a:pt x="961350" y="140438"/>
                </a:lnTo>
                <a:lnTo>
                  <a:pt x="961803" y="139567"/>
                </a:lnTo>
                <a:lnTo>
                  <a:pt x="962225" y="138675"/>
                </a:lnTo>
                <a:lnTo>
                  <a:pt x="962615" y="137762"/>
                </a:lnTo>
                <a:lnTo>
                  <a:pt x="962974" y="136829"/>
                </a:lnTo>
                <a:lnTo>
                  <a:pt x="963302" y="135874"/>
                </a:lnTo>
                <a:lnTo>
                  <a:pt x="963599" y="134898"/>
                </a:lnTo>
                <a:lnTo>
                  <a:pt x="963864" y="133901"/>
                </a:lnTo>
                <a:lnTo>
                  <a:pt x="964099" y="132884"/>
                </a:lnTo>
                <a:lnTo>
                  <a:pt x="964302" y="131845"/>
                </a:lnTo>
                <a:lnTo>
                  <a:pt x="964474" y="130786"/>
                </a:lnTo>
                <a:lnTo>
                  <a:pt x="964614" y="129705"/>
                </a:lnTo>
                <a:lnTo>
                  <a:pt x="964723" y="128604"/>
                </a:lnTo>
                <a:lnTo>
                  <a:pt x="964801" y="127482"/>
                </a:lnTo>
                <a:lnTo>
                  <a:pt x="964848" y="126339"/>
                </a:lnTo>
                <a:lnTo>
                  <a:pt x="964864" y="125175"/>
                </a:lnTo>
                <a:lnTo>
                  <a:pt x="964851" y="124073"/>
                </a:lnTo>
                <a:lnTo>
                  <a:pt x="964812" y="122993"/>
                </a:lnTo>
                <a:lnTo>
                  <a:pt x="964747" y="121935"/>
                </a:lnTo>
                <a:lnTo>
                  <a:pt x="964655" y="120899"/>
                </a:lnTo>
                <a:lnTo>
                  <a:pt x="964538" y="119885"/>
                </a:lnTo>
                <a:lnTo>
                  <a:pt x="964394" y="118892"/>
                </a:lnTo>
                <a:lnTo>
                  <a:pt x="964225" y="117922"/>
                </a:lnTo>
                <a:lnTo>
                  <a:pt x="964029" y="116974"/>
                </a:lnTo>
                <a:lnTo>
                  <a:pt x="963807" y="116047"/>
                </a:lnTo>
                <a:lnTo>
                  <a:pt x="963560" y="115142"/>
                </a:lnTo>
                <a:lnTo>
                  <a:pt x="963286" y="114259"/>
                </a:lnTo>
                <a:lnTo>
                  <a:pt x="962986" y="113399"/>
                </a:lnTo>
                <a:lnTo>
                  <a:pt x="962660" y="112560"/>
                </a:lnTo>
                <a:lnTo>
                  <a:pt x="962308" y="111742"/>
                </a:lnTo>
                <a:lnTo>
                  <a:pt x="961929" y="110947"/>
                </a:lnTo>
                <a:lnTo>
                  <a:pt x="961525" y="110174"/>
                </a:lnTo>
                <a:lnTo>
                  <a:pt x="961095" y="109423"/>
                </a:lnTo>
                <a:lnTo>
                  <a:pt x="960638" y="108693"/>
                </a:lnTo>
                <a:lnTo>
                  <a:pt x="960155" y="107985"/>
                </a:lnTo>
                <a:lnTo>
                  <a:pt x="959647" y="107300"/>
                </a:lnTo>
                <a:lnTo>
                  <a:pt x="959112" y="106636"/>
                </a:lnTo>
                <a:lnTo>
                  <a:pt x="958551" y="105994"/>
                </a:lnTo>
                <a:lnTo>
                  <a:pt x="957964" y="105374"/>
                </a:lnTo>
                <a:lnTo>
                  <a:pt x="957351" y="104776"/>
                </a:lnTo>
                <a:lnTo>
                  <a:pt x="956710" y="104196"/>
                </a:lnTo>
                <a:lnTo>
                  <a:pt x="956037" y="103632"/>
                </a:lnTo>
                <a:lnTo>
                  <a:pt x="955333" y="103084"/>
                </a:lnTo>
                <a:lnTo>
                  <a:pt x="954598" y="102551"/>
                </a:lnTo>
                <a:lnTo>
                  <a:pt x="953832" y="102033"/>
                </a:lnTo>
                <a:lnTo>
                  <a:pt x="953034" y="101531"/>
                </a:lnTo>
                <a:lnTo>
                  <a:pt x="952206" y="101044"/>
                </a:lnTo>
                <a:lnTo>
                  <a:pt x="951346" y="100573"/>
                </a:lnTo>
                <a:lnTo>
                  <a:pt x="950454" y="100117"/>
                </a:lnTo>
                <a:lnTo>
                  <a:pt x="949532" y="99677"/>
                </a:lnTo>
                <a:lnTo>
                  <a:pt x="948578" y="99252"/>
                </a:lnTo>
                <a:lnTo>
                  <a:pt x="947593" y="98842"/>
                </a:lnTo>
                <a:lnTo>
                  <a:pt x="946577" y="98448"/>
                </a:lnTo>
                <a:lnTo>
                  <a:pt x="945530" y="98069"/>
                </a:lnTo>
                <a:lnTo>
                  <a:pt x="944451" y="97706"/>
                </a:lnTo>
                <a:lnTo>
                  <a:pt x="943341" y="97358"/>
                </a:lnTo>
                <a:lnTo>
                  <a:pt x="942200" y="97026"/>
                </a:lnTo>
                <a:lnTo>
                  <a:pt x="941028" y="96709"/>
                </a:lnTo>
                <a:lnTo>
                  <a:pt x="939825" y="96408"/>
                </a:lnTo>
                <a:lnTo>
                  <a:pt x="938590" y="96122"/>
                </a:lnTo>
                <a:lnTo>
                  <a:pt x="937324" y="95851"/>
                </a:lnTo>
                <a:lnTo>
                  <a:pt x="936027" y="95596"/>
                </a:lnTo>
                <a:lnTo>
                  <a:pt x="934699" y="95357"/>
                </a:lnTo>
                <a:lnTo>
                  <a:pt x="933339" y="95132"/>
                </a:lnTo>
                <a:lnTo>
                  <a:pt x="919615" y="92908"/>
                </a:lnTo>
                <a:lnTo>
                  <a:pt x="918958" y="92797"/>
                </a:lnTo>
                <a:lnTo>
                  <a:pt x="918316" y="92680"/>
                </a:lnTo>
                <a:lnTo>
                  <a:pt x="917688" y="92558"/>
                </a:lnTo>
                <a:lnTo>
                  <a:pt x="917076" y="92429"/>
                </a:lnTo>
                <a:lnTo>
                  <a:pt x="916478" y="92295"/>
                </a:lnTo>
                <a:lnTo>
                  <a:pt x="915895" y="92155"/>
                </a:lnTo>
                <a:lnTo>
                  <a:pt x="915326" y="92009"/>
                </a:lnTo>
                <a:lnTo>
                  <a:pt x="914773" y="91857"/>
                </a:lnTo>
                <a:lnTo>
                  <a:pt x="914234" y="91700"/>
                </a:lnTo>
                <a:lnTo>
                  <a:pt x="913711" y="91537"/>
                </a:lnTo>
                <a:lnTo>
                  <a:pt x="913202" y="91368"/>
                </a:lnTo>
                <a:lnTo>
                  <a:pt x="912707" y="91193"/>
                </a:lnTo>
                <a:lnTo>
                  <a:pt x="912228" y="91012"/>
                </a:lnTo>
                <a:lnTo>
                  <a:pt x="911763" y="90826"/>
                </a:lnTo>
                <a:lnTo>
                  <a:pt x="911314" y="90634"/>
                </a:lnTo>
                <a:lnTo>
                  <a:pt x="910879" y="90436"/>
                </a:lnTo>
                <a:lnTo>
                  <a:pt x="910458" y="90232"/>
                </a:lnTo>
                <a:lnTo>
                  <a:pt x="910053" y="90023"/>
                </a:lnTo>
                <a:lnTo>
                  <a:pt x="909662" y="89807"/>
                </a:lnTo>
                <a:lnTo>
                  <a:pt x="909287" y="89586"/>
                </a:lnTo>
                <a:lnTo>
                  <a:pt x="908926" y="89359"/>
                </a:lnTo>
                <a:lnTo>
                  <a:pt x="908579" y="89127"/>
                </a:lnTo>
                <a:lnTo>
                  <a:pt x="908248" y="88888"/>
                </a:lnTo>
                <a:lnTo>
                  <a:pt x="907932" y="88644"/>
                </a:lnTo>
                <a:lnTo>
                  <a:pt x="907629" y="88391"/>
                </a:lnTo>
                <a:lnTo>
                  <a:pt x="907339" y="88126"/>
                </a:lnTo>
                <a:lnTo>
                  <a:pt x="907062" y="87850"/>
                </a:lnTo>
                <a:lnTo>
                  <a:pt x="906798" y="87562"/>
                </a:lnTo>
                <a:lnTo>
                  <a:pt x="906547" y="87263"/>
                </a:lnTo>
                <a:lnTo>
                  <a:pt x="906309" y="86951"/>
                </a:lnTo>
                <a:lnTo>
                  <a:pt x="906083" y="86629"/>
                </a:lnTo>
                <a:lnTo>
                  <a:pt x="905871" y="86295"/>
                </a:lnTo>
                <a:lnTo>
                  <a:pt x="905671" y="85949"/>
                </a:lnTo>
                <a:lnTo>
                  <a:pt x="905484" y="85591"/>
                </a:lnTo>
                <a:lnTo>
                  <a:pt x="905310" y="85222"/>
                </a:lnTo>
                <a:lnTo>
                  <a:pt x="905149" y="84842"/>
                </a:lnTo>
                <a:lnTo>
                  <a:pt x="905001" y="84450"/>
                </a:lnTo>
                <a:lnTo>
                  <a:pt x="904866" y="84046"/>
                </a:lnTo>
                <a:lnTo>
                  <a:pt x="904744" y="83631"/>
                </a:lnTo>
                <a:lnTo>
                  <a:pt x="904634" y="83204"/>
                </a:lnTo>
                <a:lnTo>
                  <a:pt x="904538" y="82765"/>
                </a:lnTo>
                <a:lnTo>
                  <a:pt x="904454" y="82315"/>
                </a:lnTo>
                <a:lnTo>
                  <a:pt x="904383" y="81853"/>
                </a:lnTo>
                <a:lnTo>
                  <a:pt x="904325" y="81380"/>
                </a:lnTo>
                <a:lnTo>
                  <a:pt x="904280" y="80895"/>
                </a:lnTo>
                <a:lnTo>
                  <a:pt x="904248" y="80399"/>
                </a:lnTo>
                <a:lnTo>
                  <a:pt x="904228" y="79891"/>
                </a:lnTo>
                <a:lnTo>
                  <a:pt x="904222" y="79371"/>
                </a:lnTo>
                <a:lnTo>
                  <a:pt x="904230" y="78790"/>
                </a:lnTo>
                <a:lnTo>
                  <a:pt x="904252" y="78221"/>
                </a:lnTo>
                <a:lnTo>
                  <a:pt x="904290" y="77664"/>
                </a:lnTo>
                <a:lnTo>
                  <a:pt x="904343" y="77120"/>
                </a:lnTo>
                <a:lnTo>
                  <a:pt x="904411" y="76587"/>
                </a:lnTo>
                <a:lnTo>
                  <a:pt x="904494" y="76067"/>
                </a:lnTo>
                <a:lnTo>
                  <a:pt x="904593" y="75560"/>
                </a:lnTo>
                <a:lnTo>
                  <a:pt x="904706" y="75064"/>
                </a:lnTo>
                <a:lnTo>
                  <a:pt x="904835" y="74581"/>
                </a:lnTo>
                <a:lnTo>
                  <a:pt x="904978" y="74110"/>
                </a:lnTo>
                <a:lnTo>
                  <a:pt x="905137" y="73651"/>
                </a:lnTo>
                <a:lnTo>
                  <a:pt x="905311" y="73204"/>
                </a:lnTo>
                <a:lnTo>
                  <a:pt x="905500" y="72770"/>
                </a:lnTo>
                <a:lnTo>
                  <a:pt x="905705" y="72348"/>
                </a:lnTo>
                <a:lnTo>
                  <a:pt x="905924" y="71938"/>
                </a:lnTo>
                <a:lnTo>
                  <a:pt x="906159" y="71540"/>
                </a:lnTo>
                <a:lnTo>
                  <a:pt x="906408" y="71155"/>
                </a:lnTo>
                <a:lnTo>
                  <a:pt x="906673" y="70782"/>
                </a:lnTo>
                <a:lnTo>
                  <a:pt x="906953" y="70421"/>
                </a:lnTo>
                <a:lnTo>
                  <a:pt x="907248" y="70072"/>
                </a:lnTo>
                <a:lnTo>
                  <a:pt x="907558" y="69736"/>
                </a:lnTo>
                <a:lnTo>
                  <a:pt x="907884" y="69411"/>
                </a:lnTo>
                <a:lnTo>
                  <a:pt x="908224" y="69100"/>
                </a:lnTo>
                <a:lnTo>
                  <a:pt x="908580" y="68800"/>
                </a:lnTo>
                <a:lnTo>
                  <a:pt x="908952" y="68512"/>
                </a:lnTo>
                <a:lnTo>
                  <a:pt x="909342" y="68237"/>
                </a:lnTo>
                <a:lnTo>
                  <a:pt x="909749" y="67974"/>
                </a:lnTo>
                <a:lnTo>
                  <a:pt x="910175" y="67723"/>
                </a:lnTo>
                <a:lnTo>
                  <a:pt x="910618" y="67485"/>
                </a:lnTo>
                <a:lnTo>
                  <a:pt x="911078" y="67259"/>
                </a:lnTo>
                <a:lnTo>
                  <a:pt x="911557" y="67045"/>
                </a:lnTo>
                <a:lnTo>
                  <a:pt x="912053" y="66843"/>
                </a:lnTo>
                <a:lnTo>
                  <a:pt x="912567" y="66653"/>
                </a:lnTo>
                <a:lnTo>
                  <a:pt x="913098" y="66476"/>
                </a:lnTo>
                <a:lnTo>
                  <a:pt x="913647" y="66311"/>
                </a:lnTo>
                <a:lnTo>
                  <a:pt x="914214" y="66158"/>
                </a:lnTo>
                <a:lnTo>
                  <a:pt x="914799" y="66017"/>
                </a:lnTo>
                <a:lnTo>
                  <a:pt x="915401" y="65889"/>
                </a:lnTo>
                <a:lnTo>
                  <a:pt x="916021" y="65772"/>
                </a:lnTo>
                <a:lnTo>
                  <a:pt x="916659" y="65668"/>
                </a:lnTo>
                <a:lnTo>
                  <a:pt x="917314" y="65577"/>
                </a:lnTo>
                <a:lnTo>
                  <a:pt x="917987" y="65497"/>
                </a:lnTo>
                <a:lnTo>
                  <a:pt x="918678" y="65430"/>
                </a:lnTo>
                <a:lnTo>
                  <a:pt x="919386" y="65375"/>
                </a:lnTo>
                <a:lnTo>
                  <a:pt x="920112" y="65332"/>
                </a:lnTo>
                <a:lnTo>
                  <a:pt x="920856" y="65301"/>
                </a:lnTo>
                <a:lnTo>
                  <a:pt x="921618" y="65283"/>
                </a:lnTo>
                <a:lnTo>
                  <a:pt x="922397" y="65277"/>
                </a:lnTo>
                <a:lnTo>
                  <a:pt x="929443" y="65277"/>
                </a:lnTo>
                <a:lnTo>
                  <a:pt x="930071" y="65282"/>
                </a:lnTo>
                <a:lnTo>
                  <a:pt x="930688" y="65297"/>
                </a:lnTo>
                <a:lnTo>
                  <a:pt x="931294" y="65322"/>
                </a:lnTo>
                <a:lnTo>
                  <a:pt x="931889" y="65357"/>
                </a:lnTo>
                <a:lnTo>
                  <a:pt x="932474" y="65402"/>
                </a:lnTo>
                <a:lnTo>
                  <a:pt x="933047" y="65457"/>
                </a:lnTo>
                <a:lnTo>
                  <a:pt x="933610" y="65522"/>
                </a:lnTo>
                <a:lnTo>
                  <a:pt x="934161" y="65596"/>
                </a:lnTo>
                <a:lnTo>
                  <a:pt x="934702" y="65681"/>
                </a:lnTo>
                <a:lnTo>
                  <a:pt x="935231" y="65776"/>
                </a:lnTo>
                <a:lnTo>
                  <a:pt x="935750" y="65881"/>
                </a:lnTo>
                <a:lnTo>
                  <a:pt x="936258" y="65996"/>
                </a:lnTo>
                <a:lnTo>
                  <a:pt x="936754" y="66120"/>
                </a:lnTo>
                <a:lnTo>
                  <a:pt x="937240" y="66255"/>
                </a:lnTo>
                <a:lnTo>
                  <a:pt x="937715" y="66400"/>
                </a:lnTo>
                <a:lnTo>
                  <a:pt x="938179" y="66555"/>
                </a:lnTo>
                <a:lnTo>
                  <a:pt x="938632" y="66719"/>
                </a:lnTo>
                <a:lnTo>
                  <a:pt x="939074" y="66894"/>
                </a:lnTo>
                <a:lnTo>
                  <a:pt x="939505" y="67079"/>
                </a:lnTo>
                <a:lnTo>
                  <a:pt x="939926" y="67273"/>
                </a:lnTo>
                <a:lnTo>
                  <a:pt x="940335" y="67478"/>
                </a:lnTo>
                <a:lnTo>
                  <a:pt x="940733" y="67693"/>
                </a:lnTo>
                <a:lnTo>
                  <a:pt x="941120" y="67917"/>
                </a:lnTo>
                <a:lnTo>
                  <a:pt x="941497" y="68152"/>
                </a:lnTo>
                <a:lnTo>
                  <a:pt x="941862" y="68395"/>
                </a:lnTo>
                <a:lnTo>
                  <a:pt x="942215" y="68644"/>
                </a:lnTo>
                <a:lnTo>
                  <a:pt x="942557" y="68900"/>
                </a:lnTo>
                <a:lnTo>
                  <a:pt x="942888" y="69163"/>
                </a:lnTo>
                <a:lnTo>
                  <a:pt x="943206" y="69433"/>
                </a:lnTo>
                <a:lnTo>
                  <a:pt x="943514" y="69710"/>
                </a:lnTo>
                <a:lnTo>
                  <a:pt x="943809" y="69993"/>
                </a:lnTo>
                <a:lnTo>
                  <a:pt x="944093" y="70283"/>
                </a:lnTo>
                <a:lnTo>
                  <a:pt x="944366" y="70580"/>
                </a:lnTo>
                <a:lnTo>
                  <a:pt x="944626" y="70884"/>
                </a:lnTo>
                <a:lnTo>
                  <a:pt x="944875" y="71194"/>
                </a:lnTo>
                <a:lnTo>
                  <a:pt x="945113" y="71511"/>
                </a:lnTo>
                <a:lnTo>
                  <a:pt x="945339" y="71835"/>
                </a:lnTo>
                <a:lnTo>
                  <a:pt x="945553" y="72166"/>
                </a:lnTo>
                <a:lnTo>
                  <a:pt x="945756" y="72504"/>
                </a:lnTo>
                <a:lnTo>
                  <a:pt x="945947" y="72848"/>
                </a:lnTo>
                <a:lnTo>
                  <a:pt x="946127" y="73199"/>
                </a:lnTo>
                <a:lnTo>
                  <a:pt x="946295" y="73557"/>
                </a:lnTo>
                <a:lnTo>
                  <a:pt x="946452" y="73921"/>
                </a:lnTo>
                <a:lnTo>
                  <a:pt x="946596" y="74293"/>
                </a:lnTo>
                <a:lnTo>
                  <a:pt x="946730" y="74671"/>
                </a:lnTo>
                <a:lnTo>
                  <a:pt x="946851" y="75056"/>
                </a:lnTo>
                <a:lnTo>
                  <a:pt x="946961" y="75447"/>
                </a:lnTo>
                <a:lnTo>
                  <a:pt x="947060" y="75846"/>
                </a:lnTo>
                <a:lnTo>
                  <a:pt x="963752" y="75846"/>
                </a:lnTo>
                <a:lnTo>
                  <a:pt x="963585" y="74881"/>
                </a:lnTo>
                <a:lnTo>
                  <a:pt x="963394" y="73932"/>
                </a:lnTo>
                <a:lnTo>
                  <a:pt x="963178" y="73001"/>
                </a:lnTo>
                <a:lnTo>
                  <a:pt x="962937" y="72086"/>
                </a:lnTo>
                <a:lnTo>
                  <a:pt x="962673" y="71188"/>
                </a:lnTo>
                <a:lnTo>
                  <a:pt x="962383" y="70306"/>
                </a:lnTo>
                <a:lnTo>
                  <a:pt x="962070" y="69442"/>
                </a:lnTo>
                <a:lnTo>
                  <a:pt x="961732" y="68594"/>
                </a:lnTo>
                <a:lnTo>
                  <a:pt x="961369" y="67763"/>
                </a:lnTo>
                <a:lnTo>
                  <a:pt x="960982" y="66948"/>
                </a:lnTo>
                <a:lnTo>
                  <a:pt x="960570" y="66151"/>
                </a:lnTo>
                <a:lnTo>
                  <a:pt x="960134" y="65370"/>
                </a:lnTo>
                <a:lnTo>
                  <a:pt x="959674" y="64605"/>
                </a:lnTo>
                <a:lnTo>
                  <a:pt x="959189" y="63858"/>
                </a:lnTo>
                <a:lnTo>
                  <a:pt x="958679" y="63127"/>
                </a:lnTo>
                <a:lnTo>
                  <a:pt x="958145" y="62413"/>
                </a:lnTo>
                <a:lnTo>
                  <a:pt x="957587" y="61716"/>
                </a:lnTo>
                <a:lnTo>
                  <a:pt x="957004" y="61035"/>
                </a:lnTo>
                <a:lnTo>
                  <a:pt x="956397" y="60371"/>
                </a:lnTo>
                <a:lnTo>
                  <a:pt x="955765" y="59724"/>
                </a:lnTo>
                <a:lnTo>
                  <a:pt x="955109" y="59094"/>
                </a:lnTo>
                <a:lnTo>
                  <a:pt x="954428" y="58480"/>
                </a:lnTo>
                <a:lnTo>
                  <a:pt x="953723" y="57883"/>
                </a:lnTo>
                <a:lnTo>
                  <a:pt x="952994" y="57303"/>
                </a:lnTo>
                <a:lnTo>
                  <a:pt x="952242" y="56743"/>
                </a:lnTo>
                <a:lnTo>
                  <a:pt x="951470" y="56207"/>
                </a:lnTo>
                <a:lnTo>
                  <a:pt x="950679" y="55695"/>
                </a:lnTo>
                <a:lnTo>
                  <a:pt x="949867" y="55206"/>
                </a:lnTo>
                <a:lnTo>
                  <a:pt x="949036" y="54742"/>
                </a:lnTo>
                <a:lnTo>
                  <a:pt x="948184" y="54301"/>
                </a:lnTo>
                <a:lnTo>
                  <a:pt x="947313" y="53884"/>
                </a:lnTo>
                <a:lnTo>
                  <a:pt x="946422" y="53491"/>
                </a:lnTo>
                <a:lnTo>
                  <a:pt x="945510" y="53122"/>
                </a:lnTo>
                <a:lnTo>
                  <a:pt x="944579" y="52776"/>
                </a:lnTo>
                <a:lnTo>
                  <a:pt x="943628" y="52454"/>
                </a:lnTo>
                <a:lnTo>
                  <a:pt x="942656" y="52157"/>
                </a:lnTo>
                <a:lnTo>
                  <a:pt x="941665" y="51883"/>
                </a:lnTo>
                <a:lnTo>
                  <a:pt x="940654" y="51632"/>
                </a:lnTo>
                <a:lnTo>
                  <a:pt x="939622" y="51406"/>
                </a:lnTo>
                <a:lnTo>
                  <a:pt x="938571" y="51204"/>
                </a:lnTo>
                <a:lnTo>
                  <a:pt x="937500" y="51025"/>
                </a:lnTo>
                <a:lnTo>
                  <a:pt x="936409" y="50870"/>
                </a:lnTo>
                <a:lnTo>
                  <a:pt x="935298" y="50739"/>
                </a:lnTo>
                <a:lnTo>
                  <a:pt x="934167" y="50632"/>
                </a:lnTo>
                <a:lnTo>
                  <a:pt x="933016" y="50548"/>
                </a:lnTo>
                <a:lnTo>
                  <a:pt x="931845" y="50489"/>
                </a:lnTo>
                <a:lnTo>
                  <a:pt x="930654" y="50453"/>
                </a:lnTo>
                <a:lnTo>
                  <a:pt x="929443" y="50441"/>
                </a:lnTo>
                <a:lnTo>
                  <a:pt x="922397" y="50441"/>
                </a:lnTo>
                <a:lnTo>
                  <a:pt x="920959" y="50454"/>
                </a:lnTo>
                <a:lnTo>
                  <a:pt x="919552" y="50493"/>
                </a:lnTo>
                <a:lnTo>
                  <a:pt x="918175" y="50558"/>
                </a:lnTo>
                <a:lnTo>
                  <a:pt x="916829" y="50650"/>
                </a:lnTo>
                <a:lnTo>
                  <a:pt x="915512" y="50767"/>
                </a:lnTo>
                <a:lnTo>
                  <a:pt x="914226" y="50911"/>
                </a:lnTo>
                <a:lnTo>
                  <a:pt x="912970" y="51080"/>
                </a:lnTo>
                <a:lnTo>
                  <a:pt x="911744" y="51276"/>
                </a:lnTo>
                <a:lnTo>
                  <a:pt x="910549" y="51497"/>
                </a:lnTo>
                <a:lnTo>
                  <a:pt x="909384" y="51745"/>
                </a:lnTo>
                <a:lnTo>
                  <a:pt x="908249" y="52019"/>
                </a:lnTo>
                <a:lnTo>
                  <a:pt x="907144" y="52319"/>
                </a:lnTo>
                <a:lnTo>
                  <a:pt x="906070" y="52645"/>
                </a:lnTo>
                <a:lnTo>
                  <a:pt x="905026" y="52997"/>
                </a:lnTo>
                <a:lnTo>
                  <a:pt x="904012" y="53375"/>
                </a:lnTo>
                <a:lnTo>
                  <a:pt x="903028" y="53779"/>
                </a:lnTo>
                <a:lnTo>
                  <a:pt x="902075" y="54209"/>
                </a:lnTo>
                <a:lnTo>
                  <a:pt x="901152" y="54665"/>
                </a:lnTo>
                <a:lnTo>
                  <a:pt x="900259" y="55148"/>
                </a:lnTo>
                <a:lnTo>
                  <a:pt x="899396" y="55656"/>
                </a:lnTo>
                <a:lnTo>
                  <a:pt x="898564" y="56191"/>
                </a:lnTo>
                <a:lnTo>
                  <a:pt x="897762" y="56752"/>
                </a:lnTo>
                <a:lnTo>
                  <a:pt x="896990" y="57338"/>
                </a:lnTo>
                <a:lnTo>
                  <a:pt x="896248" y="57951"/>
                </a:lnTo>
                <a:lnTo>
                  <a:pt x="895537" y="58588"/>
                </a:lnTo>
                <a:lnTo>
                  <a:pt x="894856" y="59246"/>
                </a:lnTo>
                <a:lnTo>
                  <a:pt x="894205" y="59926"/>
                </a:lnTo>
                <a:lnTo>
                  <a:pt x="893585" y="60627"/>
                </a:lnTo>
                <a:lnTo>
                  <a:pt x="892995" y="61350"/>
                </a:lnTo>
                <a:lnTo>
                  <a:pt x="892435" y="62094"/>
                </a:lnTo>
                <a:lnTo>
                  <a:pt x="891906" y="62860"/>
                </a:lnTo>
                <a:lnTo>
                  <a:pt x="891406" y="63648"/>
                </a:lnTo>
                <a:lnTo>
                  <a:pt x="890937" y="64457"/>
                </a:lnTo>
                <a:lnTo>
                  <a:pt x="890498" y="65288"/>
                </a:lnTo>
                <a:lnTo>
                  <a:pt x="890090" y="66140"/>
                </a:lnTo>
                <a:lnTo>
                  <a:pt x="889712" y="67014"/>
                </a:lnTo>
                <a:lnTo>
                  <a:pt x="889364" y="67910"/>
                </a:lnTo>
                <a:lnTo>
                  <a:pt x="889046" y="68827"/>
                </a:lnTo>
                <a:lnTo>
                  <a:pt x="888758" y="69766"/>
                </a:lnTo>
                <a:lnTo>
                  <a:pt x="888501" y="70726"/>
                </a:lnTo>
                <a:lnTo>
                  <a:pt x="888274" y="71708"/>
                </a:lnTo>
                <a:lnTo>
                  <a:pt x="888077" y="72711"/>
                </a:lnTo>
                <a:lnTo>
                  <a:pt x="887911" y="73736"/>
                </a:lnTo>
                <a:lnTo>
                  <a:pt x="887775" y="74783"/>
                </a:lnTo>
                <a:lnTo>
                  <a:pt x="887669" y="75851"/>
                </a:lnTo>
                <a:lnTo>
                  <a:pt x="887593" y="76940"/>
                </a:lnTo>
                <a:lnTo>
                  <a:pt x="887548" y="78052"/>
                </a:lnTo>
                <a:lnTo>
                  <a:pt x="887533" y="79185"/>
                </a:lnTo>
                <a:lnTo>
                  <a:pt x="887545" y="80256"/>
                </a:lnTo>
                <a:lnTo>
                  <a:pt x="887584" y="81305"/>
                </a:lnTo>
                <a:lnTo>
                  <a:pt x="887647" y="82333"/>
                </a:lnTo>
                <a:lnTo>
                  <a:pt x="887736" y="83339"/>
                </a:lnTo>
                <a:lnTo>
                  <a:pt x="887851" y="84324"/>
                </a:lnTo>
                <a:lnTo>
                  <a:pt x="887991" y="85287"/>
                </a:lnTo>
                <a:lnTo>
                  <a:pt x="888156" y="86229"/>
                </a:lnTo>
                <a:lnTo>
                  <a:pt x="888347" y="87149"/>
                </a:lnTo>
                <a:lnTo>
                  <a:pt x="888563" y="88048"/>
                </a:lnTo>
                <a:lnTo>
                  <a:pt x="888805" y="88924"/>
                </a:lnTo>
                <a:lnTo>
                  <a:pt x="889072" y="89780"/>
                </a:lnTo>
                <a:lnTo>
                  <a:pt x="889364" y="90614"/>
                </a:lnTo>
                <a:lnTo>
                  <a:pt x="889682" y="91426"/>
                </a:lnTo>
                <a:lnTo>
                  <a:pt x="890026" y="92216"/>
                </a:lnTo>
                <a:lnTo>
                  <a:pt x="890394" y="92985"/>
                </a:lnTo>
                <a:lnTo>
                  <a:pt x="890789" y="93733"/>
                </a:lnTo>
                <a:lnTo>
                  <a:pt x="891208" y="94459"/>
                </a:lnTo>
                <a:lnTo>
                  <a:pt x="891654" y="95163"/>
                </a:lnTo>
                <a:lnTo>
                  <a:pt x="892124" y="95846"/>
                </a:lnTo>
                <a:lnTo>
                  <a:pt x="892620" y="96507"/>
                </a:lnTo>
                <a:lnTo>
                  <a:pt x="893142" y="97146"/>
                </a:lnTo>
                <a:lnTo>
                  <a:pt x="893689" y="97764"/>
                </a:lnTo>
                <a:lnTo>
                  <a:pt x="894261" y="98361"/>
                </a:lnTo>
                <a:lnTo>
                  <a:pt x="894859" y="98936"/>
                </a:lnTo>
                <a:lnTo>
                  <a:pt x="895483" y="99492"/>
                </a:lnTo>
                <a:lnTo>
                  <a:pt x="896133" y="100035"/>
                </a:lnTo>
                <a:lnTo>
                  <a:pt x="896810" y="100562"/>
                </a:lnTo>
                <a:lnTo>
                  <a:pt x="897514" y="101076"/>
                </a:lnTo>
                <a:lnTo>
                  <a:pt x="898245" y="101575"/>
                </a:lnTo>
                <a:lnTo>
                  <a:pt x="899002" y="102059"/>
                </a:lnTo>
                <a:lnTo>
                  <a:pt x="899787" y="102529"/>
                </a:lnTo>
                <a:lnTo>
                  <a:pt x="900597" y="102984"/>
                </a:lnTo>
                <a:lnTo>
                  <a:pt x="901435" y="103425"/>
                </a:lnTo>
                <a:lnTo>
                  <a:pt x="902299" y="103851"/>
                </a:lnTo>
                <a:lnTo>
                  <a:pt x="903190" y="104263"/>
                </a:lnTo>
                <a:lnTo>
                  <a:pt x="904108" y="104661"/>
                </a:lnTo>
                <a:lnTo>
                  <a:pt x="905052" y="105043"/>
                </a:lnTo>
                <a:lnTo>
                  <a:pt x="906024" y="105412"/>
                </a:lnTo>
                <a:lnTo>
                  <a:pt x="907021" y="105766"/>
                </a:lnTo>
                <a:lnTo>
                  <a:pt x="908046" y="106105"/>
                </a:lnTo>
                <a:lnTo>
                  <a:pt x="909097" y="106430"/>
                </a:lnTo>
                <a:lnTo>
                  <a:pt x="910175" y="106741"/>
                </a:lnTo>
                <a:lnTo>
                  <a:pt x="911280" y="107036"/>
                </a:lnTo>
                <a:lnTo>
                  <a:pt x="912411" y="107318"/>
                </a:lnTo>
                <a:lnTo>
                  <a:pt x="913570" y="107585"/>
                </a:lnTo>
                <a:lnTo>
                  <a:pt x="914754" y="107837"/>
                </a:lnTo>
                <a:lnTo>
                  <a:pt x="915966" y="108075"/>
                </a:lnTo>
                <a:lnTo>
                  <a:pt x="917204" y="108299"/>
                </a:lnTo>
                <a:lnTo>
                  <a:pt x="930928" y="110526"/>
                </a:lnTo>
                <a:lnTo>
                  <a:pt x="931632" y="110638"/>
                </a:lnTo>
                <a:lnTo>
                  <a:pt x="932321" y="110759"/>
                </a:lnTo>
                <a:lnTo>
                  <a:pt x="932995" y="110889"/>
                </a:lnTo>
                <a:lnTo>
                  <a:pt x="933655" y="111027"/>
                </a:lnTo>
                <a:lnTo>
                  <a:pt x="934301" y="111175"/>
                </a:lnTo>
                <a:lnTo>
                  <a:pt x="934932" y="111330"/>
                </a:lnTo>
                <a:lnTo>
                  <a:pt x="935548" y="111495"/>
                </a:lnTo>
                <a:lnTo>
                  <a:pt x="936150" y="111668"/>
                </a:lnTo>
                <a:lnTo>
                  <a:pt x="936738" y="111850"/>
                </a:lnTo>
                <a:lnTo>
                  <a:pt x="937311" y="112041"/>
                </a:lnTo>
                <a:lnTo>
                  <a:pt x="937870" y="112240"/>
                </a:lnTo>
                <a:lnTo>
                  <a:pt x="938414" y="112448"/>
                </a:lnTo>
                <a:lnTo>
                  <a:pt x="938944" y="112665"/>
                </a:lnTo>
                <a:lnTo>
                  <a:pt x="939459" y="112891"/>
                </a:lnTo>
                <a:lnTo>
                  <a:pt x="939959" y="113125"/>
                </a:lnTo>
                <a:lnTo>
                  <a:pt x="940446" y="113368"/>
                </a:lnTo>
                <a:lnTo>
                  <a:pt x="940917" y="113620"/>
                </a:lnTo>
                <a:lnTo>
                  <a:pt x="941375" y="113880"/>
                </a:lnTo>
                <a:lnTo>
                  <a:pt x="941818" y="114149"/>
                </a:lnTo>
                <a:lnTo>
                  <a:pt x="942246" y="114427"/>
                </a:lnTo>
                <a:lnTo>
                  <a:pt x="942660" y="114713"/>
                </a:lnTo>
                <a:lnTo>
                  <a:pt x="943059" y="115008"/>
                </a:lnTo>
                <a:lnTo>
                  <a:pt x="943444" y="115312"/>
                </a:lnTo>
                <a:lnTo>
                  <a:pt x="943814" y="115625"/>
                </a:lnTo>
                <a:lnTo>
                  <a:pt x="944170" y="115946"/>
                </a:lnTo>
                <a:lnTo>
                  <a:pt x="944510" y="116277"/>
                </a:lnTo>
                <a:lnTo>
                  <a:pt x="944836" y="116617"/>
                </a:lnTo>
                <a:lnTo>
                  <a:pt x="945146" y="116966"/>
                </a:lnTo>
                <a:lnTo>
                  <a:pt x="945441" y="117325"/>
                </a:lnTo>
                <a:lnTo>
                  <a:pt x="945721" y="117693"/>
                </a:lnTo>
                <a:lnTo>
                  <a:pt x="945986" y="118070"/>
                </a:lnTo>
                <a:lnTo>
                  <a:pt x="946235" y="118457"/>
                </a:lnTo>
                <a:lnTo>
                  <a:pt x="946470" y="118853"/>
                </a:lnTo>
                <a:lnTo>
                  <a:pt x="946689" y="119259"/>
                </a:lnTo>
                <a:lnTo>
                  <a:pt x="946893" y="119674"/>
                </a:lnTo>
                <a:lnTo>
                  <a:pt x="947082" y="120098"/>
                </a:lnTo>
                <a:lnTo>
                  <a:pt x="947256" y="120531"/>
                </a:lnTo>
                <a:lnTo>
                  <a:pt x="947415" y="120974"/>
                </a:lnTo>
                <a:lnTo>
                  <a:pt x="947559" y="121426"/>
                </a:lnTo>
                <a:lnTo>
                  <a:pt x="947688" y="121888"/>
                </a:lnTo>
                <a:lnTo>
                  <a:pt x="947801" y="122359"/>
                </a:lnTo>
                <a:lnTo>
                  <a:pt x="947900" y="122839"/>
                </a:lnTo>
                <a:lnTo>
                  <a:pt x="947983" y="123328"/>
                </a:lnTo>
                <a:lnTo>
                  <a:pt x="948051" y="123827"/>
                </a:lnTo>
                <a:lnTo>
                  <a:pt x="948104" y="124335"/>
                </a:lnTo>
                <a:lnTo>
                  <a:pt x="948142" y="124853"/>
                </a:lnTo>
                <a:lnTo>
                  <a:pt x="948164" y="125380"/>
                </a:lnTo>
                <a:lnTo>
                  <a:pt x="948172" y="125916"/>
                </a:lnTo>
                <a:lnTo>
                  <a:pt x="948164" y="126468"/>
                </a:lnTo>
                <a:lnTo>
                  <a:pt x="948138" y="127010"/>
                </a:lnTo>
                <a:lnTo>
                  <a:pt x="948097" y="127543"/>
                </a:lnTo>
                <a:lnTo>
                  <a:pt x="948038" y="128067"/>
                </a:lnTo>
                <a:lnTo>
                  <a:pt x="947963" y="128581"/>
                </a:lnTo>
                <a:lnTo>
                  <a:pt x="947871" y="129086"/>
                </a:lnTo>
                <a:lnTo>
                  <a:pt x="947762" y="129581"/>
                </a:lnTo>
                <a:lnTo>
                  <a:pt x="947636" y="130068"/>
                </a:lnTo>
                <a:lnTo>
                  <a:pt x="947494" y="130544"/>
                </a:lnTo>
                <a:lnTo>
                  <a:pt x="947335" y="131012"/>
                </a:lnTo>
                <a:lnTo>
                  <a:pt x="947159" y="131470"/>
                </a:lnTo>
                <a:lnTo>
                  <a:pt x="946966" y="131919"/>
                </a:lnTo>
                <a:lnTo>
                  <a:pt x="946757" y="132359"/>
                </a:lnTo>
                <a:lnTo>
                  <a:pt x="946531" y="132789"/>
                </a:lnTo>
                <a:lnTo>
                  <a:pt x="946288" y="133210"/>
                </a:lnTo>
                <a:lnTo>
                  <a:pt x="946029" y="133622"/>
                </a:lnTo>
                <a:lnTo>
                  <a:pt x="945753" y="134024"/>
                </a:lnTo>
                <a:lnTo>
                  <a:pt x="945460" y="134417"/>
                </a:lnTo>
                <a:lnTo>
                  <a:pt x="945150" y="134800"/>
                </a:lnTo>
                <a:lnTo>
                  <a:pt x="944823" y="135175"/>
                </a:lnTo>
                <a:lnTo>
                  <a:pt x="944480" y="135539"/>
                </a:lnTo>
                <a:lnTo>
                  <a:pt x="944120" y="135895"/>
                </a:lnTo>
                <a:lnTo>
                  <a:pt x="943744" y="136241"/>
                </a:lnTo>
                <a:lnTo>
                  <a:pt x="943350" y="136578"/>
                </a:lnTo>
                <a:lnTo>
                  <a:pt x="942940" y="136904"/>
                </a:lnTo>
                <a:lnTo>
                  <a:pt x="942512" y="137215"/>
                </a:lnTo>
                <a:lnTo>
                  <a:pt x="942067" y="137513"/>
                </a:lnTo>
                <a:lnTo>
                  <a:pt x="941605" y="137796"/>
                </a:lnTo>
                <a:lnTo>
                  <a:pt x="941125" y="138066"/>
                </a:lnTo>
                <a:lnTo>
                  <a:pt x="940628" y="138323"/>
                </a:lnTo>
                <a:lnTo>
                  <a:pt x="940113" y="138565"/>
                </a:lnTo>
                <a:lnTo>
                  <a:pt x="939581" y="138793"/>
                </a:lnTo>
                <a:lnTo>
                  <a:pt x="939031" y="139008"/>
                </a:lnTo>
                <a:lnTo>
                  <a:pt x="938464" y="139209"/>
                </a:lnTo>
                <a:lnTo>
                  <a:pt x="937880" y="139395"/>
                </a:lnTo>
                <a:lnTo>
                  <a:pt x="937278" y="139568"/>
                </a:lnTo>
                <a:lnTo>
                  <a:pt x="936659" y="139728"/>
                </a:lnTo>
                <a:lnTo>
                  <a:pt x="936023" y="139873"/>
                </a:lnTo>
                <a:lnTo>
                  <a:pt x="935369" y="140005"/>
                </a:lnTo>
                <a:lnTo>
                  <a:pt x="934698" y="140122"/>
                </a:lnTo>
                <a:lnTo>
                  <a:pt x="934009" y="140226"/>
                </a:lnTo>
                <a:lnTo>
                  <a:pt x="933303" y="140316"/>
                </a:lnTo>
                <a:lnTo>
                  <a:pt x="932580" y="140392"/>
                </a:lnTo>
                <a:lnTo>
                  <a:pt x="931839" y="140454"/>
                </a:lnTo>
                <a:lnTo>
                  <a:pt x="931080" y="140503"/>
                </a:lnTo>
                <a:lnTo>
                  <a:pt x="930305" y="140537"/>
                </a:lnTo>
                <a:lnTo>
                  <a:pt x="929512" y="140558"/>
                </a:lnTo>
                <a:lnTo>
                  <a:pt x="928701" y="140565"/>
                </a:lnTo>
                <a:lnTo>
                  <a:pt x="920914" y="140565"/>
                </a:lnTo>
                <a:lnTo>
                  <a:pt x="920240" y="140560"/>
                </a:lnTo>
                <a:lnTo>
                  <a:pt x="919576" y="140543"/>
                </a:lnTo>
                <a:lnTo>
                  <a:pt x="918925" y="140516"/>
                </a:lnTo>
                <a:lnTo>
                  <a:pt x="918284" y="140478"/>
                </a:lnTo>
                <a:lnTo>
                  <a:pt x="917655" y="140428"/>
                </a:lnTo>
                <a:lnTo>
                  <a:pt x="917036" y="140368"/>
                </a:lnTo>
                <a:lnTo>
                  <a:pt x="916430" y="140297"/>
                </a:lnTo>
                <a:lnTo>
                  <a:pt x="915834" y="140215"/>
                </a:lnTo>
                <a:lnTo>
                  <a:pt x="915250" y="140122"/>
                </a:lnTo>
                <a:lnTo>
                  <a:pt x="914677" y="140018"/>
                </a:lnTo>
                <a:lnTo>
                  <a:pt x="914115" y="139903"/>
                </a:lnTo>
                <a:lnTo>
                  <a:pt x="913565" y="139777"/>
                </a:lnTo>
                <a:lnTo>
                  <a:pt x="913026" y="139640"/>
                </a:lnTo>
                <a:lnTo>
                  <a:pt x="912498" y="139493"/>
                </a:lnTo>
                <a:lnTo>
                  <a:pt x="911981" y="139334"/>
                </a:lnTo>
                <a:lnTo>
                  <a:pt x="911476" y="139164"/>
                </a:lnTo>
                <a:lnTo>
                  <a:pt x="910981" y="138984"/>
                </a:lnTo>
                <a:lnTo>
                  <a:pt x="910499" y="138792"/>
                </a:lnTo>
                <a:lnTo>
                  <a:pt x="910027" y="138590"/>
                </a:lnTo>
                <a:lnTo>
                  <a:pt x="909567" y="138376"/>
                </a:lnTo>
                <a:lnTo>
                  <a:pt x="909118" y="138152"/>
                </a:lnTo>
                <a:lnTo>
                  <a:pt x="908680" y="137916"/>
                </a:lnTo>
                <a:lnTo>
                  <a:pt x="908253" y="137670"/>
                </a:lnTo>
                <a:lnTo>
                  <a:pt x="907838" y="137413"/>
                </a:lnTo>
                <a:lnTo>
                  <a:pt x="907435" y="137146"/>
                </a:lnTo>
                <a:lnTo>
                  <a:pt x="907046" y="136872"/>
                </a:lnTo>
                <a:lnTo>
                  <a:pt x="906669" y="136590"/>
                </a:lnTo>
                <a:lnTo>
                  <a:pt x="906306" y="136300"/>
                </a:lnTo>
                <a:lnTo>
                  <a:pt x="905956" y="136003"/>
                </a:lnTo>
                <a:lnTo>
                  <a:pt x="905619" y="135698"/>
                </a:lnTo>
                <a:lnTo>
                  <a:pt x="905296" y="135385"/>
                </a:lnTo>
                <a:lnTo>
                  <a:pt x="904985" y="135064"/>
                </a:lnTo>
                <a:lnTo>
                  <a:pt x="904688" y="134736"/>
                </a:lnTo>
                <a:lnTo>
                  <a:pt x="904404" y="134400"/>
                </a:lnTo>
                <a:lnTo>
                  <a:pt x="904133" y="134056"/>
                </a:lnTo>
                <a:lnTo>
                  <a:pt x="903875" y="133705"/>
                </a:lnTo>
                <a:lnTo>
                  <a:pt x="903631" y="133346"/>
                </a:lnTo>
                <a:lnTo>
                  <a:pt x="903399" y="132979"/>
                </a:lnTo>
                <a:lnTo>
                  <a:pt x="903181" y="132604"/>
                </a:lnTo>
                <a:lnTo>
                  <a:pt x="902976" y="132222"/>
                </a:lnTo>
                <a:lnTo>
                  <a:pt x="902784" y="131831"/>
                </a:lnTo>
                <a:lnTo>
                  <a:pt x="902606" y="131434"/>
                </a:lnTo>
                <a:lnTo>
                  <a:pt x="902440" y="131028"/>
                </a:lnTo>
                <a:lnTo>
                  <a:pt x="902288" y="130615"/>
                </a:lnTo>
                <a:lnTo>
                  <a:pt x="902149" y="130194"/>
                </a:lnTo>
                <a:lnTo>
                  <a:pt x="902023" y="129765"/>
                </a:lnTo>
                <a:lnTo>
                  <a:pt x="901911" y="129329"/>
                </a:lnTo>
                <a:lnTo>
                  <a:pt x="901811" y="128884"/>
                </a:lnTo>
                <a:lnTo>
                  <a:pt x="885122" y="128884"/>
                </a:lnTo>
                <a:lnTo>
                  <a:pt x="885205" y="129560"/>
                </a:lnTo>
                <a:lnTo>
                  <a:pt x="885302" y="130229"/>
                </a:lnTo>
                <a:lnTo>
                  <a:pt x="885410" y="130889"/>
                </a:lnTo>
                <a:lnTo>
                  <a:pt x="885532" y="131542"/>
                </a:lnTo>
                <a:lnTo>
                  <a:pt x="885665" y="132187"/>
                </a:lnTo>
                <a:lnTo>
                  <a:pt x="885812" y="132825"/>
                </a:lnTo>
                <a:lnTo>
                  <a:pt x="885971" y="133454"/>
                </a:lnTo>
                <a:lnTo>
                  <a:pt x="886142" y="134076"/>
                </a:lnTo>
                <a:lnTo>
                  <a:pt x="886326" y="134690"/>
                </a:lnTo>
                <a:lnTo>
                  <a:pt x="886523" y="135297"/>
                </a:lnTo>
                <a:lnTo>
                  <a:pt x="886732" y="135896"/>
                </a:lnTo>
                <a:lnTo>
                  <a:pt x="886953" y="136487"/>
                </a:lnTo>
                <a:lnTo>
                  <a:pt x="887188" y="137070"/>
                </a:lnTo>
                <a:lnTo>
                  <a:pt x="887434" y="137646"/>
                </a:lnTo>
                <a:lnTo>
                  <a:pt x="887694" y="138214"/>
                </a:lnTo>
                <a:lnTo>
                  <a:pt x="887965" y="138774"/>
                </a:lnTo>
                <a:lnTo>
                  <a:pt x="888250" y="139327"/>
                </a:lnTo>
                <a:lnTo>
                  <a:pt x="888547" y="139872"/>
                </a:lnTo>
                <a:lnTo>
                  <a:pt x="888856" y="140409"/>
                </a:lnTo>
                <a:lnTo>
                  <a:pt x="889178" y="140938"/>
                </a:lnTo>
                <a:lnTo>
                  <a:pt x="889513" y="141460"/>
                </a:lnTo>
                <a:lnTo>
                  <a:pt x="889860" y="141974"/>
                </a:lnTo>
                <a:lnTo>
                  <a:pt x="890219" y="142480"/>
                </a:lnTo>
                <a:lnTo>
                  <a:pt x="890592" y="142979"/>
                </a:lnTo>
                <a:lnTo>
                  <a:pt x="890976" y="143469"/>
                </a:lnTo>
                <a:lnTo>
                  <a:pt x="891371" y="143949"/>
                </a:lnTo>
                <a:lnTo>
                  <a:pt x="891777" y="144420"/>
                </a:lnTo>
                <a:lnTo>
                  <a:pt x="892194" y="144882"/>
                </a:lnTo>
                <a:lnTo>
                  <a:pt x="892622" y="145335"/>
                </a:lnTo>
                <a:lnTo>
                  <a:pt x="893061" y="145778"/>
                </a:lnTo>
                <a:lnTo>
                  <a:pt x="893511" y="146212"/>
                </a:lnTo>
                <a:lnTo>
                  <a:pt x="893971" y="146636"/>
                </a:lnTo>
                <a:lnTo>
                  <a:pt x="894443" y="147051"/>
                </a:lnTo>
                <a:lnTo>
                  <a:pt x="894926" y="147457"/>
                </a:lnTo>
                <a:lnTo>
                  <a:pt x="895419" y="147853"/>
                </a:lnTo>
                <a:lnTo>
                  <a:pt x="895924" y="148241"/>
                </a:lnTo>
                <a:lnTo>
                  <a:pt x="896440" y="148618"/>
                </a:lnTo>
                <a:lnTo>
                  <a:pt x="896966" y="148987"/>
                </a:lnTo>
                <a:lnTo>
                  <a:pt x="897503" y="149346"/>
                </a:lnTo>
                <a:lnTo>
                  <a:pt x="898052" y="149696"/>
                </a:lnTo>
                <a:lnTo>
                  <a:pt x="898611" y="150036"/>
                </a:lnTo>
                <a:lnTo>
                  <a:pt x="899181" y="150367"/>
                </a:lnTo>
                <a:lnTo>
                  <a:pt x="899762" y="150689"/>
                </a:lnTo>
                <a:lnTo>
                  <a:pt x="900355" y="151002"/>
                </a:lnTo>
                <a:lnTo>
                  <a:pt x="900958" y="151305"/>
                </a:lnTo>
                <a:lnTo>
                  <a:pt x="901572" y="151599"/>
                </a:lnTo>
                <a:lnTo>
                  <a:pt x="902197" y="151883"/>
                </a:lnTo>
                <a:lnTo>
                  <a:pt x="902833" y="152158"/>
                </a:lnTo>
                <a:lnTo>
                  <a:pt x="903479" y="152423"/>
                </a:lnTo>
                <a:lnTo>
                  <a:pt x="904134" y="152676"/>
                </a:lnTo>
                <a:lnTo>
                  <a:pt x="904799" y="152918"/>
                </a:lnTo>
                <a:lnTo>
                  <a:pt x="905473" y="153149"/>
                </a:lnTo>
                <a:lnTo>
                  <a:pt x="906156" y="153369"/>
                </a:lnTo>
                <a:lnTo>
                  <a:pt x="906849" y="153577"/>
                </a:lnTo>
                <a:lnTo>
                  <a:pt x="907551" y="153774"/>
                </a:lnTo>
                <a:lnTo>
                  <a:pt x="908262" y="153960"/>
                </a:lnTo>
                <a:lnTo>
                  <a:pt x="908983" y="154134"/>
                </a:lnTo>
                <a:lnTo>
                  <a:pt x="909713" y="154298"/>
                </a:lnTo>
                <a:lnTo>
                  <a:pt x="910453" y="154450"/>
                </a:lnTo>
                <a:lnTo>
                  <a:pt x="911201" y="154590"/>
                </a:lnTo>
                <a:lnTo>
                  <a:pt x="911959" y="154720"/>
                </a:lnTo>
                <a:lnTo>
                  <a:pt x="912727" y="154838"/>
                </a:lnTo>
                <a:lnTo>
                  <a:pt x="913503" y="154945"/>
                </a:lnTo>
                <a:lnTo>
                  <a:pt x="914289" y="155041"/>
                </a:lnTo>
                <a:lnTo>
                  <a:pt x="915085" y="155125"/>
                </a:lnTo>
                <a:lnTo>
                  <a:pt x="915890" y="155198"/>
                </a:lnTo>
                <a:lnTo>
                  <a:pt x="916704" y="155260"/>
                </a:lnTo>
                <a:lnTo>
                  <a:pt x="917527" y="155311"/>
                </a:lnTo>
                <a:lnTo>
                  <a:pt x="918360" y="155350"/>
                </a:lnTo>
                <a:lnTo>
                  <a:pt x="919202" y="155378"/>
                </a:lnTo>
                <a:lnTo>
                  <a:pt x="920053" y="155395"/>
                </a:lnTo>
                <a:lnTo>
                  <a:pt x="920914" y="155401"/>
                </a:lnTo>
                <a:lnTo>
                  <a:pt x="928701" y="155401"/>
                </a:lnTo>
                <a:lnTo>
                  <a:pt x="930200" y="155387"/>
                </a:lnTo>
                <a:lnTo>
                  <a:pt x="931667" y="155345"/>
                </a:lnTo>
                <a:lnTo>
                  <a:pt x="933101" y="155275"/>
                </a:lnTo>
                <a:lnTo>
                  <a:pt x="934504" y="155177"/>
                </a:lnTo>
                <a:close/>
                <a:moveTo>
                  <a:pt x="519243" y="122393"/>
                </a:moveTo>
                <a:lnTo>
                  <a:pt x="519243" y="107557"/>
                </a:lnTo>
                <a:lnTo>
                  <a:pt x="439503" y="107557"/>
                </a:lnTo>
                <a:lnTo>
                  <a:pt x="439503" y="122393"/>
                </a:lnTo>
                <a:lnTo>
                  <a:pt x="519243" y="122393"/>
                </a:lnTo>
                <a:close/>
                <a:moveTo>
                  <a:pt x="1040179" y="33428"/>
                </a:moveTo>
                <a:lnTo>
                  <a:pt x="1040640" y="33368"/>
                </a:lnTo>
                <a:lnTo>
                  <a:pt x="1041091" y="33297"/>
                </a:lnTo>
                <a:lnTo>
                  <a:pt x="1041533" y="33215"/>
                </a:lnTo>
                <a:lnTo>
                  <a:pt x="1041966" y="33122"/>
                </a:lnTo>
                <a:lnTo>
                  <a:pt x="1042391" y="33018"/>
                </a:lnTo>
                <a:lnTo>
                  <a:pt x="1042806" y="32903"/>
                </a:lnTo>
                <a:lnTo>
                  <a:pt x="1043212" y="32777"/>
                </a:lnTo>
                <a:lnTo>
                  <a:pt x="1043609" y="32640"/>
                </a:lnTo>
                <a:lnTo>
                  <a:pt x="1043997" y="32493"/>
                </a:lnTo>
                <a:lnTo>
                  <a:pt x="1044376" y="32334"/>
                </a:lnTo>
                <a:lnTo>
                  <a:pt x="1044747" y="32164"/>
                </a:lnTo>
                <a:lnTo>
                  <a:pt x="1045108" y="31984"/>
                </a:lnTo>
                <a:lnTo>
                  <a:pt x="1045460" y="31792"/>
                </a:lnTo>
                <a:lnTo>
                  <a:pt x="1045803" y="31590"/>
                </a:lnTo>
                <a:lnTo>
                  <a:pt x="1046137" y="31376"/>
                </a:lnTo>
                <a:lnTo>
                  <a:pt x="1046462" y="31152"/>
                </a:lnTo>
                <a:lnTo>
                  <a:pt x="1046778" y="30916"/>
                </a:lnTo>
                <a:lnTo>
                  <a:pt x="1047085" y="30670"/>
                </a:lnTo>
                <a:lnTo>
                  <a:pt x="1047384" y="30413"/>
                </a:lnTo>
                <a:lnTo>
                  <a:pt x="1047671" y="30146"/>
                </a:lnTo>
                <a:lnTo>
                  <a:pt x="1047947" y="29872"/>
                </a:lnTo>
                <a:lnTo>
                  <a:pt x="1048210" y="29590"/>
                </a:lnTo>
                <a:lnTo>
                  <a:pt x="1048461" y="29300"/>
                </a:lnTo>
                <a:lnTo>
                  <a:pt x="1048700" y="29003"/>
                </a:lnTo>
                <a:lnTo>
                  <a:pt x="1048926" y="28698"/>
                </a:lnTo>
                <a:lnTo>
                  <a:pt x="1049140" y="28385"/>
                </a:lnTo>
                <a:lnTo>
                  <a:pt x="1049342" y="28064"/>
                </a:lnTo>
                <a:lnTo>
                  <a:pt x="1049532" y="27736"/>
                </a:lnTo>
                <a:lnTo>
                  <a:pt x="1049710" y="27399"/>
                </a:lnTo>
                <a:lnTo>
                  <a:pt x="1049875" y="27056"/>
                </a:lnTo>
                <a:lnTo>
                  <a:pt x="1050028" y="26704"/>
                </a:lnTo>
                <a:lnTo>
                  <a:pt x="1050169" y="26345"/>
                </a:lnTo>
                <a:lnTo>
                  <a:pt x="1050297" y="25978"/>
                </a:lnTo>
                <a:lnTo>
                  <a:pt x="1050413" y="25603"/>
                </a:lnTo>
                <a:lnTo>
                  <a:pt x="1050518" y="25220"/>
                </a:lnTo>
                <a:lnTo>
                  <a:pt x="1050609" y="24830"/>
                </a:lnTo>
                <a:lnTo>
                  <a:pt x="1050689" y="24432"/>
                </a:lnTo>
                <a:lnTo>
                  <a:pt x="1050756" y="24026"/>
                </a:lnTo>
                <a:lnTo>
                  <a:pt x="1050811" y="23613"/>
                </a:lnTo>
                <a:lnTo>
                  <a:pt x="1050854" y="23192"/>
                </a:lnTo>
                <a:lnTo>
                  <a:pt x="1050885" y="22763"/>
                </a:lnTo>
                <a:lnTo>
                  <a:pt x="1050903" y="22326"/>
                </a:lnTo>
                <a:lnTo>
                  <a:pt x="1050909" y="21882"/>
                </a:lnTo>
                <a:lnTo>
                  <a:pt x="1050903" y="21422"/>
                </a:lnTo>
                <a:lnTo>
                  <a:pt x="1050885" y="20971"/>
                </a:lnTo>
                <a:lnTo>
                  <a:pt x="1050854" y="20527"/>
                </a:lnTo>
                <a:lnTo>
                  <a:pt x="1050811" y="20092"/>
                </a:lnTo>
                <a:lnTo>
                  <a:pt x="1050756" y="19664"/>
                </a:lnTo>
                <a:lnTo>
                  <a:pt x="1050689" y="19245"/>
                </a:lnTo>
                <a:lnTo>
                  <a:pt x="1050609" y="18834"/>
                </a:lnTo>
                <a:lnTo>
                  <a:pt x="1050518" y="18431"/>
                </a:lnTo>
                <a:lnTo>
                  <a:pt x="1050413" y="18036"/>
                </a:lnTo>
                <a:lnTo>
                  <a:pt x="1050297" y="17649"/>
                </a:lnTo>
                <a:lnTo>
                  <a:pt x="1050169" y="17270"/>
                </a:lnTo>
                <a:lnTo>
                  <a:pt x="1050028" y="16899"/>
                </a:lnTo>
                <a:lnTo>
                  <a:pt x="1049875" y="16536"/>
                </a:lnTo>
                <a:lnTo>
                  <a:pt x="1049710" y="16181"/>
                </a:lnTo>
                <a:lnTo>
                  <a:pt x="1049532" y="15834"/>
                </a:lnTo>
                <a:lnTo>
                  <a:pt x="1049342" y="15495"/>
                </a:lnTo>
                <a:lnTo>
                  <a:pt x="1049140" y="15165"/>
                </a:lnTo>
                <a:lnTo>
                  <a:pt x="1048926" y="14842"/>
                </a:lnTo>
                <a:lnTo>
                  <a:pt x="1048700" y="14528"/>
                </a:lnTo>
                <a:lnTo>
                  <a:pt x="1048461" y="14221"/>
                </a:lnTo>
                <a:lnTo>
                  <a:pt x="1048210" y="13923"/>
                </a:lnTo>
                <a:lnTo>
                  <a:pt x="1047947" y="13632"/>
                </a:lnTo>
                <a:lnTo>
                  <a:pt x="1047671" y="13350"/>
                </a:lnTo>
                <a:lnTo>
                  <a:pt x="1047384" y="13076"/>
                </a:lnTo>
                <a:lnTo>
                  <a:pt x="1047085" y="12811"/>
                </a:lnTo>
                <a:lnTo>
                  <a:pt x="1046778" y="12557"/>
                </a:lnTo>
                <a:lnTo>
                  <a:pt x="1046462" y="12315"/>
                </a:lnTo>
                <a:lnTo>
                  <a:pt x="1046137" y="12084"/>
                </a:lnTo>
                <a:lnTo>
                  <a:pt x="1045803" y="11864"/>
                </a:lnTo>
                <a:lnTo>
                  <a:pt x="1045460" y="11656"/>
                </a:lnTo>
                <a:lnTo>
                  <a:pt x="1045108" y="11459"/>
                </a:lnTo>
                <a:lnTo>
                  <a:pt x="1044747" y="11273"/>
                </a:lnTo>
                <a:lnTo>
                  <a:pt x="1044376" y="11098"/>
                </a:lnTo>
                <a:lnTo>
                  <a:pt x="1043997" y="10935"/>
                </a:lnTo>
                <a:lnTo>
                  <a:pt x="1043609" y="10782"/>
                </a:lnTo>
                <a:lnTo>
                  <a:pt x="1043212" y="10642"/>
                </a:lnTo>
                <a:lnTo>
                  <a:pt x="1042806" y="10512"/>
                </a:lnTo>
                <a:lnTo>
                  <a:pt x="1042391" y="10394"/>
                </a:lnTo>
                <a:lnTo>
                  <a:pt x="1041966" y="10287"/>
                </a:lnTo>
                <a:lnTo>
                  <a:pt x="1041533" y="10191"/>
                </a:lnTo>
                <a:lnTo>
                  <a:pt x="1041091" y="10106"/>
                </a:lnTo>
                <a:lnTo>
                  <a:pt x="1040640" y="10033"/>
                </a:lnTo>
                <a:lnTo>
                  <a:pt x="1040179" y="9971"/>
                </a:lnTo>
                <a:lnTo>
                  <a:pt x="1039710" y="9920"/>
                </a:lnTo>
                <a:lnTo>
                  <a:pt x="1039232" y="9881"/>
                </a:lnTo>
                <a:lnTo>
                  <a:pt x="1038745" y="9853"/>
                </a:lnTo>
                <a:lnTo>
                  <a:pt x="1038248" y="9836"/>
                </a:lnTo>
                <a:lnTo>
                  <a:pt x="1037743" y="9830"/>
                </a:lnTo>
                <a:lnTo>
                  <a:pt x="1037237" y="9836"/>
                </a:lnTo>
                <a:lnTo>
                  <a:pt x="1036741" y="9853"/>
                </a:lnTo>
                <a:lnTo>
                  <a:pt x="1036253" y="9881"/>
                </a:lnTo>
                <a:lnTo>
                  <a:pt x="1035775" y="9920"/>
                </a:lnTo>
                <a:lnTo>
                  <a:pt x="1035306" y="9971"/>
                </a:lnTo>
                <a:lnTo>
                  <a:pt x="1034845" y="10033"/>
                </a:lnTo>
                <a:lnTo>
                  <a:pt x="1034394" y="10106"/>
                </a:lnTo>
                <a:lnTo>
                  <a:pt x="1033951" y="10191"/>
                </a:lnTo>
                <a:lnTo>
                  <a:pt x="1033518" y="10287"/>
                </a:lnTo>
                <a:lnTo>
                  <a:pt x="1033094" y="10394"/>
                </a:lnTo>
                <a:lnTo>
                  <a:pt x="1032678" y="10512"/>
                </a:lnTo>
                <a:lnTo>
                  <a:pt x="1032272" y="10642"/>
                </a:lnTo>
                <a:lnTo>
                  <a:pt x="1031875" y="10782"/>
                </a:lnTo>
                <a:lnTo>
                  <a:pt x="1031486" y="10935"/>
                </a:lnTo>
                <a:lnTo>
                  <a:pt x="1031107" y="11098"/>
                </a:lnTo>
                <a:lnTo>
                  <a:pt x="1030737" y="11273"/>
                </a:lnTo>
                <a:lnTo>
                  <a:pt x="1030376" y="11459"/>
                </a:lnTo>
                <a:lnTo>
                  <a:pt x="1030023" y="11656"/>
                </a:lnTo>
                <a:lnTo>
                  <a:pt x="1029680" y="11864"/>
                </a:lnTo>
                <a:lnTo>
                  <a:pt x="1029346" y="12084"/>
                </a:lnTo>
                <a:lnTo>
                  <a:pt x="1029021" y="12315"/>
                </a:lnTo>
                <a:lnTo>
                  <a:pt x="1028705" y="12557"/>
                </a:lnTo>
                <a:lnTo>
                  <a:pt x="1028398" y="12811"/>
                </a:lnTo>
                <a:lnTo>
                  <a:pt x="1028100" y="13076"/>
                </a:lnTo>
                <a:lnTo>
                  <a:pt x="1027812" y="13350"/>
                </a:lnTo>
                <a:lnTo>
                  <a:pt x="1027537" y="13632"/>
                </a:lnTo>
                <a:lnTo>
                  <a:pt x="1027274" y="13923"/>
                </a:lnTo>
                <a:lnTo>
                  <a:pt x="1027023" y="14221"/>
                </a:lnTo>
                <a:lnTo>
                  <a:pt x="1026785" y="14528"/>
                </a:lnTo>
                <a:lnTo>
                  <a:pt x="1026558" y="14842"/>
                </a:lnTo>
                <a:lnTo>
                  <a:pt x="1026344" y="15165"/>
                </a:lnTo>
                <a:lnTo>
                  <a:pt x="1026142" y="15495"/>
                </a:lnTo>
                <a:lnTo>
                  <a:pt x="1025953" y="15834"/>
                </a:lnTo>
                <a:lnTo>
                  <a:pt x="1025775" y="16181"/>
                </a:lnTo>
                <a:lnTo>
                  <a:pt x="1025610" y="16536"/>
                </a:lnTo>
                <a:lnTo>
                  <a:pt x="1025457" y="16899"/>
                </a:lnTo>
                <a:lnTo>
                  <a:pt x="1025317" y="17270"/>
                </a:lnTo>
                <a:lnTo>
                  <a:pt x="1025188" y="17649"/>
                </a:lnTo>
                <a:lnTo>
                  <a:pt x="1025072" y="18036"/>
                </a:lnTo>
                <a:lnTo>
                  <a:pt x="1024968" y="18431"/>
                </a:lnTo>
                <a:lnTo>
                  <a:pt x="1024876" y="18834"/>
                </a:lnTo>
                <a:lnTo>
                  <a:pt x="1024797" y="19245"/>
                </a:lnTo>
                <a:lnTo>
                  <a:pt x="1024730" y="19664"/>
                </a:lnTo>
                <a:lnTo>
                  <a:pt x="1024675" y="20092"/>
                </a:lnTo>
                <a:lnTo>
                  <a:pt x="1024632" y="20527"/>
                </a:lnTo>
                <a:lnTo>
                  <a:pt x="1024601" y="20971"/>
                </a:lnTo>
                <a:lnTo>
                  <a:pt x="1024583" y="21422"/>
                </a:lnTo>
                <a:lnTo>
                  <a:pt x="1024577" y="21882"/>
                </a:lnTo>
                <a:lnTo>
                  <a:pt x="1024583" y="22326"/>
                </a:lnTo>
                <a:lnTo>
                  <a:pt x="1024601" y="22763"/>
                </a:lnTo>
                <a:lnTo>
                  <a:pt x="1024632" y="23192"/>
                </a:lnTo>
                <a:lnTo>
                  <a:pt x="1024675" y="23613"/>
                </a:lnTo>
                <a:lnTo>
                  <a:pt x="1024730" y="24026"/>
                </a:lnTo>
                <a:lnTo>
                  <a:pt x="1024797" y="24432"/>
                </a:lnTo>
                <a:lnTo>
                  <a:pt x="1024876" y="24830"/>
                </a:lnTo>
                <a:lnTo>
                  <a:pt x="1024968" y="25220"/>
                </a:lnTo>
                <a:lnTo>
                  <a:pt x="1025072" y="25603"/>
                </a:lnTo>
                <a:lnTo>
                  <a:pt x="1025188" y="25978"/>
                </a:lnTo>
                <a:lnTo>
                  <a:pt x="1025317" y="26345"/>
                </a:lnTo>
                <a:lnTo>
                  <a:pt x="1025457" y="26704"/>
                </a:lnTo>
                <a:lnTo>
                  <a:pt x="1025610" y="27056"/>
                </a:lnTo>
                <a:lnTo>
                  <a:pt x="1025775" y="27399"/>
                </a:lnTo>
                <a:lnTo>
                  <a:pt x="1025953" y="27736"/>
                </a:lnTo>
                <a:lnTo>
                  <a:pt x="1026142" y="28064"/>
                </a:lnTo>
                <a:lnTo>
                  <a:pt x="1026344" y="28385"/>
                </a:lnTo>
                <a:lnTo>
                  <a:pt x="1026558" y="28698"/>
                </a:lnTo>
                <a:lnTo>
                  <a:pt x="1026785" y="29003"/>
                </a:lnTo>
                <a:lnTo>
                  <a:pt x="1027023" y="29300"/>
                </a:lnTo>
                <a:lnTo>
                  <a:pt x="1027274" y="29590"/>
                </a:lnTo>
                <a:lnTo>
                  <a:pt x="1027537" y="29872"/>
                </a:lnTo>
                <a:lnTo>
                  <a:pt x="1027812" y="30146"/>
                </a:lnTo>
                <a:lnTo>
                  <a:pt x="1028100" y="30413"/>
                </a:lnTo>
                <a:lnTo>
                  <a:pt x="1028398" y="30670"/>
                </a:lnTo>
                <a:lnTo>
                  <a:pt x="1028705" y="30916"/>
                </a:lnTo>
                <a:lnTo>
                  <a:pt x="1029021" y="31152"/>
                </a:lnTo>
                <a:lnTo>
                  <a:pt x="1029346" y="31376"/>
                </a:lnTo>
                <a:lnTo>
                  <a:pt x="1029680" y="31590"/>
                </a:lnTo>
                <a:lnTo>
                  <a:pt x="1030023" y="31792"/>
                </a:lnTo>
                <a:lnTo>
                  <a:pt x="1030376" y="31984"/>
                </a:lnTo>
                <a:lnTo>
                  <a:pt x="1030737" y="32164"/>
                </a:lnTo>
                <a:lnTo>
                  <a:pt x="1031107" y="32334"/>
                </a:lnTo>
                <a:lnTo>
                  <a:pt x="1031486" y="32493"/>
                </a:lnTo>
                <a:lnTo>
                  <a:pt x="1031875" y="32640"/>
                </a:lnTo>
                <a:lnTo>
                  <a:pt x="1032272" y="32777"/>
                </a:lnTo>
                <a:lnTo>
                  <a:pt x="1032678" y="32903"/>
                </a:lnTo>
                <a:lnTo>
                  <a:pt x="1033094" y="33018"/>
                </a:lnTo>
                <a:lnTo>
                  <a:pt x="1033518" y="33122"/>
                </a:lnTo>
                <a:lnTo>
                  <a:pt x="1033951" y="33215"/>
                </a:lnTo>
                <a:lnTo>
                  <a:pt x="1034394" y="33297"/>
                </a:lnTo>
                <a:lnTo>
                  <a:pt x="1034845" y="33368"/>
                </a:lnTo>
                <a:lnTo>
                  <a:pt x="1035306" y="33428"/>
                </a:lnTo>
                <a:lnTo>
                  <a:pt x="1035775" y="33478"/>
                </a:lnTo>
                <a:lnTo>
                  <a:pt x="1036253" y="33516"/>
                </a:lnTo>
                <a:lnTo>
                  <a:pt x="1036741" y="33543"/>
                </a:lnTo>
                <a:lnTo>
                  <a:pt x="1037237" y="33560"/>
                </a:lnTo>
                <a:lnTo>
                  <a:pt x="1037743" y="33565"/>
                </a:lnTo>
                <a:lnTo>
                  <a:pt x="1038248" y="33560"/>
                </a:lnTo>
                <a:lnTo>
                  <a:pt x="1038745" y="33543"/>
                </a:lnTo>
                <a:lnTo>
                  <a:pt x="1039232" y="33516"/>
                </a:lnTo>
                <a:lnTo>
                  <a:pt x="1039710" y="33478"/>
                </a:lnTo>
                <a:lnTo>
                  <a:pt x="1040179" y="33428"/>
                </a:lnTo>
                <a:close/>
                <a:moveTo>
                  <a:pt x="1606973" y="82204"/>
                </a:moveTo>
                <a:lnTo>
                  <a:pt x="1608059" y="81556"/>
                </a:lnTo>
                <a:lnTo>
                  <a:pt x="1609115" y="80906"/>
                </a:lnTo>
                <a:lnTo>
                  <a:pt x="1610140" y="80253"/>
                </a:lnTo>
                <a:lnTo>
                  <a:pt x="1611135" y="79598"/>
                </a:lnTo>
                <a:lnTo>
                  <a:pt x="1612100" y="78941"/>
                </a:lnTo>
                <a:lnTo>
                  <a:pt x="1613034" y="78281"/>
                </a:lnTo>
                <a:lnTo>
                  <a:pt x="1613939" y="77620"/>
                </a:lnTo>
                <a:lnTo>
                  <a:pt x="1614813" y="76956"/>
                </a:lnTo>
                <a:lnTo>
                  <a:pt x="1615656" y="76289"/>
                </a:lnTo>
                <a:lnTo>
                  <a:pt x="1616470" y="75621"/>
                </a:lnTo>
                <a:lnTo>
                  <a:pt x="1617253" y="74950"/>
                </a:lnTo>
                <a:lnTo>
                  <a:pt x="1618006" y="74277"/>
                </a:lnTo>
                <a:lnTo>
                  <a:pt x="1618729" y="73602"/>
                </a:lnTo>
                <a:lnTo>
                  <a:pt x="1619421" y="72924"/>
                </a:lnTo>
                <a:lnTo>
                  <a:pt x="1620083" y="72245"/>
                </a:lnTo>
                <a:lnTo>
                  <a:pt x="1620715" y="71563"/>
                </a:lnTo>
                <a:lnTo>
                  <a:pt x="1621317" y="70879"/>
                </a:lnTo>
                <a:lnTo>
                  <a:pt x="1621888" y="70192"/>
                </a:lnTo>
                <a:lnTo>
                  <a:pt x="1622433" y="69498"/>
                </a:lnTo>
                <a:lnTo>
                  <a:pt x="1622955" y="68793"/>
                </a:lnTo>
                <a:lnTo>
                  <a:pt x="1623453" y="68075"/>
                </a:lnTo>
                <a:lnTo>
                  <a:pt x="1623929" y="67345"/>
                </a:lnTo>
                <a:lnTo>
                  <a:pt x="1624381" y="66604"/>
                </a:lnTo>
                <a:lnTo>
                  <a:pt x="1624810" y="65851"/>
                </a:lnTo>
                <a:lnTo>
                  <a:pt x="1625216" y="65085"/>
                </a:lnTo>
                <a:lnTo>
                  <a:pt x="1625598" y="64308"/>
                </a:lnTo>
                <a:lnTo>
                  <a:pt x="1625958" y="63519"/>
                </a:lnTo>
                <a:lnTo>
                  <a:pt x="1626294" y="62718"/>
                </a:lnTo>
                <a:lnTo>
                  <a:pt x="1626607" y="61905"/>
                </a:lnTo>
                <a:lnTo>
                  <a:pt x="1626897" y="61081"/>
                </a:lnTo>
                <a:lnTo>
                  <a:pt x="1627163" y="60244"/>
                </a:lnTo>
                <a:lnTo>
                  <a:pt x="1627407" y="59395"/>
                </a:lnTo>
                <a:lnTo>
                  <a:pt x="1627627" y="58535"/>
                </a:lnTo>
                <a:lnTo>
                  <a:pt x="1627824" y="57662"/>
                </a:lnTo>
                <a:lnTo>
                  <a:pt x="1627998" y="56778"/>
                </a:lnTo>
                <a:lnTo>
                  <a:pt x="1628149" y="55882"/>
                </a:lnTo>
                <a:lnTo>
                  <a:pt x="1628276" y="54974"/>
                </a:lnTo>
                <a:lnTo>
                  <a:pt x="1628381" y="54054"/>
                </a:lnTo>
                <a:lnTo>
                  <a:pt x="1628462" y="53122"/>
                </a:lnTo>
                <a:lnTo>
                  <a:pt x="1628520" y="52178"/>
                </a:lnTo>
                <a:lnTo>
                  <a:pt x="1628555" y="51222"/>
                </a:lnTo>
                <a:lnTo>
                  <a:pt x="1628566" y="50254"/>
                </a:lnTo>
                <a:lnTo>
                  <a:pt x="1628558" y="49394"/>
                </a:lnTo>
                <a:lnTo>
                  <a:pt x="1628534" y="48543"/>
                </a:lnTo>
                <a:lnTo>
                  <a:pt x="1628494" y="47702"/>
                </a:lnTo>
                <a:lnTo>
                  <a:pt x="1628437" y="46870"/>
                </a:lnTo>
                <a:lnTo>
                  <a:pt x="1628365" y="46048"/>
                </a:lnTo>
                <a:lnTo>
                  <a:pt x="1628276" y="45236"/>
                </a:lnTo>
                <a:lnTo>
                  <a:pt x="1628172" y="44433"/>
                </a:lnTo>
                <a:lnTo>
                  <a:pt x="1628051" y="43640"/>
                </a:lnTo>
                <a:lnTo>
                  <a:pt x="1627914" y="42857"/>
                </a:lnTo>
                <a:lnTo>
                  <a:pt x="1627761" y="42083"/>
                </a:lnTo>
                <a:lnTo>
                  <a:pt x="1627592" y="41319"/>
                </a:lnTo>
                <a:lnTo>
                  <a:pt x="1627407" y="40565"/>
                </a:lnTo>
                <a:lnTo>
                  <a:pt x="1627206" y="39820"/>
                </a:lnTo>
                <a:lnTo>
                  <a:pt x="1626988" y="39085"/>
                </a:lnTo>
                <a:lnTo>
                  <a:pt x="1626755" y="38360"/>
                </a:lnTo>
                <a:lnTo>
                  <a:pt x="1626505" y="37644"/>
                </a:lnTo>
                <a:lnTo>
                  <a:pt x="1626239" y="36938"/>
                </a:lnTo>
                <a:lnTo>
                  <a:pt x="1625958" y="36242"/>
                </a:lnTo>
                <a:lnTo>
                  <a:pt x="1625660" y="35555"/>
                </a:lnTo>
                <a:lnTo>
                  <a:pt x="1625346" y="34878"/>
                </a:lnTo>
                <a:lnTo>
                  <a:pt x="1625015" y="34211"/>
                </a:lnTo>
                <a:lnTo>
                  <a:pt x="1624669" y="33553"/>
                </a:lnTo>
                <a:lnTo>
                  <a:pt x="1624307" y="32905"/>
                </a:lnTo>
                <a:lnTo>
                  <a:pt x="1623929" y="32266"/>
                </a:lnTo>
                <a:lnTo>
                  <a:pt x="1623535" y="31639"/>
                </a:lnTo>
                <a:lnTo>
                  <a:pt x="1623129" y="31024"/>
                </a:lnTo>
                <a:lnTo>
                  <a:pt x="1622709" y="30421"/>
                </a:lnTo>
                <a:lnTo>
                  <a:pt x="1622275" y="29830"/>
                </a:lnTo>
                <a:lnTo>
                  <a:pt x="1621828" y="29251"/>
                </a:lnTo>
                <a:lnTo>
                  <a:pt x="1621368" y="28685"/>
                </a:lnTo>
                <a:lnTo>
                  <a:pt x="1620893" y="28131"/>
                </a:lnTo>
                <a:lnTo>
                  <a:pt x="1620406" y="27589"/>
                </a:lnTo>
                <a:lnTo>
                  <a:pt x="1619904" y="27060"/>
                </a:lnTo>
                <a:lnTo>
                  <a:pt x="1619390" y="26542"/>
                </a:lnTo>
                <a:lnTo>
                  <a:pt x="1618861" y="26037"/>
                </a:lnTo>
                <a:lnTo>
                  <a:pt x="1618319" y="25545"/>
                </a:lnTo>
                <a:lnTo>
                  <a:pt x="1617764" y="25064"/>
                </a:lnTo>
                <a:lnTo>
                  <a:pt x="1617195" y="24596"/>
                </a:lnTo>
                <a:lnTo>
                  <a:pt x="1616613" y="24140"/>
                </a:lnTo>
                <a:lnTo>
                  <a:pt x="1616017" y="23696"/>
                </a:lnTo>
                <a:lnTo>
                  <a:pt x="1615407" y="23264"/>
                </a:lnTo>
                <a:lnTo>
                  <a:pt x="1614784" y="22845"/>
                </a:lnTo>
                <a:lnTo>
                  <a:pt x="1614148" y="22438"/>
                </a:lnTo>
                <a:lnTo>
                  <a:pt x="1613498" y="22043"/>
                </a:lnTo>
                <a:lnTo>
                  <a:pt x="1612834" y="21660"/>
                </a:lnTo>
                <a:lnTo>
                  <a:pt x="1612157" y="21290"/>
                </a:lnTo>
                <a:lnTo>
                  <a:pt x="1611466" y="20932"/>
                </a:lnTo>
                <a:lnTo>
                  <a:pt x="1610762" y="20586"/>
                </a:lnTo>
                <a:lnTo>
                  <a:pt x="1610046" y="20253"/>
                </a:lnTo>
                <a:lnTo>
                  <a:pt x="1609319" y="19934"/>
                </a:lnTo>
                <a:lnTo>
                  <a:pt x="1608581" y="19629"/>
                </a:lnTo>
                <a:lnTo>
                  <a:pt x="1607832" y="19339"/>
                </a:lnTo>
                <a:lnTo>
                  <a:pt x="1607072" y="19063"/>
                </a:lnTo>
                <a:lnTo>
                  <a:pt x="1606301" y="18800"/>
                </a:lnTo>
                <a:lnTo>
                  <a:pt x="1605519" y="18553"/>
                </a:lnTo>
                <a:lnTo>
                  <a:pt x="1604726" y="18319"/>
                </a:lnTo>
                <a:lnTo>
                  <a:pt x="1603922" y="18099"/>
                </a:lnTo>
                <a:lnTo>
                  <a:pt x="1603107" y="17894"/>
                </a:lnTo>
                <a:lnTo>
                  <a:pt x="1602282" y="17702"/>
                </a:lnTo>
                <a:lnTo>
                  <a:pt x="1601445" y="17525"/>
                </a:lnTo>
                <a:lnTo>
                  <a:pt x="1600597" y="17362"/>
                </a:lnTo>
                <a:lnTo>
                  <a:pt x="1599739" y="17214"/>
                </a:lnTo>
                <a:lnTo>
                  <a:pt x="1598869" y="17079"/>
                </a:lnTo>
                <a:lnTo>
                  <a:pt x="1597989" y="16959"/>
                </a:lnTo>
                <a:lnTo>
                  <a:pt x="1597097" y="16852"/>
                </a:lnTo>
                <a:lnTo>
                  <a:pt x="1596195" y="16760"/>
                </a:lnTo>
                <a:lnTo>
                  <a:pt x="1595281" y="16682"/>
                </a:lnTo>
                <a:lnTo>
                  <a:pt x="1594357" y="16619"/>
                </a:lnTo>
                <a:lnTo>
                  <a:pt x="1593422" y="16569"/>
                </a:lnTo>
                <a:lnTo>
                  <a:pt x="1592475" y="16534"/>
                </a:lnTo>
                <a:lnTo>
                  <a:pt x="1591518" y="16512"/>
                </a:lnTo>
                <a:lnTo>
                  <a:pt x="1590550" y="16505"/>
                </a:lnTo>
                <a:lnTo>
                  <a:pt x="1589582" y="16512"/>
                </a:lnTo>
                <a:lnTo>
                  <a:pt x="1588625" y="16534"/>
                </a:lnTo>
                <a:lnTo>
                  <a:pt x="1587678" y="16569"/>
                </a:lnTo>
                <a:lnTo>
                  <a:pt x="1586743" y="16619"/>
                </a:lnTo>
                <a:lnTo>
                  <a:pt x="1585819" y="16682"/>
                </a:lnTo>
                <a:lnTo>
                  <a:pt x="1584905" y="16760"/>
                </a:lnTo>
                <a:lnTo>
                  <a:pt x="1584003" y="16852"/>
                </a:lnTo>
                <a:lnTo>
                  <a:pt x="1583111" y="16959"/>
                </a:lnTo>
                <a:lnTo>
                  <a:pt x="1582231" y="17079"/>
                </a:lnTo>
                <a:lnTo>
                  <a:pt x="1581361" y="17214"/>
                </a:lnTo>
                <a:lnTo>
                  <a:pt x="1580502" y="17362"/>
                </a:lnTo>
                <a:lnTo>
                  <a:pt x="1579655" y="17525"/>
                </a:lnTo>
                <a:lnTo>
                  <a:pt x="1578818" y="17702"/>
                </a:lnTo>
                <a:lnTo>
                  <a:pt x="1577992" y="17894"/>
                </a:lnTo>
                <a:lnTo>
                  <a:pt x="1577177" y="18099"/>
                </a:lnTo>
                <a:lnTo>
                  <a:pt x="1576373" y="18319"/>
                </a:lnTo>
                <a:lnTo>
                  <a:pt x="1575580" y="18553"/>
                </a:lnTo>
                <a:lnTo>
                  <a:pt x="1574798" y="18800"/>
                </a:lnTo>
                <a:lnTo>
                  <a:pt x="1574027" y="19063"/>
                </a:lnTo>
                <a:lnTo>
                  <a:pt x="1573266" y="19339"/>
                </a:lnTo>
                <a:lnTo>
                  <a:pt x="1572517" y="19629"/>
                </a:lnTo>
                <a:lnTo>
                  <a:pt x="1571779" y="19934"/>
                </a:lnTo>
                <a:lnTo>
                  <a:pt x="1571052" y="20253"/>
                </a:lnTo>
                <a:lnTo>
                  <a:pt x="1570335" y="20586"/>
                </a:lnTo>
                <a:lnTo>
                  <a:pt x="1569631" y="20932"/>
                </a:lnTo>
                <a:lnTo>
                  <a:pt x="1568941" y="21290"/>
                </a:lnTo>
                <a:lnTo>
                  <a:pt x="1568264" y="21660"/>
                </a:lnTo>
                <a:lnTo>
                  <a:pt x="1567600" y="22043"/>
                </a:lnTo>
                <a:lnTo>
                  <a:pt x="1566950" y="22438"/>
                </a:lnTo>
                <a:lnTo>
                  <a:pt x="1566314" y="22845"/>
                </a:lnTo>
                <a:lnTo>
                  <a:pt x="1565691" y="23264"/>
                </a:lnTo>
                <a:lnTo>
                  <a:pt x="1565082" y="23696"/>
                </a:lnTo>
                <a:lnTo>
                  <a:pt x="1564486" y="24140"/>
                </a:lnTo>
                <a:lnTo>
                  <a:pt x="1563903" y="24596"/>
                </a:lnTo>
                <a:lnTo>
                  <a:pt x="1563335" y="25064"/>
                </a:lnTo>
                <a:lnTo>
                  <a:pt x="1562779" y="25545"/>
                </a:lnTo>
                <a:lnTo>
                  <a:pt x="1562237" y="26037"/>
                </a:lnTo>
                <a:lnTo>
                  <a:pt x="1561709" y="26542"/>
                </a:lnTo>
                <a:lnTo>
                  <a:pt x="1561194" y="27060"/>
                </a:lnTo>
                <a:lnTo>
                  <a:pt x="1560693" y="27589"/>
                </a:lnTo>
                <a:lnTo>
                  <a:pt x="1560205" y="28131"/>
                </a:lnTo>
                <a:lnTo>
                  <a:pt x="1559731" y="28685"/>
                </a:lnTo>
                <a:lnTo>
                  <a:pt x="1559270" y="29251"/>
                </a:lnTo>
                <a:lnTo>
                  <a:pt x="1558823" y="29830"/>
                </a:lnTo>
                <a:lnTo>
                  <a:pt x="1558389" y="30421"/>
                </a:lnTo>
                <a:lnTo>
                  <a:pt x="1557969" y="31024"/>
                </a:lnTo>
                <a:lnTo>
                  <a:pt x="1557562" y="31639"/>
                </a:lnTo>
                <a:lnTo>
                  <a:pt x="1557169" y="32266"/>
                </a:lnTo>
                <a:lnTo>
                  <a:pt x="1556791" y="32905"/>
                </a:lnTo>
                <a:lnTo>
                  <a:pt x="1556429" y="33553"/>
                </a:lnTo>
                <a:lnTo>
                  <a:pt x="1556082" y="34211"/>
                </a:lnTo>
                <a:lnTo>
                  <a:pt x="1555753" y="34878"/>
                </a:lnTo>
                <a:lnTo>
                  <a:pt x="1555439" y="35555"/>
                </a:lnTo>
                <a:lnTo>
                  <a:pt x="1555141" y="36242"/>
                </a:lnTo>
                <a:lnTo>
                  <a:pt x="1554859" y="36938"/>
                </a:lnTo>
                <a:lnTo>
                  <a:pt x="1554594" y="37644"/>
                </a:lnTo>
                <a:lnTo>
                  <a:pt x="1554344" y="38360"/>
                </a:lnTo>
                <a:lnTo>
                  <a:pt x="1554111" y="39085"/>
                </a:lnTo>
                <a:lnTo>
                  <a:pt x="1553894" y="39820"/>
                </a:lnTo>
                <a:lnTo>
                  <a:pt x="1553693" y="40565"/>
                </a:lnTo>
                <a:lnTo>
                  <a:pt x="1553508" y="41319"/>
                </a:lnTo>
                <a:lnTo>
                  <a:pt x="1553339" y="42083"/>
                </a:lnTo>
                <a:lnTo>
                  <a:pt x="1553186" y="42857"/>
                </a:lnTo>
                <a:lnTo>
                  <a:pt x="1553049" y="43640"/>
                </a:lnTo>
                <a:lnTo>
                  <a:pt x="1552928" y="44433"/>
                </a:lnTo>
                <a:lnTo>
                  <a:pt x="1552824" y="45236"/>
                </a:lnTo>
                <a:lnTo>
                  <a:pt x="1552735" y="46048"/>
                </a:lnTo>
                <a:lnTo>
                  <a:pt x="1552663" y="46870"/>
                </a:lnTo>
                <a:lnTo>
                  <a:pt x="1552606" y="47702"/>
                </a:lnTo>
                <a:lnTo>
                  <a:pt x="1552566" y="48543"/>
                </a:lnTo>
                <a:lnTo>
                  <a:pt x="1552542" y="49394"/>
                </a:lnTo>
                <a:lnTo>
                  <a:pt x="1552534" y="50254"/>
                </a:lnTo>
                <a:lnTo>
                  <a:pt x="1552545" y="51222"/>
                </a:lnTo>
                <a:lnTo>
                  <a:pt x="1552580" y="52178"/>
                </a:lnTo>
                <a:lnTo>
                  <a:pt x="1552638" y="53123"/>
                </a:lnTo>
                <a:lnTo>
                  <a:pt x="1552719" y="54056"/>
                </a:lnTo>
                <a:lnTo>
                  <a:pt x="1552824" y="54978"/>
                </a:lnTo>
                <a:lnTo>
                  <a:pt x="1552951" y="55888"/>
                </a:lnTo>
                <a:lnTo>
                  <a:pt x="1553102" y="56786"/>
                </a:lnTo>
                <a:lnTo>
                  <a:pt x="1553276" y="57672"/>
                </a:lnTo>
                <a:lnTo>
                  <a:pt x="1553473" y="58548"/>
                </a:lnTo>
                <a:lnTo>
                  <a:pt x="1553693" y="59411"/>
                </a:lnTo>
                <a:lnTo>
                  <a:pt x="1553936" y="60263"/>
                </a:lnTo>
                <a:lnTo>
                  <a:pt x="1554203" y="61103"/>
                </a:lnTo>
                <a:lnTo>
                  <a:pt x="1554492" y="61932"/>
                </a:lnTo>
                <a:lnTo>
                  <a:pt x="1554805" y="62749"/>
                </a:lnTo>
                <a:lnTo>
                  <a:pt x="1555141" y="63555"/>
                </a:lnTo>
                <a:lnTo>
                  <a:pt x="1555501" y="64349"/>
                </a:lnTo>
                <a:lnTo>
                  <a:pt x="1555883" y="65131"/>
                </a:lnTo>
                <a:lnTo>
                  <a:pt x="1556289" y="65902"/>
                </a:lnTo>
                <a:lnTo>
                  <a:pt x="1556717" y="66661"/>
                </a:lnTo>
                <a:lnTo>
                  <a:pt x="1557169" y="67408"/>
                </a:lnTo>
                <a:lnTo>
                  <a:pt x="1557645" y="68144"/>
                </a:lnTo>
                <a:lnTo>
                  <a:pt x="1558143" y="68869"/>
                </a:lnTo>
                <a:lnTo>
                  <a:pt x="1558664" y="69581"/>
                </a:lnTo>
                <a:lnTo>
                  <a:pt x="1559209" y="70283"/>
                </a:lnTo>
                <a:lnTo>
                  <a:pt x="1559780" y="70976"/>
                </a:lnTo>
                <a:lnTo>
                  <a:pt x="1560379" y="71666"/>
                </a:lnTo>
                <a:lnTo>
                  <a:pt x="1561006" y="72351"/>
                </a:lnTo>
                <a:lnTo>
                  <a:pt x="1561661" y="73033"/>
                </a:lnTo>
                <a:lnTo>
                  <a:pt x="1562345" y="73711"/>
                </a:lnTo>
                <a:lnTo>
                  <a:pt x="1563058" y="74385"/>
                </a:lnTo>
                <a:lnTo>
                  <a:pt x="1563798" y="75056"/>
                </a:lnTo>
                <a:lnTo>
                  <a:pt x="1564567" y="75722"/>
                </a:lnTo>
                <a:lnTo>
                  <a:pt x="1565364" y="76385"/>
                </a:lnTo>
                <a:lnTo>
                  <a:pt x="1566190" y="77043"/>
                </a:lnTo>
                <a:lnTo>
                  <a:pt x="1567044" y="77698"/>
                </a:lnTo>
                <a:lnTo>
                  <a:pt x="1567926" y="78349"/>
                </a:lnTo>
                <a:lnTo>
                  <a:pt x="1568836" y="78996"/>
                </a:lnTo>
                <a:lnTo>
                  <a:pt x="1569775" y="79640"/>
                </a:lnTo>
                <a:lnTo>
                  <a:pt x="1570742" y="80279"/>
                </a:lnTo>
                <a:lnTo>
                  <a:pt x="1571737" y="80914"/>
                </a:lnTo>
                <a:lnTo>
                  <a:pt x="1572761" y="81546"/>
                </a:lnTo>
                <a:lnTo>
                  <a:pt x="1573813" y="82174"/>
                </a:lnTo>
                <a:lnTo>
                  <a:pt x="1574893" y="82798"/>
                </a:lnTo>
                <a:lnTo>
                  <a:pt x="1576002" y="83418"/>
                </a:lnTo>
                <a:lnTo>
                  <a:pt x="1576599" y="83741"/>
                </a:lnTo>
                <a:lnTo>
                  <a:pt x="1576020" y="84024"/>
                </a:lnTo>
                <a:lnTo>
                  <a:pt x="1574871" y="84605"/>
                </a:lnTo>
                <a:lnTo>
                  <a:pt x="1573748" y="85193"/>
                </a:lnTo>
                <a:lnTo>
                  <a:pt x="1572651" y="85788"/>
                </a:lnTo>
                <a:lnTo>
                  <a:pt x="1571582" y="86389"/>
                </a:lnTo>
                <a:lnTo>
                  <a:pt x="1570539" y="86996"/>
                </a:lnTo>
                <a:lnTo>
                  <a:pt x="1569522" y="87610"/>
                </a:lnTo>
                <a:lnTo>
                  <a:pt x="1568533" y="88230"/>
                </a:lnTo>
                <a:lnTo>
                  <a:pt x="1567570" y="88856"/>
                </a:lnTo>
                <a:lnTo>
                  <a:pt x="1566634" y="89489"/>
                </a:lnTo>
                <a:lnTo>
                  <a:pt x="1565725" y="90129"/>
                </a:lnTo>
                <a:lnTo>
                  <a:pt x="1564842" y="90775"/>
                </a:lnTo>
                <a:lnTo>
                  <a:pt x="1563986" y="91427"/>
                </a:lnTo>
                <a:lnTo>
                  <a:pt x="1563157" y="92086"/>
                </a:lnTo>
                <a:lnTo>
                  <a:pt x="1562354" y="92751"/>
                </a:lnTo>
                <a:lnTo>
                  <a:pt x="1561579" y="93423"/>
                </a:lnTo>
                <a:lnTo>
                  <a:pt x="1560830" y="94101"/>
                </a:lnTo>
                <a:lnTo>
                  <a:pt x="1560107" y="94786"/>
                </a:lnTo>
                <a:lnTo>
                  <a:pt x="1559412" y="95477"/>
                </a:lnTo>
                <a:lnTo>
                  <a:pt x="1558743" y="96174"/>
                </a:lnTo>
                <a:lnTo>
                  <a:pt x="1558100" y="96878"/>
                </a:lnTo>
                <a:lnTo>
                  <a:pt x="1557485" y="97589"/>
                </a:lnTo>
                <a:lnTo>
                  <a:pt x="1556896" y="98306"/>
                </a:lnTo>
                <a:lnTo>
                  <a:pt x="1556334" y="99029"/>
                </a:lnTo>
                <a:lnTo>
                  <a:pt x="1555797" y="99761"/>
                </a:lnTo>
                <a:lnTo>
                  <a:pt x="1555283" y="100505"/>
                </a:lnTo>
                <a:lnTo>
                  <a:pt x="1554791" y="101260"/>
                </a:lnTo>
                <a:lnTo>
                  <a:pt x="1554323" y="102027"/>
                </a:lnTo>
                <a:lnTo>
                  <a:pt x="1553877" y="102805"/>
                </a:lnTo>
                <a:lnTo>
                  <a:pt x="1553455" y="103595"/>
                </a:lnTo>
                <a:lnTo>
                  <a:pt x="1553055" y="104397"/>
                </a:lnTo>
                <a:lnTo>
                  <a:pt x="1552678" y="105210"/>
                </a:lnTo>
                <a:lnTo>
                  <a:pt x="1552323" y="106035"/>
                </a:lnTo>
                <a:lnTo>
                  <a:pt x="1551992" y="106871"/>
                </a:lnTo>
                <a:lnTo>
                  <a:pt x="1551683" y="107719"/>
                </a:lnTo>
                <a:lnTo>
                  <a:pt x="1551398" y="108578"/>
                </a:lnTo>
                <a:lnTo>
                  <a:pt x="1551135" y="109449"/>
                </a:lnTo>
                <a:lnTo>
                  <a:pt x="1550895" y="110332"/>
                </a:lnTo>
                <a:lnTo>
                  <a:pt x="1550678" y="111226"/>
                </a:lnTo>
                <a:lnTo>
                  <a:pt x="1550484" y="112132"/>
                </a:lnTo>
                <a:lnTo>
                  <a:pt x="1550312" y="113049"/>
                </a:lnTo>
                <a:lnTo>
                  <a:pt x="1550164" y="113978"/>
                </a:lnTo>
                <a:lnTo>
                  <a:pt x="1550038" y="114919"/>
                </a:lnTo>
                <a:lnTo>
                  <a:pt x="1549935" y="115871"/>
                </a:lnTo>
                <a:lnTo>
                  <a:pt x="1549855" y="116835"/>
                </a:lnTo>
                <a:lnTo>
                  <a:pt x="1549798" y="117810"/>
                </a:lnTo>
                <a:lnTo>
                  <a:pt x="1549764" y="118797"/>
                </a:lnTo>
                <a:lnTo>
                  <a:pt x="1549752" y="119796"/>
                </a:lnTo>
                <a:lnTo>
                  <a:pt x="1549761" y="120703"/>
                </a:lnTo>
                <a:lnTo>
                  <a:pt x="1549787" y="121600"/>
                </a:lnTo>
                <a:lnTo>
                  <a:pt x="1549831" y="122488"/>
                </a:lnTo>
                <a:lnTo>
                  <a:pt x="1549891" y="123366"/>
                </a:lnTo>
                <a:lnTo>
                  <a:pt x="1549970" y="124234"/>
                </a:lnTo>
                <a:lnTo>
                  <a:pt x="1550065" y="125093"/>
                </a:lnTo>
                <a:lnTo>
                  <a:pt x="1550178" y="125942"/>
                </a:lnTo>
                <a:lnTo>
                  <a:pt x="1550309" y="126781"/>
                </a:lnTo>
                <a:lnTo>
                  <a:pt x="1550456" y="127611"/>
                </a:lnTo>
                <a:lnTo>
                  <a:pt x="1550621" y="128431"/>
                </a:lnTo>
                <a:lnTo>
                  <a:pt x="1550804" y="129242"/>
                </a:lnTo>
                <a:lnTo>
                  <a:pt x="1551004" y="130042"/>
                </a:lnTo>
                <a:lnTo>
                  <a:pt x="1551221" y="130834"/>
                </a:lnTo>
                <a:lnTo>
                  <a:pt x="1551456" y="131615"/>
                </a:lnTo>
                <a:lnTo>
                  <a:pt x="1551708" y="132387"/>
                </a:lnTo>
                <a:lnTo>
                  <a:pt x="1551977" y="133149"/>
                </a:lnTo>
                <a:lnTo>
                  <a:pt x="1552264" y="133902"/>
                </a:lnTo>
                <a:lnTo>
                  <a:pt x="1552568" y="134644"/>
                </a:lnTo>
                <a:lnTo>
                  <a:pt x="1552890" y="135378"/>
                </a:lnTo>
                <a:lnTo>
                  <a:pt x="1553228" y="136101"/>
                </a:lnTo>
                <a:lnTo>
                  <a:pt x="1553585" y="136815"/>
                </a:lnTo>
                <a:lnTo>
                  <a:pt x="1553958" y="137519"/>
                </a:lnTo>
                <a:lnTo>
                  <a:pt x="1554350" y="138214"/>
                </a:lnTo>
                <a:lnTo>
                  <a:pt x="1554758" y="138899"/>
                </a:lnTo>
                <a:lnTo>
                  <a:pt x="1555183" y="139572"/>
                </a:lnTo>
                <a:lnTo>
                  <a:pt x="1555622" y="140232"/>
                </a:lnTo>
                <a:lnTo>
                  <a:pt x="1556075" y="140879"/>
                </a:lnTo>
                <a:lnTo>
                  <a:pt x="1556543" y="141512"/>
                </a:lnTo>
                <a:lnTo>
                  <a:pt x="1557026" y="142133"/>
                </a:lnTo>
                <a:lnTo>
                  <a:pt x="1557523" y="142740"/>
                </a:lnTo>
                <a:lnTo>
                  <a:pt x="1558034" y="143334"/>
                </a:lnTo>
                <a:lnTo>
                  <a:pt x="1558560" y="143915"/>
                </a:lnTo>
                <a:lnTo>
                  <a:pt x="1559101" y="144483"/>
                </a:lnTo>
                <a:lnTo>
                  <a:pt x="1559656" y="145037"/>
                </a:lnTo>
                <a:lnTo>
                  <a:pt x="1560225" y="145578"/>
                </a:lnTo>
                <a:lnTo>
                  <a:pt x="1560809" y="146106"/>
                </a:lnTo>
                <a:lnTo>
                  <a:pt x="1561408" y="146621"/>
                </a:lnTo>
                <a:lnTo>
                  <a:pt x="1562020" y="147123"/>
                </a:lnTo>
                <a:lnTo>
                  <a:pt x="1562648" y="147611"/>
                </a:lnTo>
                <a:lnTo>
                  <a:pt x="1563290" y="148087"/>
                </a:lnTo>
                <a:lnTo>
                  <a:pt x="1563946" y="148549"/>
                </a:lnTo>
                <a:lnTo>
                  <a:pt x="1564617" y="148998"/>
                </a:lnTo>
                <a:lnTo>
                  <a:pt x="1565302" y="149433"/>
                </a:lnTo>
                <a:lnTo>
                  <a:pt x="1566002" y="149856"/>
                </a:lnTo>
                <a:lnTo>
                  <a:pt x="1566716" y="150265"/>
                </a:lnTo>
                <a:lnTo>
                  <a:pt x="1567445" y="150661"/>
                </a:lnTo>
                <a:lnTo>
                  <a:pt x="1568188" y="151044"/>
                </a:lnTo>
                <a:lnTo>
                  <a:pt x="1568946" y="151414"/>
                </a:lnTo>
                <a:lnTo>
                  <a:pt x="1569716" y="151770"/>
                </a:lnTo>
                <a:lnTo>
                  <a:pt x="1570498" y="152110"/>
                </a:lnTo>
                <a:lnTo>
                  <a:pt x="1571291" y="152435"/>
                </a:lnTo>
                <a:lnTo>
                  <a:pt x="1572096" y="152746"/>
                </a:lnTo>
                <a:lnTo>
                  <a:pt x="1572911" y="153041"/>
                </a:lnTo>
                <a:lnTo>
                  <a:pt x="1573738" y="153320"/>
                </a:lnTo>
                <a:lnTo>
                  <a:pt x="1574576" y="153585"/>
                </a:lnTo>
                <a:lnTo>
                  <a:pt x="1575426" y="153835"/>
                </a:lnTo>
                <a:lnTo>
                  <a:pt x="1576287" y="154069"/>
                </a:lnTo>
                <a:lnTo>
                  <a:pt x="1577159" y="154289"/>
                </a:lnTo>
                <a:lnTo>
                  <a:pt x="1578042" y="154493"/>
                </a:lnTo>
                <a:lnTo>
                  <a:pt x="1578937" y="154682"/>
                </a:lnTo>
                <a:lnTo>
                  <a:pt x="1579842" y="154856"/>
                </a:lnTo>
                <a:lnTo>
                  <a:pt x="1580759" y="155015"/>
                </a:lnTo>
                <a:lnTo>
                  <a:pt x="1581688" y="155159"/>
                </a:lnTo>
                <a:lnTo>
                  <a:pt x="1582627" y="155287"/>
                </a:lnTo>
                <a:lnTo>
                  <a:pt x="1583578" y="155401"/>
                </a:lnTo>
                <a:lnTo>
                  <a:pt x="1584540" y="155499"/>
                </a:lnTo>
                <a:lnTo>
                  <a:pt x="1585514" y="155583"/>
                </a:lnTo>
                <a:lnTo>
                  <a:pt x="1586499" y="155651"/>
                </a:lnTo>
                <a:lnTo>
                  <a:pt x="1587495" y="155704"/>
                </a:lnTo>
                <a:lnTo>
                  <a:pt x="1588502" y="155741"/>
                </a:lnTo>
                <a:lnTo>
                  <a:pt x="1589520" y="155764"/>
                </a:lnTo>
                <a:lnTo>
                  <a:pt x="1590550" y="155772"/>
                </a:lnTo>
                <a:lnTo>
                  <a:pt x="1592097" y="155755"/>
                </a:lnTo>
                <a:lnTo>
                  <a:pt x="1593618" y="155704"/>
                </a:lnTo>
                <a:lnTo>
                  <a:pt x="1595112" y="155620"/>
                </a:lnTo>
                <a:lnTo>
                  <a:pt x="1596579" y="155501"/>
                </a:lnTo>
                <a:lnTo>
                  <a:pt x="1598020" y="155349"/>
                </a:lnTo>
                <a:lnTo>
                  <a:pt x="1599434" y="155163"/>
                </a:lnTo>
                <a:lnTo>
                  <a:pt x="1600821" y="154944"/>
                </a:lnTo>
                <a:lnTo>
                  <a:pt x="1602181" y="154690"/>
                </a:lnTo>
                <a:lnTo>
                  <a:pt x="1603515" y="154403"/>
                </a:lnTo>
                <a:lnTo>
                  <a:pt x="1604822" y="154082"/>
                </a:lnTo>
                <a:lnTo>
                  <a:pt x="1606102" y="153727"/>
                </a:lnTo>
                <a:lnTo>
                  <a:pt x="1607355" y="153338"/>
                </a:lnTo>
                <a:lnTo>
                  <a:pt x="1608582" y="152916"/>
                </a:lnTo>
                <a:lnTo>
                  <a:pt x="1609782" y="152459"/>
                </a:lnTo>
                <a:lnTo>
                  <a:pt x="1610955" y="151969"/>
                </a:lnTo>
                <a:lnTo>
                  <a:pt x="1612102" y="151445"/>
                </a:lnTo>
                <a:lnTo>
                  <a:pt x="1613222" y="150888"/>
                </a:lnTo>
                <a:lnTo>
                  <a:pt x="1614315" y="150296"/>
                </a:lnTo>
                <a:lnTo>
                  <a:pt x="1615381" y="149671"/>
                </a:lnTo>
                <a:lnTo>
                  <a:pt x="1616421" y="149012"/>
                </a:lnTo>
                <a:lnTo>
                  <a:pt x="1617434" y="148319"/>
                </a:lnTo>
                <a:lnTo>
                  <a:pt x="1618420" y="147592"/>
                </a:lnTo>
                <a:lnTo>
                  <a:pt x="1619379" y="146832"/>
                </a:lnTo>
                <a:lnTo>
                  <a:pt x="1620312" y="146038"/>
                </a:lnTo>
                <a:lnTo>
                  <a:pt x="1621213" y="145215"/>
                </a:lnTo>
                <a:lnTo>
                  <a:pt x="1622075" y="144368"/>
                </a:lnTo>
                <a:lnTo>
                  <a:pt x="1622899" y="143498"/>
                </a:lnTo>
                <a:lnTo>
                  <a:pt x="1623684" y="142604"/>
                </a:lnTo>
                <a:lnTo>
                  <a:pt x="1624431" y="141687"/>
                </a:lnTo>
                <a:lnTo>
                  <a:pt x="1625140" y="140746"/>
                </a:lnTo>
                <a:lnTo>
                  <a:pt x="1625811" y="139782"/>
                </a:lnTo>
                <a:lnTo>
                  <a:pt x="1626443" y="138794"/>
                </a:lnTo>
                <a:lnTo>
                  <a:pt x="1627037" y="137783"/>
                </a:lnTo>
                <a:lnTo>
                  <a:pt x="1627593" y="136749"/>
                </a:lnTo>
                <a:lnTo>
                  <a:pt x="1628110" y="135690"/>
                </a:lnTo>
                <a:lnTo>
                  <a:pt x="1628589" y="134609"/>
                </a:lnTo>
                <a:lnTo>
                  <a:pt x="1629030" y="133504"/>
                </a:lnTo>
                <a:lnTo>
                  <a:pt x="1629432" y="132375"/>
                </a:lnTo>
                <a:lnTo>
                  <a:pt x="1629796" y="131223"/>
                </a:lnTo>
                <a:lnTo>
                  <a:pt x="1630122" y="130047"/>
                </a:lnTo>
                <a:lnTo>
                  <a:pt x="1630409" y="128848"/>
                </a:lnTo>
                <a:lnTo>
                  <a:pt x="1630658" y="127625"/>
                </a:lnTo>
                <a:lnTo>
                  <a:pt x="1630869" y="126379"/>
                </a:lnTo>
                <a:lnTo>
                  <a:pt x="1631041" y="125109"/>
                </a:lnTo>
                <a:lnTo>
                  <a:pt x="1631175" y="123816"/>
                </a:lnTo>
                <a:lnTo>
                  <a:pt x="1631271" y="122500"/>
                </a:lnTo>
                <a:lnTo>
                  <a:pt x="1631329" y="121159"/>
                </a:lnTo>
                <a:lnTo>
                  <a:pt x="1631348" y="119796"/>
                </a:lnTo>
                <a:lnTo>
                  <a:pt x="1631336" y="118782"/>
                </a:lnTo>
                <a:lnTo>
                  <a:pt x="1631301" y="117780"/>
                </a:lnTo>
                <a:lnTo>
                  <a:pt x="1631243" y="116790"/>
                </a:lnTo>
                <a:lnTo>
                  <a:pt x="1631162" y="115811"/>
                </a:lnTo>
                <a:lnTo>
                  <a:pt x="1631058" y="114845"/>
                </a:lnTo>
                <a:lnTo>
                  <a:pt x="1630930" y="113891"/>
                </a:lnTo>
                <a:lnTo>
                  <a:pt x="1630780" y="112948"/>
                </a:lnTo>
                <a:lnTo>
                  <a:pt x="1630606" y="112018"/>
                </a:lnTo>
                <a:lnTo>
                  <a:pt x="1630409" y="111099"/>
                </a:lnTo>
                <a:lnTo>
                  <a:pt x="1630188" y="110193"/>
                </a:lnTo>
                <a:lnTo>
                  <a:pt x="1629945" y="109298"/>
                </a:lnTo>
                <a:lnTo>
                  <a:pt x="1629678" y="108415"/>
                </a:lnTo>
                <a:lnTo>
                  <a:pt x="1629388" y="107544"/>
                </a:lnTo>
                <a:lnTo>
                  <a:pt x="1629075" y="106685"/>
                </a:lnTo>
                <a:lnTo>
                  <a:pt x="1628739" y="105838"/>
                </a:lnTo>
                <a:lnTo>
                  <a:pt x="1628380" y="105002"/>
                </a:lnTo>
                <a:lnTo>
                  <a:pt x="1627997" y="104179"/>
                </a:lnTo>
                <a:lnTo>
                  <a:pt x="1627591" y="103367"/>
                </a:lnTo>
                <a:lnTo>
                  <a:pt x="1627163" y="102568"/>
                </a:lnTo>
                <a:lnTo>
                  <a:pt x="1626710" y="101780"/>
                </a:lnTo>
                <a:lnTo>
                  <a:pt x="1626235" y="101005"/>
                </a:lnTo>
                <a:lnTo>
                  <a:pt x="1625736" y="100241"/>
                </a:lnTo>
                <a:lnTo>
                  <a:pt x="1625215" y="99489"/>
                </a:lnTo>
                <a:lnTo>
                  <a:pt x="1624670" y="98749"/>
                </a:lnTo>
                <a:lnTo>
                  <a:pt x="1624099" y="98018"/>
                </a:lnTo>
                <a:lnTo>
                  <a:pt x="1623501" y="97294"/>
                </a:lnTo>
                <a:lnTo>
                  <a:pt x="1622874" y="96577"/>
                </a:lnTo>
                <a:lnTo>
                  <a:pt x="1622218" y="95867"/>
                </a:lnTo>
                <a:lnTo>
                  <a:pt x="1621534" y="95163"/>
                </a:lnTo>
                <a:lnTo>
                  <a:pt x="1620822" y="94466"/>
                </a:lnTo>
                <a:lnTo>
                  <a:pt x="1620082" y="93776"/>
                </a:lnTo>
                <a:lnTo>
                  <a:pt x="1619313" y="93093"/>
                </a:lnTo>
                <a:lnTo>
                  <a:pt x="1618516" y="92416"/>
                </a:lnTo>
                <a:lnTo>
                  <a:pt x="1617690" y="91746"/>
                </a:lnTo>
                <a:lnTo>
                  <a:pt x="1616837" y="91083"/>
                </a:lnTo>
                <a:lnTo>
                  <a:pt x="1615955" y="90427"/>
                </a:lnTo>
                <a:lnTo>
                  <a:pt x="1615044" y="89777"/>
                </a:lnTo>
                <a:lnTo>
                  <a:pt x="1614105" y="89134"/>
                </a:lnTo>
                <a:lnTo>
                  <a:pt x="1613138" y="88498"/>
                </a:lnTo>
                <a:lnTo>
                  <a:pt x="1612143" y="87869"/>
                </a:lnTo>
                <a:lnTo>
                  <a:pt x="1611119" y="87247"/>
                </a:lnTo>
                <a:lnTo>
                  <a:pt x="1610067" y="86631"/>
                </a:lnTo>
                <a:lnTo>
                  <a:pt x="1608986" y="86022"/>
                </a:lnTo>
                <a:lnTo>
                  <a:pt x="1607878" y="85420"/>
                </a:lnTo>
                <a:lnTo>
                  <a:pt x="1606740" y="84824"/>
                </a:lnTo>
                <a:lnTo>
                  <a:pt x="1605575" y="84235"/>
                </a:lnTo>
                <a:lnTo>
                  <a:pt x="1604401" y="83663"/>
                </a:lnTo>
                <a:lnTo>
                  <a:pt x="1604711" y="83494"/>
                </a:lnTo>
                <a:lnTo>
                  <a:pt x="1605857" y="82850"/>
                </a:lnTo>
                <a:lnTo>
                  <a:pt x="1606973" y="82204"/>
                </a:lnTo>
                <a:close/>
                <a:moveTo>
                  <a:pt x="1583321" y="73582"/>
                </a:moveTo>
                <a:lnTo>
                  <a:pt x="1582727" y="73241"/>
                </a:lnTo>
                <a:lnTo>
                  <a:pt x="1582144" y="72891"/>
                </a:lnTo>
                <a:lnTo>
                  <a:pt x="1581572" y="72533"/>
                </a:lnTo>
                <a:lnTo>
                  <a:pt x="1581012" y="72165"/>
                </a:lnTo>
                <a:lnTo>
                  <a:pt x="1580463" y="71788"/>
                </a:lnTo>
                <a:lnTo>
                  <a:pt x="1579925" y="71403"/>
                </a:lnTo>
                <a:lnTo>
                  <a:pt x="1579398" y="71008"/>
                </a:lnTo>
                <a:lnTo>
                  <a:pt x="1578883" y="70604"/>
                </a:lnTo>
                <a:lnTo>
                  <a:pt x="1578379" y="70191"/>
                </a:lnTo>
                <a:lnTo>
                  <a:pt x="1577886" y="69770"/>
                </a:lnTo>
                <a:lnTo>
                  <a:pt x="1577405" y="69339"/>
                </a:lnTo>
                <a:lnTo>
                  <a:pt x="1576935" y="68899"/>
                </a:lnTo>
                <a:lnTo>
                  <a:pt x="1576476" y="68450"/>
                </a:lnTo>
                <a:lnTo>
                  <a:pt x="1576028" y="67992"/>
                </a:lnTo>
                <a:lnTo>
                  <a:pt x="1575592" y="67526"/>
                </a:lnTo>
                <a:lnTo>
                  <a:pt x="1575167" y="67050"/>
                </a:lnTo>
                <a:lnTo>
                  <a:pt x="1574753" y="66565"/>
                </a:lnTo>
                <a:lnTo>
                  <a:pt x="1574350" y="66071"/>
                </a:lnTo>
                <a:lnTo>
                  <a:pt x="1573959" y="65568"/>
                </a:lnTo>
                <a:lnTo>
                  <a:pt x="1573579" y="65056"/>
                </a:lnTo>
                <a:lnTo>
                  <a:pt x="1573210" y="64536"/>
                </a:lnTo>
                <a:lnTo>
                  <a:pt x="1572854" y="64008"/>
                </a:lnTo>
                <a:lnTo>
                  <a:pt x="1572514" y="63477"/>
                </a:lnTo>
                <a:lnTo>
                  <a:pt x="1572189" y="62941"/>
                </a:lnTo>
                <a:lnTo>
                  <a:pt x="1571879" y="62402"/>
                </a:lnTo>
                <a:lnTo>
                  <a:pt x="1571583" y="61859"/>
                </a:lnTo>
                <a:lnTo>
                  <a:pt x="1571304" y="61313"/>
                </a:lnTo>
                <a:lnTo>
                  <a:pt x="1571039" y="60762"/>
                </a:lnTo>
                <a:lnTo>
                  <a:pt x="1570789" y="60208"/>
                </a:lnTo>
                <a:lnTo>
                  <a:pt x="1570555" y="59649"/>
                </a:lnTo>
                <a:lnTo>
                  <a:pt x="1570335" y="59087"/>
                </a:lnTo>
                <a:lnTo>
                  <a:pt x="1570131" y="58521"/>
                </a:lnTo>
                <a:lnTo>
                  <a:pt x="1569942" y="57951"/>
                </a:lnTo>
                <a:lnTo>
                  <a:pt x="1569768" y="57377"/>
                </a:lnTo>
                <a:lnTo>
                  <a:pt x="1569609" y="56800"/>
                </a:lnTo>
                <a:lnTo>
                  <a:pt x="1569465" y="56218"/>
                </a:lnTo>
                <a:lnTo>
                  <a:pt x="1569337" y="55633"/>
                </a:lnTo>
                <a:lnTo>
                  <a:pt x="1569223" y="55044"/>
                </a:lnTo>
                <a:lnTo>
                  <a:pt x="1569125" y="54451"/>
                </a:lnTo>
                <a:lnTo>
                  <a:pt x="1569042" y="53854"/>
                </a:lnTo>
                <a:lnTo>
                  <a:pt x="1568973" y="53253"/>
                </a:lnTo>
                <a:lnTo>
                  <a:pt x="1568920" y="52649"/>
                </a:lnTo>
                <a:lnTo>
                  <a:pt x="1568883" y="52040"/>
                </a:lnTo>
                <a:lnTo>
                  <a:pt x="1568860" y="51428"/>
                </a:lnTo>
                <a:lnTo>
                  <a:pt x="1568852" y="50812"/>
                </a:lnTo>
                <a:lnTo>
                  <a:pt x="1568863" y="50076"/>
                </a:lnTo>
                <a:lnTo>
                  <a:pt x="1568893" y="49353"/>
                </a:lnTo>
                <a:lnTo>
                  <a:pt x="1568944" y="48643"/>
                </a:lnTo>
                <a:lnTo>
                  <a:pt x="1569015" y="47945"/>
                </a:lnTo>
                <a:lnTo>
                  <a:pt x="1569106" y="47260"/>
                </a:lnTo>
                <a:lnTo>
                  <a:pt x="1569217" y="46587"/>
                </a:lnTo>
                <a:lnTo>
                  <a:pt x="1569349" y="45927"/>
                </a:lnTo>
                <a:lnTo>
                  <a:pt x="1569501" y="45279"/>
                </a:lnTo>
                <a:lnTo>
                  <a:pt x="1569674" y="44644"/>
                </a:lnTo>
                <a:lnTo>
                  <a:pt x="1569866" y="44022"/>
                </a:lnTo>
                <a:lnTo>
                  <a:pt x="1570079" y="43412"/>
                </a:lnTo>
                <a:lnTo>
                  <a:pt x="1570312" y="42815"/>
                </a:lnTo>
                <a:lnTo>
                  <a:pt x="1570566" y="42230"/>
                </a:lnTo>
                <a:lnTo>
                  <a:pt x="1570840" y="41658"/>
                </a:lnTo>
                <a:lnTo>
                  <a:pt x="1571134" y="41098"/>
                </a:lnTo>
                <a:lnTo>
                  <a:pt x="1571448" y="40551"/>
                </a:lnTo>
                <a:lnTo>
                  <a:pt x="1571783" y="40016"/>
                </a:lnTo>
                <a:lnTo>
                  <a:pt x="1572138" y="39495"/>
                </a:lnTo>
                <a:lnTo>
                  <a:pt x="1572513" y="38985"/>
                </a:lnTo>
                <a:lnTo>
                  <a:pt x="1572908" y="38488"/>
                </a:lnTo>
                <a:lnTo>
                  <a:pt x="1573324" y="38004"/>
                </a:lnTo>
                <a:lnTo>
                  <a:pt x="1573760" y="37532"/>
                </a:lnTo>
                <a:lnTo>
                  <a:pt x="1574216" y="37073"/>
                </a:lnTo>
                <a:lnTo>
                  <a:pt x="1574693" y="36627"/>
                </a:lnTo>
                <a:lnTo>
                  <a:pt x="1575187" y="36196"/>
                </a:lnTo>
                <a:lnTo>
                  <a:pt x="1575696" y="35783"/>
                </a:lnTo>
                <a:lnTo>
                  <a:pt x="1576219" y="35388"/>
                </a:lnTo>
                <a:lnTo>
                  <a:pt x="1576756" y="35012"/>
                </a:lnTo>
                <a:lnTo>
                  <a:pt x="1577308" y="34654"/>
                </a:lnTo>
                <a:lnTo>
                  <a:pt x="1577875" y="34314"/>
                </a:lnTo>
                <a:lnTo>
                  <a:pt x="1578456" y="33993"/>
                </a:lnTo>
                <a:lnTo>
                  <a:pt x="1579052" y="33690"/>
                </a:lnTo>
                <a:lnTo>
                  <a:pt x="1579662" y="33406"/>
                </a:lnTo>
                <a:lnTo>
                  <a:pt x="1580286" y="33140"/>
                </a:lnTo>
                <a:lnTo>
                  <a:pt x="1580925" y="32892"/>
                </a:lnTo>
                <a:lnTo>
                  <a:pt x="1581579" y="32663"/>
                </a:lnTo>
                <a:lnTo>
                  <a:pt x="1582247" y="32451"/>
                </a:lnTo>
                <a:lnTo>
                  <a:pt x="1582929" y="32259"/>
                </a:lnTo>
                <a:lnTo>
                  <a:pt x="1583626" y="32084"/>
                </a:lnTo>
                <a:lnTo>
                  <a:pt x="1584337" y="31928"/>
                </a:lnTo>
                <a:lnTo>
                  <a:pt x="1585063" y="31791"/>
                </a:lnTo>
                <a:lnTo>
                  <a:pt x="1585804" y="31671"/>
                </a:lnTo>
                <a:lnTo>
                  <a:pt x="1586559" y="31571"/>
                </a:lnTo>
                <a:lnTo>
                  <a:pt x="1587328" y="31488"/>
                </a:lnTo>
                <a:lnTo>
                  <a:pt x="1588112" y="31424"/>
                </a:lnTo>
                <a:lnTo>
                  <a:pt x="1588910" y="31378"/>
                </a:lnTo>
                <a:lnTo>
                  <a:pt x="1589723" y="31350"/>
                </a:lnTo>
                <a:lnTo>
                  <a:pt x="1590550" y="31341"/>
                </a:lnTo>
                <a:lnTo>
                  <a:pt x="1591377" y="31350"/>
                </a:lnTo>
                <a:lnTo>
                  <a:pt x="1592190" y="31377"/>
                </a:lnTo>
                <a:lnTo>
                  <a:pt x="1592988" y="31422"/>
                </a:lnTo>
                <a:lnTo>
                  <a:pt x="1593772" y="31485"/>
                </a:lnTo>
                <a:lnTo>
                  <a:pt x="1594541" y="31566"/>
                </a:lnTo>
                <a:lnTo>
                  <a:pt x="1595296" y="31666"/>
                </a:lnTo>
                <a:lnTo>
                  <a:pt x="1596037" y="31783"/>
                </a:lnTo>
                <a:lnTo>
                  <a:pt x="1596762" y="31918"/>
                </a:lnTo>
                <a:lnTo>
                  <a:pt x="1597474" y="32071"/>
                </a:lnTo>
                <a:lnTo>
                  <a:pt x="1598171" y="32243"/>
                </a:lnTo>
                <a:lnTo>
                  <a:pt x="1598853" y="32432"/>
                </a:lnTo>
                <a:lnTo>
                  <a:pt x="1599521" y="32639"/>
                </a:lnTo>
                <a:lnTo>
                  <a:pt x="1600174" y="32865"/>
                </a:lnTo>
                <a:lnTo>
                  <a:pt x="1600813" y="33108"/>
                </a:lnTo>
                <a:lnTo>
                  <a:pt x="1601437" y="33369"/>
                </a:lnTo>
                <a:lnTo>
                  <a:pt x="1602047" y="33649"/>
                </a:lnTo>
                <a:lnTo>
                  <a:pt x="1602643" y="33946"/>
                </a:lnTo>
                <a:lnTo>
                  <a:pt x="1603224" y="34262"/>
                </a:lnTo>
                <a:lnTo>
                  <a:pt x="1603790" y="34595"/>
                </a:lnTo>
                <a:lnTo>
                  <a:pt x="1604342" y="34947"/>
                </a:lnTo>
                <a:lnTo>
                  <a:pt x="1604879" y="35317"/>
                </a:lnTo>
                <a:lnTo>
                  <a:pt x="1605402" y="35704"/>
                </a:lnTo>
                <a:lnTo>
                  <a:pt x="1605911" y="36110"/>
                </a:lnTo>
                <a:lnTo>
                  <a:pt x="1606405" y="36533"/>
                </a:lnTo>
                <a:lnTo>
                  <a:pt x="1606881" y="36973"/>
                </a:lnTo>
                <a:lnTo>
                  <a:pt x="1607338" y="37425"/>
                </a:lnTo>
                <a:lnTo>
                  <a:pt x="1607774" y="37889"/>
                </a:lnTo>
                <a:lnTo>
                  <a:pt x="1608190" y="38367"/>
                </a:lnTo>
                <a:lnTo>
                  <a:pt x="1608586" y="38858"/>
                </a:lnTo>
                <a:lnTo>
                  <a:pt x="1608961" y="39361"/>
                </a:lnTo>
                <a:lnTo>
                  <a:pt x="1609316" y="39878"/>
                </a:lnTo>
                <a:lnTo>
                  <a:pt x="1609651" y="40407"/>
                </a:lnTo>
                <a:lnTo>
                  <a:pt x="1609965" y="40949"/>
                </a:lnTo>
                <a:lnTo>
                  <a:pt x="1610259" y="41504"/>
                </a:lnTo>
                <a:lnTo>
                  <a:pt x="1610533" y="42072"/>
                </a:lnTo>
                <a:lnTo>
                  <a:pt x="1610787" y="42653"/>
                </a:lnTo>
                <a:lnTo>
                  <a:pt x="1611020" y="43246"/>
                </a:lnTo>
                <a:lnTo>
                  <a:pt x="1611233" y="43853"/>
                </a:lnTo>
                <a:lnTo>
                  <a:pt x="1611426" y="44472"/>
                </a:lnTo>
                <a:lnTo>
                  <a:pt x="1611599" y="45104"/>
                </a:lnTo>
                <a:lnTo>
                  <a:pt x="1611751" y="45749"/>
                </a:lnTo>
                <a:lnTo>
                  <a:pt x="1611883" y="46407"/>
                </a:lnTo>
                <a:lnTo>
                  <a:pt x="1611994" y="47078"/>
                </a:lnTo>
                <a:lnTo>
                  <a:pt x="1612085" y="47762"/>
                </a:lnTo>
                <a:lnTo>
                  <a:pt x="1612156" y="48458"/>
                </a:lnTo>
                <a:lnTo>
                  <a:pt x="1612207" y="49168"/>
                </a:lnTo>
                <a:lnTo>
                  <a:pt x="1612238" y="49890"/>
                </a:lnTo>
                <a:lnTo>
                  <a:pt x="1612248" y="50625"/>
                </a:lnTo>
                <a:lnTo>
                  <a:pt x="1612240" y="51256"/>
                </a:lnTo>
                <a:lnTo>
                  <a:pt x="1612217" y="51883"/>
                </a:lnTo>
                <a:lnTo>
                  <a:pt x="1612178" y="52506"/>
                </a:lnTo>
                <a:lnTo>
                  <a:pt x="1612124" y="53123"/>
                </a:lnTo>
                <a:lnTo>
                  <a:pt x="1612055" y="53737"/>
                </a:lnTo>
                <a:lnTo>
                  <a:pt x="1611970" y="54346"/>
                </a:lnTo>
                <a:lnTo>
                  <a:pt x="1611869" y="54950"/>
                </a:lnTo>
                <a:lnTo>
                  <a:pt x="1611753" y="55550"/>
                </a:lnTo>
                <a:lnTo>
                  <a:pt x="1611622" y="56145"/>
                </a:lnTo>
                <a:lnTo>
                  <a:pt x="1611475" y="56736"/>
                </a:lnTo>
                <a:lnTo>
                  <a:pt x="1611313" y="57322"/>
                </a:lnTo>
                <a:lnTo>
                  <a:pt x="1611135" y="57904"/>
                </a:lnTo>
                <a:lnTo>
                  <a:pt x="1610942" y="58482"/>
                </a:lnTo>
                <a:lnTo>
                  <a:pt x="1610733" y="59055"/>
                </a:lnTo>
                <a:lnTo>
                  <a:pt x="1610509" y="59623"/>
                </a:lnTo>
                <a:lnTo>
                  <a:pt x="1610270" y="60187"/>
                </a:lnTo>
                <a:lnTo>
                  <a:pt x="1610015" y="60746"/>
                </a:lnTo>
                <a:lnTo>
                  <a:pt x="1609744" y="61301"/>
                </a:lnTo>
                <a:lnTo>
                  <a:pt x="1609458" y="61851"/>
                </a:lnTo>
                <a:lnTo>
                  <a:pt x="1609157" y="62397"/>
                </a:lnTo>
                <a:lnTo>
                  <a:pt x="1608840" y="62939"/>
                </a:lnTo>
                <a:lnTo>
                  <a:pt x="1608508" y="63475"/>
                </a:lnTo>
                <a:lnTo>
                  <a:pt x="1608160" y="64008"/>
                </a:lnTo>
                <a:lnTo>
                  <a:pt x="1607797" y="64536"/>
                </a:lnTo>
                <a:lnTo>
                  <a:pt x="1607419" y="65057"/>
                </a:lnTo>
                <a:lnTo>
                  <a:pt x="1607029" y="65570"/>
                </a:lnTo>
                <a:lnTo>
                  <a:pt x="1606626" y="66074"/>
                </a:lnTo>
                <a:lnTo>
                  <a:pt x="1606210" y="66570"/>
                </a:lnTo>
                <a:lnTo>
                  <a:pt x="1605781" y="67058"/>
                </a:lnTo>
                <a:lnTo>
                  <a:pt x="1605339" y="67537"/>
                </a:lnTo>
                <a:lnTo>
                  <a:pt x="1604885" y="68008"/>
                </a:lnTo>
                <a:lnTo>
                  <a:pt x="1604417" y="68471"/>
                </a:lnTo>
                <a:lnTo>
                  <a:pt x="1603937" y="68925"/>
                </a:lnTo>
                <a:lnTo>
                  <a:pt x="1603444" y="69371"/>
                </a:lnTo>
                <a:lnTo>
                  <a:pt x="1602937" y="69808"/>
                </a:lnTo>
                <a:lnTo>
                  <a:pt x="1602418" y="70237"/>
                </a:lnTo>
                <a:lnTo>
                  <a:pt x="1601886" y="70658"/>
                </a:lnTo>
                <a:lnTo>
                  <a:pt x="1601342" y="71070"/>
                </a:lnTo>
                <a:lnTo>
                  <a:pt x="1600784" y="71474"/>
                </a:lnTo>
                <a:lnTo>
                  <a:pt x="1600213" y="71870"/>
                </a:lnTo>
                <a:lnTo>
                  <a:pt x="1599630" y="72257"/>
                </a:lnTo>
                <a:lnTo>
                  <a:pt x="1599034" y="72636"/>
                </a:lnTo>
                <a:lnTo>
                  <a:pt x="1598424" y="73007"/>
                </a:lnTo>
                <a:lnTo>
                  <a:pt x="1597802" y="73369"/>
                </a:lnTo>
                <a:lnTo>
                  <a:pt x="1597167" y="73723"/>
                </a:lnTo>
                <a:lnTo>
                  <a:pt x="1596519" y="74068"/>
                </a:lnTo>
                <a:lnTo>
                  <a:pt x="1595859" y="74405"/>
                </a:lnTo>
                <a:lnTo>
                  <a:pt x="1595185" y="74734"/>
                </a:lnTo>
                <a:lnTo>
                  <a:pt x="1590424" y="77040"/>
                </a:lnTo>
                <a:lnTo>
                  <a:pt x="1585171" y="74550"/>
                </a:lnTo>
                <a:lnTo>
                  <a:pt x="1584543" y="74236"/>
                </a:lnTo>
                <a:lnTo>
                  <a:pt x="1583926" y="73913"/>
                </a:lnTo>
                <a:lnTo>
                  <a:pt x="1583321" y="73582"/>
                </a:lnTo>
                <a:close/>
                <a:moveTo>
                  <a:pt x="1599827" y="95242"/>
                </a:moveTo>
                <a:lnTo>
                  <a:pt x="1600460" y="95590"/>
                </a:lnTo>
                <a:lnTo>
                  <a:pt x="1601079" y="95946"/>
                </a:lnTo>
                <a:lnTo>
                  <a:pt x="1601685" y="96311"/>
                </a:lnTo>
                <a:lnTo>
                  <a:pt x="1602279" y="96685"/>
                </a:lnTo>
                <a:lnTo>
                  <a:pt x="1602860" y="97069"/>
                </a:lnTo>
                <a:lnTo>
                  <a:pt x="1603428" y="97461"/>
                </a:lnTo>
                <a:lnTo>
                  <a:pt x="1603983" y="97862"/>
                </a:lnTo>
                <a:lnTo>
                  <a:pt x="1604525" y="98273"/>
                </a:lnTo>
                <a:lnTo>
                  <a:pt x="1605054" y="98692"/>
                </a:lnTo>
                <a:lnTo>
                  <a:pt x="1605571" y="99120"/>
                </a:lnTo>
                <a:lnTo>
                  <a:pt x="1606074" y="99557"/>
                </a:lnTo>
                <a:lnTo>
                  <a:pt x="1606565" y="100004"/>
                </a:lnTo>
                <a:lnTo>
                  <a:pt x="1607042" y="100459"/>
                </a:lnTo>
                <a:lnTo>
                  <a:pt x="1607507" y="100924"/>
                </a:lnTo>
                <a:lnTo>
                  <a:pt x="1607959" y="101397"/>
                </a:lnTo>
                <a:lnTo>
                  <a:pt x="1608398" y="101879"/>
                </a:lnTo>
                <a:lnTo>
                  <a:pt x="1608824" y="102371"/>
                </a:lnTo>
                <a:lnTo>
                  <a:pt x="1609238" y="102871"/>
                </a:lnTo>
                <a:lnTo>
                  <a:pt x="1609638" y="103380"/>
                </a:lnTo>
                <a:lnTo>
                  <a:pt x="1610026" y="103899"/>
                </a:lnTo>
                <a:lnTo>
                  <a:pt x="1610400" y="104426"/>
                </a:lnTo>
                <a:lnTo>
                  <a:pt x="1610762" y="104963"/>
                </a:lnTo>
                <a:lnTo>
                  <a:pt x="1611110" y="105506"/>
                </a:lnTo>
                <a:lnTo>
                  <a:pt x="1611444" y="106054"/>
                </a:lnTo>
                <a:lnTo>
                  <a:pt x="1611762" y="106608"/>
                </a:lnTo>
                <a:lnTo>
                  <a:pt x="1612066" y="107167"/>
                </a:lnTo>
                <a:lnTo>
                  <a:pt x="1612355" y="107731"/>
                </a:lnTo>
                <a:lnTo>
                  <a:pt x="1612629" y="108300"/>
                </a:lnTo>
                <a:lnTo>
                  <a:pt x="1612888" y="108874"/>
                </a:lnTo>
                <a:lnTo>
                  <a:pt x="1613133" y="109453"/>
                </a:lnTo>
                <a:lnTo>
                  <a:pt x="1613362" y="110038"/>
                </a:lnTo>
                <a:lnTo>
                  <a:pt x="1613577" y="110628"/>
                </a:lnTo>
                <a:lnTo>
                  <a:pt x="1613777" y="111222"/>
                </a:lnTo>
                <a:lnTo>
                  <a:pt x="1613963" y="111822"/>
                </a:lnTo>
                <a:lnTo>
                  <a:pt x="1614133" y="112428"/>
                </a:lnTo>
                <a:lnTo>
                  <a:pt x="1614288" y="113038"/>
                </a:lnTo>
                <a:lnTo>
                  <a:pt x="1614429" y="113653"/>
                </a:lnTo>
                <a:lnTo>
                  <a:pt x="1614555" y="114274"/>
                </a:lnTo>
                <a:lnTo>
                  <a:pt x="1614666" y="114900"/>
                </a:lnTo>
                <a:lnTo>
                  <a:pt x="1614763" y="115531"/>
                </a:lnTo>
                <a:lnTo>
                  <a:pt x="1614844" y="116167"/>
                </a:lnTo>
                <a:lnTo>
                  <a:pt x="1614911" y="116808"/>
                </a:lnTo>
                <a:lnTo>
                  <a:pt x="1614963" y="117455"/>
                </a:lnTo>
                <a:lnTo>
                  <a:pt x="1615000" y="118106"/>
                </a:lnTo>
                <a:lnTo>
                  <a:pt x="1615022" y="118763"/>
                </a:lnTo>
                <a:lnTo>
                  <a:pt x="1615029" y="119425"/>
                </a:lnTo>
                <a:lnTo>
                  <a:pt x="1615018" y="120237"/>
                </a:lnTo>
                <a:lnTo>
                  <a:pt x="1614984" y="121036"/>
                </a:lnTo>
                <a:lnTo>
                  <a:pt x="1614926" y="121820"/>
                </a:lnTo>
                <a:lnTo>
                  <a:pt x="1614846" y="122591"/>
                </a:lnTo>
                <a:lnTo>
                  <a:pt x="1614743" y="123348"/>
                </a:lnTo>
                <a:lnTo>
                  <a:pt x="1614618" y="124091"/>
                </a:lnTo>
                <a:lnTo>
                  <a:pt x="1614469" y="124820"/>
                </a:lnTo>
                <a:lnTo>
                  <a:pt x="1614298" y="125535"/>
                </a:lnTo>
                <a:lnTo>
                  <a:pt x="1614103" y="126237"/>
                </a:lnTo>
                <a:lnTo>
                  <a:pt x="1613886" y="126924"/>
                </a:lnTo>
                <a:lnTo>
                  <a:pt x="1613646" y="127598"/>
                </a:lnTo>
                <a:lnTo>
                  <a:pt x="1613383" y="128258"/>
                </a:lnTo>
                <a:lnTo>
                  <a:pt x="1613097" y="128904"/>
                </a:lnTo>
                <a:lnTo>
                  <a:pt x="1612789" y="129536"/>
                </a:lnTo>
                <a:lnTo>
                  <a:pt x="1612457" y="130154"/>
                </a:lnTo>
                <a:lnTo>
                  <a:pt x="1612103" y="130759"/>
                </a:lnTo>
                <a:lnTo>
                  <a:pt x="1611726" y="131349"/>
                </a:lnTo>
                <a:lnTo>
                  <a:pt x="1611325" y="131926"/>
                </a:lnTo>
                <a:lnTo>
                  <a:pt x="1610902" y="132489"/>
                </a:lnTo>
                <a:lnTo>
                  <a:pt x="1610457" y="133038"/>
                </a:lnTo>
                <a:lnTo>
                  <a:pt x="1609988" y="133573"/>
                </a:lnTo>
                <a:lnTo>
                  <a:pt x="1609496" y="134094"/>
                </a:lnTo>
                <a:lnTo>
                  <a:pt x="1608982" y="134602"/>
                </a:lnTo>
                <a:lnTo>
                  <a:pt x="1608445" y="135095"/>
                </a:lnTo>
                <a:lnTo>
                  <a:pt x="1607888" y="135572"/>
                </a:lnTo>
                <a:lnTo>
                  <a:pt x="1607314" y="136028"/>
                </a:lnTo>
                <a:lnTo>
                  <a:pt x="1606725" y="136464"/>
                </a:lnTo>
                <a:lnTo>
                  <a:pt x="1606119" y="136880"/>
                </a:lnTo>
                <a:lnTo>
                  <a:pt x="1605496" y="137275"/>
                </a:lnTo>
                <a:lnTo>
                  <a:pt x="1604857" y="137651"/>
                </a:lnTo>
                <a:lnTo>
                  <a:pt x="1604202" y="138006"/>
                </a:lnTo>
                <a:lnTo>
                  <a:pt x="1603530" y="138340"/>
                </a:lnTo>
                <a:lnTo>
                  <a:pt x="1602842" y="138654"/>
                </a:lnTo>
                <a:lnTo>
                  <a:pt x="1602137" y="138949"/>
                </a:lnTo>
                <a:lnTo>
                  <a:pt x="1601416" y="139222"/>
                </a:lnTo>
                <a:lnTo>
                  <a:pt x="1600679" y="139476"/>
                </a:lnTo>
                <a:lnTo>
                  <a:pt x="1599925" y="139709"/>
                </a:lnTo>
                <a:lnTo>
                  <a:pt x="1599155" y="139922"/>
                </a:lnTo>
                <a:lnTo>
                  <a:pt x="1598368" y="140115"/>
                </a:lnTo>
                <a:lnTo>
                  <a:pt x="1597565" y="140287"/>
                </a:lnTo>
                <a:lnTo>
                  <a:pt x="1596746" y="140439"/>
                </a:lnTo>
                <a:lnTo>
                  <a:pt x="1595910" y="140571"/>
                </a:lnTo>
                <a:lnTo>
                  <a:pt x="1595058" y="140682"/>
                </a:lnTo>
                <a:lnTo>
                  <a:pt x="1594189" y="140774"/>
                </a:lnTo>
                <a:lnTo>
                  <a:pt x="1593304" y="140845"/>
                </a:lnTo>
                <a:lnTo>
                  <a:pt x="1592402" y="140895"/>
                </a:lnTo>
                <a:lnTo>
                  <a:pt x="1591484" y="140926"/>
                </a:lnTo>
                <a:lnTo>
                  <a:pt x="1590550" y="140936"/>
                </a:lnTo>
                <a:lnTo>
                  <a:pt x="1589616" y="140926"/>
                </a:lnTo>
                <a:lnTo>
                  <a:pt x="1588697" y="140895"/>
                </a:lnTo>
                <a:lnTo>
                  <a:pt x="1587796" y="140843"/>
                </a:lnTo>
                <a:lnTo>
                  <a:pt x="1586910" y="140771"/>
                </a:lnTo>
                <a:lnTo>
                  <a:pt x="1586042" y="140678"/>
                </a:lnTo>
                <a:lnTo>
                  <a:pt x="1585189" y="140565"/>
                </a:lnTo>
                <a:lnTo>
                  <a:pt x="1584353" y="140431"/>
                </a:lnTo>
                <a:lnTo>
                  <a:pt x="1583534" y="140277"/>
                </a:lnTo>
                <a:lnTo>
                  <a:pt x="1582730" y="140101"/>
                </a:lnTo>
                <a:lnTo>
                  <a:pt x="1581944" y="139906"/>
                </a:lnTo>
                <a:lnTo>
                  <a:pt x="1581173" y="139689"/>
                </a:lnTo>
                <a:lnTo>
                  <a:pt x="1580419" y="139452"/>
                </a:lnTo>
                <a:lnTo>
                  <a:pt x="1579682" y="139195"/>
                </a:lnTo>
                <a:lnTo>
                  <a:pt x="1578961" y="138917"/>
                </a:lnTo>
                <a:lnTo>
                  <a:pt x="1578256" y="138618"/>
                </a:lnTo>
                <a:lnTo>
                  <a:pt x="1577568" y="138299"/>
                </a:lnTo>
                <a:lnTo>
                  <a:pt x="1576896" y="137959"/>
                </a:lnTo>
                <a:lnTo>
                  <a:pt x="1576240" y="137598"/>
                </a:lnTo>
                <a:lnTo>
                  <a:pt x="1575601" y="137217"/>
                </a:lnTo>
                <a:lnTo>
                  <a:pt x="1574979" y="136815"/>
                </a:lnTo>
                <a:lnTo>
                  <a:pt x="1574373" y="136393"/>
                </a:lnTo>
                <a:lnTo>
                  <a:pt x="1573783" y="135950"/>
                </a:lnTo>
                <a:lnTo>
                  <a:pt x="1573210" y="135486"/>
                </a:lnTo>
                <a:lnTo>
                  <a:pt x="1572653" y="135002"/>
                </a:lnTo>
                <a:lnTo>
                  <a:pt x="1572116" y="134501"/>
                </a:lnTo>
                <a:lnTo>
                  <a:pt x="1571601" y="133985"/>
                </a:lnTo>
                <a:lnTo>
                  <a:pt x="1571110" y="133455"/>
                </a:lnTo>
                <a:lnTo>
                  <a:pt x="1570642" y="132911"/>
                </a:lnTo>
                <a:lnTo>
                  <a:pt x="1570196" y="132353"/>
                </a:lnTo>
                <a:lnTo>
                  <a:pt x="1569773" y="131780"/>
                </a:lnTo>
                <a:lnTo>
                  <a:pt x="1569373" y="131194"/>
                </a:lnTo>
                <a:lnTo>
                  <a:pt x="1568996" y="130593"/>
                </a:lnTo>
                <a:lnTo>
                  <a:pt x="1568642" y="129978"/>
                </a:lnTo>
                <a:lnTo>
                  <a:pt x="1568310" y="129349"/>
                </a:lnTo>
                <a:lnTo>
                  <a:pt x="1568002" y="128706"/>
                </a:lnTo>
                <a:lnTo>
                  <a:pt x="1567716" y="128048"/>
                </a:lnTo>
                <a:lnTo>
                  <a:pt x="1567453" y="127377"/>
                </a:lnTo>
                <a:lnTo>
                  <a:pt x="1567214" y="126691"/>
                </a:lnTo>
                <a:lnTo>
                  <a:pt x="1566996" y="125991"/>
                </a:lnTo>
                <a:lnTo>
                  <a:pt x="1566802" y="125277"/>
                </a:lnTo>
                <a:lnTo>
                  <a:pt x="1566631" y="124549"/>
                </a:lnTo>
                <a:lnTo>
                  <a:pt x="1566482" y="123806"/>
                </a:lnTo>
                <a:lnTo>
                  <a:pt x="1566357" y="123050"/>
                </a:lnTo>
                <a:lnTo>
                  <a:pt x="1566254" y="122279"/>
                </a:lnTo>
                <a:lnTo>
                  <a:pt x="1566174" y="121494"/>
                </a:lnTo>
                <a:lnTo>
                  <a:pt x="1566117" y="120695"/>
                </a:lnTo>
                <a:lnTo>
                  <a:pt x="1566082" y="119882"/>
                </a:lnTo>
                <a:lnTo>
                  <a:pt x="1566071" y="119054"/>
                </a:lnTo>
                <a:lnTo>
                  <a:pt x="1566078" y="118408"/>
                </a:lnTo>
                <a:lnTo>
                  <a:pt x="1566100" y="117766"/>
                </a:lnTo>
                <a:lnTo>
                  <a:pt x="1566136" y="117129"/>
                </a:lnTo>
                <a:lnTo>
                  <a:pt x="1566187" y="116497"/>
                </a:lnTo>
                <a:lnTo>
                  <a:pt x="1566252" y="115870"/>
                </a:lnTo>
                <a:lnTo>
                  <a:pt x="1566332" y="115248"/>
                </a:lnTo>
                <a:lnTo>
                  <a:pt x="1566426" y="114630"/>
                </a:lnTo>
                <a:lnTo>
                  <a:pt x="1566534" y="114017"/>
                </a:lnTo>
                <a:lnTo>
                  <a:pt x="1566657" y="113409"/>
                </a:lnTo>
                <a:lnTo>
                  <a:pt x="1566795" y="112806"/>
                </a:lnTo>
                <a:lnTo>
                  <a:pt x="1566947" y="112208"/>
                </a:lnTo>
                <a:lnTo>
                  <a:pt x="1567114" y="111614"/>
                </a:lnTo>
                <a:lnTo>
                  <a:pt x="1567295" y="111026"/>
                </a:lnTo>
                <a:lnTo>
                  <a:pt x="1567490" y="110442"/>
                </a:lnTo>
                <a:lnTo>
                  <a:pt x="1567700" y="109863"/>
                </a:lnTo>
                <a:lnTo>
                  <a:pt x="1567925" y="109289"/>
                </a:lnTo>
                <a:lnTo>
                  <a:pt x="1568164" y="108720"/>
                </a:lnTo>
                <a:lnTo>
                  <a:pt x="1568417" y="108155"/>
                </a:lnTo>
                <a:lnTo>
                  <a:pt x="1568685" y="107595"/>
                </a:lnTo>
                <a:lnTo>
                  <a:pt x="1568967" y="107040"/>
                </a:lnTo>
                <a:lnTo>
                  <a:pt x="1569264" y="106490"/>
                </a:lnTo>
                <a:lnTo>
                  <a:pt x="1569576" y="105945"/>
                </a:lnTo>
                <a:lnTo>
                  <a:pt x="1569901" y="105405"/>
                </a:lnTo>
                <a:lnTo>
                  <a:pt x="1570242" y="104869"/>
                </a:lnTo>
                <a:lnTo>
                  <a:pt x="1570596" y="104341"/>
                </a:lnTo>
                <a:lnTo>
                  <a:pt x="1570961" y="103822"/>
                </a:lnTo>
                <a:lnTo>
                  <a:pt x="1571339" y="103312"/>
                </a:lnTo>
                <a:lnTo>
                  <a:pt x="1571728" y="102811"/>
                </a:lnTo>
                <a:lnTo>
                  <a:pt x="1572130" y="102320"/>
                </a:lnTo>
                <a:lnTo>
                  <a:pt x="1572543" y="101838"/>
                </a:lnTo>
                <a:lnTo>
                  <a:pt x="1572968" y="101366"/>
                </a:lnTo>
                <a:lnTo>
                  <a:pt x="1573405" y="100903"/>
                </a:lnTo>
                <a:lnTo>
                  <a:pt x="1573854" y="100449"/>
                </a:lnTo>
                <a:lnTo>
                  <a:pt x="1574315" y="100004"/>
                </a:lnTo>
                <a:lnTo>
                  <a:pt x="1574788" y="99569"/>
                </a:lnTo>
                <a:lnTo>
                  <a:pt x="1575273" y="99144"/>
                </a:lnTo>
                <a:lnTo>
                  <a:pt x="1575770" y="98727"/>
                </a:lnTo>
                <a:lnTo>
                  <a:pt x="1576278" y="98320"/>
                </a:lnTo>
                <a:lnTo>
                  <a:pt x="1576799" y="97922"/>
                </a:lnTo>
                <a:lnTo>
                  <a:pt x="1577331" y="97534"/>
                </a:lnTo>
                <a:lnTo>
                  <a:pt x="1577875" y="97154"/>
                </a:lnTo>
                <a:lnTo>
                  <a:pt x="1578431" y="96785"/>
                </a:lnTo>
                <a:lnTo>
                  <a:pt x="1579000" y="96424"/>
                </a:lnTo>
                <a:lnTo>
                  <a:pt x="1579580" y="96073"/>
                </a:lnTo>
                <a:lnTo>
                  <a:pt x="1580171" y="95731"/>
                </a:lnTo>
                <a:lnTo>
                  <a:pt x="1580775" y="95399"/>
                </a:lnTo>
                <a:lnTo>
                  <a:pt x="1581391" y="95076"/>
                </a:lnTo>
                <a:lnTo>
                  <a:pt x="1582019" y="94762"/>
                </a:lnTo>
                <a:lnTo>
                  <a:pt x="1590462" y="90629"/>
                </a:lnTo>
                <a:lnTo>
                  <a:pt x="1598524" y="94575"/>
                </a:lnTo>
                <a:lnTo>
                  <a:pt x="1599182" y="94904"/>
                </a:lnTo>
                <a:lnTo>
                  <a:pt x="1599827" y="95242"/>
                </a:lnTo>
                <a:close/>
                <a:moveTo>
                  <a:pt x="1259124" y="97036"/>
                </a:moveTo>
                <a:lnTo>
                  <a:pt x="1259504" y="96976"/>
                </a:lnTo>
                <a:lnTo>
                  <a:pt x="1259877" y="96904"/>
                </a:lnTo>
                <a:lnTo>
                  <a:pt x="1260244" y="96822"/>
                </a:lnTo>
                <a:lnTo>
                  <a:pt x="1260603" y="96729"/>
                </a:lnTo>
                <a:lnTo>
                  <a:pt x="1260956" y="96625"/>
                </a:lnTo>
                <a:lnTo>
                  <a:pt x="1261303" y="96510"/>
                </a:lnTo>
                <a:lnTo>
                  <a:pt x="1261642" y="96385"/>
                </a:lnTo>
                <a:lnTo>
                  <a:pt x="1261975" y="96248"/>
                </a:lnTo>
                <a:lnTo>
                  <a:pt x="1262300" y="96100"/>
                </a:lnTo>
                <a:lnTo>
                  <a:pt x="1262620" y="95941"/>
                </a:lnTo>
                <a:lnTo>
                  <a:pt x="1262932" y="95772"/>
                </a:lnTo>
                <a:lnTo>
                  <a:pt x="1263238" y="95591"/>
                </a:lnTo>
                <a:lnTo>
                  <a:pt x="1263536" y="95400"/>
                </a:lnTo>
                <a:lnTo>
                  <a:pt x="1263828" y="95197"/>
                </a:lnTo>
                <a:lnTo>
                  <a:pt x="1264114" y="94984"/>
                </a:lnTo>
                <a:lnTo>
                  <a:pt x="1264392" y="94759"/>
                </a:lnTo>
                <a:lnTo>
                  <a:pt x="1264664" y="94524"/>
                </a:lnTo>
                <a:lnTo>
                  <a:pt x="1264929" y="94278"/>
                </a:lnTo>
                <a:lnTo>
                  <a:pt x="1265187" y="94020"/>
                </a:lnTo>
                <a:lnTo>
                  <a:pt x="1265437" y="93754"/>
                </a:lnTo>
                <a:lnTo>
                  <a:pt x="1265676" y="93481"/>
                </a:lnTo>
                <a:lnTo>
                  <a:pt x="1265905" y="93201"/>
                </a:lnTo>
                <a:lnTo>
                  <a:pt x="1266123" y="92913"/>
                </a:lnTo>
                <a:lnTo>
                  <a:pt x="1266330" y="92618"/>
                </a:lnTo>
                <a:lnTo>
                  <a:pt x="1266527" y="92317"/>
                </a:lnTo>
                <a:lnTo>
                  <a:pt x="1266713" y="92008"/>
                </a:lnTo>
                <a:lnTo>
                  <a:pt x="1266888" y="91692"/>
                </a:lnTo>
                <a:lnTo>
                  <a:pt x="1267053" y="91369"/>
                </a:lnTo>
                <a:lnTo>
                  <a:pt x="1267207" y="91039"/>
                </a:lnTo>
                <a:lnTo>
                  <a:pt x="1267351" y="90702"/>
                </a:lnTo>
                <a:lnTo>
                  <a:pt x="1267484" y="90358"/>
                </a:lnTo>
                <a:lnTo>
                  <a:pt x="1267606" y="90007"/>
                </a:lnTo>
                <a:lnTo>
                  <a:pt x="1267718" y="89649"/>
                </a:lnTo>
                <a:lnTo>
                  <a:pt x="1267819" y="89283"/>
                </a:lnTo>
                <a:lnTo>
                  <a:pt x="1267909" y="88911"/>
                </a:lnTo>
                <a:lnTo>
                  <a:pt x="1267989" y="88531"/>
                </a:lnTo>
                <a:lnTo>
                  <a:pt x="1268058" y="88145"/>
                </a:lnTo>
                <a:lnTo>
                  <a:pt x="1268116" y="87751"/>
                </a:lnTo>
                <a:lnTo>
                  <a:pt x="1268164" y="87350"/>
                </a:lnTo>
                <a:lnTo>
                  <a:pt x="1268201" y="86942"/>
                </a:lnTo>
                <a:lnTo>
                  <a:pt x="1268228" y="86527"/>
                </a:lnTo>
                <a:lnTo>
                  <a:pt x="1268244" y="86105"/>
                </a:lnTo>
                <a:lnTo>
                  <a:pt x="1268249" y="85676"/>
                </a:lnTo>
                <a:lnTo>
                  <a:pt x="1268244" y="85262"/>
                </a:lnTo>
                <a:lnTo>
                  <a:pt x="1268228" y="84855"/>
                </a:lnTo>
                <a:lnTo>
                  <a:pt x="1268201" y="84454"/>
                </a:lnTo>
                <a:lnTo>
                  <a:pt x="1268164" y="84061"/>
                </a:lnTo>
                <a:lnTo>
                  <a:pt x="1268116" y="83674"/>
                </a:lnTo>
                <a:lnTo>
                  <a:pt x="1268058" y="83293"/>
                </a:lnTo>
                <a:lnTo>
                  <a:pt x="1267989" y="82920"/>
                </a:lnTo>
                <a:lnTo>
                  <a:pt x="1267909" y="82553"/>
                </a:lnTo>
                <a:lnTo>
                  <a:pt x="1267819" y="82194"/>
                </a:lnTo>
                <a:lnTo>
                  <a:pt x="1267718" y="81841"/>
                </a:lnTo>
                <a:lnTo>
                  <a:pt x="1267606" y="81494"/>
                </a:lnTo>
                <a:lnTo>
                  <a:pt x="1267484" y="81155"/>
                </a:lnTo>
                <a:lnTo>
                  <a:pt x="1267351" y="80822"/>
                </a:lnTo>
                <a:lnTo>
                  <a:pt x="1267207" y="80496"/>
                </a:lnTo>
                <a:lnTo>
                  <a:pt x="1267053" y="80177"/>
                </a:lnTo>
                <a:lnTo>
                  <a:pt x="1266888" y="79864"/>
                </a:lnTo>
                <a:lnTo>
                  <a:pt x="1266713" y="79559"/>
                </a:lnTo>
                <a:lnTo>
                  <a:pt x="1266527" y="79260"/>
                </a:lnTo>
                <a:lnTo>
                  <a:pt x="1266330" y="78968"/>
                </a:lnTo>
                <a:lnTo>
                  <a:pt x="1266123" y="78682"/>
                </a:lnTo>
                <a:lnTo>
                  <a:pt x="1265905" y="78404"/>
                </a:lnTo>
                <a:lnTo>
                  <a:pt x="1265676" y="78132"/>
                </a:lnTo>
                <a:lnTo>
                  <a:pt x="1265437" y="77867"/>
                </a:lnTo>
                <a:lnTo>
                  <a:pt x="1265187" y="77609"/>
                </a:lnTo>
                <a:lnTo>
                  <a:pt x="1264929" y="77359"/>
                </a:lnTo>
                <a:lnTo>
                  <a:pt x="1264664" y="77120"/>
                </a:lnTo>
                <a:lnTo>
                  <a:pt x="1264392" y="76892"/>
                </a:lnTo>
                <a:lnTo>
                  <a:pt x="1264114" y="76674"/>
                </a:lnTo>
                <a:lnTo>
                  <a:pt x="1263828" y="76467"/>
                </a:lnTo>
                <a:lnTo>
                  <a:pt x="1263536" y="76270"/>
                </a:lnTo>
                <a:lnTo>
                  <a:pt x="1263238" y="76084"/>
                </a:lnTo>
                <a:lnTo>
                  <a:pt x="1262932" y="75909"/>
                </a:lnTo>
                <a:lnTo>
                  <a:pt x="1262620" y="75745"/>
                </a:lnTo>
                <a:lnTo>
                  <a:pt x="1262300" y="75591"/>
                </a:lnTo>
                <a:lnTo>
                  <a:pt x="1261975" y="75447"/>
                </a:lnTo>
                <a:lnTo>
                  <a:pt x="1261642" y="75314"/>
                </a:lnTo>
                <a:lnTo>
                  <a:pt x="1261303" y="75192"/>
                </a:lnTo>
                <a:lnTo>
                  <a:pt x="1260956" y="75081"/>
                </a:lnTo>
                <a:lnTo>
                  <a:pt x="1260603" y="74980"/>
                </a:lnTo>
                <a:lnTo>
                  <a:pt x="1260244" y="74890"/>
                </a:lnTo>
                <a:lnTo>
                  <a:pt x="1259877" y="74810"/>
                </a:lnTo>
                <a:lnTo>
                  <a:pt x="1259504" y="74741"/>
                </a:lnTo>
                <a:lnTo>
                  <a:pt x="1259124" y="74682"/>
                </a:lnTo>
                <a:lnTo>
                  <a:pt x="1258737" y="74635"/>
                </a:lnTo>
                <a:lnTo>
                  <a:pt x="1258344" y="74597"/>
                </a:lnTo>
                <a:lnTo>
                  <a:pt x="1257944" y="74571"/>
                </a:lnTo>
                <a:lnTo>
                  <a:pt x="1257537" y="74555"/>
                </a:lnTo>
                <a:lnTo>
                  <a:pt x="1257123" y="74550"/>
                </a:lnTo>
                <a:lnTo>
                  <a:pt x="1256709" y="74555"/>
                </a:lnTo>
                <a:lnTo>
                  <a:pt x="1256302" y="74571"/>
                </a:lnTo>
                <a:lnTo>
                  <a:pt x="1255901" y="74597"/>
                </a:lnTo>
                <a:lnTo>
                  <a:pt x="1255508" y="74635"/>
                </a:lnTo>
                <a:lnTo>
                  <a:pt x="1255121" y="74682"/>
                </a:lnTo>
                <a:lnTo>
                  <a:pt x="1254741" y="74741"/>
                </a:lnTo>
                <a:lnTo>
                  <a:pt x="1254367" y="74810"/>
                </a:lnTo>
                <a:lnTo>
                  <a:pt x="1254001" y="74890"/>
                </a:lnTo>
                <a:lnTo>
                  <a:pt x="1253641" y="74980"/>
                </a:lnTo>
                <a:lnTo>
                  <a:pt x="1253288" y="75081"/>
                </a:lnTo>
                <a:lnTo>
                  <a:pt x="1252941" y="75192"/>
                </a:lnTo>
                <a:lnTo>
                  <a:pt x="1252602" y="75314"/>
                </a:lnTo>
                <a:lnTo>
                  <a:pt x="1252269" y="75447"/>
                </a:lnTo>
                <a:lnTo>
                  <a:pt x="1251943" y="75591"/>
                </a:lnTo>
                <a:lnTo>
                  <a:pt x="1251624" y="75745"/>
                </a:lnTo>
                <a:lnTo>
                  <a:pt x="1251312" y="75909"/>
                </a:lnTo>
                <a:lnTo>
                  <a:pt x="1251006" y="76084"/>
                </a:lnTo>
                <a:lnTo>
                  <a:pt x="1250707" y="76270"/>
                </a:lnTo>
                <a:lnTo>
                  <a:pt x="1250415" y="76467"/>
                </a:lnTo>
                <a:lnTo>
                  <a:pt x="1250129" y="76674"/>
                </a:lnTo>
                <a:lnTo>
                  <a:pt x="1249851" y="76892"/>
                </a:lnTo>
                <a:lnTo>
                  <a:pt x="1249579" y="77120"/>
                </a:lnTo>
                <a:lnTo>
                  <a:pt x="1249314" y="77359"/>
                </a:lnTo>
                <a:lnTo>
                  <a:pt x="1249056" y="77609"/>
                </a:lnTo>
                <a:lnTo>
                  <a:pt x="1248806" y="77867"/>
                </a:lnTo>
                <a:lnTo>
                  <a:pt x="1248567" y="78132"/>
                </a:lnTo>
                <a:lnTo>
                  <a:pt x="1248339" y="78404"/>
                </a:lnTo>
                <a:lnTo>
                  <a:pt x="1248121" y="78682"/>
                </a:lnTo>
                <a:lnTo>
                  <a:pt x="1247914" y="78968"/>
                </a:lnTo>
                <a:lnTo>
                  <a:pt x="1247717" y="79260"/>
                </a:lnTo>
                <a:lnTo>
                  <a:pt x="1247532" y="79559"/>
                </a:lnTo>
                <a:lnTo>
                  <a:pt x="1247356" y="79864"/>
                </a:lnTo>
                <a:lnTo>
                  <a:pt x="1247192" y="80177"/>
                </a:lnTo>
                <a:lnTo>
                  <a:pt x="1247038" y="80496"/>
                </a:lnTo>
                <a:lnTo>
                  <a:pt x="1246894" y="80822"/>
                </a:lnTo>
                <a:lnTo>
                  <a:pt x="1246762" y="81155"/>
                </a:lnTo>
                <a:lnTo>
                  <a:pt x="1246639" y="81494"/>
                </a:lnTo>
                <a:lnTo>
                  <a:pt x="1246528" y="81841"/>
                </a:lnTo>
                <a:lnTo>
                  <a:pt x="1246427" y="82194"/>
                </a:lnTo>
                <a:lnTo>
                  <a:pt x="1246337" y="82553"/>
                </a:lnTo>
                <a:lnTo>
                  <a:pt x="1246257" y="82920"/>
                </a:lnTo>
                <a:lnTo>
                  <a:pt x="1246188" y="83293"/>
                </a:lnTo>
                <a:lnTo>
                  <a:pt x="1246130" y="83674"/>
                </a:lnTo>
                <a:lnTo>
                  <a:pt x="1246082" y="84061"/>
                </a:lnTo>
                <a:lnTo>
                  <a:pt x="1246045" y="84454"/>
                </a:lnTo>
                <a:lnTo>
                  <a:pt x="1246018" y="84855"/>
                </a:lnTo>
                <a:lnTo>
                  <a:pt x="1246002" y="85262"/>
                </a:lnTo>
                <a:lnTo>
                  <a:pt x="1245997" y="85676"/>
                </a:lnTo>
                <a:lnTo>
                  <a:pt x="1246002" y="86105"/>
                </a:lnTo>
                <a:lnTo>
                  <a:pt x="1246018" y="86527"/>
                </a:lnTo>
                <a:lnTo>
                  <a:pt x="1246045" y="86942"/>
                </a:lnTo>
                <a:lnTo>
                  <a:pt x="1246082" y="87350"/>
                </a:lnTo>
                <a:lnTo>
                  <a:pt x="1246130" y="87751"/>
                </a:lnTo>
                <a:lnTo>
                  <a:pt x="1246188" y="88145"/>
                </a:lnTo>
                <a:lnTo>
                  <a:pt x="1246257" y="88531"/>
                </a:lnTo>
                <a:lnTo>
                  <a:pt x="1246337" y="88911"/>
                </a:lnTo>
                <a:lnTo>
                  <a:pt x="1246427" y="89283"/>
                </a:lnTo>
                <a:lnTo>
                  <a:pt x="1246528" y="89649"/>
                </a:lnTo>
                <a:lnTo>
                  <a:pt x="1246639" y="90007"/>
                </a:lnTo>
                <a:lnTo>
                  <a:pt x="1246762" y="90358"/>
                </a:lnTo>
                <a:lnTo>
                  <a:pt x="1246894" y="90702"/>
                </a:lnTo>
                <a:lnTo>
                  <a:pt x="1247038" y="91039"/>
                </a:lnTo>
                <a:lnTo>
                  <a:pt x="1247192" y="91369"/>
                </a:lnTo>
                <a:lnTo>
                  <a:pt x="1247356" y="91692"/>
                </a:lnTo>
                <a:lnTo>
                  <a:pt x="1247532" y="92008"/>
                </a:lnTo>
                <a:lnTo>
                  <a:pt x="1247717" y="92317"/>
                </a:lnTo>
                <a:lnTo>
                  <a:pt x="1247914" y="92618"/>
                </a:lnTo>
                <a:lnTo>
                  <a:pt x="1248121" y="92913"/>
                </a:lnTo>
                <a:lnTo>
                  <a:pt x="1248339" y="93201"/>
                </a:lnTo>
                <a:lnTo>
                  <a:pt x="1248567" y="93481"/>
                </a:lnTo>
                <a:lnTo>
                  <a:pt x="1248806" y="93754"/>
                </a:lnTo>
                <a:lnTo>
                  <a:pt x="1249056" y="94020"/>
                </a:lnTo>
                <a:lnTo>
                  <a:pt x="1249314" y="94278"/>
                </a:lnTo>
                <a:lnTo>
                  <a:pt x="1249579" y="94524"/>
                </a:lnTo>
                <a:lnTo>
                  <a:pt x="1249851" y="94759"/>
                </a:lnTo>
                <a:lnTo>
                  <a:pt x="1250129" y="94984"/>
                </a:lnTo>
                <a:lnTo>
                  <a:pt x="1250415" y="95197"/>
                </a:lnTo>
                <a:lnTo>
                  <a:pt x="1250707" y="95400"/>
                </a:lnTo>
                <a:lnTo>
                  <a:pt x="1251006" y="95591"/>
                </a:lnTo>
                <a:lnTo>
                  <a:pt x="1251312" y="95772"/>
                </a:lnTo>
                <a:lnTo>
                  <a:pt x="1251624" y="95941"/>
                </a:lnTo>
                <a:lnTo>
                  <a:pt x="1251943" y="96100"/>
                </a:lnTo>
                <a:lnTo>
                  <a:pt x="1252269" y="96248"/>
                </a:lnTo>
                <a:lnTo>
                  <a:pt x="1252602" y="96385"/>
                </a:lnTo>
                <a:lnTo>
                  <a:pt x="1252941" y="96510"/>
                </a:lnTo>
                <a:lnTo>
                  <a:pt x="1253288" y="96625"/>
                </a:lnTo>
                <a:lnTo>
                  <a:pt x="1253641" y="96729"/>
                </a:lnTo>
                <a:lnTo>
                  <a:pt x="1254001" y="96822"/>
                </a:lnTo>
                <a:lnTo>
                  <a:pt x="1254367" y="96904"/>
                </a:lnTo>
                <a:lnTo>
                  <a:pt x="1254741" y="96976"/>
                </a:lnTo>
                <a:lnTo>
                  <a:pt x="1255121" y="97036"/>
                </a:lnTo>
                <a:lnTo>
                  <a:pt x="1255508" y="97085"/>
                </a:lnTo>
                <a:lnTo>
                  <a:pt x="1255901" y="97123"/>
                </a:lnTo>
                <a:lnTo>
                  <a:pt x="1256302" y="97151"/>
                </a:lnTo>
                <a:lnTo>
                  <a:pt x="1256709" y="97167"/>
                </a:lnTo>
                <a:lnTo>
                  <a:pt x="1257123" y="97173"/>
                </a:lnTo>
                <a:lnTo>
                  <a:pt x="1257537" y="97167"/>
                </a:lnTo>
                <a:lnTo>
                  <a:pt x="1257944" y="97151"/>
                </a:lnTo>
                <a:lnTo>
                  <a:pt x="1258344" y="97123"/>
                </a:lnTo>
                <a:lnTo>
                  <a:pt x="1258737" y="97085"/>
                </a:lnTo>
                <a:lnTo>
                  <a:pt x="1259124" y="97036"/>
                </a:lnTo>
                <a:close/>
                <a:moveTo>
                  <a:pt x="1262159" y="155558"/>
                </a:moveTo>
                <a:lnTo>
                  <a:pt x="1263133" y="155465"/>
                </a:lnTo>
                <a:lnTo>
                  <a:pt x="1264095" y="155354"/>
                </a:lnTo>
                <a:lnTo>
                  <a:pt x="1265046" y="155226"/>
                </a:lnTo>
                <a:lnTo>
                  <a:pt x="1265985" y="155081"/>
                </a:lnTo>
                <a:lnTo>
                  <a:pt x="1266914" y="154919"/>
                </a:lnTo>
                <a:lnTo>
                  <a:pt x="1267831" y="154740"/>
                </a:lnTo>
                <a:lnTo>
                  <a:pt x="1268737" y="154544"/>
                </a:lnTo>
                <a:lnTo>
                  <a:pt x="1269631" y="154330"/>
                </a:lnTo>
                <a:lnTo>
                  <a:pt x="1270514" y="154100"/>
                </a:lnTo>
                <a:lnTo>
                  <a:pt x="1271386" y="153853"/>
                </a:lnTo>
                <a:lnTo>
                  <a:pt x="1272247" y="153588"/>
                </a:lnTo>
                <a:lnTo>
                  <a:pt x="1273097" y="153307"/>
                </a:lnTo>
                <a:lnTo>
                  <a:pt x="1273935" y="153009"/>
                </a:lnTo>
                <a:lnTo>
                  <a:pt x="1274762" y="152693"/>
                </a:lnTo>
                <a:lnTo>
                  <a:pt x="1275577" y="152360"/>
                </a:lnTo>
                <a:lnTo>
                  <a:pt x="1276382" y="152011"/>
                </a:lnTo>
                <a:lnTo>
                  <a:pt x="1277175" y="151644"/>
                </a:lnTo>
                <a:lnTo>
                  <a:pt x="1277957" y="151260"/>
                </a:lnTo>
                <a:lnTo>
                  <a:pt x="1278727" y="150859"/>
                </a:lnTo>
                <a:lnTo>
                  <a:pt x="1279485" y="150443"/>
                </a:lnTo>
                <a:lnTo>
                  <a:pt x="1280228" y="150012"/>
                </a:lnTo>
                <a:lnTo>
                  <a:pt x="1280957" y="149567"/>
                </a:lnTo>
                <a:lnTo>
                  <a:pt x="1281671" y="149108"/>
                </a:lnTo>
                <a:lnTo>
                  <a:pt x="1282371" y="148634"/>
                </a:lnTo>
                <a:lnTo>
                  <a:pt x="1283056" y="148147"/>
                </a:lnTo>
                <a:lnTo>
                  <a:pt x="1283727" y="147645"/>
                </a:lnTo>
                <a:lnTo>
                  <a:pt x="1284383" y="147130"/>
                </a:lnTo>
                <a:lnTo>
                  <a:pt x="1285025" y="146600"/>
                </a:lnTo>
                <a:lnTo>
                  <a:pt x="1285652" y="146056"/>
                </a:lnTo>
                <a:lnTo>
                  <a:pt x="1286265" y="145497"/>
                </a:lnTo>
                <a:lnTo>
                  <a:pt x="1286863" y="144925"/>
                </a:lnTo>
                <a:lnTo>
                  <a:pt x="1287447" y="144338"/>
                </a:lnTo>
                <a:lnTo>
                  <a:pt x="1288016" y="143738"/>
                </a:lnTo>
                <a:lnTo>
                  <a:pt x="1288571" y="143123"/>
                </a:lnTo>
                <a:lnTo>
                  <a:pt x="1289111" y="142494"/>
                </a:lnTo>
                <a:lnTo>
                  <a:pt x="1289637" y="141851"/>
                </a:lnTo>
                <a:lnTo>
                  <a:pt x="1290149" y="141193"/>
                </a:lnTo>
                <a:lnTo>
                  <a:pt x="1290645" y="140522"/>
                </a:lnTo>
                <a:lnTo>
                  <a:pt x="1291128" y="139836"/>
                </a:lnTo>
                <a:lnTo>
                  <a:pt x="1291596" y="139136"/>
                </a:lnTo>
                <a:lnTo>
                  <a:pt x="1292049" y="138422"/>
                </a:lnTo>
                <a:lnTo>
                  <a:pt x="1292488" y="137694"/>
                </a:lnTo>
                <a:lnTo>
                  <a:pt x="1292912" y="136952"/>
                </a:lnTo>
                <a:lnTo>
                  <a:pt x="1293321" y="136197"/>
                </a:lnTo>
                <a:lnTo>
                  <a:pt x="1293712" y="135431"/>
                </a:lnTo>
                <a:lnTo>
                  <a:pt x="1294086" y="134655"/>
                </a:lnTo>
                <a:lnTo>
                  <a:pt x="1294443" y="133868"/>
                </a:lnTo>
                <a:lnTo>
                  <a:pt x="1294782" y="133071"/>
                </a:lnTo>
                <a:lnTo>
                  <a:pt x="1295103" y="132263"/>
                </a:lnTo>
                <a:lnTo>
                  <a:pt x="1295408" y="131444"/>
                </a:lnTo>
                <a:lnTo>
                  <a:pt x="1295695" y="130615"/>
                </a:lnTo>
                <a:lnTo>
                  <a:pt x="1295964" y="129775"/>
                </a:lnTo>
                <a:lnTo>
                  <a:pt x="1296216" y="128924"/>
                </a:lnTo>
                <a:lnTo>
                  <a:pt x="1296451" y="128063"/>
                </a:lnTo>
                <a:lnTo>
                  <a:pt x="1296669" y="127192"/>
                </a:lnTo>
                <a:lnTo>
                  <a:pt x="1296869" y="126309"/>
                </a:lnTo>
                <a:lnTo>
                  <a:pt x="1297051" y="125416"/>
                </a:lnTo>
                <a:lnTo>
                  <a:pt x="1297216" y="124513"/>
                </a:lnTo>
                <a:lnTo>
                  <a:pt x="1297364" y="123598"/>
                </a:lnTo>
                <a:lnTo>
                  <a:pt x="1297495" y="122673"/>
                </a:lnTo>
                <a:lnTo>
                  <a:pt x="1297608" y="121738"/>
                </a:lnTo>
                <a:lnTo>
                  <a:pt x="1297703" y="120792"/>
                </a:lnTo>
                <a:lnTo>
                  <a:pt x="1297782" y="119835"/>
                </a:lnTo>
                <a:lnTo>
                  <a:pt x="1297842" y="118868"/>
                </a:lnTo>
                <a:lnTo>
                  <a:pt x="1297886" y="117890"/>
                </a:lnTo>
                <a:lnTo>
                  <a:pt x="1297912" y="116901"/>
                </a:lnTo>
                <a:lnTo>
                  <a:pt x="1297921" y="115902"/>
                </a:lnTo>
                <a:lnTo>
                  <a:pt x="1297921" y="56562"/>
                </a:lnTo>
                <a:lnTo>
                  <a:pt x="1297912" y="55547"/>
                </a:lnTo>
                <a:lnTo>
                  <a:pt x="1297886" y="54545"/>
                </a:lnTo>
                <a:lnTo>
                  <a:pt x="1297842" y="53554"/>
                </a:lnTo>
                <a:lnTo>
                  <a:pt x="1297782" y="52574"/>
                </a:lnTo>
                <a:lnTo>
                  <a:pt x="1297703" y="51606"/>
                </a:lnTo>
                <a:lnTo>
                  <a:pt x="1297608" y="50650"/>
                </a:lnTo>
                <a:lnTo>
                  <a:pt x="1297495" y="49705"/>
                </a:lnTo>
                <a:lnTo>
                  <a:pt x="1297364" y="48772"/>
                </a:lnTo>
                <a:lnTo>
                  <a:pt x="1297216" y="47851"/>
                </a:lnTo>
                <a:lnTo>
                  <a:pt x="1297051" y="46941"/>
                </a:lnTo>
                <a:lnTo>
                  <a:pt x="1296869" y="46043"/>
                </a:lnTo>
                <a:lnTo>
                  <a:pt x="1296669" y="45156"/>
                </a:lnTo>
                <a:lnTo>
                  <a:pt x="1296451" y="44281"/>
                </a:lnTo>
                <a:lnTo>
                  <a:pt x="1296216" y="43418"/>
                </a:lnTo>
                <a:lnTo>
                  <a:pt x="1295964" y="42566"/>
                </a:lnTo>
                <a:lnTo>
                  <a:pt x="1295695" y="41726"/>
                </a:lnTo>
                <a:lnTo>
                  <a:pt x="1295408" y="40897"/>
                </a:lnTo>
                <a:lnTo>
                  <a:pt x="1295103" y="40080"/>
                </a:lnTo>
                <a:lnTo>
                  <a:pt x="1294782" y="39274"/>
                </a:lnTo>
                <a:lnTo>
                  <a:pt x="1294443" y="38481"/>
                </a:lnTo>
                <a:lnTo>
                  <a:pt x="1294086" y="37698"/>
                </a:lnTo>
                <a:lnTo>
                  <a:pt x="1293712" y="36928"/>
                </a:lnTo>
                <a:lnTo>
                  <a:pt x="1293321" y="36169"/>
                </a:lnTo>
                <a:lnTo>
                  <a:pt x="1292912" y="35421"/>
                </a:lnTo>
                <a:lnTo>
                  <a:pt x="1292488" y="34687"/>
                </a:lnTo>
                <a:lnTo>
                  <a:pt x="1292050" y="33965"/>
                </a:lnTo>
                <a:lnTo>
                  <a:pt x="1291597" y="33258"/>
                </a:lnTo>
                <a:lnTo>
                  <a:pt x="1291130" y="32565"/>
                </a:lnTo>
                <a:lnTo>
                  <a:pt x="1290649" y="31885"/>
                </a:lnTo>
                <a:lnTo>
                  <a:pt x="1290154" y="31220"/>
                </a:lnTo>
                <a:lnTo>
                  <a:pt x="1289645" y="30568"/>
                </a:lnTo>
                <a:lnTo>
                  <a:pt x="1289121" y="29930"/>
                </a:lnTo>
                <a:lnTo>
                  <a:pt x="1288584" y="29306"/>
                </a:lnTo>
                <a:lnTo>
                  <a:pt x="1288032" y="28695"/>
                </a:lnTo>
                <a:lnTo>
                  <a:pt x="1287466" y="28099"/>
                </a:lnTo>
                <a:lnTo>
                  <a:pt x="1286886" y="27516"/>
                </a:lnTo>
                <a:lnTo>
                  <a:pt x="1286291" y="26947"/>
                </a:lnTo>
                <a:lnTo>
                  <a:pt x="1285683" y="26392"/>
                </a:lnTo>
                <a:lnTo>
                  <a:pt x="1285060" y="25851"/>
                </a:lnTo>
                <a:lnTo>
                  <a:pt x="1284423" y="25324"/>
                </a:lnTo>
                <a:lnTo>
                  <a:pt x="1283772" y="24811"/>
                </a:lnTo>
                <a:lnTo>
                  <a:pt x="1283107" y="24311"/>
                </a:lnTo>
                <a:lnTo>
                  <a:pt x="1282428" y="23825"/>
                </a:lnTo>
                <a:lnTo>
                  <a:pt x="1281734" y="23353"/>
                </a:lnTo>
                <a:lnTo>
                  <a:pt x="1281026" y="22895"/>
                </a:lnTo>
                <a:lnTo>
                  <a:pt x="1280304" y="22451"/>
                </a:lnTo>
                <a:lnTo>
                  <a:pt x="1279568" y="22021"/>
                </a:lnTo>
                <a:lnTo>
                  <a:pt x="1278818" y="21604"/>
                </a:lnTo>
                <a:lnTo>
                  <a:pt x="1278055" y="21203"/>
                </a:lnTo>
                <a:lnTo>
                  <a:pt x="1277279" y="20819"/>
                </a:lnTo>
                <a:lnTo>
                  <a:pt x="1276491" y="20452"/>
                </a:lnTo>
                <a:lnTo>
                  <a:pt x="1275691" y="20102"/>
                </a:lnTo>
                <a:lnTo>
                  <a:pt x="1274879" y="19770"/>
                </a:lnTo>
                <a:lnTo>
                  <a:pt x="1274055" y="19454"/>
                </a:lnTo>
                <a:lnTo>
                  <a:pt x="1273218" y="19155"/>
                </a:lnTo>
                <a:lnTo>
                  <a:pt x="1272369" y="18874"/>
                </a:lnTo>
                <a:lnTo>
                  <a:pt x="1271508" y="18609"/>
                </a:lnTo>
                <a:lnTo>
                  <a:pt x="1270635" y="18362"/>
                </a:lnTo>
                <a:lnTo>
                  <a:pt x="1269749" y="18131"/>
                </a:lnTo>
                <a:lnTo>
                  <a:pt x="1268851" y="17918"/>
                </a:lnTo>
                <a:lnTo>
                  <a:pt x="1267941" y="17722"/>
                </a:lnTo>
                <a:lnTo>
                  <a:pt x="1267019" y="17543"/>
                </a:lnTo>
                <a:lnTo>
                  <a:pt x="1266084" y="17380"/>
                </a:lnTo>
                <a:lnTo>
                  <a:pt x="1265137" y="17235"/>
                </a:lnTo>
                <a:lnTo>
                  <a:pt x="1264178" y="17107"/>
                </a:lnTo>
                <a:lnTo>
                  <a:pt x="1263207" y="16996"/>
                </a:lnTo>
                <a:lnTo>
                  <a:pt x="1262224" y="16903"/>
                </a:lnTo>
                <a:lnTo>
                  <a:pt x="1261228" y="16826"/>
                </a:lnTo>
                <a:lnTo>
                  <a:pt x="1260220" y="16766"/>
                </a:lnTo>
                <a:lnTo>
                  <a:pt x="1259200" y="16723"/>
                </a:lnTo>
                <a:lnTo>
                  <a:pt x="1258168" y="16698"/>
                </a:lnTo>
                <a:lnTo>
                  <a:pt x="1257123" y="16689"/>
                </a:lnTo>
                <a:lnTo>
                  <a:pt x="1256093" y="16698"/>
                </a:lnTo>
                <a:lnTo>
                  <a:pt x="1255075" y="16723"/>
                </a:lnTo>
                <a:lnTo>
                  <a:pt x="1254067" y="16766"/>
                </a:lnTo>
                <a:lnTo>
                  <a:pt x="1253071" y="16826"/>
                </a:lnTo>
                <a:lnTo>
                  <a:pt x="1252087" y="16903"/>
                </a:lnTo>
                <a:lnTo>
                  <a:pt x="1251113" y="16996"/>
                </a:lnTo>
                <a:lnTo>
                  <a:pt x="1250151" y="17107"/>
                </a:lnTo>
                <a:lnTo>
                  <a:pt x="1249200" y="17235"/>
                </a:lnTo>
                <a:lnTo>
                  <a:pt x="1248261" y="17380"/>
                </a:lnTo>
                <a:lnTo>
                  <a:pt x="1247332" y="17543"/>
                </a:lnTo>
                <a:lnTo>
                  <a:pt x="1246415" y="17722"/>
                </a:lnTo>
                <a:lnTo>
                  <a:pt x="1245509" y="17918"/>
                </a:lnTo>
                <a:lnTo>
                  <a:pt x="1244615" y="18131"/>
                </a:lnTo>
                <a:lnTo>
                  <a:pt x="1243732" y="18362"/>
                </a:lnTo>
                <a:lnTo>
                  <a:pt x="1242860" y="18609"/>
                </a:lnTo>
                <a:lnTo>
                  <a:pt x="1241999" y="18874"/>
                </a:lnTo>
                <a:lnTo>
                  <a:pt x="1241149" y="19155"/>
                </a:lnTo>
                <a:lnTo>
                  <a:pt x="1240311" y="19454"/>
                </a:lnTo>
                <a:lnTo>
                  <a:pt x="1239484" y="19770"/>
                </a:lnTo>
                <a:lnTo>
                  <a:pt x="1238669" y="20102"/>
                </a:lnTo>
                <a:lnTo>
                  <a:pt x="1237864" y="20452"/>
                </a:lnTo>
                <a:lnTo>
                  <a:pt x="1237071" y="20819"/>
                </a:lnTo>
                <a:lnTo>
                  <a:pt x="1236289" y="21203"/>
                </a:lnTo>
                <a:lnTo>
                  <a:pt x="1235519" y="21604"/>
                </a:lnTo>
                <a:lnTo>
                  <a:pt x="1234761" y="22021"/>
                </a:lnTo>
                <a:lnTo>
                  <a:pt x="1234018" y="22451"/>
                </a:lnTo>
                <a:lnTo>
                  <a:pt x="1233289" y="22895"/>
                </a:lnTo>
                <a:lnTo>
                  <a:pt x="1232575" y="23353"/>
                </a:lnTo>
                <a:lnTo>
                  <a:pt x="1231875" y="23825"/>
                </a:lnTo>
                <a:lnTo>
                  <a:pt x="1231190" y="24311"/>
                </a:lnTo>
                <a:lnTo>
                  <a:pt x="1230519" y="24811"/>
                </a:lnTo>
                <a:lnTo>
                  <a:pt x="1229863" y="25324"/>
                </a:lnTo>
                <a:lnTo>
                  <a:pt x="1229221" y="25851"/>
                </a:lnTo>
                <a:lnTo>
                  <a:pt x="1228593" y="26392"/>
                </a:lnTo>
                <a:lnTo>
                  <a:pt x="1227980" y="26947"/>
                </a:lnTo>
                <a:lnTo>
                  <a:pt x="1227382" y="27516"/>
                </a:lnTo>
                <a:lnTo>
                  <a:pt x="1226798" y="28099"/>
                </a:lnTo>
                <a:lnTo>
                  <a:pt x="1226229" y="28695"/>
                </a:lnTo>
                <a:lnTo>
                  <a:pt x="1225674" y="29306"/>
                </a:lnTo>
                <a:lnTo>
                  <a:pt x="1225133" y="29930"/>
                </a:lnTo>
                <a:lnTo>
                  <a:pt x="1224607" y="30568"/>
                </a:lnTo>
                <a:lnTo>
                  <a:pt x="1224096" y="31220"/>
                </a:lnTo>
                <a:lnTo>
                  <a:pt x="1223599" y="31885"/>
                </a:lnTo>
                <a:lnTo>
                  <a:pt x="1223116" y="32565"/>
                </a:lnTo>
                <a:lnTo>
                  <a:pt x="1222648" y="33258"/>
                </a:lnTo>
                <a:lnTo>
                  <a:pt x="1222195" y="33965"/>
                </a:lnTo>
                <a:lnTo>
                  <a:pt x="1221755" y="34687"/>
                </a:lnTo>
                <a:lnTo>
                  <a:pt x="1221331" y="35421"/>
                </a:lnTo>
                <a:lnTo>
                  <a:pt x="1220922" y="36169"/>
                </a:lnTo>
                <a:lnTo>
                  <a:pt x="1220531" y="36928"/>
                </a:lnTo>
                <a:lnTo>
                  <a:pt x="1220158" y="37698"/>
                </a:lnTo>
                <a:lnTo>
                  <a:pt x="1219801" y="38481"/>
                </a:lnTo>
                <a:lnTo>
                  <a:pt x="1219462" y="39274"/>
                </a:lnTo>
                <a:lnTo>
                  <a:pt x="1219141" y="40080"/>
                </a:lnTo>
                <a:lnTo>
                  <a:pt x="1218837" y="40897"/>
                </a:lnTo>
                <a:lnTo>
                  <a:pt x="1218550" y="41726"/>
                </a:lnTo>
                <a:lnTo>
                  <a:pt x="1218281" y="42566"/>
                </a:lnTo>
                <a:lnTo>
                  <a:pt x="1218029" y="43418"/>
                </a:lnTo>
                <a:lnTo>
                  <a:pt x="1217794" y="44281"/>
                </a:lnTo>
                <a:lnTo>
                  <a:pt x="1217577" y="45156"/>
                </a:lnTo>
                <a:lnTo>
                  <a:pt x="1217377" y="46043"/>
                </a:lnTo>
                <a:lnTo>
                  <a:pt x="1217194" y="46941"/>
                </a:lnTo>
                <a:lnTo>
                  <a:pt x="1217029" y="47851"/>
                </a:lnTo>
                <a:lnTo>
                  <a:pt x="1216881" y="48772"/>
                </a:lnTo>
                <a:lnTo>
                  <a:pt x="1216751" y="49705"/>
                </a:lnTo>
                <a:lnTo>
                  <a:pt x="1216638" y="50650"/>
                </a:lnTo>
                <a:lnTo>
                  <a:pt x="1216542" y="51606"/>
                </a:lnTo>
                <a:lnTo>
                  <a:pt x="1216464" y="52574"/>
                </a:lnTo>
                <a:lnTo>
                  <a:pt x="1216403" y="53554"/>
                </a:lnTo>
                <a:lnTo>
                  <a:pt x="1216360" y="54545"/>
                </a:lnTo>
                <a:lnTo>
                  <a:pt x="1216334" y="55547"/>
                </a:lnTo>
                <a:lnTo>
                  <a:pt x="1216325" y="56562"/>
                </a:lnTo>
                <a:lnTo>
                  <a:pt x="1216325" y="115902"/>
                </a:lnTo>
                <a:lnTo>
                  <a:pt x="1216334" y="116901"/>
                </a:lnTo>
                <a:lnTo>
                  <a:pt x="1216360" y="117890"/>
                </a:lnTo>
                <a:lnTo>
                  <a:pt x="1216403" y="118868"/>
                </a:lnTo>
                <a:lnTo>
                  <a:pt x="1216464" y="119835"/>
                </a:lnTo>
                <a:lnTo>
                  <a:pt x="1216542" y="120792"/>
                </a:lnTo>
                <a:lnTo>
                  <a:pt x="1216638" y="121738"/>
                </a:lnTo>
                <a:lnTo>
                  <a:pt x="1216751" y="122673"/>
                </a:lnTo>
                <a:lnTo>
                  <a:pt x="1216881" y="123598"/>
                </a:lnTo>
                <a:lnTo>
                  <a:pt x="1217029" y="124513"/>
                </a:lnTo>
                <a:lnTo>
                  <a:pt x="1217194" y="125416"/>
                </a:lnTo>
                <a:lnTo>
                  <a:pt x="1217377" y="126309"/>
                </a:lnTo>
                <a:lnTo>
                  <a:pt x="1217577" y="127192"/>
                </a:lnTo>
                <a:lnTo>
                  <a:pt x="1217794" y="128063"/>
                </a:lnTo>
                <a:lnTo>
                  <a:pt x="1218029" y="128924"/>
                </a:lnTo>
                <a:lnTo>
                  <a:pt x="1218281" y="129775"/>
                </a:lnTo>
                <a:lnTo>
                  <a:pt x="1218550" y="130615"/>
                </a:lnTo>
                <a:lnTo>
                  <a:pt x="1218837" y="131444"/>
                </a:lnTo>
                <a:lnTo>
                  <a:pt x="1219141" y="132263"/>
                </a:lnTo>
                <a:lnTo>
                  <a:pt x="1219462" y="133071"/>
                </a:lnTo>
                <a:lnTo>
                  <a:pt x="1219801" y="133868"/>
                </a:lnTo>
                <a:lnTo>
                  <a:pt x="1220158" y="134655"/>
                </a:lnTo>
                <a:lnTo>
                  <a:pt x="1220531" y="135431"/>
                </a:lnTo>
                <a:lnTo>
                  <a:pt x="1220922" y="136197"/>
                </a:lnTo>
                <a:lnTo>
                  <a:pt x="1221331" y="136952"/>
                </a:lnTo>
                <a:lnTo>
                  <a:pt x="1221755" y="137694"/>
                </a:lnTo>
                <a:lnTo>
                  <a:pt x="1222195" y="138422"/>
                </a:lnTo>
                <a:lnTo>
                  <a:pt x="1222648" y="139136"/>
                </a:lnTo>
                <a:lnTo>
                  <a:pt x="1223116" y="139836"/>
                </a:lnTo>
                <a:lnTo>
                  <a:pt x="1223599" y="140522"/>
                </a:lnTo>
                <a:lnTo>
                  <a:pt x="1224096" y="141193"/>
                </a:lnTo>
                <a:lnTo>
                  <a:pt x="1224607" y="141851"/>
                </a:lnTo>
                <a:lnTo>
                  <a:pt x="1225133" y="142494"/>
                </a:lnTo>
                <a:lnTo>
                  <a:pt x="1225674" y="143123"/>
                </a:lnTo>
                <a:lnTo>
                  <a:pt x="1226229" y="143738"/>
                </a:lnTo>
                <a:lnTo>
                  <a:pt x="1226798" y="144338"/>
                </a:lnTo>
                <a:lnTo>
                  <a:pt x="1227382" y="144925"/>
                </a:lnTo>
                <a:lnTo>
                  <a:pt x="1227980" y="145497"/>
                </a:lnTo>
                <a:lnTo>
                  <a:pt x="1228593" y="146056"/>
                </a:lnTo>
                <a:lnTo>
                  <a:pt x="1229221" y="146600"/>
                </a:lnTo>
                <a:lnTo>
                  <a:pt x="1229863" y="147130"/>
                </a:lnTo>
                <a:lnTo>
                  <a:pt x="1230519" y="147645"/>
                </a:lnTo>
                <a:lnTo>
                  <a:pt x="1231190" y="148147"/>
                </a:lnTo>
                <a:lnTo>
                  <a:pt x="1231875" y="148634"/>
                </a:lnTo>
                <a:lnTo>
                  <a:pt x="1232575" y="149108"/>
                </a:lnTo>
                <a:lnTo>
                  <a:pt x="1233289" y="149567"/>
                </a:lnTo>
                <a:lnTo>
                  <a:pt x="1234018" y="150012"/>
                </a:lnTo>
                <a:lnTo>
                  <a:pt x="1234761" y="150443"/>
                </a:lnTo>
                <a:lnTo>
                  <a:pt x="1235519" y="150859"/>
                </a:lnTo>
                <a:lnTo>
                  <a:pt x="1236289" y="151260"/>
                </a:lnTo>
                <a:lnTo>
                  <a:pt x="1237071" y="151644"/>
                </a:lnTo>
                <a:lnTo>
                  <a:pt x="1237864" y="152011"/>
                </a:lnTo>
                <a:lnTo>
                  <a:pt x="1238669" y="152360"/>
                </a:lnTo>
                <a:lnTo>
                  <a:pt x="1239484" y="152693"/>
                </a:lnTo>
                <a:lnTo>
                  <a:pt x="1240311" y="153009"/>
                </a:lnTo>
                <a:lnTo>
                  <a:pt x="1241149" y="153307"/>
                </a:lnTo>
                <a:lnTo>
                  <a:pt x="1241999" y="153588"/>
                </a:lnTo>
                <a:lnTo>
                  <a:pt x="1242860" y="153853"/>
                </a:lnTo>
                <a:lnTo>
                  <a:pt x="1243732" y="154100"/>
                </a:lnTo>
                <a:lnTo>
                  <a:pt x="1244615" y="154330"/>
                </a:lnTo>
                <a:lnTo>
                  <a:pt x="1245509" y="154544"/>
                </a:lnTo>
                <a:lnTo>
                  <a:pt x="1246415" y="154740"/>
                </a:lnTo>
                <a:lnTo>
                  <a:pt x="1247332" y="154919"/>
                </a:lnTo>
                <a:lnTo>
                  <a:pt x="1248261" y="155081"/>
                </a:lnTo>
                <a:lnTo>
                  <a:pt x="1249200" y="155226"/>
                </a:lnTo>
                <a:lnTo>
                  <a:pt x="1250151" y="155354"/>
                </a:lnTo>
                <a:lnTo>
                  <a:pt x="1251113" y="155465"/>
                </a:lnTo>
                <a:lnTo>
                  <a:pt x="1252087" y="155558"/>
                </a:lnTo>
                <a:lnTo>
                  <a:pt x="1253071" y="155635"/>
                </a:lnTo>
                <a:lnTo>
                  <a:pt x="1254067" y="155695"/>
                </a:lnTo>
                <a:lnTo>
                  <a:pt x="1255075" y="155738"/>
                </a:lnTo>
                <a:lnTo>
                  <a:pt x="1256093" y="155763"/>
                </a:lnTo>
                <a:lnTo>
                  <a:pt x="1257123" y="155772"/>
                </a:lnTo>
                <a:lnTo>
                  <a:pt x="1258153" y="155763"/>
                </a:lnTo>
                <a:lnTo>
                  <a:pt x="1259171" y="155738"/>
                </a:lnTo>
                <a:lnTo>
                  <a:pt x="1260178" y="155695"/>
                </a:lnTo>
                <a:lnTo>
                  <a:pt x="1261174" y="155635"/>
                </a:lnTo>
                <a:lnTo>
                  <a:pt x="1262159" y="155558"/>
                </a:lnTo>
                <a:close/>
                <a:moveTo>
                  <a:pt x="1252676" y="141183"/>
                </a:moveTo>
                <a:lnTo>
                  <a:pt x="1251832" y="141047"/>
                </a:lnTo>
                <a:lnTo>
                  <a:pt x="1251003" y="140886"/>
                </a:lnTo>
                <a:lnTo>
                  <a:pt x="1250190" y="140700"/>
                </a:lnTo>
                <a:lnTo>
                  <a:pt x="1249391" y="140489"/>
                </a:lnTo>
                <a:lnTo>
                  <a:pt x="1248608" y="140254"/>
                </a:lnTo>
                <a:lnTo>
                  <a:pt x="1247839" y="139994"/>
                </a:lnTo>
                <a:lnTo>
                  <a:pt x="1247086" y="139709"/>
                </a:lnTo>
                <a:lnTo>
                  <a:pt x="1246348" y="139399"/>
                </a:lnTo>
                <a:lnTo>
                  <a:pt x="1245625" y="139064"/>
                </a:lnTo>
                <a:lnTo>
                  <a:pt x="1244917" y="138705"/>
                </a:lnTo>
                <a:lnTo>
                  <a:pt x="1244225" y="138320"/>
                </a:lnTo>
                <a:lnTo>
                  <a:pt x="1243547" y="137911"/>
                </a:lnTo>
                <a:lnTo>
                  <a:pt x="1242885" y="137478"/>
                </a:lnTo>
                <a:lnTo>
                  <a:pt x="1242238" y="137019"/>
                </a:lnTo>
                <a:lnTo>
                  <a:pt x="1241606" y="136536"/>
                </a:lnTo>
                <a:lnTo>
                  <a:pt x="1240989" y="136027"/>
                </a:lnTo>
                <a:lnTo>
                  <a:pt x="1240387" y="135494"/>
                </a:lnTo>
                <a:lnTo>
                  <a:pt x="1239800" y="134937"/>
                </a:lnTo>
                <a:lnTo>
                  <a:pt x="1239228" y="134354"/>
                </a:lnTo>
                <a:lnTo>
                  <a:pt x="1238676" y="133752"/>
                </a:lnTo>
                <a:lnTo>
                  <a:pt x="1238147" y="133135"/>
                </a:lnTo>
                <a:lnTo>
                  <a:pt x="1237642" y="132504"/>
                </a:lnTo>
                <a:lnTo>
                  <a:pt x="1237160" y="131858"/>
                </a:lnTo>
                <a:lnTo>
                  <a:pt x="1236702" y="131198"/>
                </a:lnTo>
                <a:lnTo>
                  <a:pt x="1236267" y="130524"/>
                </a:lnTo>
                <a:lnTo>
                  <a:pt x="1235856" y="129835"/>
                </a:lnTo>
                <a:lnTo>
                  <a:pt x="1235468" y="129131"/>
                </a:lnTo>
                <a:lnTo>
                  <a:pt x="1235104" y="128413"/>
                </a:lnTo>
                <a:lnTo>
                  <a:pt x="1234763" y="127680"/>
                </a:lnTo>
                <a:lnTo>
                  <a:pt x="1234446" y="126933"/>
                </a:lnTo>
                <a:lnTo>
                  <a:pt x="1234152" y="126172"/>
                </a:lnTo>
                <a:lnTo>
                  <a:pt x="1233882" y="125395"/>
                </a:lnTo>
                <a:lnTo>
                  <a:pt x="1233635" y="124605"/>
                </a:lnTo>
                <a:lnTo>
                  <a:pt x="1233412" y="123800"/>
                </a:lnTo>
                <a:lnTo>
                  <a:pt x="1233212" y="122980"/>
                </a:lnTo>
                <a:lnTo>
                  <a:pt x="1233036" y="122146"/>
                </a:lnTo>
                <a:lnTo>
                  <a:pt x="1232883" y="121298"/>
                </a:lnTo>
                <a:lnTo>
                  <a:pt x="1232754" y="120435"/>
                </a:lnTo>
                <a:lnTo>
                  <a:pt x="1232648" y="119557"/>
                </a:lnTo>
                <a:lnTo>
                  <a:pt x="1232566" y="118665"/>
                </a:lnTo>
                <a:lnTo>
                  <a:pt x="1232507" y="117759"/>
                </a:lnTo>
                <a:lnTo>
                  <a:pt x="1232472" y="116838"/>
                </a:lnTo>
                <a:lnTo>
                  <a:pt x="1232460" y="115902"/>
                </a:lnTo>
                <a:lnTo>
                  <a:pt x="1232460" y="56562"/>
                </a:lnTo>
                <a:lnTo>
                  <a:pt x="1232472" y="55626"/>
                </a:lnTo>
                <a:lnTo>
                  <a:pt x="1232507" y="54705"/>
                </a:lnTo>
                <a:lnTo>
                  <a:pt x="1232566" y="53799"/>
                </a:lnTo>
                <a:lnTo>
                  <a:pt x="1232648" y="52907"/>
                </a:lnTo>
                <a:lnTo>
                  <a:pt x="1232754" y="52029"/>
                </a:lnTo>
                <a:lnTo>
                  <a:pt x="1232883" y="51166"/>
                </a:lnTo>
                <a:lnTo>
                  <a:pt x="1233036" y="50318"/>
                </a:lnTo>
                <a:lnTo>
                  <a:pt x="1233212" y="49483"/>
                </a:lnTo>
                <a:lnTo>
                  <a:pt x="1233412" y="48664"/>
                </a:lnTo>
                <a:lnTo>
                  <a:pt x="1233635" y="47859"/>
                </a:lnTo>
                <a:lnTo>
                  <a:pt x="1233882" y="47068"/>
                </a:lnTo>
                <a:lnTo>
                  <a:pt x="1234152" y="46292"/>
                </a:lnTo>
                <a:lnTo>
                  <a:pt x="1234446" y="45531"/>
                </a:lnTo>
                <a:lnTo>
                  <a:pt x="1234763" y="44784"/>
                </a:lnTo>
                <a:lnTo>
                  <a:pt x="1235104" y="44051"/>
                </a:lnTo>
                <a:lnTo>
                  <a:pt x="1235468" y="43333"/>
                </a:lnTo>
                <a:lnTo>
                  <a:pt x="1235856" y="42629"/>
                </a:lnTo>
                <a:lnTo>
                  <a:pt x="1236267" y="41940"/>
                </a:lnTo>
                <a:lnTo>
                  <a:pt x="1236702" y="41265"/>
                </a:lnTo>
                <a:lnTo>
                  <a:pt x="1237160" y="40605"/>
                </a:lnTo>
                <a:lnTo>
                  <a:pt x="1237642" y="39960"/>
                </a:lnTo>
                <a:lnTo>
                  <a:pt x="1238147" y="39328"/>
                </a:lnTo>
                <a:lnTo>
                  <a:pt x="1238676" y="38712"/>
                </a:lnTo>
                <a:lnTo>
                  <a:pt x="1239228" y="38110"/>
                </a:lnTo>
                <a:lnTo>
                  <a:pt x="1239800" y="37527"/>
                </a:lnTo>
                <a:lnTo>
                  <a:pt x="1240387" y="36969"/>
                </a:lnTo>
                <a:lnTo>
                  <a:pt x="1240989" y="36436"/>
                </a:lnTo>
                <a:lnTo>
                  <a:pt x="1241606" y="35928"/>
                </a:lnTo>
                <a:lnTo>
                  <a:pt x="1242238" y="35445"/>
                </a:lnTo>
                <a:lnTo>
                  <a:pt x="1242885" y="34986"/>
                </a:lnTo>
                <a:lnTo>
                  <a:pt x="1243547" y="34552"/>
                </a:lnTo>
                <a:lnTo>
                  <a:pt x="1244225" y="34143"/>
                </a:lnTo>
                <a:lnTo>
                  <a:pt x="1244917" y="33759"/>
                </a:lnTo>
                <a:lnTo>
                  <a:pt x="1245625" y="33400"/>
                </a:lnTo>
                <a:lnTo>
                  <a:pt x="1246348" y="33065"/>
                </a:lnTo>
                <a:lnTo>
                  <a:pt x="1247086" y="32755"/>
                </a:lnTo>
                <a:lnTo>
                  <a:pt x="1247839" y="32470"/>
                </a:lnTo>
                <a:lnTo>
                  <a:pt x="1248608" y="32210"/>
                </a:lnTo>
                <a:lnTo>
                  <a:pt x="1249391" y="31974"/>
                </a:lnTo>
                <a:lnTo>
                  <a:pt x="1250190" y="31764"/>
                </a:lnTo>
                <a:lnTo>
                  <a:pt x="1251003" y="31578"/>
                </a:lnTo>
                <a:lnTo>
                  <a:pt x="1251832" y="31417"/>
                </a:lnTo>
                <a:lnTo>
                  <a:pt x="1252676" y="31280"/>
                </a:lnTo>
                <a:lnTo>
                  <a:pt x="1253535" y="31169"/>
                </a:lnTo>
                <a:lnTo>
                  <a:pt x="1254410" y="31082"/>
                </a:lnTo>
                <a:lnTo>
                  <a:pt x="1255299" y="31020"/>
                </a:lnTo>
                <a:lnTo>
                  <a:pt x="1256203" y="30983"/>
                </a:lnTo>
                <a:lnTo>
                  <a:pt x="1257123" y="30970"/>
                </a:lnTo>
                <a:lnTo>
                  <a:pt x="1258043" y="30983"/>
                </a:lnTo>
                <a:lnTo>
                  <a:pt x="1258947" y="31020"/>
                </a:lnTo>
                <a:lnTo>
                  <a:pt x="1259836" y="31082"/>
                </a:lnTo>
                <a:lnTo>
                  <a:pt x="1260711" y="31169"/>
                </a:lnTo>
                <a:lnTo>
                  <a:pt x="1261570" y="31280"/>
                </a:lnTo>
                <a:lnTo>
                  <a:pt x="1262414" y="31417"/>
                </a:lnTo>
                <a:lnTo>
                  <a:pt x="1263243" y="31578"/>
                </a:lnTo>
                <a:lnTo>
                  <a:pt x="1264056" y="31764"/>
                </a:lnTo>
                <a:lnTo>
                  <a:pt x="1264855" y="31974"/>
                </a:lnTo>
                <a:lnTo>
                  <a:pt x="1265638" y="32210"/>
                </a:lnTo>
                <a:lnTo>
                  <a:pt x="1266407" y="32470"/>
                </a:lnTo>
                <a:lnTo>
                  <a:pt x="1267160" y="32755"/>
                </a:lnTo>
                <a:lnTo>
                  <a:pt x="1267898" y="33065"/>
                </a:lnTo>
                <a:lnTo>
                  <a:pt x="1268621" y="33400"/>
                </a:lnTo>
                <a:lnTo>
                  <a:pt x="1269328" y="33759"/>
                </a:lnTo>
                <a:lnTo>
                  <a:pt x="1270021" y="34143"/>
                </a:lnTo>
                <a:lnTo>
                  <a:pt x="1270699" y="34552"/>
                </a:lnTo>
                <a:lnTo>
                  <a:pt x="1271361" y="34986"/>
                </a:lnTo>
                <a:lnTo>
                  <a:pt x="1272008" y="35445"/>
                </a:lnTo>
                <a:lnTo>
                  <a:pt x="1272640" y="35928"/>
                </a:lnTo>
                <a:lnTo>
                  <a:pt x="1273257" y="36436"/>
                </a:lnTo>
                <a:lnTo>
                  <a:pt x="1273859" y="36969"/>
                </a:lnTo>
                <a:lnTo>
                  <a:pt x="1274446" y="37527"/>
                </a:lnTo>
                <a:lnTo>
                  <a:pt x="1275018" y="38110"/>
                </a:lnTo>
                <a:lnTo>
                  <a:pt x="1275570" y="38712"/>
                </a:lnTo>
                <a:lnTo>
                  <a:pt x="1276099" y="39328"/>
                </a:lnTo>
                <a:lnTo>
                  <a:pt x="1276604" y="39960"/>
                </a:lnTo>
                <a:lnTo>
                  <a:pt x="1277086" y="40605"/>
                </a:lnTo>
                <a:lnTo>
                  <a:pt x="1277544" y="41265"/>
                </a:lnTo>
                <a:lnTo>
                  <a:pt x="1277979" y="41940"/>
                </a:lnTo>
                <a:lnTo>
                  <a:pt x="1278390" y="42629"/>
                </a:lnTo>
                <a:lnTo>
                  <a:pt x="1278778" y="43333"/>
                </a:lnTo>
                <a:lnTo>
                  <a:pt x="1279142" y="44051"/>
                </a:lnTo>
                <a:lnTo>
                  <a:pt x="1279483" y="44784"/>
                </a:lnTo>
                <a:lnTo>
                  <a:pt x="1279800" y="45531"/>
                </a:lnTo>
                <a:lnTo>
                  <a:pt x="1280094" y="46292"/>
                </a:lnTo>
                <a:lnTo>
                  <a:pt x="1280364" y="47068"/>
                </a:lnTo>
                <a:lnTo>
                  <a:pt x="1280611" y="47859"/>
                </a:lnTo>
                <a:lnTo>
                  <a:pt x="1280834" y="48664"/>
                </a:lnTo>
                <a:lnTo>
                  <a:pt x="1281034" y="49483"/>
                </a:lnTo>
                <a:lnTo>
                  <a:pt x="1281210" y="50318"/>
                </a:lnTo>
                <a:lnTo>
                  <a:pt x="1281363" y="51166"/>
                </a:lnTo>
                <a:lnTo>
                  <a:pt x="1281492" y="52029"/>
                </a:lnTo>
                <a:lnTo>
                  <a:pt x="1281598" y="52907"/>
                </a:lnTo>
                <a:lnTo>
                  <a:pt x="1281680" y="53799"/>
                </a:lnTo>
                <a:lnTo>
                  <a:pt x="1281739" y="54705"/>
                </a:lnTo>
                <a:lnTo>
                  <a:pt x="1281774" y="55626"/>
                </a:lnTo>
                <a:lnTo>
                  <a:pt x="1281786" y="56562"/>
                </a:lnTo>
                <a:lnTo>
                  <a:pt x="1281786" y="115902"/>
                </a:lnTo>
                <a:lnTo>
                  <a:pt x="1281774" y="116838"/>
                </a:lnTo>
                <a:lnTo>
                  <a:pt x="1281739" y="117759"/>
                </a:lnTo>
                <a:lnTo>
                  <a:pt x="1281680" y="118665"/>
                </a:lnTo>
                <a:lnTo>
                  <a:pt x="1281598" y="119557"/>
                </a:lnTo>
                <a:lnTo>
                  <a:pt x="1281492" y="120435"/>
                </a:lnTo>
                <a:lnTo>
                  <a:pt x="1281363" y="121298"/>
                </a:lnTo>
                <a:lnTo>
                  <a:pt x="1281210" y="122146"/>
                </a:lnTo>
                <a:lnTo>
                  <a:pt x="1281034" y="122980"/>
                </a:lnTo>
                <a:lnTo>
                  <a:pt x="1280834" y="123800"/>
                </a:lnTo>
                <a:lnTo>
                  <a:pt x="1280611" y="124605"/>
                </a:lnTo>
                <a:lnTo>
                  <a:pt x="1280364" y="125395"/>
                </a:lnTo>
                <a:lnTo>
                  <a:pt x="1280094" y="126172"/>
                </a:lnTo>
                <a:lnTo>
                  <a:pt x="1279800" y="126933"/>
                </a:lnTo>
                <a:lnTo>
                  <a:pt x="1279483" y="127680"/>
                </a:lnTo>
                <a:lnTo>
                  <a:pt x="1279142" y="128413"/>
                </a:lnTo>
                <a:lnTo>
                  <a:pt x="1278778" y="129131"/>
                </a:lnTo>
                <a:lnTo>
                  <a:pt x="1278390" y="129835"/>
                </a:lnTo>
                <a:lnTo>
                  <a:pt x="1277979" y="130524"/>
                </a:lnTo>
                <a:lnTo>
                  <a:pt x="1277544" y="131198"/>
                </a:lnTo>
                <a:lnTo>
                  <a:pt x="1277086" y="131858"/>
                </a:lnTo>
                <a:lnTo>
                  <a:pt x="1276604" y="132504"/>
                </a:lnTo>
                <a:lnTo>
                  <a:pt x="1276099" y="133135"/>
                </a:lnTo>
                <a:lnTo>
                  <a:pt x="1275570" y="133752"/>
                </a:lnTo>
                <a:lnTo>
                  <a:pt x="1275018" y="134354"/>
                </a:lnTo>
                <a:lnTo>
                  <a:pt x="1274446" y="134937"/>
                </a:lnTo>
                <a:lnTo>
                  <a:pt x="1273859" y="135494"/>
                </a:lnTo>
                <a:lnTo>
                  <a:pt x="1273257" y="136027"/>
                </a:lnTo>
                <a:lnTo>
                  <a:pt x="1272640" y="136536"/>
                </a:lnTo>
                <a:lnTo>
                  <a:pt x="1272008" y="137019"/>
                </a:lnTo>
                <a:lnTo>
                  <a:pt x="1271361" y="137478"/>
                </a:lnTo>
                <a:lnTo>
                  <a:pt x="1270699" y="137911"/>
                </a:lnTo>
                <a:lnTo>
                  <a:pt x="1270021" y="138320"/>
                </a:lnTo>
                <a:lnTo>
                  <a:pt x="1269328" y="138705"/>
                </a:lnTo>
                <a:lnTo>
                  <a:pt x="1268621" y="139064"/>
                </a:lnTo>
                <a:lnTo>
                  <a:pt x="1267898" y="139399"/>
                </a:lnTo>
                <a:lnTo>
                  <a:pt x="1267160" y="139709"/>
                </a:lnTo>
                <a:lnTo>
                  <a:pt x="1266407" y="139994"/>
                </a:lnTo>
                <a:lnTo>
                  <a:pt x="1265638" y="140254"/>
                </a:lnTo>
                <a:lnTo>
                  <a:pt x="1264855" y="140489"/>
                </a:lnTo>
                <a:lnTo>
                  <a:pt x="1264056" y="140700"/>
                </a:lnTo>
                <a:lnTo>
                  <a:pt x="1263243" y="140886"/>
                </a:lnTo>
                <a:lnTo>
                  <a:pt x="1262414" y="141047"/>
                </a:lnTo>
                <a:lnTo>
                  <a:pt x="1261570" y="141183"/>
                </a:lnTo>
                <a:lnTo>
                  <a:pt x="1260711" y="141295"/>
                </a:lnTo>
                <a:lnTo>
                  <a:pt x="1259836" y="141382"/>
                </a:lnTo>
                <a:lnTo>
                  <a:pt x="1258947" y="141444"/>
                </a:lnTo>
                <a:lnTo>
                  <a:pt x="1258043" y="141481"/>
                </a:lnTo>
                <a:lnTo>
                  <a:pt x="1257123" y="141493"/>
                </a:lnTo>
                <a:lnTo>
                  <a:pt x="1256203" y="141481"/>
                </a:lnTo>
                <a:lnTo>
                  <a:pt x="1255299" y="141444"/>
                </a:lnTo>
                <a:lnTo>
                  <a:pt x="1254410" y="141382"/>
                </a:lnTo>
                <a:lnTo>
                  <a:pt x="1253535" y="141295"/>
                </a:lnTo>
                <a:lnTo>
                  <a:pt x="1252676" y="141183"/>
                </a:lnTo>
                <a:close/>
                <a:moveTo>
                  <a:pt x="1493749" y="18545"/>
                </a:moveTo>
                <a:lnTo>
                  <a:pt x="1470939" y="18545"/>
                </a:lnTo>
                <a:lnTo>
                  <a:pt x="1440340" y="41355"/>
                </a:lnTo>
                <a:lnTo>
                  <a:pt x="1440340" y="59898"/>
                </a:lnTo>
                <a:lnTo>
                  <a:pt x="1477057" y="32453"/>
                </a:lnTo>
                <a:lnTo>
                  <a:pt x="1477057" y="138712"/>
                </a:lnTo>
                <a:lnTo>
                  <a:pt x="1440340" y="138712"/>
                </a:lnTo>
                <a:lnTo>
                  <a:pt x="1440340" y="153918"/>
                </a:lnTo>
                <a:lnTo>
                  <a:pt x="1523788" y="153918"/>
                </a:lnTo>
                <a:lnTo>
                  <a:pt x="1523788" y="138712"/>
                </a:lnTo>
                <a:lnTo>
                  <a:pt x="1493749" y="138712"/>
                </a:lnTo>
                <a:lnTo>
                  <a:pt x="1493749" y="18545"/>
                </a:lnTo>
                <a:close/>
                <a:moveTo>
                  <a:pt x="1702742" y="14836"/>
                </a:moveTo>
                <a:lnTo>
                  <a:pt x="1702742" y="159481"/>
                </a:lnTo>
                <a:lnTo>
                  <a:pt x="1673998" y="159481"/>
                </a:lnTo>
                <a:lnTo>
                  <a:pt x="1673998" y="174317"/>
                </a:lnTo>
                <a:lnTo>
                  <a:pt x="1719434" y="174317"/>
                </a:lnTo>
                <a:lnTo>
                  <a:pt x="1719434" y="0"/>
                </a:lnTo>
                <a:lnTo>
                  <a:pt x="1673998" y="0"/>
                </a:lnTo>
                <a:lnTo>
                  <a:pt x="1673998" y="14836"/>
                </a:lnTo>
                <a:lnTo>
                  <a:pt x="1702742" y="14836"/>
                </a:lnTo>
                <a:close/>
                <a:moveTo>
                  <a:pt x="1154385" y="85305"/>
                </a:moveTo>
                <a:lnTo>
                  <a:pt x="1154385" y="49142"/>
                </a:lnTo>
                <a:lnTo>
                  <a:pt x="1138067" y="49142"/>
                </a:lnTo>
                <a:lnTo>
                  <a:pt x="1138067" y="85305"/>
                </a:lnTo>
                <a:lnTo>
                  <a:pt x="1102648" y="85305"/>
                </a:lnTo>
                <a:lnTo>
                  <a:pt x="1102648" y="100141"/>
                </a:lnTo>
                <a:lnTo>
                  <a:pt x="1138067" y="100141"/>
                </a:lnTo>
                <a:lnTo>
                  <a:pt x="1138067" y="136301"/>
                </a:lnTo>
                <a:lnTo>
                  <a:pt x="1154385" y="136301"/>
                </a:lnTo>
                <a:lnTo>
                  <a:pt x="1154385" y="100141"/>
                </a:lnTo>
                <a:lnTo>
                  <a:pt x="1189807" y="100141"/>
                </a:lnTo>
                <a:lnTo>
                  <a:pt x="1189807" y="85305"/>
                </a:lnTo>
                <a:lnTo>
                  <a:pt x="1154385" y="85305"/>
                </a:lnTo>
                <a:close/>
                <a:moveTo>
                  <a:pt x="1047941" y="51924"/>
                </a:moveTo>
                <a:lnTo>
                  <a:pt x="999727" y="51924"/>
                </a:lnTo>
                <a:lnTo>
                  <a:pt x="999727" y="67130"/>
                </a:lnTo>
                <a:lnTo>
                  <a:pt x="1031252" y="67130"/>
                </a:lnTo>
                <a:lnTo>
                  <a:pt x="1031252" y="138712"/>
                </a:lnTo>
                <a:lnTo>
                  <a:pt x="995092" y="138712"/>
                </a:lnTo>
                <a:lnTo>
                  <a:pt x="995092" y="153918"/>
                </a:lnTo>
                <a:lnTo>
                  <a:pt x="1082248" y="153918"/>
                </a:lnTo>
                <a:lnTo>
                  <a:pt x="1082248" y="138712"/>
                </a:lnTo>
                <a:lnTo>
                  <a:pt x="1047941" y="138712"/>
                </a:lnTo>
                <a:lnTo>
                  <a:pt x="1047941" y="51924"/>
                </a:lnTo>
                <a:close/>
                <a:moveTo>
                  <a:pt x="1363936" y="120020"/>
                </a:moveTo>
                <a:lnTo>
                  <a:pt x="1364059" y="119842"/>
                </a:lnTo>
                <a:lnTo>
                  <a:pt x="1364181" y="119662"/>
                </a:lnTo>
                <a:lnTo>
                  <a:pt x="1364302" y="119479"/>
                </a:lnTo>
                <a:lnTo>
                  <a:pt x="1364424" y="119295"/>
                </a:lnTo>
                <a:lnTo>
                  <a:pt x="1364545" y="119108"/>
                </a:lnTo>
                <a:lnTo>
                  <a:pt x="1364666" y="118919"/>
                </a:lnTo>
                <a:lnTo>
                  <a:pt x="1364786" y="118727"/>
                </a:lnTo>
                <a:lnTo>
                  <a:pt x="1364906" y="118534"/>
                </a:lnTo>
                <a:lnTo>
                  <a:pt x="1365026" y="118338"/>
                </a:lnTo>
                <a:lnTo>
                  <a:pt x="1365146" y="118140"/>
                </a:lnTo>
                <a:lnTo>
                  <a:pt x="1365265" y="117939"/>
                </a:lnTo>
                <a:lnTo>
                  <a:pt x="1365384" y="117736"/>
                </a:lnTo>
                <a:lnTo>
                  <a:pt x="1365502" y="117532"/>
                </a:lnTo>
                <a:lnTo>
                  <a:pt x="1365621" y="117324"/>
                </a:lnTo>
                <a:lnTo>
                  <a:pt x="1365738" y="117115"/>
                </a:lnTo>
                <a:lnTo>
                  <a:pt x="1365856" y="116903"/>
                </a:lnTo>
                <a:lnTo>
                  <a:pt x="1365973" y="116690"/>
                </a:lnTo>
                <a:lnTo>
                  <a:pt x="1366090" y="116473"/>
                </a:lnTo>
                <a:lnTo>
                  <a:pt x="1366207" y="116255"/>
                </a:lnTo>
                <a:lnTo>
                  <a:pt x="1366323" y="116034"/>
                </a:lnTo>
                <a:lnTo>
                  <a:pt x="1366439" y="115811"/>
                </a:lnTo>
                <a:lnTo>
                  <a:pt x="1366554" y="115589"/>
                </a:lnTo>
                <a:lnTo>
                  <a:pt x="1366666" y="115370"/>
                </a:lnTo>
                <a:lnTo>
                  <a:pt x="1366777" y="115155"/>
                </a:lnTo>
                <a:lnTo>
                  <a:pt x="1366885" y="114943"/>
                </a:lnTo>
                <a:lnTo>
                  <a:pt x="1366991" y="114735"/>
                </a:lnTo>
                <a:lnTo>
                  <a:pt x="1367094" y="114530"/>
                </a:lnTo>
                <a:lnTo>
                  <a:pt x="1367196" y="114329"/>
                </a:lnTo>
                <a:lnTo>
                  <a:pt x="1367295" y="114131"/>
                </a:lnTo>
                <a:lnTo>
                  <a:pt x="1367392" y="113937"/>
                </a:lnTo>
                <a:lnTo>
                  <a:pt x="1367486" y="113746"/>
                </a:lnTo>
                <a:lnTo>
                  <a:pt x="1367578" y="113559"/>
                </a:lnTo>
                <a:lnTo>
                  <a:pt x="1367668" y="113376"/>
                </a:lnTo>
                <a:lnTo>
                  <a:pt x="1367756" y="113196"/>
                </a:lnTo>
                <a:lnTo>
                  <a:pt x="1367842" y="113020"/>
                </a:lnTo>
                <a:lnTo>
                  <a:pt x="1367925" y="112847"/>
                </a:lnTo>
                <a:lnTo>
                  <a:pt x="1368006" y="112678"/>
                </a:lnTo>
                <a:lnTo>
                  <a:pt x="1368085" y="112512"/>
                </a:lnTo>
                <a:lnTo>
                  <a:pt x="1368161" y="112350"/>
                </a:lnTo>
                <a:lnTo>
                  <a:pt x="1368235" y="112191"/>
                </a:lnTo>
                <a:lnTo>
                  <a:pt x="1368307" y="112036"/>
                </a:lnTo>
                <a:lnTo>
                  <a:pt x="1368377" y="111884"/>
                </a:lnTo>
                <a:lnTo>
                  <a:pt x="1368444" y="111736"/>
                </a:lnTo>
                <a:lnTo>
                  <a:pt x="1368510" y="111592"/>
                </a:lnTo>
                <a:lnTo>
                  <a:pt x="1368573" y="111451"/>
                </a:lnTo>
                <a:lnTo>
                  <a:pt x="1368650" y="111592"/>
                </a:lnTo>
                <a:lnTo>
                  <a:pt x="1368729" y="111736"/>
                </a:lnTo>
                <a:lnTo>
                  <a:pt x="1368809" y="111884"/>
                </a:lnTo>
                <a:lnTo>
                  <a:pt x="1368890" y="112036"/>
                </a:lnTo>
                <a:lnTo>
                  <a:pt x="1368971" y="112191"/>
                </a:lnTo>
                <a:lnTo>
                  <a:pt x="1369054" y="112350"/>
                </a:lnTo>
                <a:lnTo>
                  <a:pt x="1369138" y="112512"/>
                </a:lnTo>
                <a:lnTo>
                  <a:pt x="1369222" y="112678"/>
                </a:lnTo>
                <a:lnTo>
                  <a:pt x="1369308" y="112847"/>
                </a:lnTo>
                <a:lnTo>
                  <a:pt x="1369394" y="113020"/>
                </a:lnTo>
                <a:lnTo>
                  <a:pt x="1369482" y="113196"/>
                </a:lnTo>
                <a:lnTo>
                  <a:pt x="1369570" y="113376"/>
                </a:lnTo>
                <a:lnTo>
                  <a:pt x="1369659" y="113559"/>
                </a:lnTo>
                <a:lnTo>
                  <a:pt x="1369750" y="113746"/>
                </a:lnTo>
                <a:lnTo>
                  <a:pt x="1369841" y="113937"/>
                </a:lnTo>
                <a:lnTo>
                  <a:pt x="1369933" y="114131"/>
                </a:lnTo>
                <a:lnTo>
                  <a:pt x="1370026" y="114329"/>
                </a:lnTo>
                <a:lnTo>
                  <a:pt x="1370121" y="114530"/>
                </a:lnTo>
                <a:lnTo>
                  <a:pt x="1370216" y="114735"/>
                </a:lnTo>
                <a:lnTo>
                  <a:pt x="1370312" y="114943"/>
                </a:lnTo>
                <a:lnTo>
                  <a:pt x="1370409" y="115155"/>
                </a:lnTo>
                <a:lnTo>
                  <a:pt x="1370507" y="115370"/>
                </a:lnTo>
                <a:lnTo>
                  <a:pt x="1370606" y="115589"/>
                </a:lnTo>
                <a:lnTo>
                  <a:pt x="1370706" y="115811"/>
                </a:lnTo>
                <a:lnTo>
                  <a:pt x="1370807" y="116034"/>
                </a:lnTo>
                <a:lnTo>
                  <a:pt x="1370908" y="116255"/>
                </a:lnTo>
                <a:lnTo>
                  <a:pt x="1371009" y="116473"/>
                </a:lnTo>
                <a:lnTo>
                  <a:pt x="1371110" y="116690"/>
                </a:lnTo>
                <a:lnTo>
                  <a:pt x="1371212" y="116903"/>
                </a:lnTo>
                <a:lnTo>
                  <a:pt x="1371315" y="117115"/>
                </a:lnTo>
                <a:lnTo>
                  <a:pt x="1371417" y="117324"/>
                </a:lnTo>
                <a:lnTo>
                  <a:pt x="1371520" y="117532"/>
                </a:lnTo>
                <a:lnTo>
                  <a:pt x="1371623" y="117736"/>
                </a:lnTo>
                <a:lnTo>
                  <a:pt x="1371727" y="117939"/>
                </a:lnTo>
                <a:lnTo>
                  <a:pt x="1371831" y="118140"/>
                </a:lnTo>
                <a:lnTo>
                  <a:pt x="1371935" y="118338"/>
                </a:lnTo>
                <a:lnTo>
                  <a:pt x="1372039" y="118534"/>
                </a:lnTo>
                <a:lnTo>
                  <a:pt x="1372144" y="118727"/>
                </a:lnTo>
                <a:lnTo>
                  <a:pt x="1372249" y="118919"/>
                </a:lnTo>
                <a:lnTo>
                  <a:pt x="1372355" y="119108"/>
                </a:lnTo>
                <a:lnTo>
                  <a:pt x="1372461" y="119295"/>
                </a:lnTo>
                <a:lnTo>
                  <a:pt x="1372567" y="119479"/>
                </a:lnTo>
                <a:lnTo>
                  <a:pt x="1372673" y="119662"/>
                </a:lnTo>
                <a:lnTo>
                  <a:pt x="1372780" y="119842"/>
                </a:lnTo>
                <a:lnTo>
                  <a:pt x="1372887" y="120020"/>
                </a:lnTo>
                <a:lnTo>
                  <a:pt x="1372994" y="120195"/>
                </a:lnTo>
                <a:lnTo>
                  <a:pt x="1373102" y="120369"/>
                </a:lnTo>
                <a:lnTo>
                  <a:pt x="1373210" y="120540"/>
                </a:lnTo>
                <a:lnTo>
                  <a:pt x="1395092" y="153918"/>
                </a:lnTo>
                <a:lnTo>
                  <a:pt x="1414749" y="153918"/>
                </a:lnTo>
                <a:lnTo>
                  <a:pt x="1378773" y="101624"/>
                </a:lnTo>
                <a:lnTo>
                  <a:pt x="1412709" y="51924"/>
                </a:lnTo>
                <a:lnTo>
                  <a:pt x="1393238" y="51924"/>
                </a:lnTo>
                <a:lnTo>
                  <a:pt x="1372840" y="83449"/>
                </a:lnTo>
                <a:lnTo>
                  <a:pt x="1372732" y="83620"/>
                </a:lnTo>
                <a:lnTo>
                  <a:pt x="1372624" y="83792"/>
                </a:lnTo>
                <a:lnTo>
                  <a:pt x="1372516" y="83965"/>
                </a:lnTo>
                <a:lnTo>
                  <a:pt x="1372409" y="84139"/>
                </a:lnTo>
                <a:lnTo>
                  <a:pt x="1372303" y="84315"/>
                </a:lnTo>
                <a:lnTo>
                  <a:pt x="1372196" y="84492"/>
                </a:lnTo>
                <a:lnTo>
                  <a:pt x="1372090" y="84671"/>
                </a:lnTo>
                <a:lnTo>
                  <a:pt x="1371984" y="84850"/>
                </a:lnTo>
                <a:lnTo>
                  <a:pt x="1371879" y="85031"/>
                </a:lnTo>
                <a:lnTo>
                  <a:pt x="1371773" y="85213"/>
                </a:lnTo>
                <a:lnTo>
                  <a:pt x="1371669" y="85397"/>
                </a:lnTo>
                <a:lnTo>
                  <a:pt x="1371564" y="85582"/>
                </a:lnTo>
                <a:lnTo>
                  <a:pt x="1371460" y="85768"/>
                </a:lnTo>
                <a:lnTo>
                  <a:pt x="1371356" y="85955"/>
                </a:lnTo>
                <a:lnTo>
                  <a:pt x="1371253" y="86144"/>
                </a:lnTo>
                <a:lnTo>
                  <a:pt x="1371149" y="86334"/>
                </a:lnTo>
                <a:lnTo>
                  <a:pt x="1371046" y="86525"/>
                </a:lnTo>
                <a:lnTo>
                  <a:pt x="1370944" y="86718"/>
                </a:lnTo>
                <a:lnTo>
                  <a:pt x="1370842" y="86911"/>
                </a:lnTo>
                <a:lnTo>
                  <a:pt x="1370740" y="87107"/>
                </a:lnTo>
                <a:lnTo>
                  <a:pt x="1370638" y="87303"/>
                </a:lnTo>
                <a:lnTo>
                  <a:pt x="1370537" y="87501"/>
                </a:lnTo>
                <a:lnTo>
                  <a:pt x="1370436" y="87700"/>
                </a:lnTo>
                <a:lnTo>
                  <a:pt x="1370335" y="87900"/>
                </a:lnTo>
                <a:lnTo>
                  <a:pt x="1370236" y="88099"/>
                </a:lnTo>
                <a:lnTo>
                  <a:pt x="1370139" y="88295"/>
                </a:lnTo>
                <a:lnTo>
                  <a:pt x="1370044" y="88488"/>
                </a:lnTo>
                <a:lnTo>
                  <a:pt x="1369952" y="88678"/>
                </a:lnTo>
                <a:lnTo>
                  <a:pt x="1369861" y="88864"/>
                </a:lnTo>
                <a:lnTo>
                  <a:pt x="1369773" y="89047"/>
                </a:lnTo>
                <a:lnTo>
                  <a:pt x="1369687" y="89227"/>
                </a:lnTo>
                <a:lnTo>
                  <a:pt x="1369604" y="89404"/>
                </a:lnTo>
                <a:lnTo>
                  <a:pt x="1369522" y="89578"/>
                </a:lnTo>
                <a:lnTo>
                  <a:pt x="1369443" y="89748"/>
                </a:lnTo>
                <a:lnTo>
                  <a:pt x="1369367" y="89915"/>
                </a:lnTo>
                <a:lnTo>
                  <a:pt x="1369292" y="90079"/>
                </a:lnTo>
                <a:lnTo>
                  <a:pt x="1369220" y="90239"/>
                </a:lnTo>
                <a:lnTo>
                  <a:pt x="1369150" y="90397"/>
                </a:lnTo>
                <a:lnTo>
                  <a:pt x="1369082" y="90551"/>
                </a:lnTo>
                <a:lnTo>
                  <a:pt x="1369016" y="90702"/>
                </a:lnTo>
                <a:lnTo>
                  <a:pt x="1368953" y="90850"/>
                </a:lnTo>
                <a:lnTo>
                  <a:pt x="1368892" y="90994"/>
                </a:lnTo>
                <a:lnTo>
                  <a:pt x="1368833" y="91135"/>
                </a:lnTo>
                <a:lnTo>
                  <a:pt x="1368776" y="91273"/>
                </a:lnTo>
                <a:lnTo>
                  <a:pt x="1368722" y="91408"/>
                </a:lnTo>
                <a:lnTo>
                  <a:pt x="1368670" y="91540"/>
                </a:lnTo>
                <a:lnTo>
                  <a:pt x="1368620" y="91668"/>
                </a:lnTo>
                <a:lnTo>
                  <a:pt x="1368573" y="91794"/>
                </a:lnTo>
                <a:lnTo>
                  <a:pt x="1368510" y="91668"/>
                </a:lnTo>
                <a:lnTo>
                  <a:pt x="1368446" y="91540"/>
                </a:lnTo>
                <a:lnTo>
                  <a:pt x="1368380" y="91408"/>
                </a:lnTo>
                <a:lnTo>
                  <a:pt x="1368313" y="91273"/>
                </a:lnTo>
                <a:lnTo>
                  <a:pt x="1368243" y="91135"/>
                </a:lnTo>
                <a:lnTo>
                  <a:pt x="1368173" y="90994"/>
                </a:lnTo>
                <a:lnTo>
                  <a:pt x="1368101" y="90850"/>
                </a:lnTo>
                <a:lnTo>
                  <a:pt x="1368027" y="90702"/>
                </a:lnTo>
                <a:lnTo>
                  <a:pt x="1367951" y="90551"/>
                </a:lnTo>
                <a:lnTo>
                  <a:pt x="1367874" y="90397"/>
                </a:lnTo>
                <a:lnTo>
                  <a:pt x="1367795" y="90239"/>
                </a:lnTo>
                <a:lnTo>
                  <a:pt x="1367715" y="90079"/>
                </a:lnTo>
                <a:lnTo>
                  <a:pt x="1367633" y="89915"/>
                </a:lnTo>
                <a:lnTo>
                  <a:pt x="1367550" y="89748"/>
                </a:lnTo>
                <a:lnTo>
                  <a:pt x="1367465" y="89578"/>
                </a:lnTo>
                <a:lnTo>
                  <a:pt x="1367378" y="89404"/>
                </a:lnTo>
                <a:lnTo>
                  <a:pt x="1367289" y="89227"/>
                </a:lnTo>
                <a:lnTo>
                  <a:pt x="1367199" y="89047"/>
                </a:lnTo>
                <a:lnTo>
                  <a:pt x="1367108" y="88864"/>
                </a:lnTo>
                <a:lnTo>
                  <a:pt x="1367015" y="88678"/>
                </a:lnTo>
                <a:lnTo>
                  <a:pt x="1366920" y="88488"/>
                </a:lnTo>
                <a:lnTo>
                  <a:pt x="1366823" y="88295"/>
                </a:lnTo>
                <a:lnTo>
                  <a:pt x="1366725" y="88099"/>
                </a:lnTo>
                <a:lnTo>
                  <a:pt x="1366626" y="87900"/>
                </a:lnTo>
                <a:lnTo>
                  <a:pt x="1366525" y="87700"/>
                </a:lnTo>
                <a:lnTo>
                  <a:pt x="1366424" y="87501"/>
                </a:lnTo>
                <a:lnTo>
                  <a:pt x="1366323" y="87303"/>
                </a:lnTo>
                <a:lnTo>
                  <a:pt x="1366221" y="87107"/>
                </a:lnTo>
                <a:lnTo>
                  <a:pt x="1366119" y="86911"/>
                </a:lnTo>
                <a:lnTo>
                  <a:pt x="1366017" y="86718"/>
                </a:lnTo>
                <a:lnTo>
                  <a:pt x="1365915" y="86525"/>
                </a:lnTo>
                <a:lnTo>
                  <a:pt x="1365812" y="86334"/>
                </a:lnTo>
                <a:lnTo>
                  <a:pt x="1365709" y="86144"/>
                </a:lnTo>
                <a:lnTo>
                  <a:pt x="1365605" y="85955"/>
                </a:lnTo>
                <a:lnTo>
                  <a:pt x="1365501" y="85768"/>
                </a:lnTo>
                <a:lnTo>
                  <a:pt x="1365397" y="85582"/>
                </a:lnTo>
                <a:lnTo>
                  <a:pt x="1365292" y="85397"/>
                </a:lnTo>
                <a:lnTo>
                  <a:pt x="1365188" y="85213"/>
                </a:lnTo>
                <a:lnTo>
                  <a:pt x="1365082" y="85031"/>
                </a:lnTo>
                <a:lnTo>
                  <a:pt x="1364977" y="84850"/>
                </a:lnTo>
                <a:lnTo>
                  <a:pt x="1364871" y="84671"/>
                </a:lnTo>
                <a:lnTo>
                  <a:pt x="1364765" y="84492"/>
                </a:lnTo>
                <a:lnTo>
                  <a:pt x="1364659" y="84315"/>
                </a:lnTo>
                <a:lnTo>
                  <a:pt x="1364552" y="84139"/>
                </a:lnTo>
                <a:lnTo>
                  <a:pt x="1364445" y="83965"/>
                </a:lnTo>
                <a:lnTo>
                  <a:pt x="1364337" y="83792"/>
                </a:lnTo>
                <a:lnTo>
                  <a:pt x="1364230" y="83620"/>
                </a:lnTo>
                <a:lnTo>
                  <a:pt x="1364121" y="83449"/>
                </a:lnTo>
                <a:lnTo>
                  <a:pt x="1343909" y="51924"/>
                </a:lnTo>
                <a:lnTo>
                  <a:pt x="1324252" y="51924"/>
                </a:lnTo>
                <a:lnTo>
                  <a:pt x="1358188" y="101437"/>
                </a:lnTo>
                <a:lnTo>
                  <a:pt x="1322028" y="153918"/>
                </a:lnTo>
                <a:lnTo>
                  <a:pt x="1341499" y="153918"/>
                </a:lnTo>
                <a:lnTo>
                  <a:pt x="1363567" y="120540"/>
                </a:lnTo>
                <a:lnTo>
                  <a:pt x="1363690" y="120369"/>
                </a:lnTo>
                <a:lnTo>
                  <a:pt x="1363813" y="120195"/>
                </a:lnTo>
                <a:lnTo>
                  <a:pt x="1363936" y="1200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r11=[rdx]">
            <a:extLst xmlns:a="http://schemas.openxmlformats.org/drawingml/2006/main">
              <a:ext uri="{FF2B5EF4-FFF2-40B4-BE49-F238E27FC236}">
                <a16:creationId xmlns:a16="http://schemas.microsoft.com/office/drawing/2014/main" id="{A6CAB56E-5D9F-45F0-A42B-DAC4D26C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011" y="2262726"/>
            <a:ext cx="1163845" cy="174317"/>
          </a:xfrm>
          <a:custGeom xmlns:a="http://schemas.openxmlformats.org/drawingml/2006/main">
            <a:pathLst>
              <a:path w="1163845" h="174317">
                <a:moveTo>
                  <a:pt x="439503" y="63050"/>
                </a:moveTo>
                <a:lnTo>
                  <a:pt x="439503" y="77886"/>
                </a:lnTo>
                <a:lnTo>
                  <a:pt x="519243" y="77886"/>
                </a:lnTo>
                <a:lnTo>
                  <a:pt x="519243" y="63050"/>
                </a:lnTo>
                <a:lnTo>
                  <a:pt x="439503" y="63050"/>
                </a:lnTo>
                <a:close/>
                <a:moveTo>
                  <a:pt x="160782" y="18545"/>
                </a:moveTo>
                <a:lnTo>
                  <a:pt x="137972" y="18545"/>
                </a:lnTo>
                <a:lnTo>
                  <a:pt x="107372" y="41355"/>
                </a:lnTo>
                <a:lnTo>
                  <a:pt x="107372" y="59898"/>
                </a:lnTo>
                <a:lnTo>
                  <a:pt x="144090" y="32453"/>
                </a:lnTo>
                <a:lnTo>
                  <a:pt x="144090" y="138712"/>
                </a:lnTo>
                <a:lnTo>
                  <a:pt x="107372" y="138712"/>
                </a:lnTo>
                <a:lnTo>
                  <a:pt x="107372" y="153918"/>
                </a:lnTo>
                <a:lnTo>
                  <a:pt x="190821" y="153918"/>
                </a:lnTo>
                <a:lnTo>
                  <a:pt x="190821" y="138712"/>
                </a:lnTo>
                <a:lnTo>
                  <a:pt x="160782" y="138712"/>
                </a:lnTo>
                <a:lnTo>
                  <a:pt x="160782" y="18545"/>
                </a:lnTo>
                <a:close/>
                <a:moveTo>
                  <a:pt x="271677" y="18545"/>
                </a:moveTo>
                <a:lnTo>
                  <a:pt x="248867" y="18545"/>
                </a:lnTo>
                <a:lnTo>
                  <a:pt x="218267" y="41355"/>
                </a:lnTo>
                <a:lnTo>
                  <a:pt x="218267" y="59898"/>
                </a:lnTo>
                <a:lnTo>
                  <a:pt x="254985" y="32453"/>
                </a:lnTo>
                <a:lnTo>
                  <a:pt x="254985" y="138712"/>
                </a:lnTo>
                <a:lnTo>
                  <a:pt x="218267" y="138712"/>
                </a:lnTo>
                <a:lnTo>
                  <a:pt x="218267" y="153918"/>
                </a:lnTo>
                <a:lnTo>
                  <a:pt x="301716" y="153918"/>
                </a:lnTo>
                <a:lnTo>
                  <a:pt x="301716" y="138712"/>
                </a:lnTo>
                <a:lnTo>
                  <a:pt x="271677" y="138712"/>
                </a:lnTo>
                <a:lnTo>
                  <a:pt x="271677" y="18545"/>
                </a:lnTo>
                <a:close/>
                <a:moveTo>
                  <a:pt x="700606" y="14836"/>
                </a:moveTo>
                <a:lnTo>
                  <a:pt x="729349" y="14836"/>
                </a:lnTo>
                <a:lnTo>
                  <a:pt x="729349" y="0"/>
                </a:lnTo>
                <a:lnTo>
                  <a:pt x="683917" y="0"/>
                </a:lnTo>
                <a:lnTo>
                  <a:pt x="683917" y="174317"/>
                </a:lnTo>
                <a:lnTo>
                  <a:pt x="729349" y="174317"/>
                </a:lnTo>
                <a:lnTo>
                  <a:pt x="729349" y="159481"/>
                </a:lnTo>
                <a:lnTo>
                  <a:pt x="700606" y="159481"/>
                </a:lnTo>
                <a:lnTo>
                  <a:pt x="700606" y="14836"/>
                </a:lnTo>
                <a:close/>
                <a:moveTo>
                  <a:pt x="16692" y="153918"/>
                </a:moveTo>
                <a:lnTo>
                  <a:pt x="16692" y="89012"/>
                </a:lnTo>
                <a:lnTo>
                  <a:pt x="16703" y="88032"/>
                </a:lnTo>
                <a:lnTo>
                  <a:pt x="16734" y="87071"/>
                </a:lnTo>
                <a:lnTo>
                  <a:pt x="16786" y="86129"/>
                </a:lnTo>
                <a:lnTo>
                  <a:pt x="16859" y="85206"/>
                </a:lnTo>
                <a:lnTo>
                  <a:pt x="16954" y="84301"/>
                </a:lnTo>
                <a:lnTo>
                  <a:pt x="17069" y="83414"/>
                </a:lnTo>
                <a:lnTo>
                  <a:pt x="17205" y="82547"/>
                </a:lnTo>
                <a:lnTo>
                  <a:pt x="17362" y="81698"/>
                </a:lnTo>
                <a:lnTo>
                  <a:pt x="17540" y="80868"/>
                </a:lnTo>
                <a:lnTo>
                  <a:pt x="17738" y="80056"/>
                </a:lnTo>
                <a:lnTo>
                  <a:pt x="17958" y="79263"/>
                </a:lnTo>
                <a:lnTo>
                  <a:pt x="18199" y="78489"/>
                </a:lnTo>
                <a:lnTo>
                  <a:pt x="18460" y="77734"/>
                </a:lnTo>
                <a:lnTo>
                  <a:pt x="18743" y="76997"/>
                </a:lnTo>
                <a:lnTo>
                  <a:pt x="19046" y="76279"/>
                </a:lnTo>
                <a:lnTo>
                  <a:pt x="19371" y="75579"/>
                </a:lnTo>
                <a:lnTo>
                  <a:pt x="19716" y="74899"/>
                </a:lnTo>
                <a:lnTo>
                  <a:pt x="20082" y="74236"/>
                </a:lnTo>
                <a:lnTo>
                  <a:pt x="20469" y="73593"/>
                </a:lnTo>
                <a:lnTo>
                  <a:pt x="20878" y="72968"/>
                </a:lnTo>
                <a:lnTo>
                  <a:pt x="21307" y="72362"/>
                </a:lnTo>
                <a:lnTo>
                  <a:pt x="21757" y="71775"/>
                </a:lnTo>
                <a:lnTo>
                  <a:pt x="22227" y="71206"/>
                </a:lnTo>
                <a:lnTo>
                  <a:pt x="22719" y="70656"/>
                </a:lnTo>
                <a:lnTo>
                  <a:pt x="23229" y="70126"/>
                </a:lnTo>
                <a:lnTo>
                  <a:pt x="23755" y="69619"/>
                </a:lnTo>
                <a:lnTo>
                  <a:pt x="24297" y="69135"/>
                </a:lnTo>
                <a:lnTo>
                  <a:pt x="24854" y="68673"/>
                </a:lnTo>
                <a:lnTo>
                  <a:pt x="25428" y="68233"/>
                </a:lnTo>
                <a:lnTo>
                  <a:pt x="26017" y="67816"/>
                </a:lnTo>
                <a:lnTo>
                  <a:pt x="26621" y="67422"/>
                </a:lnTo>
                <a:lnTo>
                  <a:pt x="27242" y="67050"/>
                </a:lnTo>
                <a:lnTo>
                  <a:pt x="27878" y="66701"/>
                </a:lnTo>
                <a:lnTo>
                  <a:pt x="28530" y="66374"/>
                </a:lnTo>
                <a:lnTo>
                  <a:pt x="29198" y="66069"/>
                </a:lnTo>
                <a:lnTo>
                  <a:pt x="29882" y="65788"/>
                </a:lnTo>
                <a:lnTo>
                  <a:pt x="30581" y="65529"/>
                </a:lnTo>
                <a:lnTo>
                  <a:pt x="31296" y="65292"/>
                </a:lnTo>
                <a:lnTo>
                  <a:pt x="32027" y="65078"/>
                </a:lnTo>
                <a:lnTo>
                  <a:pt x="32774" y="64886"/>
                </a:lnTo>
                <a:lnTo>
                  <a:pt x="33536" y="64717"/>
                </a:lnTo>
                <a:lnTo>
                  <a:pt x="34315" y="64571"/>
                </a:lnTo>
                <a:lnTo>
                  <a:pt x="35109" y="64447"/>
                </a:lnTo>
                <a:lnTo>
                  <a:pt x="35918" y="64345"/>
                </a:lnTo>
                <a:lnTo>
                  <a:pt x="36744" y="64266"/>
                </a:lnTo>
                <a:lnTo>
                  <a:pt x="37585" y="64210"/>
                </a:lnTo>
                <a:lnTo>
                  <a:pt x="38442" y="64176"/>
                </a:lnTo>
                <a:lnTo>
                  <a:pt x="39315" y="64165"/>
                </a:lnTo>
                <a:lnTo>
                  <a:pt x="40203" y="64176"/>
                </a:lnTo>
                <a:lnTo>
                  <a:pt x="41073" y="64209"/>
                </a:lnTo>
                <a:lnTo>
                  <a:pt x="41927" y="64265"/>
                </a:lnTo>
                <a:lnTo>
                  <a:pt x="42764" y="64343"/>
                </a:lnTo>
                <a:lnTo>
                  <a:pt x="43583" y="64443"/>
                </a:lnTo>
                <a:lnTo>
                  <a:pt x="44386" y="64565"/>
                </a:lnTo>
                <a:lnTo>
                  <a:pt x="45171" y="64709"/>
                </a:lnTo>
                <a:lnTo>
                  <a:pt x="45939" y="64876"/>
                </a:lnTo>
                <a:lnTo>
                  <a:pt x="46690" y="65065"/>
                </a:lnTo>
                <a:lnTo>
                  <a:pt x="47425" y="65276"/>
                </a:lnTo>
                <a:lnTo>
                  <a:pt x="48142" y="65509"/>
                </a:lnTo>
                <a:lnTo>
                  <a:pt x="48842" y="65764"/>
                </a:lnTo>
                <a:lnTo>
                  <a:pt x="49525" y="66042"/>
                </a:lnTo>
                <a:lnTo>
                  <a:pt x="50191" y="66342"/>
                </a:lnTo>
                <a:lnTo>
                  <a:pt x="50839" y="66664"/>
                </a:lnTo>
                <a:lnTo>
                  <a:pt x="51471" y="67008"/>
                </a:lnTo>
                <a:lnTo>
                  <a:pt x="52086" y="67375"/>
                </a:lnTo>
                <a:lnTo>
                  <a:pt x="52683" y="67764"/>
                </a:lnTo>
                <a:lnTo>
                  <a:pt x="53264" y="68175"/>
                </a:lnTo>
                <a:lnTo>
                  <a:pt x="53828" y="68608"/>
                </a:lnTo>
                <a:lnTo>
                  <a:pt x="54374" y="69063"/>
                </a:lnTo>
                <a:lnTo>
                  <a:pt x="54903" y="69541"/>
                </a:lnTo>
                <a:lnTo>
                  <a:pt x="55416" y="70041"/>
                </a:lnTo>
                <a:lnTo>
                  <a:pt x="55911" y="70563"/>
                </a:lnTo>
                <a:lnTo>
                  <a:pt x="56388" y="71106"/>
                </a:lnTo>
                <a:lnTo>
                  <a:pt x="56844" y="71668"/>
                </a:lnTo>
                <a:lnTo>
                  <a:pt x="57280" y="72251"/>
                </a:lnTo>
                <a:lnTo>
                  <a:pt x="57696" y="72852"/>
                </a:lnTo>
                <a:lnTo>
                  <a:pt x="58092" y="73474"/>
                </a:lnTo>
                <a:lnTo>
                  <a:pt x="58467" y="74115"/>
                </a:lnTo>
                <a:lnTo>
                  <a:pt x="58822" y="74776"/>
                </a:lnTo>
                <a:lnTo>
                  <a:pt x="59157" y="75456"/>
                </a:lnTo>
                <a:lnTo>
                  <a:pt x="59472" y="76156"/>
                </a:lnTo>
                <a:lnTo>
                  <a:pt x="59766" y="76876"/>
                </a:lnTo>
                <a:lnTo>
                  <a:pt x="60040" y="77615"/>
                </a:lnTo>
                <a:lnTo>
                  <a:pt x="60293" y="78374"/>
                </a:lnTo>
                <a:lnTo>
                  <a:pt x="60527" y="79152"/>
                </a:lnTo>
                <a:lnTo>
                  <a:pt x="60740" y="79951"/>
                </a:lnTo>
                <a:lnTo>
                  <a:pt x="60932" y="80768"/>
                </a:lnTo>
                <a:lnTo>
                  <a:pt x="61105" y="81606"/>
                </a:lnTo>
                <a:lnTo>
                  <a:pt x="61257" y="82463"/>
                </a:lnTo>
                <a:lnTo>
                  <a:pt x="61389" y="83340"/>
                </a:lnTo>
                <a:lnTo>
                  <a:pt x="61500" y="84236"/>
                </a:lnTo>
                <a:lnTo>
                  <a:pt x="61592" y="85152"/>
                </a:lnTo>
                <a:lnTo>
                  <a:pt x="61663" y="86087"/>
                </a:lnTo>
                <a:lnTo>
                  <a:pt x="61713" y="87043"/>
                </a:lnTo>
                <a:lnTo>
                  <a:pt x="61744" y="88018"/>
                </a:lnTo>
                <a:lnTo>
                  <a:pt x="61754" y="89012"/>
                </a:lnTo>
                <a:lnTo>
                  <a:pt x="61754" y="93650"/>
                </a:lnTo>
                <a:lnTo>
                  <a:pt x="78443" y="93650"/>
                </a:lnTo>
                <a:lnTo>
                  <a:pt x="78443" y="87529"/>
                </a:lnTo>
                <a:lnTo>
                  <a:pt x="78427" y="86104"/>
                </a:lnTo>
                <a:lnTo>
                  <a:pt x="78377" y="84704"/>
                </a:lnTo>
                <a:lnTo>
                  <a:pt x="78294" y="83329"/>
                </a:lnTo>
                <a:lnTo>
                  <a:pt x="78178" y="81979"/>
                </a:lnTo>
                <a:lnTo>
                  <a:pt x="78029" y="80653"/>
                </a:lnTo>
                <a:lnTo>
                  <a:pt x="77846" y="79352"/>
                </a:lnTo>
                <a:lnTo>
                  <a:pt x="77631" y="78076"/>
                </a:lnTo>
                <a:lnTo>
                  <a:pt x="77382" y="76825"/>
                </a:lnTo>
                <a:lnTo>
                  <a:pt x="77100" y="75599"/>
                </a:lnTo>
                <a:lnTo>
                  <a:pt x="76785" y="74397"/>
                </a:lnTo>
                <a:lnTo>
                  <a:pt x="76437" y="73220"/>
                </a:lnTo>
                <a:lnTo>
                  <a:pt x="76056" y="72068"/>
                </a:lnTo>
                <a:lnTo>
                  <a:pt x="75641" y="70941"/>
                </a:lnTo>
                <a:lnTo>
                  <a:pt x="75194" y="69838"/>
                </a:lnTo>
                <a:lnTo>
                  <a:pt x="74713" y="68761"/>
                </a:lnTo>
                <a:lnTo>
                  <a:pt x="74199" y="67708"/>
                </a:lnTo>
                <a:lnTo>
                  <a:pt x="73652" y="66680"/>
                </a:lnTo>
                <a:lnTo>
                  <a:pt x="73071" y="65677"/>
                </a:lnTo>
                <a:lnTo>
                  <a:pt x="72458" y="64698"/>
                </a:lnTo>
                <a:lnTo>
                  <a:pt x="71811" y="63745"/>
                </a:lnTo>
                <a:lnTo>
                  <a:pt x="71132" y="62816"/>
                </a:lnTo>
                <a:lnTo>
                  <a:pt x="70419" y="61912"/>
                </a:lnTo>
                <a:lnTo>
                  <a:pt x="69672" y="61032"/>
                </a:lnTo>
                <a:lnTo>
                  <a:pt x="68893" y="60178"/>
                </a:lnTo>
                <a:lnTo>
                  <a:pt x="68086" y="59353"/>
                </a:lnTo>
                <a:lnTo>
                  <a:pt x="67256" y="58564"/>
                </a:lnTo>
                <a:lnTo>
                  <a:pt x="66403" y="57809"/>
                </a:lnTo>
                <a:lnTo>
                  <a:pt x="65527" y="57090"/>
                </a:lnTo>
                <a:lnTo>
                  <a:pt x="64628" y="56405"/>
                </a:lnTo>
                <a:lnTo>
                  <a:pt x="63707" y="55756"/>
                </a:lnTo>
                <a:lnTo>
                  <a:pt x="62762" y="55142"/>
                </a:lnTo>
                <a:lnTo>
                  <a:pt x="61795" y="54563"/>
                </a:lnTo>
                <a:lnTo>
                  <a:pt x="60805" y="54019"/>
                </a:lnTo>
                <a:lnTo>
                  <a:pt x="59792" y="53510"/>
                </a:lnTo>
                <a:lnTo>
                  <a:pt x="58756" y="53036"/>
                </a:lnTo>
                <a:lnTo>
                  <a:pt x="57697" y="52597"/>
                </a:lnTo>
                <a:lnTo>
                  <a:pt x="56615" y="52194"/>
                </a:lnTo>
                <a:lnTo>
                  <a:pt x="55511" y="51825"/>
                </a:lnTo>
                <a:lnTo>
                  <a:pt x="54384" y="51492"/>
                </a:lnTo>
                <a:lnTo>
                  <a:pt x="53233" y="51194"/>
                </a:lnTo>
                <a:lnTo>
                  <a:pt x="52060" y="50930"/>
                </a:lnTo>
                <a:lnTo>
                  <a:pt x="50864" y="50702"/>
                </a:lnTo>
                <a:lnTo>
                  <a:pt x="49646" y="50509"/>
                </a:lnTo>
                <a:lnTo>
                  <a:pt x="48404" y="50351"/>
                </a:lnTo>
                <a:lnTo>
                  <a:pt x="47139" y="50228"/>
                </a:lnTo>
                <a:lnTo>
                  <a:pt x="45852" y="50141"/>
                </a:lnTo>
                <a:lnTo>
                  <a:pt x="44542" y="50088"/>
                </a:lnTo>
                <a:lnTo>
                  <a:pt x="43209" y="50070"/>
                </a:lnTo>
                <a:lnTo>
                  <a:pt x="42046" y="50085"/>
                </a:lnTo>
                <a:lnTo>
                  <a:pt x="40908" y="50129"/>
                </a:lnTo>
                <a:lnTo>
                  <a:pt x="39794" y="50202"/>
                </a:lnTo>
                <a:lnTo>
                  <a:pt x="38704" y="50305"/>
                </a:lnTo>
                <a:lnTo>
                  <a:pt x="37639" y="50437"/>
                </a:lnTo>
                <a:lnTo>
                  <a:pt x="36597" y="50598"/>
                </a:lnTo>
                <a:lnTo>
                  <a:pt x="35580" y="50788"/>
                </a:lnTo>
                <a:lnTo>
                  <a:pt x="34586" y="51008"/>
                </a:lnTo>
                <a:lnTo>
                  <a:pt x="33617" y="51257"/>
                </a:lnTo>
                <a:lnTo>
                  <a:pt x="32672" y="51535"/>
                </a:lnTo>
                <a:lnTo>
                  <a:pt x="31751" y="51843"/>
                </a:lnTo>
                <a:lnTo>
                  <a:pt x="30854" y="52180"/>
                </a:lnTo>
                <a:lnTo>
                  <a:pt x="29982" y="52546"/>
                </a:lnTo>
                <a:lnTo>
                  <a:pt x="29133" y="52942"/>
                </a:lnTo>
                <a:lnTo>
                  <a:pt x="28309" y="53367"/>
                </a:lnTo>
                <a:lnTo>
                  <a:pt x="27508" y="53821"/>
                </a:lnTo>
                <a:lnTo>
                  <a:pt x="26732" y="54304"/>
                </a:lnTo>
                <a:lnTo>
                  <a:pt x="25980" y="54817"/>
                </a:lnTo>
                <a:lnTo>
                  <a:pt x="25252" y="55359"/>
                </a:lnTo>
                <a:lnTo>
                  <a:pt x="24549" y="55930"/>
                </a:lnTo>
                <a:lnTo>
                  <a:pt x="23869" y="56531"/>
                </a:lnTo>
                <a:lnTo>
                  <a:pt x="23214" y="57161"/>
                </a:lnTo>
                <a:lnTo>
                  <a:pt x="22582" y="57820"/>
                </a:lnTo>
                <a:lnTo>
                  <a:pt x="21975" y="58508"/>
                </a:lnTo>
                <a:lnTo>
                  <a:pt x="21392" y="59226"/>
                </a:lnTo>
                <a:lnTo>
                  <a:pt x="20835" y="59971"/>
                </a:lnTo>
                <a:lnTo>
                  <a:pt x="20302" y="60744"/>
                </a:lnTo>
                <a:lnTo>
                  <a:pt x="19794" y="61545"/>
                </a:lnTo>
                <a:lnTo>
                  <a:pt x="19310" y="62374"/>
                </a:lnTo>
                <a:lnTo>
                  <a:pt x="18852" y="63231"/>
                </a:lnTo>
                <a:lnTo>
                  <a:pt x="18418" y="64117"/>
                </a:lnTo>
                <a:lnTo>
                  <a:pt x="18009" y="65030"/>
                </a:lnTo>
                <a:lnTo>
                  <a:pt x="17625" y="65971"/>
                </a:lnTo>
                <a:lnTo>
                  <a:pt x="17265" y="66940"/>
                </a:lnTo>
                <a:lnTo>
                  <a:pt x="16930" y="67937"/>
                </a:lnTo>
                <a:lnTo>
                  <a:pt x="16621" y="68963"/>
                </a:lnTo>
                <a:lnTo>
                  <a:pt x="16336" y="70016"/>
                </a:lnTo>
                <a:lnTo>
                  <a:pt x="16321" y="70075"/>
                </a:lnTo>
                <a:lnTo>
                  <a:pt x="16321" y="51924"/>
                </a:lnTo>
                <a:lnTo>
                  <a:pt x="0" y="51924"/>
                </a:lnTo>
                <a:lnTo>
                  <a:pt x="0" y="153918"/>
                </a:lnTo>
                <a:lnTo>
                  <a:pt x="16692" y="153918"/>
                </a:lnTo>
                <a:close/>
                <a:moveTo>
                  <a:pt x="439503" y="122393"/>
                </a:moveTo>
                <a:lnTo>
                  <a:pt x="519243" y="122393"/>
                </a:lnTo>
                <a:lnTo>
                  <a:pt x="519243" y="107557"/>
                </a:lnTo>
                <a:lnTo>
                  <a:pt x="439503" y="107557"/>
                </a:lnTo>
                <a:lnTo>
                  <a:pt x="439503" y="122393"/>
                </a:lnTo>
                <a:close/>
                <a:moveTo>
                  <a:pt x="1118409" y="14836"/>
                </a:moveTo>
                <a:lnTo>
                  <a:pt x="1147153" y="14836"/>
                </a:lnTo>
                <a:lnTo>
                  <a:pt x="1147153" y="159481"/>
                </a:lnTo>
                <a:lnTo>
                  <a:pt x="1118409" y="159481"/>
                </a:lnTo>
                <a:lnTo>
                  <a:pt x="1118409" y="174317"/>
                </a:lnTo>
                <a:lnTo>
                  <a:pt x="1163845" y="174317"/>
                </a:lnTo>
                <a:lnTo>
                  <a:pt x="1163845" y="0"/>
                </a:lnTo>
                <a:lnTo>
                  <a:pt x="1118409" y="0"/>
                </a:lnTo>
                <a:lnTo>
                  <a:pt x="1118409" y="14836"/>
                </a:lnTo>
                <a:close/>
                <a:moveTo>
                  <a:pt x="945103" y="68141"/>
                </a:moveTo>
                <a:lnTo>
                  <a:pt x="944879" y="67320"/>
                </a:lnTo>
                <a:lnTo>
                  <a:pt x="944628" y="66515"/>
                </a:lnTo>
                <a:lnTo>
                  <a:pt x="944351" y="65726"/>
                </a:lnTo>
                <a:lnTo>
                  <a:pt x="944047" y="64953"/>
                </a:lnTo>
                <a:lnTo>
                  <a:pt x="943717" y="64196"/>
                </a:lnTo>
                <a:lnTo>
                  <a:pt x="943361" y="63455"/>
                </a:lnTo>
                <a:lnTo>
                  <a:pt x="942978" y="62731"/>
                </a:lnTo>
                <a:lnTo>
                  <a:pt x="942569" y="62022"/>
                </a:lnTo>
                <a:lnTo>
                  <a:pt x="942133" y="61329"/>
                </a:lnTo>
                <a:lnTo>
                  <a:pt x="941671" y="60653"/>
                </a:lnTo>
                <a:lnTo>
                  <a:pt x="941183" y="59993"/>
                </a:lnTo>
                <a:lnTo>
                  <a:pt x="940668" y="59348"/>
                </a:lnTo>
                <a:lnTo>
                  <a:pt x="940127" y="58720"/>
                </a:lnTo>
                <a:lnTo>
                  <a:pt x="939559" y="58108"/>
                </a:lnTo>
                <a:lnTo>
                  <a:pt x="938965" y="57512"/>
                </a:lnTo>
                <a:lnTo>
                  <a:pt x="938345" y="56932"/>
                </a:lnTo>
                <a:lnTo>
                  <a:pt x="937702" y="56372"/>
                </a:lnTo>
                <a:lnTo>
                  <a:pt x="937043" y="55836"/>
                </a:lnTo>
                <a:lnTo>
                  <a:pt x="936366" y="55324"/>
                </a:lnTo>
                <a:lnTo>
                  <a:pt x="935671" y="54836"/>
                </a:lnTo>
                <a:lnTo>
                  <a:pt x="934959" y="54371"/>
                </a:lnTo>
                <a:lnTo>
                  <a:pt x="934230" y="53930"/>
                </a:lnTo>
                <a:lnTo>
                  <a:pt x="933484" y="53513"/>
                </a:lnTo>
                <a:lnTo>
                  <a:pt x="932720" y="53120"/>
                </a:lnTo>
                <a:lnTo>
                  <a:pt x="931938" y="52751"/>
                </a:lnTo>
                <a:lnTo>
                  <a:pt x="931139" y="52405"/>
                </a:lnTo>
                <a:lnTo>
                  <a:pt x="930323" y="52084"/>
                </a:lnTo>
                <a:lnTo>
                  <a:pt x="929490" y="51786"/>
                </a:lnTo>
                <a:lnTo>
                  <a:pt x="928639" y="51512"/>
                </a:lnTo>
                <a:lnTo>
                  <a:pt x="927771" y="51262"/>
                </a:lnTo>
                <a:lnTo>
                  <a:pt x="926885" y="51035"/>
                </a:lnTo>
                <a:lnTo>
                  <a:pt x="925982" y="50833"/>
                </a:lnTo>
                <a:lnTo>
                  <a:pt x="925062" y="50654"/>
                </a:lnTo>
                <a:lnTo>
                  <a:pt x="924124" y="50499"/>
                </a:lnTo>
                <a:lnTo>
                  <a:pt x="923169" y="50368"/>
                </a:lnTo>
                <a:lnTo>
                  <a:pt x="922196" y="50261"/>
                </a:lnTo>
                <a:lnTo>
                  <a:pt x="921206" y="50178"/>
                </a:lnTo>
                <a:lnTo>
                  <a:pt x="920199" y="50118"/>
                </a:lnTo>
                <a:lnTo>
                  <a:pt x="919174" y="50082"/>
                </a:lnTo>
                <a:lnTo>
                  <a:pt x="918132" y="50070"/>
                </a:lnTo>
                <a:lnTo>
                  <a:pt x="916860" y="50088"/>
                </a:lnTo>
                <a:lnTo>
                  <a:pt x="915609" y="50141"/>
                </a:lnTo>
                <a:lnTo>
                  <a:pt x="914380" y="50230"/>
                </a:lnTo>
                <a:lnTo>
                  <a:pt x="913171" y="50354"/>
                </a:lnTo>
                <a:lnTo>
                  <a:pt x="911984" y="50513"/>
                </a:lnTo>
                <a:lnTo>
                  <a:pt x="910818" y="50708"/>
                </a:lnTo>
                <a:lnTo>
                  <a:pt x="909674" y="50938"/>
                </a:lnTo>
                <a:lnTo>
                  <a:pt x="908550" y="51204"/>
                </a:lnTo>
                <a:lnTo>
                  <a:pt x="907448" y="51505"/>
                </a:lnTo>
                <a:lnTo>
                  <a:pt x="906367" y="51841"/>
                </a:lnTo>
                <a:lnTo>
                  <a:pt x="905308" y="52213"/>
                </a:lnTo>
                <a:lnTo>
                  <a:pt x="904269" y="52621"/>
                </a:lnTo>
                <a:lnTo>
                  <a:pt x="903252" y="53063"/>
                </a:lnTo>
                <a:lnTo>
                  <a:pt x="902256" y="53542"/>
                </a:lnTo>
                <a:lnTo>
                  <a:pt x="901282" y="54055"/>
                </a:lnTo>
                <a:lnTo>
                  <a:pt x="900328" y="54604"/>
                </a:lnTo>
                <a:lnTo>
                  <a:pt x="899396" y="55189"/>
                </a:lnTo>
                <a:lnTo>
                  <a:pt x="898485" y="55808"/>
                </a:lnTo>
                <a:lnTo>
                  <a:pt x="897596" y="56464"/>
                </a:lnTo>
                <a:lnTo>
                  <a:pt x="896727" y="57154"/>
                </a:lnTo>
                <a:lnTo>
                  <a:pt x="895880" y="57881"/>
                </a:lnTo>
                <a:lnTo>
                  <a:pt x="895054" y="58642"/>
                </a:lnTo>
                <a:lnTo>
                  <a:pt x="894250" y="59439"/>
                </a:lnTo>
                <a:lnTo>
                  <a:pt x="893466" y="60271"/>
                </a:lnTo>
                <a:lnTo>
                  <a:pt x="892710" y="61134"/>
                </a:lnTo>
                <a:lnTo>
                  <a:pt x="891986" y="62023"/>
                </a:lnTo>
                <a:lnTo>
                  <a:pt x="891294" y="62937"/>
                </a:lnTo>
                <a:lnTo>
                  <a:pt x="890634" y="63877"/>
                </a:lnTo>
                <a:lnTo>
                  <a:pt x="890006" y="64843"/>
                </a:lnTo>
                <a:lnTo>
                  <a:pt x="889411" y="65834"/>
                </a:lnTo>
                <a:lnTo>
                  <a:pt x="888848" y="66851"/>
                </a:lnTo>
                <a:lnTo>
                  <a:pt x="888317" y="67894"/>
                </a:lnTo>
                <a:lnTo>
                  <a:pt x="887818" y="68963"/>
                </a:lnTo>
                <a:lnTo>
                  <a:pt x="887351" y="70058"/>
                </a:lnTo>
                <a:lnTo>
                  <a:pt x="886916" y="71178"/>
                </a:lnTo>
                <a:lnTo>
                  <a:pt x="886514" y="72324"/>
                </a:lnTo>
                <a:lnTo>
                  <a:pt x="886144" y="73496"/>
                </a:lnTo>
                <a:lnTo>
                  <a:pt x="885806" y="74694"/>
                </a:lnTo>
                <a:lnTo>
                  <a:pt x="885500" y="75917"/>
                </a:lnTo>
                <a:lnTo>
                  <a:pt x="885227" y="77166"/>
                </a:lnTo>
                <a:lnTo>
                  <a:pt x="884985" y="78441"/>
                </a:lnTo>
                <a:lnTo>
                  <a:pt x="884776" y="79742"/>
                </a:lnTo>
                <a:lnTo>
                  <a:pt x="884599" y="81068"/>
                </a:lnTo>
                <a:lnTo>
                  <a:pt x="884454" y="82420"/>
                </a:lnTo>
                <a:lnTo>
                  <a:pt x="884341" y="83798"/>
                </a:lnTo>
                <a:lnTo>
                  <a:pt x="884261" y="85202"/>
                </a:lnTo>
                <a:lnTo>
                  <a:pt x="884213" y="86631"/>
                </a:lnTo>
                <a:lnTo>
                  <a:pt x="884197" y="88087"/>
                </a:lnTo>
                <a:lnTo>
                  <a:pt x="884197" y="117942"/>
                </a:lnTo>
                <a:lnTo>
                  <a:pt x="884213" y="119382"/>
                </a:lnTo>
                <a:lnTo>
                  <a:pt x="884262" y="120797"/>
                </a:lnTo>
                <a:lnTo>
                  <a:pt x="884343" y="122187"/>
                </a:lnTo>
                <a:lnTo>
                  <a:pt x="884457" y="123552"/>
                </a:lnTo>
                <a:lnTo>
                  <a:pt x="884603" y="124891"/>
                </a:lnTo>
                <a:lnTo>
                  <a:pt x="884782" y="126206"/>
                </a:lnTo>
                <a:lnTo>
                  <a:pt x="884993" y="127495"/>
                </a:lnTo>
                <a:lnTo>
                  <a:pt x="885237" y="128759"/>
                </a:lnTo>
                <a:lnTo>
                  <a:pt x="885513" y="129998"/>
                </a:lnTo>
                <a:lnTo>
                  <a:pt x="885822" y="131213"/>
                </a:lnTo>
                <a:lnTo>
                  <a:pt x="886164" y="132402"/>
                </a:lnTo>
                <a:lnTo>
                  <a:pt x="886537" y="133565"/>
                </a:lnTo>
                <a:lnTo>
                  <a:pt x="886944" y="134704"/>
                </a:lnTo>
                <a:lnTo>
                  <a:pt x="887383" y="135818"/>
                </a:lnTo>
                <a:lnTo>
                  <a:pt x="887854" y="136906"/>
                </a:lnTo>
                <a:lnTo>
                  <a:pt x="888358" y="137970"/>
                </a:lnTo>
                <a:lnTo>
                  <a:pt x="888894" y="139008"/>
                </a:lnTo>
                <a:lnTo>
                  <a:pt x="889463" y="140021"/>
                </a:lnTo>
                <a:lnTo>
                  <a:pt x="890065" y="141010"/>
                </a:lnTo>
                <a:lnTo>
                  <a:pt x="890699" y="141973"/>
                </a:lnTo>
                <a:lnTo>
                  <a:pt x="891365" y="142910"/>
                </a:lnTo>
                <a:lnTo>
                  <a:pt x="892064" y="143823"/>
                </a:lnTo>
                <a:lnTo>
                  <a:pt x="892796" y="144711"/>
                </a:lnTo>
                <a:lnTo>
                  <a:pt x="893560" y="145574"/>
                </a:lnTo>
                <a:lnTo>
                  <a:pt x="894351" y="146406"/>
                </a:lnTo>
                <a:lnTo>
                  <a:pt x="895161" y="147202"/>
                </a:lnTo>
                <a:lnTo>
                  <a:pt x="895993" y="147964"/>
                </a:lnTo>
                <a:lnTo>
                  <a:pt x="896844" y="148690"/>
                </a:lnTo>
                <a:lnTo>
                  <a:pt x="897716" y="149380"/>
                </a:lnTo>
                <a:lnTo>
                  <a:pt x="898608" y="150035"/>
                </a:lnTo>
                <a:lnTo>
                  <a:pt x="899520" y="150655"/>
                </a:lnTo>
                <a:lnTo>
                  <a:pt x="900453" y="151239"/>
                </a:lnTo>
                <a:lnTo>
                  <a:pt x="901406" y="151788"/>
                </a:lnTo>
                <a:lnTo>
                  <a:pt x="902379" y="152302"/>
                </a:lnTo>
                <a:lnTo>
                  <a:pt x="903372" y="152780"/>
                </a:lnTo>
                <a:lnTo>
                  <a:pt x="904386" y="153222"/>
                </a:lnTo>
                <a:lnTo>
                  <a:pt x="905420" y="153629"/>
                </a:lnTo>
                <a:lnTo>
                  <a:pt x="906474" y="154001"/>
                </a:lnTo>
                <a:lnTo>
                  <a:pt x="907549" y="154338"/>
                </a:lnTo>
                <a:lnTo>
                  <a:pt x="908644" y="154639"/>
                </a:lnTo>
                <a:lnTo>
                  <a:pt x="909759" y="154904"/>
                </a:lnTo>
                <a:lnTo>
                  <a:pt x="910894" y="155134"/>
                </a:lnTo>
                <a:lnTo>
                  <a:pt x="912050" y="155329"/>
                </a:lnTo>
                <a:lnTo>
                  <a:pt x="913226" y="155488"/>
                </a:lnTo>
                <a:lnTo>
                  <a:pt x="914422" y="155612"/>
                </a:lnTo>
                <a:lnTo>
                  <a:pt x="915639" y="155701"/>
                </a:lnTo>
                <a:lnTo>
                  <a:pt x="916875" y="155754"/>
                </a:lnTo>
                <a:lnTo>
                  <a:pt x="918132" y="155772"/>
                </a:lnTo>
                <a:lnTo>
                  <a:pt x="919174" y="155760"/>
                </a:lnTo>
                <a:lnTo>
                  <a:pt x="920199" y="155725"/>
                </a:lnTo>
                <a:lnTo>
                  <a:pt x="921206" y="155666"/>
                </a:lnTo>
                <a:lnTo>
                  <a:pt x="922196" y="155584"/>
                </a:lnTo>
                <a:lnTo>
                  <a:pt x="923169" y="155478"/>
                </a:lnTo>
                <a:lnTo>
                  <a:pt x="924124" y="155349"/>
                </a:lnTo>
                <a:lnTo>
                  <a:pt x="925062" y="155196"/>
                </a:lnTo>
                <a:lnTo>
                  <a:pt x="925982" y="155020"/>
                </a:lnTo>
                <a:lnTo>
                  <a:pt x="926885" y="154820"/>
                </a:lnTo>
                <a:lnTo>
                  <a:pt x="927771" y="154597"/>
                </a:lnTo>
                <a:lnTo>
                  <a:pt x="928639" y="154350"/>
                </a:lnTo>
                <a:lnTo>
                  <a:pt x="929490" y="154080"/>
                </a:lnTo>
                <a:lnTo>
                  <a:pt x="930323" y="153786"/>
                </a:lnTo>
                <a:lnTo>
                  <a:pt x="931139" y="153468"/>
                </a:lnTo>
                <a:lnTo>
                  <a:pt x="931938" y="153128"/>
                </a:lnTo>
                <a:lnTo>
                  <a:pt x="932720" y="152763"/>
                </a:lnTo>
                <a:lnTo>
                  <a:pt x="933484" y="152376"/>
                </a:lnTo>
                <a:lnTo>
                  <a:pt x="934230" y="151964"/>
                </a:lnTo>
                <a:lnTo>
                  <a:pt x="934959" y="151530"/>
                </a:lnTo>
                <a:lnTo>
                  <a:pt x="935671" y="151071"/>
                </a:lnTo>
                <a:lnTo>
                  <a:pt x="936366" y="150590"/>
                </a:lnTo>
                <a:lnTo>
                  <a:pt x="937043" y="150084"/>
                </a:lnTo>
                <a:lnTo>
                  <a:pt x="937702" y="149555"/>
                </a:lnTo>
                <a:lnTo>
                  <a:pt x="938345" y="149003"/>
                </a:lnTo>
                <a:lnTo>
                  <a:pt x="938965" y="148431"/>
                </a:lnTo>
                <a:lnTo>
                  <a:pt x="939559" y="147841"/>
                </a:lnTo>
                <a:lnTo>
                  <a:pt x="940127" y="147234"/>
                </a:lnTo>
                <a:lnTo>
                  <a:pt x="940668" y="146610"/>
                </a:lnTo>
                <a:lnTo>
                  <a:pt x="941183" y="145970"/>
                </a:lnTo>
                <a:lnTo>
                  <a:pt x="941671" y="145312"/>
                </a:lnTo>
                <a:lnTo>
                  <a:pt x="942133" y="144637"/>
                </a:lnTo>
                <a:lnTo>
                  <a:pt x="942569" y="143945"/>
                </a:lnTo>
                <a:lnTo>
                  <a:pt x="942978" y="143236"/>
                </a:lnTo>
                <a:lnTo>
                  <a:pt x="943361" y="142509"/>
                </a:lnTo>
                <a:lnTo>
                  <a:pt x="943717" y="141766"/>
                </a:lnTo>
                <a:lnTo>
                  <a:pt x="944047" y="141006"/>
                </a:lnTo>
                <a:lnTo>
                  <a:pt x="944351" y="140229"/>
                </a:lnTo>
                <a:lnTo>
                  <a:pt x="944628" y="139434"/>
                </a:lnTo>
                <a:lnTo>
                  <a:pt x="944879" y="138623"/>
                </a:lnTo>
                <a:lnTo>
                  <a:pt x="945103" y="137794"/>
                </a:lnTo>
                <a:lnTo>
                  <a:pt x="945301" y="136948"/>
                </a:lnTo>
                <a:lnTo>
                  <a:pt x="945473" y="136086"/>
                </a:lnTo>
                <a:lnTo>
                  <a:pt x="945618" y="135206"/>
                </a:lnTo>
                <a:lnTo>
                  <a:pt x="945718" y="134448"/>
                </a:lnTo>
                <a:lnTo>
                  <a:pt x="945948" y="134448"/>
                </a:lnTo>
                <a:lnTo>
                  <a:pt x="945948" y="153918"/>
                </a:lnTo>
                <a:lnTo>
                  <a:pt x="962637" y="153918"/>
                </a:lnTo>
                <a:lnTo>
                  <a:pt x="962637" y="18545"/>
                </a:lnTo>
                <a:lnTo>
                  <a:pt x="945948" y="18545"/>
                </a:lnTo>
                <a:lnTo>
                  <a:pt x="945948" y="48214"/>
                </a:lnTo>
                <a:lnTo>
                  <a:pt x="946318" y="71395"/>
                </a:lnTo>
                <a:lnTo>
                  <a:pt x="945711" y="71395"/>
                </a:lnTo>
                <a:lnTo>
                  <a:pt x="945618" y="70702"/>
                </a:lnTo>
                <a:lnTo>
                  <a:pt x="945473" y="69832"/>
                </a:lnTo>
                <a:lnTo>
                  <a:pt x="945301" y="68979"/>
                </a:lnTo>
                <a:lnTo>
                  <a:pt x="945103" y="68141"/>
                </a:lnTo>
                <a:close/>
                <a:moveTo>
                  <a:pt x="920295" y="141134"/>
                </a:moveTo>
                <a:lnTo>
                  <a:pt x="919484" y="141036"/>
                </a:lnTo>
                <a:lnTo>
                  <a:pt x="918688" y="140915"/>
                </a:lnTo>
                <a:lnTo>
                  <a:pt x="917907" y="140773"/>
                </a:lnTo>
                <a:lnTo>
                  <a:pt x="917142" y="140609"/>
                </a:lnTo>
                <a:lnTo>
                  <a:pt x="916393" y="140423"/>
                </a:lnTo>
                <a:lnTo>
                  <a:pt x="915659" y="140215"/>
                </a:lnTo>
                <a:lnTo>
                  <a:pt x="914940" y="139985"/>
                </a:lnTo>
                <a:lnTo>
                  <a:pt x="914237" y="139733"/>
                </a:lnTo>
                <a:lnTo>
                  <a:pt x="913549" y="139460"/>
                </a:lnTo>
                <a:lnTo>
                  <a:pt x="912877" y="139164"/>
                </a:lnTo>
                <a:lnTo>
                  <a:pt x="912220" y="138847"/>
                </a:lnTo>
                <a:lnTo>
                  <a:pt x="911578" y="138507"/>
                </a:lnTo>
                <a:lnTo>
                  <a:pt x="910952" y="138146"/>
                </a:lnTo>
                <a:lnTo>
                  <a:pt x="910342" y="137763"/>
                </a:lnTo>
                <a:lnTo>
                  <a:pt x="909747" y="137358"/>
                </a:lnTo>
                <a:lnTo>
                  <a:pt x="909167" y="136931"/>
                </a:lnTo>
                <a:lnTo>
                  <a:pt x="908603" y="136483"/>
                </a:lnTo>
                <a:lnTo>
                  <a:pt x="908054" y="136012"/>
                </a:lnTo>
                <a:lnTo>
                  <a:pt x="907521" y="135519"/>
                </a:lnTo>
                <a:lnTo>
                  <a:pt x="907003" y="135005"/>
                </a:lnTo>
                <a:lnTo>
                  <a:pt x="906504" y="134470"/>
                </a:lnTo>
                <a:lnTo>
                  <a:pt x="906026" y="133915"/>
                </a:lnTo>
                <a:lnTo>
                  <a:pt x="905570" y="133341"/>
                </a:lnTo>
                <a:lnTo>
                  <a:pt x="905134" y="132748"/>
                </a:lnTo>
                <a:lnTo>
                  <a:pt x="904720" y="132136"/>
                </a:lnTo>
                <a:lnTo>
                  <a:pt x="904327" y="131504"/>
                </a:lnTo>
                <a:lnTo>
                  <a:pt x="903955" y="130853"/>
                </a:lnTo>
                <a:lnTo>
                  <a:pt x="903605" y="130182"/>
                </a:lnTo>
                <a:lnTo>
                  <a:pt x="903276" y="129493"/>
                </a:lnTo>
                <a:lnTo>
                  <a:pt x="902968" y="128784"/>
                </a:lnTo>
                <a:lnTo>
                  <a:pt x="902681" y="128055"/>
                </a:lnTo>
                <a:lnTo>
                  <a:pt x="902415" y="127308"/>
                </a:lnTo>
                <a:lnTo>
                  <a:pt x="902171" y="126541"/>
                </a:lnTo>
                <a:lnTo>
                  <a:pt x="901948" y="125754"/>
                </a:lnTo>
                <a:lnTo>
                  <a:pt x="901746" y="124949"/>
                </a:lnTo>
                <a:lnTo>
                  <a:pt x="901566" y="124124"/>
                </a:lnTo>
                <a:lnTo>
                  <a:pt x="901406" y="123280"/>
                </a:lnTo>
                <a:lnTo>
                  <a:pt x="901268" y="122416"/>
                </a:lnTo>
                <a:lnTo>
                  <a:pt x="901151" y="121534"/>
                </a:lnTo>
                <a:lnTo>
                  <a:pt x="901056" y="120632"/>
                </a:lnTo>
                <a:lnTo>
                  <a:pt x="900981" y="119710"/>
                </a:lnTo>
                <a:lnTo>
                  <a:pt x="900928" y="118769"/>
                </a:lnTo>
                <a:lnTo>
                  <a:pt x="900896" y="117809"/>
                </a:lnTo>
                <a:lnTo>
                  <a:pt x="900886" y="116830"/>
                </a:lnTo>
                <a:lnTo>
                  <a:pt x="900886" y="89012"/>
                </a:lnTo>
                <a:lnTo>
                  <a:pt x="900896" y="88033"/>
                </a:lnTo>
                <a:lnTo>
                  <a:pt x="900928" y="87073"/>
                </a:lnTo>
                <a:lnTo>
                  <a:pt x="900981" y="86132"/>
                </a:lnTo>
                <a:lnTo>
                  <a:pt x="901056" y="85211"/>
                </a:lnTo>
                <a:lnTo>
                  <a:pt x="901151" y="84309"/>
                </a:lnTo>
                <a:lnTo>
                  <a:pt x="901268" y="83426"/>
                </a:lnTo>
                <a:lnTo>
                  <a:pt x="901406" y="82563"/>
                </a:lnTo>
                <a:lnTo>
                  <a:pt x="901566" y="81718"/>
                </a:lnTo>
                <a:lnTo>
                  <a:pt x="901746" y="80894"/>
                </a:lnTo>
                <a:lnTo>
                  <a:pt x="901948" y="80088"/>
                </a:lnTo>
                <a:lnTo>
                  <a:pt x="902171" y="79302"/>
                </a:lnTo>
                <a:lnTo>
                  <a:pt x="902415" y="78535"/>
                </a:lnTo>
                <a:lnTo>
                  <a:pt x="902681" y="77788"/>
                </a:lnTo>
                <a:lnTo>
                  <a:pt x="902968" y="77060"/>
                </a:lnTo>
                <a:lnTo>
                  <a:pt x="903276" y="76351"/>
                </a:lnTo>
                <a:lnTo>
                  <a:pt x="903605" y="75661"/>
                </a:lnTo>
                <a:lnTo>
                  <a:pt x="903955" y="74991"/>
                </a:lnTo>
                <a:lnTo>
                  <a:pt x="904327" y="74340"/>
                </a:lnTo>
                <a:lnTo>
                  <a:pt x="904720" y="73708"/>
                </a:lnTo>
                <a:lnTo>
                  <a:pt x="905134" y="73096"/>
                </a:lnTo>
                <a:lnTo>
                  <a:pt x="905570" y="72503"/>
                </a:lnTo>
                <a:lnTo>
                  <a:pt x="906026" y="71929"/>
                </a:lnTo>
                <a:lnTo>
                  <a:pt x="906504" y="71375"/>
                </a:lnTo>
                <a:lnTo>
                  <a:pt x="907003" y="70840"/>
                </a:lnTo>
                <a:lnTo>
                  <a:pt x="907521" y="70326"/>
                </a:lnTo>
                <a:lnTo>
                  <a:pt x="908054" y="69833"/>
                </a:lnTo>
                <a:lnTo>
                  <a:pt x="908603" y="69362"/>
                </a:lnTo>
                <a:lnTo>
                  <a:pt x="909167" y="68914"/>
                </a:lnTo>
                <a:lnTo>
                  <a:pt x="909747" y="68487"/>
                </a:lnTo>
                <a:lnTo>
                  <a:pt x="910342" y="68082"/>
                </a:lnTo>
                <a:lnTo>
                  <a:pt x="910952" y="67699"/>
                </a:lnTo>
                <a:lnTo>
                  <a:pt x="911578" y="67338"/>
                </a:lnTo>
                <a:lnTo>
                  <a:pt x="912220" y="66998"/>
                </a:lnTo>
                <a:lnTo>
                  <a:pt x="912877" y="66681"/>
                </a:lnTo>
                <a:lnTo>
                  <a:pt x="913549" y="66385"/>
                </a:lnTo>
                <a:lnTo>
                  <a:pt x="914237" y="66112"/>
                </a:lnTo>
                <a:lnTo>
                  <a:pt x="914940" y="65860"/>
                </a:lnTo>
                <a:lnTo>
                  <a:pt x="915659" y="65630"/>
                </a:lnTo>
                <a:lnTo>
                  <a:pt x="916393" y="65422"/>
                </a:lnTo>
                <a:lnTo>
                  <a:pt x="917142" y="65236"/>
                </a:lnTo>
                <a:lnTo>
                  <a:pt x="917907" y="65072"/>
                </a:lnTo>
                <a:lnTo>
                  <a:pt x="918688" y="64930"/>
                </a:lnTo>
                <a:lnTo>
                  <a:pt x="919484" y="64809"/>
                </a:lnTo>
                <a:lnTo>
                  <a:pt x="920295" y="64711"/>
                </a:lnTo>
                <a:lnTo>
                  <a:pt x="921122" y="64634"/>
                </a:lnTo>
                <a:lnTo>
                  <a:pt x="921965" y="64579"/>
                </a:lnTo>
                <a:lnTo>
                  <a:pt x="922822" y="64547"/>
                </a:lnTo>
                <a:lnTo>
                  <a:pt x="923696" y="64536"/>
                </a:lnTo>
                <a:lnTo>
                  <a:pt x="924553" y="64547"/>
                </a:lnTo>
                <a:lnTo>
                  <a:pt x="925395" y="64581"/>
                </a:lnTo>
                <a:lnTo>
                  <a:pt x="926222" y="64637"/>
                </a:lnTo>
                <a:lnTo>
                  <a:pt x="927033" y="64716"/>
                </a:lnTo>
                <a:lnTo>
                  <a:pt x="927829" y="64817"/>
                </a:lnTo>
                <a:lnTo>
                  <a:pt x="928610" y="64941"/>
                </a:lnTo>
                <a:lnTo>
                  <a:pt x="929375" y="65088"/>
                </a:lnTo>
                <a:lnTo>
                  <a:pt x="930124" y="65257"/>
                </a:lnTo>
                <a:lnTo>
                  <a:pt x="930858" y="65448"/>
                </a:lnTo>
                <a:lnTo>
                  <a:pt x="931577" y="65663"/>
                </a:lnTo>
                <a:lnTo>
                  <a:pt x="932280" y="65899"/>
                </a:lnTo>
                <a:lnTo>
                  <a:pt x="932968" y="66158"/>
                </a:lnTo>
                <a:lnTo>
                  <a:pt x="933640" y="66440"/>
                </a:lnTo>
                <a:lnTo>
                  <a:pt x="934297" y="66744"/>
                </a:lnTo>
                <a:lnTo>
                  <a:pt x="934938" y="67071"/>
                </a:lnTo>
                <a:lnTo>
                  <a:pt x="935564" y="67421"/>
                </a:lnTo>
                <a:lnTo>
                  <a:pt x="936174" y="67792"/>
                </a:lnTo>
                <a:lnTo>
                  <a:pt x="936769" y="68187"/>
                </a:lnTo>
                <a:lnTo>
                  <a:pt x="937348" y="68604"/>
                </a:lnTo>
                <a:lnTo>
                  <a:pt x="937912" y="69043"/>
                </a:lnTo>
                <a:lnTo>
                  <a:pt x="938461" y="69505"/>
                </a:lnTo>
                <a:lnTo>
                  <a:pt x="938994" y="69990"/>
                </a:lnTo>
                <a:lnTo>
                  <a:pt x="939512" y="70497"/>
                </a:lnTo>
                <a:lnTo>
                  <a:pt x="940014" y="71027"/>
                </a:lnTo>
                <a:lnTo>
                  <a:pt x="940498" y="71576"/>
                </a:lnTo>
                <a:lnTo>
                  <a:pt x="940962" y="72143"/>
                </a:lnTo>
                <a:lnTo>
                  <a:pt x="941405" y="72727"/>
                </a:lnTo>
                <a:lnTo>
                  <a:pt x="941827" y="73329"/>
                </a:lnTo>
                <a:lnTo>
                  <a:pt x="942229" y="73948"/>
                </a:lnTo>
                <a:lnTo>
                  <a:pt x="942610" y="74584"/>
                </a:lnTo>
                <a:lnTo>
                  <a:pt x="942971" y="75238"/>
                </a:lnTo>
                <a:lnTo>
                  <a:pt x="943311" y="75909"/>
                </a:lnTo>
                <a:lnTo>
                  <a:pt x="943630" y="76597"/>
                </a:lnTo>
                <a:lnTo>
                  <a:pt x="943929" y="77303"/>
                </a:lnTo>
                <a:lnTo>
                  <a:pt x="944207" y="78027"/>
                </a:lnTo>
                <a:lnTo>
                  <a:pt x="944464" y="78767"/>
                </a:lnTo>
                <a:lnTo>
                  <a:pt x="944701" y="79525"/>
                </a:lnTo>
                <a:lnTo>
                  <a:pt x="944918" y="80301"/>
                </a:lnTo>
                <a:lnTo>
                  <a:pt x="945113" y="81094"/>
                </a:lnTo>
                <a:lnTo>
                  <a:pt x="945289" y="81904"/>
                </a:lnTo>
                <a:lnTo>
                  <a:pt x="945443" y="82732"/>
                </a:lnTo>
                <a:lnTo>
                  <a:pt x="945577" y="83577"/>
                </a:lnTo>
                <a:lnTo>
                  <a:pt x="945690" y="84439"/>
                </a:lnTo>
                <a:lnTo>
                  <a:pt x="945783" y="85319"/>
                </a:lnTo>
                <a:lnTo>
                  <a:pt x="945855" y="86216"/>
                </a:lnTo>
                <a:lnTo>
                  <a:pt x="945907" y="87131"/>
                </a:lnTo>
                <a:lnTo>
                  <a:pt x="945938" y="88063"/>
                </a:lnTo>
                <a:lnTo>
                  <a:pt x="945948" y="89012"/>
                </a:lnTo>
                <a:lnTo>
                  <a:pt x="945948" y="116830"/>
                </a:lnTo>
                <a:lnTo>
                  <a:pt x="945938" y="117780"/>
                </a:lnTo>
                <a:lnTo>
                  <a:pt x="945907" y="118712"/>
                </a:lnTo>
                <a:lnTo>
                  <a:pt x="945855" y="119626"/>
                </a:lnTo>
                <a:lnTo>
                  <a:pt x="945783" y="120523"/>
                </a:lnTo>
                <a:lnTo>
                  <a:pt x="945690" y="121403"/>
                </a:lnTo>
                <a:lnTo>
                  <a:pt x="945577" y="122266"/>
                </a:lnTo>
                <a:lnTo>
                  <a:pt x="945443" y="123111"/>
                </a:lnTo>
                <a:lnTo>
                  <a:pt x="945289" y="123939"/>
                </a:lnTo>
                <a:lnTo>
                  <a:pt x="945113" y="124749"/>
                </a:lnTo>
                <a:lnTo>
                  <a:pt x="944918" y="125542"/>
                </a:lnTo>
                <a:lnTo>
                  <a:pt x="944701" y="126317"/>
                </a:lnTo>
                <a:lnTo>
                  <a:pt x="944464" y="127076"/>
                </a:lnTo>
                <a:lnTo>
                  <a:pt x="944207" y="127816"/>
                </a:lnTo>
                <a:lnTo>
                  <a:pt x="943929" y="128540"/>
                </a:lnTo>
                <a:lnTo>
                  <a:pt x="943630" y="129246"/>
                </a:lnTo>
                <a:lnTo>
                  <a:pt x="943311" y="129935"/>
                </a:lnTo>
                <a:lnTo>
                  <a:pt x="942971" y="130606"/>
                </a:lnTo>
                <a:lnTo>
                  <a:pt x="942610" y="131260"/>
                </a:lnTo>
                <a:lnTo>
                  <a:pt x="942229" y="131896"/>
                </a:lnTo>
                <a:lnTo>
                  <a:pt x="941827" y="132515"/>
                </a:lnTo>
                <a:lnTo>
                  <a:pt x="941405" y="133117"/>
                </a:lnTo>
                <a:lnTo>
                  <a:pt x="940962" y="133702"/>
                </a:lnTo>
                <a:lnTo>
                  <a:pt x="940498" y="134269"/>
                </a:lnTo>
                <a:lnTo>
                  <a:pt x="940014" y="134818"/>
                </a:lnTo>
                <a:lnTo>
                  <a:pt x="939512" y="135348"/>
                </a:lnTo>
                <a:lnTo>
                  <a:pt x="938994" y="135855"/>
                </a:lnTo>
                <a:lnTo>
                  <a:pt x="938461" y="136340"/>
                </a:lnTo>
                <a:lnTo>
                  <a:pt x="937912" y="136802"/>
                </a:lnTo>
                <a:lnTo>
                  <a:pt x="937348" y="137241"/>
                </a:lnTo>
                <a:lnTo>
                  <a:pt x="936769" y="137658"/>
                </a:lnTo>
                <a:lnTo>
                  <a:pt x="936174" y="138053"/>
                </a:lnTo>
                <a:lnTo>
                  <a:pt x="935564" y="138424"/>
                </a:lnTo>
                <a:lnTo>
                  <a:pt x="934938" y="138774"/>
                </a:lnTo>
                <a:lnTo>
                  <a:pt x="934297" y="139101"/>
                </a:lnTo>
                <a:lnTo>
                  <a:pt x="933640" y="139405"/>
                </a:lnTo>
                <a:lnTo>
                  <a:pt x="932968" y="139687"/>
                </a:lnTo>
                <a:lnTo>
                  <a:pt x="932280" y="139946"/>
                </a:lnTo>
                <a:lnTo>
                  <a:pt x="931577" y="140182"/>
                </a:lnTo>
                <a:lnTo>
                  <a:pt x="930858" y="140397"/>
                </a:lnTo>
                <a:lnTo>
                  <a:pt x="930124" y="140588"/>
                </a:lnTo>
                <a:lnTo>
                  <a:pt x="929375" y="140757"/>
                </a:lnTo>
                <a:lnTo>
                  <a:pt x="928610" y="140904"/>
                </a:lnTo>
                <a:lnTo>
                  <a:pt x="927829" y="141028"/>
                </a:lnTo>
                <a:lnTo>
                  <a:pt x="927033" y="141129"/>
                </a:lnTo>
                <a:lnTo>
                  <a:pt x="926222" y="141208"/>
                </a:lnTo>
                <a:lnTo>
                  <a:pt x="925395" y="141264"/>
                </a:lnTo>
                <a:lnTo>
                  <a:pt x="924553" y="141298"/>
                </a:lnTo>
                <a:lnTo>
                  <a:pt x="923696" y="141309"/>
                </a:lnTo>
                <a:lnTo>
                  <a:pt x="922822" y="141298"/>
                </a:lnTo>
                <a:lnTo>
                  <a:pt x="921965" y="141266"/>
                </a:lnTo>
                <a:lnTo>
                  <a:pt x="921122" y="141211"/>
                </a:lnTo>
                <a:lnTo>
                  <a:pt x="920295" y="141134"/>
                </a:lnTo>
                <a:close/>
                <a:moveTo>
                  <a:pt x="794441" y="153918"/>
                </a:moveTo>
                <a:lnTo>
                  <a:pt x="794441" y="89012"/>
                </a:lnTo>
                <a:lnTo>
                  <a:pt x="794452" y="88032"/>
                </a:lnTo>
                <a:lnTo>
                  <a:pt x="794483" y="87071"/>
                </a:lnTo>
                <a:lnTo>
                  <a:pt x="794535" y="86129"/>
                </a:lnTo>
                <a:lnTo>
                  <a:pt x="794609" y="85206"/>
                </a:lnTo>
                <a:lnTo>
                  <a:pt x="794703" y="84301"/>
                </a:lnTo>
                <a:lnTo>
                  <a:pt x="794818" y="83414"/>
                </a:lnTo>
                <a:lnTo>
                  <a:pt x="794954" y="82547"/>
                </a:lnTo>
                <a:lnTo>
                  <a:pt x="795111" y="81698"/>
                </a:lnTo>
                <a:lnTo>
                  <a:pt x="795289" y="80868"/>
                </a:lnTo>
                <a:lnTo>
                  <a:pt x="795488" y="80056"/>
                </a:lnTo>
                <a:lnTo>
                  <a:pt x="795707" y="79263"/>
                </a:lnTo>
                <a:lnTo>
                  <a:pt x="795948" y="78489"/>
                </a:lnTo>
                <a:lnTo>
                  <a:pt x="796210" y="77734"/>
                </a:lnTo>
                <a:lnTo>
                  <a:pt x="796492" y="76997"/>
                </a:lnTo>
                <a:lnTo>
                  <a:pt x="796796" y="76279"/>
                </a:lnTo>
                <a:lnTo>
                  <a:pt x="797120" y="75579"/>
                </a:lnTo>
                <a:lnTo>
                  <a:pt x="797465" y="74899"/>
                </a:lnTo>
                <a:lnTo>
                  <a:pt x="797832" y="74236"/>
                </a:lnTo>
                <a:lnTo>
                  <a:pt x="798219" y="73593"/>
                </a:lnTo>
                <a:lnTo>
                  <a:pt x="798627" y="72968"/>
                </a:lnTo>
                <a:lnTo>
                  <a:pt x="799056" y="72362"/>
                </a:lnTo>
                <a:lnTo>
                  <a:pt x="799506" y="71775"/>
                </a:lnTo>
                <a:lnTo>
                  <a:pt x="799977" y="71206"/>
                </a:lnTo>
                <a:lnTo>
                  <a:pt x="800468" y="70656"/>
                </a:lnTo>
                <a:lnTo>
                  <a:pt x="800979" y="70126"/>
                </a:lnTo>
                <a:lnTo>
                  <a:pt x="801505" y="69619"/>
                </a:lnTo>
                <a:lnTo>
                  <a:pt x="802046" y="69135"/>
                </a:lnTo>
                <a:lnTo>
                  <a:pt x="802604" y="68673"/>
                </a:lnTo>
                <a:lnTo>
                  <a:pt x="803177" y="68233"/>
                </a:lnTo>
                <a:lnTo>
                  <a:pt x="803766" y="67816"/>
                </a:lnTo>
                <a:lnTo>
                  <a:pt x="804371" y="67422"/>
                </a:lnTo>
                <a:lnTo>
                  <a:pt x="804991" y="67050"/>
                </a:lnTo>
                <a:lnTo>
                  <a:pt x="805627" y="66701"/>
                </a:lnTo>
                <a:lnTo>
                  <a:pt x="806280" y="66374"/>
                </a:lnTo>
                <a:lnTo>
                  <a:pt x="806947" y="66069"/>
                </a:lnTo>
                <a:lnTo>
                  <a:pt x="807631" y="65788"/>
                </a:lnTo>
                <a:lnTo>
                  <a:pt x="808330" y="65529"/>
                </a:lnTo>
                <a:lnTo>
                  <a:pt x="809045" y="65292"/>
                </a:lnTo>
                <a:lnTo>
                  <a:pt x="809776" y="65078"/>
                </a:lnTo>
                <a:lnTo>
                  <a:pt x="810523" y="64886"/>
                </a:lnTo>
                <a:lnTo>
                  <a:pt x="811286" y="64717"/>
                </a:lnTo>
                <a:lnTo>
                  <a:pt x="812064" y="64571"/>
                </a:lnTo>
                <a:lnTo>
                  <a:pt x="812858" y="64447"/>
                </a:lnTo>
                <a:lnTo>
                  <a:pt x="813668" y="64345"/>
                </a:lnTo>
                <a:lnTo>
                  <a:pt x="814493" y="64266"/>
                </a:lnTo>
                <a:lnTo>
                  <a:pt x="815334" y="64210"/>
                </a:lnTo>
                <a:lnTo>
                  <a:pt x="816191" y="64176"/>
                </a:lnTo>
                <a:lnTo>
                  <a:pt x="817064" y="64165"/>
                </a:lnTo>
                <a:lnTo>
                  <a:pt x="817952" y="64176"/>
                </a:lnTo>
                <a:lnTo>
                  <a:pt x="818823" y="64209"/>
                </a:lnTo>
                <a:lnTo>
                  <a:pt x="819676" y="64265"/>
                </a:lnTo>
                <a:lnTo>
                  <a:pt x="820513" y="64343"/>
                </a:lnTo>
                <a:lnTo>
                  <a:pt x="821332" y="64443"/>
                </a:lnTo>
                <a:lnTo>
                  <a:pt x="822135" y="64565"/>
                </a:lnTo>
                <a:lnTo>
                  <a:pt x="822920" y="64709"/>
                </a:lnTo>
                <a:lnTo>
                  <a:pt x="823688" y="64876"/>
                </a:lnTo>
                <a:lnTo>
                  <a:pt x="824440" y="65065"/>
                </a:lnTo>
                <a:lnTo>
                  <a:pt x="825174" y="65276"/>
                </a:lnTo>
                <a:lnTo>
                  <a:pt x="825891" y="65509"/>
                </a:lnTo>
                <a:lnTo>
                  <a:pt x="826591" y="65764"/>
                </a:lnTo>
                <a:lnTo>
                  <a:pt x="827274" y="66042"/>
                </a:lnTo>
                <a:lnTo>
                  <a:pt x="827940" y="66342"/>
                </a:lnTo>
                <a:lnTo>
                  <a:pt x="828589" y="66664"/>
                </a:lnTo>
                <a:lnTo>
                  <a:pt x="829220" y="67008"/>
                </a:lnTo>
                <a:lnTo>
                  <a:pt x="829835" y="67375"/>
                </a:lnTo>
                <a:lnTo>
                  <a:pt x="830433" y="67764"/>
                </a:lnTo>
                <a:lnTo>
                  <a:pt x="831013" y="68175"/>
                </a:lnTo>
                <a:lnTo>
                  <a:pt x="831577" y="68608"/>
                </a:lnTo>
                <a:lnTo>
                  <a:pt x="832123" y="69063"/>
                </a:lnTo>
                <a:lnTo>
                  <a:pt x="832653" y="69541"/>
                </a:lnTo>
                <a:lnTo>
                  <a:pt x="833165" y="70041"/>
                </a:lnTo>
                <a:lnTo>
                  <a:pt x="833660" y="70563"/>
                </a:lnTo>
                <a:lnTo>
                  <a:pt x="834137" y="71106"/>
                </a:lnTo>
                <a:lnTo>
                  <a:pt x="834593" y="71668"/>
                </a:lnTo>
                <a:lnTo>
                  <a:pt x="835030" y="72251"/>
                </a:lnTo>
                <a:lnTo>
                  <a:pt x="835446" y="72852"/>
                </a:lnTo>
                <a:lnTo>
                  <a:pt x="835841" y="73474"/>
                </a:lnTo>
                <a:lnTo>
                  <a:pt x="836217" y="74115"/>
                </a:lnTo>
                <a:lnTo>
                  <a:pt x="836572" y="74776"/>
                </a:lnTo>
                <a:lnTo>
                  <a:pt x="836906" y="75456"/>
                </a:lnTo>
                <a:lnTo>
                  <a:pt x="837221" y="76156"/>
                </a:lnTo>
                <a:lnTo>
                  <a:pt x="837515" y="76876"/>
                </a:lnTo>
                <a:lnTo>
                  <a:pt x="837789" y="77615"/>
                </a:lnTo>
                <a:lnTo>
                  <a:pt x="838043" y="78374"/>
                </a:lnTo>
                <a:lnTo>
                  <a:pt x="838276" y="79152"/>
                </a:lnTo>
                <a:lnTo>
                  <a:pt x="838489" y="79951"/>
                </a:lnTo>
                <a:lnTo>
                  <a:pt x="838682" y="80768"/>
                </a:lnTo>
                <a:lnTo>
                  <a:pt x="838854" y="81606"/>
                </a:lnTo>
                <a:lnTo>
                  <a:pt x="839006" y="82463"/>
                </a:lnTo>
                <a:lnTo>
                  <a:pt x="839138" y="83340"/>
                </a:lnTo>
                <a:lnTo>
                  <a:pt x="839250" y="84236"/>
                </a:lnTo>
                <a:lnTo>
                  <a:pt x="839341" y="85152"/>
                </a:lnTo>
                <a:lnTo>
                  <a:pt x="839412" y="86087"/>
                </a:lnTo>
                <a:lnTo>
                  <a:pt x="839463" y="87043"/>
                </a:lnTo>
                <a:lnTo>
                  <a:pt x="839493" y="88018"/>
                </a:lnTo>
                <a:lnTo>
                  <a:pt x="839503" y="89012"/>
                </a:lnTo>
                <a:lnTo>
                  <a:pt x="839503" y="93650"/>
                </a:lnTo>
                <a:lnTo>
                  <a:pt x="856193" y="93650"/>
                </a:lnTo>
                <a:lnTo>
                  <a:pt x="856193" y="87529"/>
                </a:lnTo>
                <a:lnTo>
                  <a:pt x="856176" y="86104"/>
                </a:lnTo>
                <a:lnTo>
                  <a:pt x="856126" y="84704"/>
                </a:lnTo>
                <a:lnTo>
                  <a:pt x="856043" y="83329"/>
                </a:lnTo>
                <a:lnTo>
                  <a:pt x="855927" y="81979"/>
                </a:lnTo>
                <a:lnTo>
                  <a:pt x="855778" y="80653"/>
                </a:lnTo>
                <a:lnTo>
                  <a:pt x="855596" y="79352"/>
                </a:lnTo>
                <a:lnTo>
                  <a:pt x="855380" y="78076"/>
                </a:lnTo>
                <a:lnTo>
                  <a:pt x="855131" y="76825"/>
                </a:lnTo>
                <a:lnTo>
                  <a:pt x="854850" y="75599"/>
                </a:lnTo>
                <a:lnTo>
                  <a:pt x="854535" y="74397"/>
                </a:lnTo>
                <a:lnTo>
                  <a:pt x="854186" y="73220"/>
                </a:lnTo>
                <a:lnTo>
                  <a:pt x="853805" y="72068"/>
                </a:lnTo>
                <a:lnTo>
                  <a:pt x="853391" y="70941"/>
                </a:lnTo>
                <a:lnTo>
                  <a:pt x="852943" y="69838"/>
                </a:lnTo>
                <a:lnTo>
                  <a:pt x="852462" y="68761"/>
                </a:lnTo>
                <a:lnTo>
                  <a:pt x="851948" y="67708"/>
                </a:lnTo>
                <a:lnTo>
                  <a:pt x="851401" y="66680"/>
                </a:lnTo>
                <a:lnTo>
                  <a:pt x="850821" y="65677"/>
                </a:lnTo>
                <a:lnTo>
                  <a:pt x="850207" y="64698"/>
                </a:lnTo>
                <a:lnTo>
                  <a:pt x="849561" y="63745"/>
                </a:lnTo>
                <a:lnTo>
                  <a:pt x="848881" y="62816"/>
                </a:lnTo>
                <a:lnTo>
                  <a:pt x="848168" y="61912"/>
                </a:lnTo>
                <a:lnTo>
                  <a:pt x="847422" y="61032"/>
                </a:lnTo>
                <a:lnTo>
                  <a:pt x="846643" y="60178"/>
                </a:lnTo>
                <a:lnTo>
                  <a:pt x="845835" y="59353"/>
                </a:lnTo>
                <a:lnTo>
                  <a:pt x="845005" y="58564"/>
                </a:lnTo>
                <a:lnTo>
                  <a:pt x="844152" y="57809"/>
                </a:lnTo>
                <a:lnTo>
                  <a:pt x="843276" y="57090"/>
                </a:lnTo>
                <a:lnTo>
                  <a:pt x="842378" y="56405"/>
                </a:lnTo>
                <a:lnTo>
                  <a:pt x="841456" y="55756"/>
                </a:lnTo>
                <a:lnTo>
                  <a:pt x="840512" y="55142"/>
                </a:lnTo>
                <a:lnTo>
                  <a:pt x="839544" y="54563"/>
                </a:lnTo>
                <a:lnTo>
                  <a:pt x="838554" y="54019"/>
                </a:lnTo>
                <a:lnTo>
                  <a:pt x="837541" y="53510"/>
                </a:lnTo>
                <a:lnTo>
                  <a:pt x="836505" y="53036"/>
                </a:lnTo>
                <a:lnTo>
                  <a:pt x="835446" y="52597"/>
                </a:lnTo>
                <a:lnTo>
                  <a:pt x="834365" y="52194"/>
                </a:lnTo>
                <a:lnTo>
                  <a:pt x="833260" y="51825"/>
                </a:lnTo>
                <a:lnTo>
                  <a:pt x="832133" y="51492"/>
                </a:lnTo>
                <a:lnTo>
                  <a:pt x="830983" y="51194"/>
                </a:lnTo>
                <a:lnTo>
                  <a:pt x="829810" y="50930"/>
                </a:lnTo>
                <a:lnTo>
                  <a:pt x="828614" y="50702"/>
                </a:lnTo>
                <a:lnTo>
                  <a:pt x="827395" y="50509"/>
                </a:lnTo>
                <a:lnTo>
                  <a:pt x="826153" y="50351"/>
                </a:lnTo>
                <a:lnTo>
                  <a:pt x="824889" y="50228"/>
                </a:lnTo>
                <a:lnTo>
                  <a:pt x="823601" y="50141"/>
                </a:lnTo>
                <a:lnTo>
                  <a:pt x="822291" y="50088"/>
                </a:lnTo>
                <a:lnTo>
                  <a:pt x="820958" y="50070"/>
                </a:lnTo>
                <a:lnTo>
                  <a:pt x="819796" y="50085"/>
                </a:lnTo>
                <a:lnTo>
                  <a:pt x="818658" y="50129"/>
                </a:lnTo>
                <a:lnTo>
                  <a:pt x="817544" y="50202"/>
                </a:lnTo>
                <a:lnTo>
                  <a:pt x="816454" y="50305"/>
                </a:lnTo>
                <a:lnTo>
                  <a:pt x="815388" y="50437"/>
                </a:lnTo>
                <a:lnTo>
                  <a:pt x="814346" y="50598"/>
                </a:lnTo>
                <a:lnTo>
                  <a:pt x="813329" y="50788"/>
                </a:lnTo>
                <a:lnTo>
                  <a:pt x="812336" y="51008"/>
                </a:lnTo>
                <a:lnTo>
                  <a:pt x="811366" y="51257"/>
                </a:lnTo>
                <a:lnTo>
                  <a:pt x="810421" y="51535"/>
                </a:lnTo>
                <a:lnTo>
                  <a:pt x="809500" y="51843"/>
                </a:lnTo>
                <a:lnTo>
                  <a:pt x="808604" y="52180"/>
                </a:lnTo>
                <a:lnTo>
                  <a:pt x="807731" y="52546"/>
                </a:lnTo>
                <a:lnTo>
                  <a:pt x="806882" y="52942"/>
                </a:lnTo>
                <a:lnTo>
                  <a:pt x="806058" y="53367"/>
                </a:lnTo>
                <a:lnTo>
                  <a:pt x="805258" y="53821"/>
                </a:lnTo>
                <a:lnTo>
                  <a:pt x="804482" y="54304"/>
                </a:lnTo>
                <a:lnTo>
                  <a:pt x="803730" y="54817"/>
                </a:lnTo>
                <a:lnTo>
                  <a:pt x="803002" y="55359"/>
                </a:lnTo>
                <a:lnTo>
                  <a:pt x="802298" y="55930"/>
                </a:lnTo>
                <a:lnTo>
                  <a:pt x="801618" y="56531"/>
                </a:lnTo>
                <a:lnTo>
                  <a:pt x="800963" y="57161"/>
                </a:lnTo>
                <a:lnTo>
                  <a:pt x="800331" y="57820"/>
                </a:lnTo>
                <a:lnTo>
                  <a:pt x="799724" y="58508"/>
                </a:lnTo>
                <a:lnTo>
                  <a:pt x="799142" y="59226"/>
                </a:lnTo>
                <a:lnTo>
                  <a:pt x="798584" y="59971"/>
                </a:lnTo>
                <a:lnTo>
                  <a:pt x="798051" y="60744"/>
                </a:lnTo>
                <a:lnTo>
                  <a:pt x="797543" y="61545"/>
                </a:lnTo>
                <a:lnTo>
                  <a:pt x="797059" y="62374"/>
                </a:lnTo>
                <a:lnTo>
                  <a:pt x="796601" y="63231"/>
                </a:lnTo>
                <a:lnTo>
                  <a:pt x="796167" y="64117"/>
                </a:lnTo>
                <a:lnTo>
                  <a:pt x="795758" y="65030"/>
                </a:lnTo>
                <a:lnTo>
                  <a:pt x="795374" y="65971"/>
                </a:lnTo>
                <a:lnTo>
                  <a:pt x="795014" y="66940"/>
                </a:lnTo>
                <a:lnTo>
                  <a:pt x="794680" y="67937"/>
                </a:lnTo>
                <a:lnTo>
                  <a:pt x="794370" y="68963"/>
                </a:lnTo>
                <a:lnTo>
                  <a:pt x="794085" y="70016"/>
                </a:lnTo>
                <a:lnTo>
                  <a:pt x="794071" y="70075"/>
                </a:lnTo>
                <a:lnTo>
                  <a:pt x="794071" y="51924"/>
                </a:lnTo>
                <a:lnTo>
                  <a:pt x="777749" y="51924"/>
                </a:lnTo>
                <a:lnTo>
                  <a:pt x="777749" y="153918"/>
                </a:lnTo>
                <a:lnTo>
                  <a:pt x="794441" y="153918"/>
                </a:lnTo>
                <a:close/>
                <a:moveTo>
                  <a:pt x="1030386" y="120195"/>
                </a:moveTo>
                <a:lnTo>
                  <a:pt x="1030509" y="120020"/>
                </a:lnTo>
                <a:lnTo>
                  <a:pt x="1030631" y="119842"/>
                </a:lnTo>
                <a:lnTo>
                  <a:pt x="1030753" y="119662"/>
                </a:lnTo>
                <a:lnTo>
                  <a:pt x="1030875" y="119479"/>
                </a:lnTo>
                <a:lnTo>
                  <a:pt x="1030997" y="119295"/>
                </a:lnTo>
                <a:lnTo>
                  <a:pt x="1031118" y="119108"/>
                </a:lnTo>
                <a:lnTo>
                  <a:pt x="1031239" y="118919"/>
                </a:lnTo>
                <a:lnTo>
                  <a:pt x="1031359" y="118727"/>
                </a:lnTo>
                <a:lnTo>
                  <a:pt x="1031479" y="118534"/>
                </a:lnTo>
                <a:lnTo>
                  <a:pt x="1031599" y="118338"/>
                </a:lnTo>
                <a:lnTo>
                  <a:pt x="1031719" y="118140"/>
                </a:lnTo>
                <a:lnTo>
                  <a:pt x="1031838" y="117939"/>
                </a:lnTo>
                <a:lnTo>
                  <a:pt x="1031957" y="117736"/>
                </a:lnTo>
                <a:lnTo>
                  <a:pt x="1032075" y="117532"/>
                </a:lnTo>
                <a:lnTo>
                  <a:pt x="1032193" y="117324"/>
                </a:lnTo>
                <a:lnTo>
                  <a:pt x="1032311" y="117115"/>
                </a:lnTo>
                <a:lnTo>
                  <a:pt x="1032429" y="116903"/>
                </a:lnTo>
                <a:lnTo>
                  <a:pt x="1032546" y="116690"/>
                </a:lnTo>
                <a:lnTo>
                  <a:pt x="1032663" y="116473"/>
                </a:lnTo>
                <a:lnTo>
                  <a:pt x="1032780" y="116255"/>
                </a:lnTo>
                <a:lnTo>
                  <a:pt x="1032896" y="116034"/>
                </a:lnTo>
                <a:lnTo>
                  <a:pt x="1033012" y="115811"/>
                </a:lnTo>
                <a:lnTo>
                  <a:pt x="1033127" y="115589"/>
                </a:lnTo>
                <a:lnTo>
                  <a:pt x="1033239" y="115370"/>
                </a:lnTo>
                <a:lnTo>
                  <a:pt x="1033350" y="115155"/>
                </a:lnTo>
                <a:lnTo>
                  <a:pt x="1033458" y="114943"/>
                </a:lnTo>
                <a:lnTo>
                  <a:pt x="1033564" y="114735"/>
                </a:lnTo>
                <a:lnTo>
                  <a:pt x="1033667" y="114530"/>
                </a:lnTo>
                <a:lnTo>
                  <a:pt x="1033769" y="114329"/>
                </a:lnTo>
                <a:lnTo>
                  <a:pt x="1033868" y="114131"/>
                </a:lnTo>
                <a:lnTo>
                  <a:pt x="1033964" y="113937"/>
                </a:lnTo>
                <a:lnTo>
                  <a:pt x="1034059" y="113746"/>
                </a:lnTo>
                <a:lnTo>
                  <a:pt x="1034151" y="113559"/>
                </a:lnTo>
                <a:lnTo>
                  <a:pt x="1034241" y="113376"/>
                </a:lnTo>
                <a:lnTo>
                  <a:pt x="1034329" y="113196"/>
                </a:lnTo>
                <a:lnTo>
                  <a:pt x="1034415" y="113020"/>
                </a:lnTo>
                <a:lnTo>
                  <a:pt x="1034498" y="112847"/>
                </a:lnTo>
                <a:lnTo>
                  <a:pt x="1034579" y="112678"/>
                </a:lnTo>
                <a:lnTo>
                  <a:pt x="1034658" y="112512"/>
                </a:lnTo>
                <a:lnTo>
                  <a:pt x="1034734" y="112350"/>
                </a:lnTo>
                <a:lnTo>
                  <a:pt x="1034808" y="112191"/>
                </a:lnTo>
                <a:lnTo>
                  <a:pt x="1034880" y="112036"/>
                </a:lnTo>
                <a:lnTo>
                  <a:pt x="1034950" y="111884"/>
                </a:lnTo>
                <a:lnTo>
                  <a:pt x="1035017" y="111736"/>
                </a:lnTo>
                <a:lnTo>
                  <a:pt x="1035082" y="111592"/>
                </a:lnTo>
                <a:lnTo>
                  <a:pt x="1035145" y="111451"/>
                </a:lnTo>
                <a:lnTo>
                  <a:pt x="1035223" y="111592"/>
                </a:lnTo>
                <a:lnTo>
                  <a:pt x="1035302" y="111736"/>
                </a:lnTo>
                <a:lnTo>
                  <a:pt x="1035382" y="111884"/>
                </a:lnTo>
                <a:lnTo>
                  <a:pt x="1035462" y="112036"/>
                </a:lnTo>
                <a:lnTo>
                  <a:pt x="1035544" y="112191"/>
                </a:lnTo>
                <a:lnTo>
                  <a:pt x="1035627" y="112350"/>
                </a:lnTo>
                <a:lnTo>
                  <a:pt x="1035710" y="112512"/>
                </a:lnTo>
                <a:lnTo>
                  <a:pt x="1035795" y="112678"/>
                </a:lnTo>
                <a:lnTo>
                  <a:pt x="1035880" y="112847"/>
                </a:lnTo>
                <a:lnTo>
                  <a:pt x="1035967" y="113020"/>
                </a:lnTo>
                <a:lnTo>
                  <a:pt x="1036054" y="113196"/>
                </a:lnTo>
                <a:lnTo>
                  <a:pt x="1036143" y="113376"/>
                </a:lnTo>
                <a:lnTo>
                  <a:pt x="1036232" y="113559"/>
                </a:lnTo>
                <a:lnTo>
                  <a:pt x="1036323" y="113746"/>
                </a:lnTo>
                <a:lnTo>
                  <a:pt x="1036414" y="113937"/>
                </a:lnTo>
                <a:lnTo>
                  <a:pt x="1036506" y="114131"/>
                </a:lnTo>
                <a:lnTo>
                  <a:pt x="1036599" y="114329"/>
                </a:lnTo>
                <a:lnTo>
                  <a:pt x="1036694" y="114530"/>
                </a:lnTo>
                <a:lnTo>
                  <a:pt x="1036789" y="114735"/>
                </a:lnTo>
                <a:lnTo>
                  <a:pt x="1036885" y="114943"/>
                </a:lnTo>
                <a:lnTo>
                  <a:pt x="1036982" y="115155"/>
                </a:lnTo>
                <a:lnTo>
                  <a:pt x="1037080" y="115370"/>
                </a:lnTo>
                <a:lnTo>
                  <a:pt x="1037179" y="115589"/>
                </a:lnTo>
                <a:lnTo>
                  <a:pt x="1037279" y="115811"/>
                </a:lnTo>
                <a:lnTo>
                  <a:pt x="1037380" y="116034"/>
                </a:lnTo>
                <a:lnTo>
                  <a:pt x="1037480" y="116255"/>
                </a:lnTo>
                <a:lnTo>
                  <a:pt x="1037582" y="116473"/>
                </a:lnTo>
                <a:lnTo>
                  <a:pt x="1037683" y="116690"/>
                </a:lnTo>
                <a:lnTo>
                  <a:pt x="1037785" y="116903"/>
                </a:lnTo>
                <a:lnTo>
                  <a:pt x="1037887" y="117115"/>
                </a:lnTo>
                <a:lnTo>
                  <a:pt x="1037990" y="117324"/>
                </a:lnTo>
                <a:lnTo>
                  <a:pt x="1038093" y="117532"/>
                </a:lnTo>
                <a:lnTo>
                  <a:pt x="1038196" y="117736"/>
                </a:lnTo>
                <a:lnTo>
                  <a:pt x="1038300" y="117939"/>
                </a:lnTo>
                <a:lnTo>
                  <a:pt x="1038404" y="118140"/>
                </a:lnTo>
                <a:lnTo>
                  <a:pt x="1038508" y="118338"/>
                </a:lnTo>
                <a:lnTo>
                  <a:pt x="1038612" y="118534"/>
                </a:lnTo>
                <a:lnTo>
                  <a:pt x="1038717" y="118727"/>
                </a:lnTo>
                <a:lnTo>
                  <a:pt x="1038822" y="118919"/>
                </a:lnTo>
                <a:lnTo>
                  <a:pt x="1038928" y="119108"/>
                </a:lnTo>
                <a:lnTo>
                  <a:pt x="1039033" y="119295"/>
                </a:lnTo>
                <a:lnTo>
                  <a:pt x="1039140" y="119479"/>
                </a:lnTo>
                <a:lnTo>
                  <a:pt x="1039246" y="119662"/>
                </a:lnTo>
                <a:lnTo>
                  <a:pt x="1039353" y="119842"/>
                </a:lnTo>
                <a:lnTo>
                  <a:pt x="1039460" y="120020"/>
                </a:lnTo>
                <a:lnTo>
                  <a:pt x="1039567" y="120195"/>
                </a:lnTo>
                <a:lnTo>
                  <a:pt x="1039675" y="120369"/>
                </a:lnTo>
                <a:lnTo>
                  <a:pt x="1039783" y="120540"/>
                </a:lnTo>
                <a:lnTo>
                  <a:pt x="1061665" y="153918"/>
                </a:lnTo>
                <a:lnTo>
                  <a:pt x="1081322" y="153918"/>
                </a:lnTo>
                <a:lnTo>
                  <a:pt x="1045346" y="101624"/>
                </a:lnTo>
                <a:lnTo>
                  <a:pt x="1079282" y="51924"/>
                </a:lnTo>
                <a:lnTo>
                  <a:pt x="1059811" y="51924"/>
                </a:lnTo>
                <a:lnTo>
                  <a:pt x="1039412" y="83449"/>
                </a:lnTo>
                <a:lnTo>
                  <a:pt x="1039304" y="83620"/>
                </a:lnTo>
                <a:lnTo>
                  <a:pt x="1039197" y="83792"/>
                </a:lnTo>
                <a:lnTo>
                  <a:pt x="1039089" y="83965"/>
                </a:lnTo>
                <a:lnTo>
                  <a:pt x="1038982" y="84139"/>
                </a:lnTo>
                <a:lnTo>
                  <a:pt x="1038875" y="84315"/>
                </a:lnTo>
                <a:lnTo>
                  <a:pt x="1038769" y="84492"/>
                </a:lnTo>
                <a:lnTo>
                  <a:pt x="1038663" y="84671"/>
                </a:lnTo>
                <a:lnTo>
                  <a:pt x="1038557" y="84850"/>
                </a:lnTo>
                <a:lnTo>
                  <a:pt x="1038451" y="85031"/>
                </a:lnTo>
                <a:lnTo>
                  <a:pt x="1038346" y="85213"/>
                </a:lnTo>
                <a:lnTo>
                  <a:pt x="1038242" y="85397"/>
                </a:lnTo>
                <a:lnTo>
                  <a:pt x="1038137" y="85582"/>
                </a:lnTo>
                <a:lnTo>
                  <a:pt x="1038033" y="85768"/>
                </a:lnTo>
                <a:lnTo>
                  <a:pt x="1037929" y="85955"/>
                </a:lnTo>
                <a:lnTo>
                  <a:pt x="1037825" y="86144"/>
                </a:lnTo>
                <a:lnTo>
                  <a:pt x="1037722" y="86334"/>
                </a:lnTo>
                <a:lnTo>
                  <a:pt x="1037619" y="86525"/>
                </a:lnTo>
                <a:lnTo>
                  <a:pt x="1037517" y="86718"/>
                </a:lnTo>
                <a:lnTo>
                  <a:pt x="1037415" y="86911"/>
                </a:lnTo>
                <a:lnTo>
                  <a:pt x="1037313" y="87107"/>
                </a:lnTo>
                <a:lnTo>
                  <a:pt x="1037211" y="87303"/>
                </a:lnTo>
                <a:lnTo>
                  <a:pt x="1037110" y="87501"/>
                </a:lnTo>
                <a:lnTo>
                  <a:pt x="1037009" y="87700"/>
                </a:lnTo>
                <a:lnTo>
                  <a:pt x="1036908" y="87900"/>
                </a:lnTo>
                <a:lnTo>
                  <a:pt x="1036809" y="88099"/>
                </a:lnTo>
                <a:lnTo>
                  <a:pt x="1036712" y="88295"/>
                </a:lnTo>
                <a:lnTo>
                  <a:pt x="1036617" y="88488"/>
                </a:lnTo>
                <a:lnTo>
                  <a:pt x="1036524" y="88678"/>
                </a:lnTo>
                <a:lnTo>
                  <a:pt x="1036434" y="88864"/>
                </a:lnTo>
                <a:lnTo>
                  <a:pt x="1036346" y="89047"/>
                </a:lnTo>
                <a:lnTo>
                  <a:pt x="1036260" y="89227"/>
                </a:lnTo>
                <a:lnTo>
                  <a:pt x="1036177" y="89404"/>
                </a:lnTo>
                <a:lnTo>
                  <a:pt x="1036095" y="89578"/>
                </a:lnTo>
                <a:lnTo>
                  <a:pt x="1036016" y="89748"/>
                </a:lnTo>
                <a:lnTo>
                  <a:pt x="1035939" y="89915"/>
                </a:lnTo>
                <a:lnTo>
                  <a:pt x="1035865" y="90079"/>
                </a:lnTo>
                <a:lnTo>
                  <a:pt x="1035792" y="90239"/>
                </a:lnTo>
                <a:lnTo>
                  <a:pt x="1035722" y="90397"/>
                </a:lnTo>
                <a:lnTo>
                  <a:pt x="1035655" y="90551"/>
                </a:lnTo>
                <a:lnTo>
                  <a:pt x="1035589" y="90702"/>
                </a:lnTo>
                <a:lnTo>
                  <a:pt x="1035526" y="90850"/>
                </a:lnTo>
                <a:lnTo>
                  <a:pt x="1035465" y="90994"/>
                </a:lnTo>
                <a:lnTo>
                  <a:pt x="1035406" y="91135"/>
                </a:lnTo>
                <a:lnTo>
                  <a:pt x="1035349" y="91273"/>
                </a:lnTo>
                <a:lnTo>
                  <a:pt x="1035295" y="91408"/>
                </a:lnTo>
                <a:lnTo>
                  <a:pt x="1035243" y="91540"/>
                </a:lnTo>
                <a:lnTo>
                  <a:pt x="1035193" y="91668"/>
                </a:lnTo>
                <a:lnTo>
                  <a:pt x="1035145" y="91794"/>
                </a:lnTo>
                <a:lnTo>
                  <a:pt x="1035083" y="91668"/>
                </a:lnTo>
                <a:lnTo>
                  <a:pt x="1035019" y="91540"/>
                </a:lnTo>
                <a:lnTo>
                  <a:pt x="1034953" y="91408"/>
                </a:lnTo>
                <a:lnTo>
                  <a:pt x="1034885" y="91273"/>
                </a:lnTo>
                <a:lnTo>
                  <a:pt x="1034816" y="91135"/>
                </a:lnTo>
                <a:lnTo>
                  <a:pt x="1034746" y="90994"/>
                </a:lnTo>
                <a:lnTo>
                  <a:pt x="1034673" y="90850"/>
                </a:lnTo>
                <a:lnTo>
                  <a:pt x="1034600" y="90702"/>
                </a:lnTo>
                <a:lnTo>
                  <a:pt x="1034524" y="90551"/>
                </a:lnTo>
                <a:lnTo>
                  <a:pt x="1034447" y="90397"/>
                </a:lnTo>
                <a:lnTo>
                  <a:pt x="1034368" y="90239"/>
                </a:lnTo>
                <a:lnTo>
                  <a:pt x="1034288" y="90079"/>
                </a:lnTo>
                <a:lnTo>
                  <a:pt x="1034206" y="89915"/>
                </a:lnTo>
                <a:lnTo>
                  <a:pt x="1034123" y="89748"/>
                </a:lnTo>
                <a:lnTo>
                  <a:pt x="1034037" y="89578"/>
                </a:lnTo>
                <a:lnTo>
                  <a:pt x="1033951" y="89404"/>
                </a:lnTo>
                <a:lnTo>
                  <a:pt x="1033862" y="89227"/>
                </a:lnTo>
                <a:lnTo>
                  <a:pt x="1033772" y="89047"/>
                </a:lnTo>
                <a:lnTo>
                  <a:pt x="1033681" y="88864"/>
                </a:lnTo>
                <a:lnTo>
                  <a:pt x="1033587" y="88678"/>
                </a:lnTo>
                <a:lnTo>
                  <a:pt x="1033493" y="88488"/>
                </a:lnTo>
                <a:lnTo>
                  <a:pt x="1033396" y="88295"/>
                </a:lnTo>
                <a:lnTo>
                  <a:pt x="1033298" y="88099"/>
                </a:lnTo>
                <a:lnTo>
                  <a:pt x="1033199" y="87900"/>
                </a:lnTo>
                <a:lnTo>
                  <a:pt x="1033098" y="87700"/>
                </a:lnTo>
                <a:lnTo>
                  <a:pt x="1032997" y="87501"/>
                </a:lnTo>
                <a:lnTo>
                  <a:pt x="1032896" y="87303"/>
                </a:lnTo>
                <a:lnTo>
                  <a:pt x="1032794" y="87107"/>
                </a:lnTo>
                <a:lnTo>
                  <a:pt x="1032692" y="86911"/>
                </a:lnTo>
                <a:lnTo>
                  <a:pt x="1032590" y="86718"/>
                </a:lnTo>
                <a:lnTo>
                  <a:pt x="1032487" y="86525"/>
                </a:lnTo>
                <a:lnTo>
                  <a:pt x="1032385" y="86334"/>
                </a:lnTo>
                <a:lnTo>
                  <a:pt x="1032281" y="86144"/>
                </a:lnTo>
                <a:lnTo>
                  <a:pt x="1032178" y="85955"/>
                </a:lnTo>
                <a:lnTo>
                  <a:pt x="1032074" y="85768"/>
                </a:lnTo>
                <a:lnTo>
                  <a:pt x="1031970" y="85582"/>
                </a:lnTo>
                <a:lnTo>
                  <a:pt x="1031865" y="85397"/>
                </a:lnTo>
                <a:lnTo>
                  <a:pt x="1031760" y="85213"/>
                </a:lnTo>
                <a:lnTo>
                  <a:pt x="1031655" y="85031"/>
                </a:lnTo>
                <a:lnTo>
                  <a:pt x="1031550" y="84850"/>
                </a:lnTo>
                <a:lnTo>
                  <a:pt x="1031444" y="84671"/>
                </a:lnTo>
                <a:lnTo>
                  <a:pt x="1031338" y="84492"/>
                </a:lnTo>
                <a:lnTo>
                  <a:pt x="1031231" y="84315"/>
                </a:lnTo>
                <a:lnTo>
                  <a:pt x="1031125" y="84139"/>
                </a:lnTo>
                <a:lnTo>
                  <a:pt x="1031018" y="83965"/>
                </a:lnTo>
                <a:lnTo>
                  <a:pt x="1030910" y="83792"/>
                </a:lnTo>
                <a:lnTo>
                  <a:pt x="1030802" y="83620"/>
                </a:lnTo>
                <a:lnTo>
                  <a:pt x="1030694" y="83449"/>
                </a:lnTo>
                <a:lnTo>
                  <a:pt x="1010482" y="51924"/>
                </a:lnTo>
                <a:lnTo>
                  <a:pt x="990825" y="51924"/>
                </a:lnTo>
                <a:lnTo>
                  <a:pt x="1024761" y="101437"/>
                </a:lnTo>
                <a:lnTo>
                  <a:pt x="988601" y="153918"/>
                </a:lnTo>
                <a:lnTo>
                  <a:pt x="1008071" y="153918"/>
                </a:lnTo>
                <a:lnTo>
                  <a:pt x="1030140" y="120540"/>
                </a:lnTo>
                <a:lnTo>
                  <a:pt x="1030263" y="120369"/>
                </a:lnTo>
                <a:lnTo>
                  <a:pt x="1030386" y="1201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...">
            <a:extLst xmlns:a="http://schemas.openxmlformats.org/drawingml/2006/main">
              <a:ext uri="{FF2B5EF4-FFF2-40B4-BE49-F238E27FC236}">
                <a16:creationId xmlns:a16="http://schemas.microsoft.com/office/drawing/2014/main" id="{A50A632C-D0B7-4F4D-B04D-102F7DE6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171" y="2597040"/>
            <a:ext cx="250050" cy="24629"/>
          </a:xfrm>
          <a:custGeom xmlns:a="http://schemas.openxmlformats.org/drawingml/2006/main">
            <a:pathLst>
              <a:path w="250050" h="24629">
                <a:moveTo>
                  <a:pt x="12315" y="0"/>
                </a:moveTo>
                <a:lnTo>
                  <a:pt x="15574" y="0"/>
                </a:lnTo>
                <a:cubicBezTo>
                  <a:pt x="18955" y="0"/>
                  <a:pt x="21852" y="1197"/>
                  <a:pt x="24267" y="3591"/>
                </a:cubicBezTo>
                <a:cubicBezTo>
                  <a:pt x="26682" y="5983"/>
                  <a:pt x="27889" y="8876"/>
                  <a:pt x="27889" y="12269"/>
                </a:cubicBezTo>
                <a:cubicBezTo>
                  <a:pt x="27889" y="15784"/>
                  <a:pt x="26667" y="18723"/>
                  <a:pt x="24222" y="21086"/>
                </a:cubicBezTo>
                <a:cubicBezTo>
                  <a:pt x="21777" y="23448"/>
                  <a:pt x="18894" y="24629"/>
                  <a:pt x="15574" y="24629"/>
                </a:cubicBezTo>
                <a:lnTo>
                  <a:pt x="12315" y="24629"/>
                </a:lnTo>
                <a:cubicBezTo>
                  <a:pt x="8934" y="24629"/>
                  <a:pt x="6037" y="23433"/>
                  <a:pt x="3622" y="21041"/>
                </a:cubicBezTo>
                <a:cubicBezTo>
                  <a:pt x="1207" y="18647"/>
                  <a:pt x="0" y="15754"/>
                  <a:pt x="0" y="12360"/>
                </a:cubicBezTo>
                <a:cubicBezTo>
                  <a:pt x="0" y="8845"/>
                  <a:pt x="1222" y="5907"/>
                  <a:pt x="3667" y="3546"/>
                </a:cubicBezTo>
                <a:cubicBezTo>
                  <a:pt x="6112" y="1182"/>
                  <a:pt x="8994" y="0"/>
                  <a:pt x="12315" y="0"/>
                </a:cubicBezTo>
                <a:close/>
                <a:moveTo>
                  <a:pt x="123581" y="0"/>
                </a:moveTo>
                <a:lnTo>
                  <a:pt x="126840" y="0"/>
                </a:lnTo>
                <a:cubicBezTo>
                  <a:pt x="130221" y="0"/>
                  <a:pt x="133118" y="1197"/>
                  <a:pt x="135533" y="3591"/>
                </a:cubicBezTo>
                <a:cubicBezTo>
                  <a:pt x="137948" y="5983"/>
                  <a:pt x="139155" y="8876"/>
                  <a:pt x="139155" y="12269"/>
                </a:cubicBezTo>
                <a:cubicBezTo>
                  <a:pt x="139155" y="15784"/>
                  <a:pt x="137932" y="18723"/>
                  <a:pt x="135488" y="21086"/>
                </a:cubicBezTo>
                <a:cubicBezTo>
                  <a:pt x="133043" y="23448"/>
                  <a:pt x="130160" y="24629"/>
                  <a:pt x="126840" y="24629"/>
                </a:cubicBezTo>
                <a:lnTo>
                  <a:pt x="123581" y="24629"/>
                </a:lnTo>
                <a:cubicBezTo>
                  <a:pt x="120200" y="24629"/>
                  <a:pt x="117303" y="23433"/>
                  <a:pt x="114888" y="21041"/>
                </a:cubicBezTo>
                <a:cubicBezTo>
                  <a:pt x="112473" y="18647"/>
                  <a:pt x="111266" y="15754"/>
                  <a:pt x="111266" y="12360"/>
                </a:cubicBezTo>
                <a:cubicBezTo>
                  <a:pt x="111266" y="8845"/>
                  <a:pt x="112488" y="5907"/>
                  <a:pt x="114933" y="3546"/>
                </a:cubicBezTo>
                <a:cubicBezTo>
                  <a:pt x="117378" y="1182"/>
                  <a:pt x="120260" y="0"/>
                  <a:pt x="123581" y="0"/>
                </a:cubicBezTo>
                <a:close/>
                <a:moveTo>
                  <a:pt x="234476" y="0"/>
                </a:moveTo>
                <a:lnTo>
                  <a:pt x="237735" y="0"/>
                </a:lnTo>
                <a:cubicBezTo>
                  <a:pt x="241116" y="0"/>
                  <a:pt x="244013" y="1197"/>
                  <a:pt x="246428" y="3591"/>
                </a:cubicBezTo>
                <a:cubicBezTo>
                  <a:pt x="248843" y="5983"/>
                  <a:pt x="250050" y="8876"/>
                  <a:pt x="250050" y="12269"/>
                </a:cubicBezTo>
                <a:cubicBezTo>
                  <a:pt x="250050" y="15784"/>
                  <a:pt x="248827" y="18723"/>
                  <a:pt x="246383" y="21086"/>
                </a:cubicBezTo>
                <a:cubicBezTo>
                  <a:pt x="243938" y="23448"/>
                  <a:pt x="241055" y="24629"/>
                  <a:pt x="237735" y="24629"/>
                </a:cubicBezTo>
                <a:lnTo>
                  <a:pt x="234476" y="24629"/>
                </a:lnTo>
                <a:cubicBezTo>
                  <a:pt x="231095" y="24629"/>
                  <a:pt x="228198" y="23433"/>
                  <a:pt x="225783" y="21041"/>
                </a:cubicBezTo>
                <a:cubicBezTo>
                  <a:pt x="223368" y="18647"/>
                  <a:pt x="222161" y="15754"/>
                  <a:pt x="222161" y="12360"/>
                </a:cubicBezTo>
                <a:cubicBezTo>
                  <a:pt x="222161" y="8845"/>
                  <a:pt x="223383" y="5907"/>
                  <a:pt x="225828" y="3546"/>
                </a:cubicBezTo>
                <a:cubicBezTo>
                  <a:pt x="228273" y="1182"/>
                  <a:pt x="231155" y="0"/>
                  <a:pt x="23447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2B886-E77D-4609-AC79-9861D967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186" y="1774950"/>
            <a:ext cx="270785" cy="270808"/>
          </a:xfrm>
          <a:custGeom xmlns:a="http://schemas.openxmlformats.org/drawingml/2006/main">
            <a:pathLst>
              <a:path w="270785" h="270808">
                <a:moveTo>
                  <a:pt x="270785" y="135415"/>
                </a:moveTo>
                <a:cubicBezTo>
                  <a:pt x="270785" y="144380"/>
                  <a:pt x="269517" y="153366"/>
                  <a:pt x="268227" y="161720"/>
                </a:cubicBezTo>
                <a:cubicBezTo>
                  <a:pt x="266303" y="170706"/>
                  <a:pt x="263745" y="179037"/>
                  <a:pt x="260531" y="187390"/>
                </a:cubicBezTo>
                <a:cubicBezTo>
                  <a:pt x="256682" y="195720"/>
                  <a:pt x="252834" y="203417"/>
                  <a:pt x="247695" y="210480"/>
                </a:cubicBezTo>
                <a:cubicBezTo>
                  <a:pt x="243191" y="218177"/>
                  <a:pt x="236784" y="224605"/>
                  <a:pt x="230378" y="231012"/>
                </a:cubicBezTo>
                <a:cubicBezTo>
                  <a:pt x="223949" y="237441"/>
                  <a:pt x="217543" y="243213"/>
                  <a:pt x="209823" y="247695"/>
                </a:cubicBezTo>
                <a:cubicBezTo>
                  <a:pt x="202783" y="252834"/>
                  <a:pt x="195064" y="256682"/>
                  <a:pt x="186734" y="260531"/>
                </a:cubicBezTo>
                <a:cubicBezTo>
                  <a:pt x="178380" y="263745"/>
                  <a:pt x="170050" y="266303"/>
                  <a:pt x="161063" y="268227"/>
                </a:cubicBezTo>
                <a:cubicBezTo>
                  <a:pt x="152733" y="269517"/>
                  <a:pt x="143746" y="270808"/>
                  <a:pt x="134759" y="270808"/>
                </a:cubicBezTo>
                <a:cubicBezTo>
                  <a:pt x="126406" y="270808"/>
                  <a:pt x="117441" y="269517"/>
                  <a:pt x="108454" y="268227"/>
                </a:cubicBezTo>
                <a:cubicBezTo>
                  <a:pt x="100101" y="266303"/>
                  <a:pt x="91771" y="263745"/>
                  <a:pt x="83418" y="260531"/>
                </a:cubicBezTo>
                <a:cubicBezTo>
                  <a:pt x="75087" y="256682"/>
                  <a:pt x="67391" y="252834"/>
                  <a:pt x="60328" y="247695"/>
                </a:cubicBezTo>
                <a:cubicBezTo>
                  <a:pt x="52631" y="243213"/>
                  <a:pt x="45569" y="237441"/>
                  <a:pt x="39796" y="231012"/>
                </a:cubicBezTo>
                <a:cubicBezTo>
                  <a:pt x="33367" y="224605"/>
                  <a:pt x="27595" y="218177"/>
                  <a:pt x="23112" y="210480"/>
                </a:cubicBezTo>
                <a:cubicBezTo>
                  <a:pt x="17974" y="203417"/>
                  <a:pt x="13469" y="195720"/>
                  <a:pt x="10277" y="187390"/>
                </a:cubicBezTo>
                <a:cubicBezTo>
                  <a:pt x="7063" y="179037"/>
                  <a:pt x="4505" y="170706"/>
                  <a:pt x="2581" y="161720"/>
                </a:cubicBezTo>
                <a:cubicBezTo>
                  <a:pt x="634" y="153366"/>
                  <a:pt x="0" y="144380"/>
                  <a:pt x="0" y="135415"/>
                </a:cubicBezTo>
                <a:cubicBezTo>
                  <a:pt x="0" y="127062"/>
                  <a:pt x="634" y="118075"/>
                  <a:pt x="2581" y="109088"/>
                </a:cubicBezTo>
                <a:cubicBezTo>
                  <a:pt x="4505" y="100758"/>
                  <a:pt x="7063" y="92405"/>
                  <a:pt x="10277" y="84074"/>
                </a:cubicBezTo>
                <a:cubicBezTo>
                  <a:pt x="13469" y="75721"/>
                  <a:pt x="17974" y="68025"/>
                  <a:pt x="23112" y="60962"/>
                </a:cubicBezTo>
                <a:cubicBezTo>
                  <a:pt x="27595" y="53265"/>
                  <a:pt x="33367" y="46202"/>
                  <a:pt x="39796" y="40430"/>
                </a:cubicBezTo>
                <a:cubicBezTo>
                  <a:pt x="45569" y="33367"/>
                  <a:pt x="52631" y="27595"/>
                  <a:pt x="60328" y="23112"/>
                </a:cubicBezTo>
                <a:cubicBezTo>
                  <a:pt x="67391" y="17974"/>
                  <a:pt x="75087" y="13492"/>
                  <a:pt x="83418" y="10277"/>
                </a:cubicBezTo>
                <a:cubicBezTo>
                  <a:pt x="91771" y="7063"/>
                  <a:pt x="100101" y="4505"/>
                  <a:pt x="108454" y="2581"/>
                </a:cubicBezTo>
                <a:cubicBezTo>
                  <a:pt x="117441" y="656"/>
                  <a:pt x="126406" y="0"/>
                  <a:pt x="134759" y="0"/>
                </a:cubicBezTo>
                <a:cubicBezTo>
                  <a:pt x="143746" y="0"/>
                  <a:pt x="152733" y="656"/>
                  <a:pt x="161063" y="2581"/>
                </a:cubicBezTo>
                <a:cubicBezTo>
                  <a:pt x="170050" y="4505"/>
                  <a:pt x="178380" y="7063"/>
                  <a:pt x="186734" y="10277"/>
                </a:cubicBezTo>
                <a:cubicBezTo>
                  <a:pt x="195064" y="13492"/>
                  <a:pt x="202783" y="17974"/>
                  <a:pt x="209823" y="23112"/>
                </a:cubicBezTo>
                <a:cubicBezTo>
                  <a:pt x="217543" y="27595"/>
                  <a:pt x="223949" y="33367"/>
                  <a:pt x="230378" y="40430"/>
                </a:cubicBezTo>
                <a:cubicBezTo>
                  <a:pt x="236784" y="46202"/>
                  <a:pt x="243191" y="53265"/>
                  <a:pt x="247695" y="60962"/>
                </a:cubicBezTo>
                <a:cubicBezTo>
                  <a:pt x="252834" y="68025"/>
                  <a:pt x="256682" y="75721"/>
                  <a:pt x="260531" y="84074"/>
                </a:cubicBezTo>
                <a:cubicBezTo>
                  <a:pt x="263745" y="92405"/>
                  <a:pt x="266303" y="100758"/>
                  <a:pt x="268227" y="109088"/>
                </a:cubicBezTo>
                <a:cubicBezTo>
                  <a:pt x="269517" y="118075"/>
                  <a:pt x="270785" y="127062"/>
                  <a:pt x="270785" y="135415"/>
                </a:cubicBez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3847C-446D-4982-8036-1918AFC9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186" y="1774950"/>
            <a:ext cx="270785" cy="270808"/>
          </a:xfrm>
          <a:custGeom xmlns:a="http://schemas.openxmlformats.org/drawingml/2006/main">
            <a:pathLst>
              <a:path w="270785" h="270808" fill="none">
                <a:moveTo>
                  <a:pt x="270785" y="135415"/>
                </a:moveTo>
                <a:cubicBezTo>
                  <a:pt x="270785" y="144380"/>
                  <a:pt x="269517" y="153366"/>
                  <a:pt x="268227" y="161720"/>
                </a:cubicBezTo>
                <a:cubicBezTo>
                  <a:pt x="266303" y="170706"/>
                  <a:pt x="263745" y="179037"/>
                  <a:pt x="260531" y="187390"/>
                </a:cubicBezTo>
                <a:cubicBezTo>
                  <a:pt x="256682" y="195720"/>
                  <a:pt x="252834" y="203417"/>
                  <a:pt x="247695" y="210480"/>
                </a:cubicBezTo>
                <a:cubicBezTo>
                  <a:pt x="243191" y="218177"/>
                  <a:pt x="236784" y="224605"/>
                  <a:pt x="230378" y="231012"/>
                </a:cubicBezTo>
                <a:cubicBezTo>
                  <a:pt x="223949" y="237441"/>
                  <a:pt x="217543" y="243213"/>
                  <a:pt x="209823" y="247695"/>
                </a:cubicBezTo>
                <a:cubicBezTo>
                  <a:pt x="202783" y="252834"/>
                  <a:pt x="195064" y="256682"/>
                  <a:pt x="186734" y="260531"/>
                </a:cubicBezTo>
                <a:cubicBezTo>
                  <a:pt x="178380" y="263745"/>
                  <a:pt x="170050" y="266303"/>
                  <a:pt x="161063" y="268227"/>
                </a:cubicBezTo>
                <a:cubicBezTo>
                  <a:pt x="152733" y="269517"/>
                  <a:pt x="143746" y="270808"/>
                  <a:pt x="134759" y="270808"/>
                </a:cubicBezTo>
                <a:cubicBezTo>
                  <a:pt x="126406" y="270808"/>
                  <a:pt x="117441" y="269517"/>
                  <a:pt x="108454" y="268227"/>
                </a:cubicBezTo>
                <a:cubicBezTo>
                  <a:pt x="100101" y="266303"/>
                  <a:pt x="91771" y="263745"/>
                  <a:pt x="83418" y="260531"/>
                </a:cubicBezTo>
                <a:cubicBezTo>
                  <a:pt x="75087" y="256682"/>
                  <a:pt x="67391" y="252834"/>
                  <a:pt x="60328" y="247695"/>
                </a:cubicBezTo>
                <a:cubicBezTo>
                  <a:pt x="52631" y="243213"/>
                  <a:pt x="45569" y="237441"/>
                  <a:pt x="39796" y="231012"/>
                </a:cubicBezTo>
                <a:cubicBezTo>
                  <a:pt x="33367" y="224605"/>
                  <a:pt x="27595" y="218177"/>
                  <a:pt x="23112" y="210480"/>
                </a:cubicBezTo>
                <a:cubicBezTo>
                  <a:pt x="17974" y="203417"/>
                  <a:pt x="13469" y="195720"/>
                  <a:pt x="10277" y="187390"/>
                </a:cubicBezTo>
                <a:cubicBezTo>
                  <a:pt x="7063" y="179037"/>
                  <a:pt x="4505" y="170706"/>
                  <a:pt x="2581" y="161720"/>
                </a:cubicBezTo>
                <a:cubicBezTo>
                  <a:pt x="634" y="153366"/>
                  <a:pt x="0" y="144380"/>
                  <a:pt x="0" y="135415"/>
                </a:cubicBezTo>
                <a:cubicBezTo>
                  <a:pt x="0" y="127062"/>
                  <a:pt x="634" y="118075"/>
                  <a:pt x="2581" y="109088"/>
                </a:cubicBezTo>
                <a:cubicBezTo>
                  <a:pt x="4505" y="100758"/>
                  <a:pt x="7063" y="92405"/>
                  <a:pt x="10277" y="84074"/>
                </a:cubicBezTo>
                <a:cubicBezTo>
                  <a:pt x="13469" y="75721"/>
                  <a:pt x="17974" y="68025"/>
                  <a:pt x="23112" y="60962"/>
                </a:cubicBezTo>
                <a:cubicBezTo>
                  <a:pt x="27595" y="53265"/>
                  <a:pt x="33367" y="46202"/>
                  <a:pt x="39796" y="40430"/>
                </a:cubicBezTo>
                <a:cubicBezTo>
                  <a:pt x="45569" y="33367"/>
                  <a:pt x="52631" y="27595"/>
                  <a:pt x="60328" y="23112"/>
                </a:cubicBezTo>
                <a:cubicBezTo>
                  <a:pt x="67391" y="17974"/>
                  <a:pt x="75087" y="13492"/>
                  <a:pt x="83418" y="10277"/>
                </a:cubicBezTo>
                <a:cubicBezTo>
                  <a:pt x="91771" y="7063"/>
                  <a:pt x="100101" y="4505"/>
                  <a:pt x="108454" y="2581"/>
                </a:cubicBezTo>
                <a:cubicBezTo>
                  <a:pt x="117441" y="656"/>
                  <a:pt x="126406" y="0"/>
                  <a:pt x="134759" y="0"/>
                </a:cubicBezTo>
                <a:cubicBezTo>
                  <a:pt x="143746" y="0"/>
                  <a:pt x="152733" y="656"/>
                  <a:pt x="161063" y="2581"/>
                </a:cubicBezTo>
                <a:cubicBezTo>
                  <a:pt x="170050" y="4505"/>
                  <a:pt x="178380" y="7063"/>
                  <a:pt x="186734" y="10277"/>
                </a:cubicBezTo>
                <a:cubicBezTo>
                  <a:pt x="195064" y="13492"/>
                  <a:pt x="202783" y="17974"/>
                  <a:pt x="209823" y="23112"/>
                </a:cubicBezTo>
                <a:cubicBezTo>
                  <a:pt x="217543" y="27595"/>
                  <a:pt x="223949" y="33367"/>
                  <a:pt x="230378" y="40430"/>
                </a:cubicBezTo>
                <a:cubicBezTo>
                  <a:pt x="236784" y="46202"/>
                  <a:pt x="243191" y="53265"/>
                  <a:pt x="247695" y="60962"/>
                </a:cubicBezTo>
                <a:cubicBezTo>
                  <a:pt x="252834" y="68025"/>
                  <a:pt x="256682" y="75721"/>
                  <a:pt x="260531" y="84074"/>
                </a:cubicBezTo>
                <a:cubicBezTo>
                  <a:pt x="263745" y="92405"/>
                  <a:pt x="266303" y="100758"/>
                  <a:pt x="268227" y="109088"/>
                </a:cubicBezTo>
                <a:cubicBezTo>
                  <a:pt x="269517" y="118075"/>
                  <a:pt x="270785" y="127062"/>
                  <a:pt x="270785" y="1354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3367" cap="flat">
            <a:solidFill>
              <a:srgbClr val="FF3333"/>
            </a:solidFill>
            <a:miter/>
          </a:ln>
        </p:spPr>
      </p:sp>
      <p:sp>
        <p:nvSpPr>
          <p:cNvPr id="72" name="Text callr11">
            <a:extLst xmlns:a="http://schemas.openxmlformats.org/drawingml/2006/main">
              <a:ext uri="{FF2B5EF4-FFF2-40B4-BE49-F238E27FC236}">
                <a16:creationId xmlns:a16="http://schemas.microsoft.com/office/drawing/2014/main" id="{E93998B0-CF85-4FFF-AD5F-A6C63727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192" y="2739424"/>
            <a:ext cx="862123" cy="137226"/>
          </a:xfrm>
          <a:custGeom xmlns:a="http://schemas.openxmlformats.org/drawingml/2006/main">
            <a:pathLst>
              <a:path w="862123" h="137226">
                <a:moveTo>
                  <a:pt x="275938" y="120166"/>
                </a:moveTo>
                <a:lnTo>
                  <a:pt x="275448" y="120160"/>
                </a:lnTo>
                <a:lnTo>
                  <a:pt x="274966" y="120141"/>
                </a:lnTo>
                <a:lnTo>
                  <a:pt x="274492" y="120110"/>
                </a:lnTo>
                <a:lnTo>
                  <a:pt x="274027" y="120066"/>
                </a:lnTo>
                <a:lnTo>
                  <a:pt x="273570" y="120009"/>
                </a:lnTo>
                <a:lnTo>
                  <a:pt x="273122" y="119940"/>
                </a:lnTo>
                <a:lnTo>
                  <a:pt x="272682" y="119859"/>
                </a:lnTo>
                <a:lnTo>
                  <a:pt x="272250" y="119764"/>
                </a:lnTo>
                <a:lnTo>
                  <a:pt x="271827" y="119658"/>
                </a:lnTo>
                <a:lnTo>
                  <a:pt x="271412" y="119538"/>
                </a:lnTo>
                <a:lnTo>
                  <a:pt x="271005" y="119407"/>
                </a:lnTo>
                <a:lnTo>
                  <a:pt x="270607" y="119262"/>
                </a:lnTo>
                <a:lnTo>
                  <a:pt x="270217" y="119105"/>
                </a:lnTo>
                <a:lnTo>
                  <a:pt x="269835" y="118936"/>
                </a:lnTo>
                <a:lnTo>
                  <a:pt x="269462" y="118754"/>
                </a:lnTo>
                <a:lnTo>
                  <a:pt x="269097" y="118559"/>
                </a:lnTo>
                <a:lnTo>
                  <a:pt x="268740" y="118352"/>
                </a:lnTo>
                <a:lnTo>
                  <a:pt x="268392" y="118132"/>
                </a:lnTo>
                <a:lnTo>
                  <a:pt x="268052" y="117900"/>
                </a:lnTo>
                <a:lnTo>
                  <a:pt x="267721" y="117655"/>
                </a:lnTo>
                <a:lnTo>
                  <a:pt x="267398" y="117398"/>
                </a:lnTo>
                <a:lnTo>
                  <a:pt x="267083" y="117128"/>
                </a:lnTo>
                <a:lnTo>
                  <a:pt x="266777" y="116845"/>
                </a:lnTo>
                <a:lnTo>
                  <a:pt x="266479" y="116550"/>
                </a:lnTo>
                <a:lnTo>
                  <a:pt x="266191" y="116244"/>
                </a:lnTo>
                <a:lnTo>
                  <a:pt x="265916" y="115929"/>
                </a:lnTo>
                <a:lnTo>
                  <a:pt x="265653" y="115604"/>
                </a:lnTo>
                <a:lnTo>
                  <a:pt x="265402" y="115270"/>
                </a:lnTo>
                <a:lnTo>
                  <a:pt x="265164" y="114927"/>
                </a:lnTo>
                <a:lnTo>
                  <a:pt x="264938" y="114574"/>
                </a:lnTo>
                <a:lnTo>
                  <a:pt x="264723" y="114212"/>
                </a:lnTo>
                <a:lnTo>
                  <a:pt x="264522" y="113840"/>
                </a:lnTo>
                <a:lnTo>
                  <a:pt x="264332" y="113460"/>
                </a:lnTo>
                <a:lnTo>
                  <a:pt x="264155" y="113070"/>
                </a:lnTo>
                <a:lnTo>
                  <a:pt x="263990" y="112670"/>
                </a:lnTo>
                <a:lnTo>
                  <a:pt x="263837" y="112262"/>
                </a:lnTo>
                <a:lnTo>
                  <a:pt x="263696" y="111844"/>
                </a:lnTo>
                <a:lnTo>
                  <a:pt x="263567" y="111416"/>
                </a:lnTo>
                <a:lnTo>
                  <a:pt x="263451" y="110980"/>
                </a:lnTo>
                <a:lnTo>
                  <a:pt x="263347" y="110534"/>
                </a:lnTo>
                <a:lnTo>
                  <a:pt x="263256" y="110078"/>
                </a:lnTo>
                <a:lnTo>
                  <a:pt x="263176" y="109614"/>
                </a:lnTo>
                <a:lnTo>
                  <a:pt x="263109" y="109139"/>
                </a:lnTo>
                <a:lnTo>
                  <a:pt x="263054" y="108656"/>
                </a:lnTo>
                <a:lnTo>
                  <a:pt x="263011" y="108163"/>
                </a:lnTo>
                <a:lnTo>
                  <a:pt x="262980" y="107661"/>
                </a:lnTo>
                <a:lnTo>
                  <a:pt x="262962" y="107150"/>
                </a:lnTo>
                <a:lnTo>
                  <a:pt x="262956" y="106629"/>
                </a:lnTo>
                <a:lnTo>
                  <a:pt x="262956" y="0"/>
                </a:lnTo>
                <a:lnTo>
                  <a:pt x="211960" y="0"/>
                </a:lnTo>
                <a:lnTo>
                  <a:pt x="211960" y="15206"/>
                </a:lnTo>
                <a:lnTo>
                  <a:pt x="246267" y="15206"/>
                </a:lnTo>
                <a:lnTo>
                  <a:pt x="246267" y="106629"/>
                </a:lnTo>
                <a:lnTo>
                  <a:pt x="246273" y="107352"/>
                </a:lnTo>
                <a:lnTo>
                  <a:pt x="246292" y="108066"/>
                </a:lnTo>
                <a:lnTo>
                  <a:pt x="246325" y="108773"/>
                </a:lnTo>
                <a:lnTo>
                  <a:pt x="246370" y="109473"/>
                </a:lnTo>
                <a:lnTo>
                  <a:pt x="246428" y="110164"/>
                </a:lnTo>
                <a:lnTo>
                  <a:pt x="246499" y="110848"/>
                </a:lnTo>
                <a:lnTo>
                  <a:pt x="246582" y="111524"/>
                </a:lnTo>
                <a:lnTo>
                  <a:pt x="246679" y="112192"/>
                </a:lnTo>
                <a:lnTo>
                  <a:pt x="246788" y="112853"/>
                </a:lnTo>
                <a:lnTo>
                  <a:pt x="246911" y="113506"/>
                </a:lnTo>
                <a:lnTo>
                  <a:pt x="247046" y="114151"/>
                </a:lnTo>
                <a:lnTo>
                  <a:pt x="247194" y="114789"/>
                </a:lnTo>
                <a:lnTo>
                  <a:pt x="247355" y="115418"/>
                </a:lnTo>
                <a:lnTo>
                  <a:pt x="247529" y="116040"/>
                </a:lnTo>
                <a:lnTo>
                  <a:pt x="247716" y="116655"/>
                </a:lnTo>
                <a:lnTo>
                  <a:pt x="247915" y="117261"/>
                </a:lnTo>
                <a:lnTo>
                  <a:pt x="248128" y="117860"/>
                </a:lnTo>
                <a:lnTo>
                  <a:pt x="248353" y="118451"/>
                </a:lnTo>
                <a:lnTo>
                  <a:pt x="248592" y="119035"/>
                </a:lnTo>
                <a:lnTo>
                  <a:pt x="248843" y="119610"/>
                </a:lnTo>
                <a:lnTo>
                  <a:pt x="249107" y="120178"/>
                </a:lnTo>
                <a:lnTo>
                  <a:pt x="249384" y="120738"/>
                </a:lnTo>
                <a:lnTo>
                  <a:pt x="249674" y="121291"/>
                </a:lnTo>
                <a:lnTo>
                  <a:pt x="249976" y="121836"/>
                </a:lnTo>
                <a:lnTo>
                  <a:pt x="250291" y="122372"/>
                </a:lnTo>
                <a:lnTo>
                  <a:pt x="250615" y="122897"/>
                </a:lnTo>
                <a:lnTo>
                  <a:pt x="250950" y="123412"/>
                </a:lnTo>
                <a:lnTo>
                  <a:pt x="251295" y="123917"/>
                </a:lnTo>
                <a:lnTo>
                  <a:pt x="251651" y="124412"/>
                </a:lnTo>
                <a:lnTo>
                  <a:pt x="252016" y="124896"/>
                </a:lnTo>
                <a:lnTo>
                  <a:pt x="252393" y="125370"/>
                </a:lnTo>
                <a:lnTo>
                  <a:pt x="252779" y="125833"/>
                </a:lnTo>
                <a:lnTo>
                  <a:pt x="253176" y="126287"/>
                </a:lnTo>
                <a:lnTo>
                  <a:pt x="253583" y="126730"/>
                </a:lnTo>
                <a:lnTo>
                  <a:pt x="254000" y="127163"/>
                </a:lnTo>
                <a:lnTo>
                  <a:pt x="254427" y="127585"/>
                </a:lnTo>
                <a:lnTo>
                  <a:pt x="254865" y="127997"/>
                </a:lnTo>
                <a:lnTo>
                  <a:pt x="255313" y="128399"/>
                </a:lnTo>
                <a:lnTo>
                  <a:pt x="255772" y="128790"/>
                </a:lnTo>
                <a:lnTo>
                  <a:pt x="256241" y="129171"/>
                </a:lnTo>
                <a:lnTo>
                  <a:pt x="256720" y="129542"/>
                </a:lnTo>
                <a:lnTo>
                  <a:pt x="257209" y="129903"/>
                </a:lnTo>
                <a:lnTo>
                  <a:pt x="257709" y="130253"/>
                </a:lnTo>
                <a:lnTo>
                  <a:pt x="258218" y="130593"/>
                </a:lnTo>
                <a:lnTo>
                  <a:pt x="258739" y="130923"/>
                </a:lnTo>
                <a:lnTo>
                  <a:pt x="259269" y="131242"/>
                </a:lnTo>
                <a:lnTo>
                  <a:pt x="259810" y="131551"/>
                </a:lnTo>
                <a:lnTo>
                  <a:pt x="260361" y="131850"/>
                </a:lnTo>
                <a:lnTo>
                  <a:pt x="260921" y="132137"/>
                </a:lnTo>
                <a:lnTo>
                  <a:pt x="261489" y="132413"/>
                </a:lnTo>
                <a:lnTo>
                  <a:pt x="262065" y="132676"/>
                </a:lnTo>
                <a:lnTo>
                  <a:pt x="262648" y="132926"/>
                </a:lnTo>
                <a:lnTo>
                  <a:pt x="263239" y="133165"/>
                </a:lnTo>
                <a:lnTo>
                  <a:pt x="263838" y="133391"/>
                </a:lnTo>
                <a:lnTo>
                  <a:pt x="264444" y="133605"/>
                </a:lnTo>
                <a:lnTo>
                  <a:pt x="265059" y="133807"/>
                </a:lnTo>
                <a:lnTo>
                  <a:pt x="265681" y="133997"/>
                </a:lnTo>
                <a:lnTo>
                  <a:pt x="266310" y="134174"/>
                </a:lnTo>
                <a:lnTo>
                  <a:pt x="266948" y="134339"/>
                </a:lnTo>
                <a:lnTo>
                  <a:pt x="267593" y="134492"/>
                </a:lnTo>
                <a:lnTo>
                  <a:pt x="268246" y="134633"/>
                </a:lnTo>
                <a:lnTo>
                  <a:pt x="268907" y="134761"/>
                </a:lnTo>
                <a:lnTo>
                  <a:pt x="269575" y="134877"/>
                </a:lnTo>
                <a:lnTo>
                  <a:pt x="270251" y="134981"/>
                </a:lnTo>
                <a:lnTo>
                  <a:pt x="270935" y="135073"/>
                </a:lnTo>
                <a:lnTo>
                  <a:pt x="271626" y="135153"/>
                </a:lnTo>
                <a:lnTo>
                  <a:pt x="272326" y="135220"/>
                </a:lnTo>
                <a:lnTo>
                  <a:pt x="273033" y="135275"/>
                </a:lnTo>
                <a:lnTo>
                  <a:pt x="273748" y="135318"/>
                </a:lnTo>
                <a:lnTo>
                  <a:pt x="274470" y="135348"/>
                </a:lnTo>
                <a:lnTo>
                  <a:pt x="275200" y="135367"/>
                </a:lnTo>
                <a:lnTo>
                  <a:pt x="275938" y="135373"/>
                </a:lnTo>
                <a:lnTo>
                  <a:pt x="308391" y="135373"/>
                </a:lnTo>
                <a:lnTo>
                  <a:pt x="308391" y="120166"/>
                </a:lnTo>
                <a:lnTo>
                  <a:pt x="275938" y="120166"/>
                </a:lnTo>
                <a:close/>
                <a:moveTo>
                  <a:pt x="387204" y="120166"/>
                </a:moveTo>
                <a:lnTo>
                  <a:pt x="386714" y="120160"/>
                </a:lnTo>
                <a:lnTo>
                  <a:pt x="386232" y="120141"/>
                </a:lnTo>
                <a:lnTo>
                  <a:pt x="385758" y="120110"/>
                </a:lnTo>
                <a:lnTo>
                  <a:pt x="385293" y="120066"/>
                </a:lnTo>
                <a:lnTo>
                  <a:pt x="384836" y="120009"/>
                </a:lnTo>
                <a:lnTo>
                  <a:pt x="384388" y="119940"/>
                </a:lnTo>
                <a:lnTo>
                  <a:pt x="383948" y="119859"/>
                </a:lnTo>
                <a:lnTo>
                  <a:pt x="383516" y="119764"/>
                </a:lnTo>
                <a:lnTo>
                  <a:pt x="383092" y="119658"/>
                </a:lnTo>
                <a:lnTo>
                  <a:pt x="382677" y="119538"/>
                </a:lnTo>
                <a:lnTo>
                  <a:pt x="382271" y="119407"/>
                </a:lnTo>
                <a:lnTo>
                  <a:pt x="381872" y="119262"/>
                </a:lnTo>
                <a:lnTo>
                  <a:pt x="381482" y="119105"/>
                </a:lnTo>
                <a:lnTo>
                  <a:pt x="381101" y="118936"/>
                </a:lnTo>
                <a:lnTo>
                  <a:pt x="380728" y="118754"/>
                </a:lnTo>
                <a:lnTo>
                  <a:pt x="380363" y="118559"/>
                </a:lnTo>
                <a:lnTo>
                  <a:pt x="380006" y="118352"/>
                </a:lnTo>
                <a:lnTo>
                  <a:pt x="379658" y="118132"/>
                </a:lnTo>
                <a:lnTo>
                  <a:pt x="379318" y="117900"/>
                </a:lnTo>
                <a:lnTo>
                  <a:pt x="378987" y="117655"/>
                </a:lnTo>
                <a:lnTo>
                  <a:pt x="378664" y="117398"/>
                </a:lnTo>
                <a:lnTo>
                  <a:pt x="378349" y="117128"/>
                </a:lnTo>
                <a:lnTo>
                  <a:pt x="378043" y="116845"/>
                </a:lnTo>
                <a:lnTo>
                  <a:pt x="377745" y="116550"/>
                </a:lnTo>
                <a:lnTo>
                  <a:pt x="377457" y="116244"/>
                </a:lnTo>
                <a:lnTo>
                  <a:pt x="377182" y="115929"/>
                </a:lnTo>
                <a:lnTo>
                  <a:pt x="376919" y="115604"/>
                </a:lnTo>
                <a:lnTo>
                  <a:pt x="376668" y="115270"/>
                </a:lnTo>
                <a:lnTo>
                  <a:pt x="376430" y="114927"/>
                </a:lnTo>
                <a:lnTo>
                  <a:pt x="376203" y="114574"/>
                </a:lnTo>
                <a:lnTo>
                  <a:pt x="375989" y="114212"/>
                </a:lnTo>
                <a:lnTo>
                  <a:pt x="375788" y="113840"/>
                </a:lnTo>
                <a:lnTo>
                  <a:pt x="375598" y="113460"/>
                </a:lnTo>
                <a:lnTo>
                  <a:pt x="375421" y="113070"/>
                </a:lnTo>
                <a:lnTo>
                  <a:pt x="375255" y="112670"/>
                </a:lnTo>
                <a:lnTo>
                  <a:pt x="375103" y="112262"/>
                </a:lnTo>
                <a:lnTo>
                  <a:pt x="374962" y="111844"/>
                </a:lnTo>
                <a:lnTo>
                  <a:pt x="374833" y="111416"/>
                </a:lnTo>
                <a:lnTo>
                  <a:pt x="374717" y="110980"/>
                </a:lnTo>
                <a:lnTo>
                  <a:pt x="374613" y="110534"/>
                </a:lnTo>
                <a:lnTo>
                  <a:pt x="374521" y="110078"/>
                </a:lnTo>
                <a:lnTo>
                  <a:pt x="374442" y="109614"/>
                </a:lnTo>
                <a:lnTo>
                  <a:pt x="374375" y="109139"/>
                </a:lnTo>
                <a:lnTo>
                  <a:pt x="374320" y="108656"/>
                </a:lnTo>
                <a:lnTo>
                  <a:pt x="374277" y="108163"/>
                </a:lnTo>
                <a:lnTo>
                  <a:pt x="374246" y="107661"/>
                </a:lnTo>
                <a:lnTo>
                  <a:pt x="374228" y="107150"/>
                </a:lnTo>
                <a:lnTo>
                  <a:pt x="374222" y="106629"/>
                </a:lnTo>
                <a:lnTo>
                  <a:pt x="374222" y="0"/>
                </a:lnTo>
                <a:lnTo>
                  <a:pt x="323226" y="0"/>
                </a:lnTo>
                <a:lnTo>
                  <a:pt x="323226" y="15206"/>
                </a:lnTo>
                <a:lnTo>
                  <a:pt x="357533" y="15206"/>
                </a:lnTo>
                <a:lnTo>
                  <a:pt x="357533" y="106629"/>
                </a:lnTo>
                <a:lnTo>
                  <a:pt x="357539" y="107352"/>
                </a:lnTo>
                <a:lnTo>
                  <a:pt x="357558" y="108066"/>
                </a:lnTo>
                <a:lnTo>
                  <a:pt x="357591" y="108773"/>
                </a:lnTo>
                <a:lnTo>
                  <a:pt x="357636" y="109473"/>
                </a:lnTo>
                <a:lnTo>
                  <a:pt x="357694" y="110164"/>
                </a:lnTo>
                <a:lnTo>
                  <a:pt x="357764" y="110848"/>
                </a:lnTo>
                <a:lnTo>
                  <a:pt x="357848" y="111524"/>
                </a:lnTo>
                <a:lnTo>
                  <a:pt x="357945" y="112192"/>
                </a:lnTo>
                <a:lnTo>
                  <a:pt x="358054" y="112853"/>
                </a:lnTo>
                <a:lnTo>
                  <a:pt x="358177" y="113506"/>
                </a:lnTo>
                <a:lnTo>
                  <a:pt x="358312" y="114151"/>
                </a:lnTo>
                <a:lnTo>
                  <a:pt x="358460" y="114789"/>
                </a:lnTo>
                <a:lnTo>
                  <a:pt x="358621" y="115418"/>
                </a:lnTo>
                <a:lnTo>
                  <a:pt x="358795" y="116040"/>
                </a:lnTo>
                <a:lnTo>
                  <a:pt x="358982" y="116655"/>
                </a:lnTo>
                <a:lnTo>
                  <a:pt x="359181" y="117261"/>
                </a:lnTo>
                <a:lnTo>
                  <a:pt x="359394" y="117860"/>
                </a:lnTo>
                <a:lnTo>
                  <a:pt x="359619" y="118451"/>
                </a:lnTo>
                <a:lnTo>
                  <a:pt x="359858" y="119035"/>
                </a:lnTo>
                <a:lnTo>
                  <a:pt x="360109" y="119610"/>
                </a:lnTo>
                <a:lnTo>
                  <a:pt x="360373" y="120178"/>
                </a:lnTo>
                <a:lnTo>
                  <a:pt x="360650" y="120738"/>
                </a:lnTo>
                <a:lnTo>
                  <a:pt x="360940" y="121291"/>
                </a:lnTo>
                <a:lnTo>
                  <a:pt x="361242" y="121836"/>
                </a:lnTo>
                <a:lnTo>
                  <a:pt x="361557" y="122372"/>
                </a:lnTo>
                <a:lnTo>
                  <a:pt x="361881" y="122897"/>
                </a:lnTo>
                <a:lnTo>
                  <a:pt x="362216" y="123412"/>
                </a:lnTo>
                <a:lnTo>
                  <a:pt x="362561" y="123917"/>
                </a:lnTo>
                <a:lnTo>
                  <a:pt x="362917" y="124412"/>
                </a:lnTo>
                <a:lnTo>
                  <a:pt x="363282" y="124896"/>
                </a:lnTo>
                <a:lnTo>
                  <a:pt x="363658" y="125370"/>
                </a:lnTo>
                <a:lnTo>
                  <a:pt x="364045" y="125833"/>
                </a:lnTo>
                <a:lnTo>
                  <a:pt x="364441" y="126287"/>
                </a:lnTo>
                <a:lnTo>
                  <a:pt x="364848" y="126730"/>
                </a:lnTo>
                <a:lnTo>
                  <a:pt x="365266" y="127163"/>
                </a:lnTo>
                <a:lnTo>
                  <a:pt x="365693" y="127585"/>
                </a:lnTo>
                <a:lnTo>
                  <a:pt x="366131" y="127997"/>
                </a:lnTo>
                <a:lnTo>
                  <a:pt x="366579" y="128399"/>
                </a:lnTo>
                <a:lnTo>
                  <a:pt x="367038" y="128790"/>
                </a:lnTo>
                <a:lnTo>
                  <a:pt x="367506" y="129171"/>
                </a:lnTo>
                <a:lnTo>
                  <a:pt x="367985" y="129542"/>
                </a:lnTo>
                <a:lnTo>
                  <a:pt x="368475" y="129903"/>
                </a:lnTo>
                <a:lnTo>
                  <a:pt x="368974" y="130253"/>
                </a:lnTo>
                <a:lnTo>
                  <a:pt x="369484" y="130593"/>
                </a:lnTo>
                <a:lnTo>
                  <a:pt x="370005" y="130923"/>
                </a:lnTo>
                <a:lnTo>
                  <a:pt x="370535" y="131242"/>
                </a:lnTo>
                <a:lnTo>
                  <a:pt x="371076" y="131551"/>
                </a:lnTo>
                <a:lnTo>
                  <a:pt x="371627" y="131850"/>
                </a:lnTo>
                <a:lnTo>
                  <a:pt x="372187" y="132137"/>
                </a:lnTo>
                <a:lnTo>
                  <a:pt x="372755" y="132413"/>
                </a:lnTo>
                <a:lnTo>
                  <a:pt x="373331" y="132676"/>
                </a:lnTo>
                <a:lnTo>
                  <a:pt x="373914" y="132926"/>
                </a:lnTo>
                <a:lnTo>
                  <a:pt x="374505" y="133165"/>
                </a:lnTo>
                <a:lnTo>
                  <a:pt x="375104" y="133391"/>
                </a:lnTo>
                <a:lnTo>
                  <a:pt x="375710" y="133605"/>
                </a:lnTo>
                <a:lnTo>
                  <a:pt x="376325" y="133807"/>
                </a:lnTo>
                <a:lnTo>
                  <a:pt x="376947" y="133997"/>
                </a:lnTo>
                <a:lnTo>
                  <a:pt x="377576" y="134174"/>
                </a:lnTo>
                <a:lnTo>
                  <a:pt x="378214" y="134339"/>
                </a:lnTo>
                <a:lnTo>
                  <a:pt x="378859" y="134492"/>
                </a:lnTo>
                <a:lnTo>
                  <a:pt x="379512" y="134633"/>
                </a:lnTo>
                <a:lnTo>
                  <a:pt x="380172" y="134761"/>
                </a:lnTo>
                <a:lnTo>
                  <a:pt x="380841" y="134877"/>
                </a:lnTo>
                <a:lnTo>
                  <a:pt x="381517" y="134981"/>
                </a:lnTo>
                <a:lnTo>
                  <a:pt x="382201" y="135073"/>
                </a:lnTo>
                <a:lnTo>
                  <a:pt x="382892" y="135153"/>
                </a:lnTo>
                <a:lnTo>
                  <a:pt x="383592" y="135220"/>
                </a:lnTo>
                <a:lnTo>
                  <a:pt x="384299" y="135275"/>
                </a:lnTo>
                <a:lnTo>
                  <a:pt x="385013" y="135318"/>
                </a:lnTo>
                <a:lnTo>
                  <a:pt x="385736" y="135348"/>
                </a:lnTo>
                <a:lnTo>
                  <a:pt x="386466" y="135367"/>
                </a:lnTo>
                <a:lnTo>
                  <a:pt x="387204" y="135373"/>
                </a:lnTo>
                <a:lnTo>
                  <a:pt x="419657" y="135373"/>
                </a:lnTo>
                <a:lnTo>
                  <a:pt x="419657" y="120166"/>
                </a:lnTo>
                <a:lnTo>
                  <a:pt x="387204" y="120166"/>
                </a:lnTo>
                <a:close/>
                <a:moveTo>
                  <a:pt x="720818" y="120166"/>
                </a:moveTo>
                <a:lnTo>
                  <a:pt x="720818" y="0"/>
                </a:lnTo>
                <a:lnTo>
                  <a:pt x="698008" y="0"/>
                </a:lnTo>
                <a:lnTo>
                  <a:pt x="667409" y="22810"/>
                </a:lnTo>
                <a:lnTo>
                  <a:pt x="667409" y="41352"/>
                </a:lnTo>
                <a:lnTo>
                  <a:pt x="704126" y="13908"/>
                </a:lnTo>
                <a:lnTo>
                  <a:pt x="704126" y="120166"/>
                </a:lnTo>
                <a:lnTo>
                  <a:pt x="667409" y="120166"/>
                </a:lnTo>
                <a:lnTo>
                  <a:pt x="667409" y="135373"/>
                </a:lnTo>
                <a:lnTo>
                  <a:pt x="750858" y="135373"/>
                </a:lnTo>
                <a:lnTo>
                  <a:pt x="750858" y="120166"/>
                </a:lnTo>
                <a:lnTo>
                  <a:pt x="720818" y="120166"/>
                </a:lnTo>
                <a:close/>
                <a:moveTo>
                  <a:pt x="832084" y="120166"/>
                </a:moveTo>
                <a:lnTo>
                  <a:pt x="832084" y="0"/>
                </a:lnTo>
                <a:lnTo>
                  <a:pt x="809274" y="0"/>
                </a:lnTo>
                <a:lnTo>
                  <a:pt x="778675" y="22810"/>
                </a:lnTo>
                <a:lnTo>
                  <a:pt x="778675" y="41352"/>
                </a:lnTo>
                <a:lnTo>
                  <a:pt x="815392" y="13908"/>
                </a:lnTo>
                <a:lnTo>
                  <a:pt x="815392" y="120166"/>
                </a:lnTo>
                <a:lnTo>
                  <a:pt x="778675" y="120166"/>
                </a:lnTo>
                <a:lnTo>
                  <a:pt x="778675" y="135373"/>
                </a:lnTo>
                <a:lnTo>
                  <a:pt x="862123" y="135373"/>
                </a:lnTo>
                <a:lnTo>
                  <a:pt x="862123" y="120166"/>
                </a:lnTo>
                <a:lnTo>
                  <a:pt x="832084" y="120166"/>
                </a:lnTo>
                <a:close/>
                <a:moveTo>
                  <a:pt x="560407" y="135373"/>
                </a:moveTo>
                <a:lnTo>
                  <a:pt x="577099" y="135373"/>
                </a:lnTo>
                <a:lnTo>
                  <a:pt x="577099" y="70467"/>
                </a:lnTo>
                <a:lnTo>
                  <a:pt x="577110" y="69487"/>
                </a:lnTo>
                <a:lnTo>
                  <a:pt x="577141" y="68526"/>
                </a:lnTo>
                <a:lnTo>
                  <a:pt x="577193" y="67584"/>
                </a:lnTo>
                <a:lnTo>
                  <a:pt x="577267" y="66660"/>
                </a:lnTo>
                <a:lnTo>
                  <a:pt x="577361" y="65755"/>
                </a:lnTo>
                <a:lnTo>
                  <a:pt x="577476" y="64869"/>
                </a:lnTo>
                <a:lnTo>
                  <a:pt x="577612" y="64001"/>
                </a:lnTo>
                <a:lnTo>
                  <a:pt x="577769" y="63153"/>
                </a:lnTo>
                <a:lnTo>
                  <a:pt x="577947" y="62322"/>
                </a:lnTo>
                <a:lnTo>
                  <a:pt x="578146" y="61511"/>
                </a:lnTo>
                <a:lnTo>
                  <a:pt x="578365" y="60718"/>
                </a:lnTo>
                <a:lnTo>
                  <a:pt x="578606" y="59944"/>
                </a:lnTo>
                <a:lnTo>
                  <a:pt x="578868" y="59188"/>
                </a:lnTo>
                <a:lnTo>
                  <a:pt x="579150" y="58451"/>
                </a:lnTo>
                <a:lnTo>
                  <a:pt x="579454" y="57733"/>
                </a:lnTo>
                <a:lnTo>
                  <a:pt x="579778" y="57034"/>
                </a:lnTo>
                <a:lnTo>
                  <a:pt x="580123" y="56353"/>
                </a:lnTo>
                <a:lnTo>
                  <a:pt x="580490" y="55691"/>
                </a:lnTo>
                <a:lnTo>
                  <a:pt x="580877" y="55048"/>
                </a:lnTo>
                <a:lnTo>
                  <a:pt x="581285" y="54423"/>
                </a:lnTo>
                <a:lnTo>
                  <a:pt x="581714" y="53817"/>
                </a:lnTo>
                <a:lnTo>
                  <a:pt x="582164" y="53229"/>
                </a:lnTo>
                <a:lnTo>
                  <a:pt x="582635" y="52661"/>
                </a:lnTo>
                <a:lnTo>
                  <a:pt x="583126" y="52111"/>
                </a:lnTo>
                <a:lnTo>
                  <a:pt x="583637" y="51581"/>
                </a:lnTo>
                <a:lnTo>
                  <a:pt x="584162" y="51074"/>
                </a:lnTo>
                <a:lnTo>
                  <a:pt x="584704" y="50589"/>
                </a:lnTo>
                <a:lnTo>
                  <a:pt x="585262" y="50127"/>
                </a:lnTo>
                <a:lnTo>
                  <a:pt x="585835" y="49688"/>
                </a:lnTo>
                <a:lnTo>
                  <a:pt x="586424" y="49271"/>
                </a:lnTo>
                <a:lnTo>
                  <a:pt x="587029" y="48876"/>
                </a:lnTo>
                <a:lnTo>
                  <a:pt x="587649" y="48504"/>
                </a:lnTo>
                <a:lnTo>
                  <a:pt x="588285" y="48155"/>
                </a:lnTo>
                <a:lnTo>
                  <a:pt x="588937" y="47828"/>
                </a:lnTo>
                <a:lnTo>
                  <a:pt x="589605" y="47524"/>
                </a:lnTo>
                <a:lnTo>
                  <a:pt x="590289" y="47242"/>
                </a:lnTo>
                <a:lnTo>
                  <a:pt x="590988" y="46983"/>
                </a:lnTo>
                <a:lnTo>
                  <a:pt x="591703" y="46746"/>
                </a:lnTo>
                <a:lnTo>
                  <a:pt x="592434" y="46532"/>
                </a:lnTo>
                <a:lnTo>
                  <a:pt x="593181" y="46341"/>
                </a:lnTo>
                <a:lnTo>
                  <a:pt x="593943" y="46172"/>
                </a:lnTo>
                <a:lnTo>
                  <a:pt x="594722" y="46025"/>
                </a:lnTo>
                <a:lnTo>
                  <a:pt x="595516" y="45901"/>
                </a:lnTo>
                <a:lnTo>
                  <a:pt x="596325" y="45800"/>
                </a:lnTo>
                <a:lnTo>
                  <a:pt x="597151" y="45721"/>
                </a:lnTo>
                <a:lnTo>
                  <a:pt x="597992" y="45665"/>
                </a:lnTo>
                <a:lnTo>
                  <a:pt x="598849" y="45631"/>
                </a:lnTo>
                <a:lnTo>
                  <a:pt x="599722" y="45619"/>
                </a:lnTo>
                <a:lnTo>
                  <a:pt x="600610" y="45631"/>
                </a:lnTo>
                <a:lnTo>
                  <a:pt x="601481" y="45664"/>
                </a:lnTo>
                <a:lnTo>
                  <a:pt x="602334" y="45719"/>
                </a:lnTo>
                <a:lnTo>
                  <a:pt x="603171" y="45797"/>
                </a:lnTo>
                <a:lnTo>
                  <a:pt x="603990" y="45897"/>
                </a:lnTo>
                <a:lnTo>
                  <a:pt x="604793" y="46019"/>
                </a:lnTo>
                <a:lnTo>
                  <a:pt x="605578" y="46164"/>
                </a:lnTo>
                <a:lnTo>
                  <a:pt x="606346" y="46330"/>
                </a:lnTo>
                <a:lnTo>
                  <a:pt x="607098" y="46519"/>
                </a:lnTo>
                <a:lnTo>
                  <a:pt x="607832" y="46730"/>
                </a:lnTo>
                <a:lnTo>
                  <a:pt x="608549" y="46963"/>
                </a:lnTo>
                <a:lnTo>
                  <a:pt x="609249" y="47219"/>
                </a:lnTo>
                <a:lnTo>
                  <a:pt x="609932" y="47497"/>
                </a:lnTo>
                <a:lnTo>
                  <a:pt x="610598" y="47796"/>
                </a:lnTo>
                <a:lnTo>
                  <a:pt x="611247" y="48119"/>
                </a:lnTo>
                <a:lnTo>
                  <a:pt x="611878" y="48463"/>
                </a:lnTo>
                <a:lnTo>
                  <a:pt x="612493" y="48829"/>
                </a:lnTo>
                <a:lnTo>
                  <a:pt x="613091" y="49218"/>
                </a:lnTo>
                <a:lnTo>
                  <a:pt x="613671" y="49629"/>
                </a:lnTo>
                <a:lnTo>
                  <a:pt x="614235" y="50062"/>
                </a:lnTo>
                <a:lnTo>
                  <a:pt x="614781" y="50518"/>
                </a:lnTo>
                <a:lnTo>
                  <a:pt x="615311" y="50995"/>
                </a:lnTo>
                <a:lnTo>
                  <a:pt x="615823" y="51495"/>
                </a:lnTo>
                <a:lnTo>
                  <a:pt x="616318" y="52017"/>
                </a:lnTo>
                <a:lnTo>
                  <a:pt x="616795" y="52560"/>
                </a:lnTo>
                <a:lnTo>
                  <a:pt x="617251" y="53123"/>
                </a:lnTo>
                <a:lnTo>
                  <a:pt x="617688" y="53705"/>
                </a:lnTo>
                <a:lnTo>
                  <a:pt x="618103" y="54307"/>
                </a:lnTo>
                <a:lnTo>
                  <a:pt x="618499" y="54928"/>
                </a:lnTo>
                <a:lnTo>
                  <a:pt x="618874" y="55570"/>
                </a:lnTo>
                <a:lnTo>
                  <a:pt x="619230" y="56230"/>
                </a:lnTo>
                <a:lnTo>
                  <a:pt x="619564" y="56911"/>
                </a:lnTo>
                <a:lnTo>
                  <a:pt x="619879" y="57611"/>
                </a:lnTo>
                <a:lnTo>
                  <a:pt x="620173" y="58330"/>
                </a:lnTo>
                <a:lnTo>
                  <a:pt x="620447" y="59070"/>
                </a:lnTo>
                <a:lnTo>
                  <a:pt x="620700" y="59828"/>
                </a:lnTo>
                <a:lnTo>
                  <a:pt x="620934" y="60607"/>
                </a:lnTo>
                <a:lnTo>
                  <a:pt x="621147" y="61405"/>
                </a:lnTo>
                <a:lnTo>
                  <a:pt x="621340" y="62223"/>
                </a:lnTo>
                <a:lnTo>
                  <a:pt x="621512" y="63060"/>
                </a:lnTo>
                <a:lnTo>
                  <a:pt x="621664" y="63917"/>
                </a:lnTo>
                <a:lnTo>
                  <a:pt x="621796" y="64794"/>
                </a:lnTo>
                <a:lnTo>
                  <a:pt x="621908" y="65690"/>
                </a:lnTo>
                <a:lnTo>
                  <a:pt x="621999" y="66606"/>
                </a:lnTo>
                <a:lnTo>
                  <a:pt x="622070" y="67542"/>
                </a:lnTo>
                <a:lnTo>
                  <a:pt x="622121" y="68497"/>
                </a:lnTo>
                <a:lnTo>
                  <a:pt x="622151" y="69472"/>
                </a:lnTo>
                <a:lnTo>
                  <a:pt x="622161" y="70467"/>
                </a:lnTo>
                <a:lnTo>
                  <a:pt x="622161" y="75104"/>
                </a:lnTo>
                <a:lnTo>
                  <a:pt x="638850" y="75104"/>
                </a:lnTo>
                <a:lnTo>
                  <a:pt x="638850" y="68984"/>
                </a:lnTo>
                <a:lnTo>
                  <a:pt x="638834" y="67559"/>
                </a:lnTo>
                <a:lnTo>
                  <a:pt x="638784" y="66159"/>
                </a:lnTo>
                <a:lnTo>
                  <a:pt x="638701" y="64784"/>
                </a:lnTo>
                <a:lnTo>
                  <a:pt x="638585" y="63433"/>
                </a:lnTo>
                <a:lnTo>
                  <a:pt x="638436" y="62108"/>
                </a:lnTo>
                <a:lnTo>
                  <a:pt x="638254" y="60807"/>
                </a:lnTo>
                <a:lnTo>
                  <a:pt x="638038" y="59531"/>
                </a:lnTo>
                <a:lnTo>
                  <a:pt x="637789" y="58280"/>
                </a:lnTo>
                <a:lnTo>
                  <a:pt x="637508" y="57053"/>
                </a:lnTo>
                <a:lnTo>
                  <a:pt x="637192" y="55851"/>
                </a:lnTo>
                <a:lnTo>
                  <a:pt x="636844" y="54675"/>
                </a:lnTo>
                <a:lnTo>
                  <a:pt x="636463" y="53523"/>
                </a:lnTo>
                <a:lnTo>
                  <a:pt x="636048" y="52395"/>
                </a:lnTo>
                <a:lnTo>
                  <a:pt x="635601" y="51293"/>
                </a:lnTo>
                <a:lnTo>
                  <a:pt x="635120" y="50215"/>
                </a:lnTo>
                <a:lnTo>
                  <a:pt x="634606" y="49162"/>
                </a:lnTo>
                <a:lnTo>
                  <a:pt x="634059" y="48134"/>
                </a:lnTo>
                <a:lnTo>
                  <a:pt x="633479" y="47131"/>
                </a:lnTo>
                <a:lnTo>
                  <a:pt x="632865" y="46153"/>
                </a:lnTo>
                <a:lnTo>
                  <a:pt x="632219" y="45199"/>
                </a:lnTo>
                <a:lnTo>
                  <a:pt x="631539" y="44270"/>
                </a:lnTo>
                <a:lnTo>
                  <a:pt x="630826" y="43366"/>
                </a:lnTo>
                <a:lnTo>
                  <a:pt x="630080" y="42487"/>
                </a:lnTo>
                <a:lnTo>
                  <a:pt x="629300" y="41632"/>
                </a:lnTo>
                <a:lnTo>
                  <a:pt x="628493" y="40808"/>
                </a:lnTo>
                <a:lnTo>
                  <a:pt x="627663" y="40018"/>
                </a:lnTo>
                <a:lnTo>
                  <a:pt x="626810" y="39264"/>
                </a:lnTo>
                <a:lnTo>
                  <a:pt x="625934" y="38544"/>
                </a:lnTo>
                <a:lnTo>
                  <a:pt x="625035" y="37860"/>
                </a:lnTo>
                <a:lnTo>
                  <a:pt x="624114" y="37210"/>
                </a:lnTo>
                <a:lnTo>
                  <a:pt x="623169" y="36596"/>
                </a:lnTo>
                <a:lnTo>
                  <a:pt x="622202" y="36017"/>
                </a:lnTo>
                <a:lnTo>
                  <a:pt x="621212" y="35473"/>
                </a:lnTo>
                <a:lnTo>
                  <a:pt x="620199" y="34964"/>
                </a:lnTo>
                <a:lnTo>
                  <a:pt x="619163" y="34491"/>
                </a:lnTo>
                <a:lnTo>
                  <a:pt x="618104" y="34052"/>
                </a:lnTo>
                <a:lnTo>
                  <a:pt x="617023" y="33648"/>
                </a:lnTo>
                <a:lnTo>
                  <a:pt x="615918" y="33280"/>
                </a:lnTo>
                <a:lnTo>
                  <a:pt x="614791" y="32946"/>
                </a:lnTo>
                <a:lnTo>
                  <a:pt x="613641" y="32648"/>
                </a:lnTo>
                <a:lnTo>
                  <a:pt x="612468" y="32385"/>
                </a:lnTo>
                <a:lnTo>
                  <a:pt x="611272" y="32157"/>
                </a:lnTo>
                <a:lnTo>
                  <a:pt x="610053" y="31964"/>
                </a:lnTo>
                <a:lnTo>
                  <a:pt x="608811" y="31806"/>
                </a:lnTo>
                <a:lnTo>
                  <a:pt x="607547" y="31683"/>
                </a:lnTo>
                <a:lnTo>
                  <a:pt x="606259" y="31595"/>
                </a:lnTo>
                <a:lnTo>
                  <a:pt x="604949" y="31543"/>
                </a:lnTo>
                <a:lnTo>
                  <a:pt x="603616" y="31525"/>
                </a:lnTo>
                <a:lnTo>
                  <a:pt x="602454" y="31540"/>
                </a:lnTo>
                <a:lnTo>
                  <a:pt x="601315" y="31584"/>
                </a:lnTo>
                <a:lnTo>
                  <a:pt x="600201" y="31657"/>
                </a:lnTo>
                <a:lnTo>
                  <a:pt x="599112" y="31759"/>
                </a:lnTo>
                <a:lnTo>
                  <a:pt x="598046" y="31891"/>
                </a:lnTo>
                <a:lnTo>
                  <a:pt x="597004" y="32052"/>
                </a:lnTo>
                <a:lnTo>
                  <a:pt x="595987" y="32243"/>
                </a:lnTo>
                <a:lnTo>
                  <a:pt x="594994" y="32463"/>
                </a:lnTo>
                <a:lnTo>
                  <a:pt x="594024" y="32712"/>
                </a:lnTo>
                <a:lnTo>
                  <a:pt x="593079" y="32990"/>
                </a:lnTo>
                <a:lnTo>
                  <a:pt x="592158" y="33298"/>
                </a:lnTo>
                <a:lnTo>
                  <a:pt x="591262" y="33635"/>
                </a:lnTo>
                <a:lnTo>
                  <a:pt x="590389" y="34001"/>
                </a:lnTo>
                <a:lnTo>
                  <a:pt x="589540" y="34396"/>
                </a:lnTo>
                <a:lnTo>
                  <a:pt x="588716" y="34821"/>
                </a:lnTo>
                <a:lnTo>
                  <a:pt x="587916" y="35275"/>
                </a:lnTo>
                <a:lnTo>
                  <a:pt x="587140" y="35759"/>
                </a:lnTo>
                <a:lnTo>
                  <a:pt x="586388" y="36271"/>
                </a:lnTo>
                <a:lnTo>
                  <a:pt x="585660" y="36813"/>
                </a:lnTo>
                <a:lnTo>
                  <a:pt x="584956" y="37385"/>
                </a:lnTo>
                <a:lnTo>
                  <a:pt x="584276" y="37985"/>
                </a:lnTo>
                <a:lnTo>
                  <a:pt x="583621" y="38615"/>
                </a:lnTo>
                <a:lnTo>
                  <a:pt x="582989" y="39274"/>
                </a:lnTo>
                <a:lnTo>
                  <a:pt x="582382" y="39963"/>
                </a:lnTo>
                <a:lnTo>
                  <a:pt x="581800" y="40680"/>
                </a:lnTo>
                <a:lnTo>
                  <a:pt x="581242" y="41425"/>
                </a:lnTo>
                <a:lnTo>
                  <a:pt x="580709" y="42198"/>
                </a:lnTo>
                <a:lnTo>
                  <a:pt x="580201" y="43000"/>
                </a:lnTo>
                <a:lnTo>
                  <a:pt x="579717" y="43829"/>
                </a:lnTo>
                <a:lnTo>
                  <a:pt x="579259" y="44686"/>
                </a:lnTo>
                <a:lnTo>
                  <a:pt x="578825" y="45571"/>
                </a:lnTo>
                <a:lnTo>
                  <a:pt x="578416" y="46484"/>
                </a:lnTo>
                <a:lnTo>
                  <a:pt x="578032" y="47426"/>
                </a:lnTo>
                <a:lnTo>
                  <a:pt x="577672" y="48395"/>
                </a:lnTo>
                <a:lnTo>
                  <a:pt x="577338" y="49392"/>
                </a:lnTo>
                <a:lnTo>
                  <a:pt x="577028" y="50417"/>
                </a:lnTo>
                <a:lnTo>
                  <a:pt x="576743" y="51470"/>
                </a:lnTo>
                <a:lnTo>
                  <a:pt x="576729" y="51529"/>
                </a:lnTo>
                <a:lnTo>
                  <a:pt x="576729" y="33378"/>
                </a:lnTo>
                <a:lnTo>
                  <a:pt x="560407" y="33378"/>
                </a:lnTo>
                <a:lnTo>
                  <a:pt x="560407" y="135373"/>
                </a:lnTo>
                <a:close/>
                <a:moveTo>
                  <a:pt x="44908" y="137078"/>
                </a:moveTo>
                <a:lnTo>
                  <a:pt x="46293" y="136964"/>
                </a:lnTo>
                <a:lnTo>
                  <a:pt x="47654" y="136816"/>
                </a:lnTo>
                <a:lnTo>
                  <a:pt x="48991" y="136635"/>
                </a:lnTo>
                <a:lnTo>
                  <a:pt x="50304" y="136422"/>
                </a:lnTo>
                <a:lnTo>
                  <a:pt x="51593" y="136175"/>
                </a:lnTo>
                <a:lnTo>
                  <a:pt x="52859" y="135896"/>
                </a:lnTo>
                <a:lnTo>
                  <a:pt x="54101" y="135584"/>
                </a:lnTo>
                <a:lnTo>
                  <a:pt x="55319" y="135240"/>
                </a:lnTo>
                <a:lnTo>
                  <a:pt x="56513" y="134862"/>
                </a:lnTo>
                <a:lnTo>
                  <a:pt x="57683" y="134452"/>
                </a:lnTo>
                <a:lnTo>
                  <a:pt x="58830" y="134008"/>
                </a:lnTo>
                <a:lnTo>
                  <a:pt x="59952" y="133532"/>
                </a:lnTo>
                <a:lnTo>
                  <a:pt x="61051" y="133023"/>
                </a:lnTo>
                <a:lnTo>
                  <a:pt x="62126" y="132481"/>
                </a:lnTo>
                <a:lnTo>
                  <a:pt x="63177" y="131907"/>
                </a:lnTo>
                <a:lnTo>
                  <a:pt x="64205" y="131299"/>
                </a:lnTo>
                <a:lnTo>
                  <a:pt x="65208" y="130659"/>
                </a:lnTo>
                <a:lnTo>
                  <a:pt x="66188" y="129986"/>
                </a:lnTo>
                <a:lnTo>
                  <a:pt x="67144" y="129280"/>
                </a:lnTo>
                <a:lnTo>
                  <a:pt x="68076" y="128541"/>
                </a:lnTo>
                <a:lnTo>
                  <a:pt x="68984" y="127770"/>
                </a:lnTo>
                <a:lnTo>
                  <a:pt x="69862" y="126970"/>
                </a:lnTo>
                <a:lnTo>
                  <a:pt x="70706" y="126146"/>
                </a:lnTo>
                <a:lnTo>
                  <a:pt x="71513" y="125298"/>
                </a:lnTo>
                <a:lnTo>
                  <a:pt x="72286" y="124427"/>
                </a:lnTo>
                <a:lnTo>
                  <a:pt x="73023" y="123531"/>
                </a:lnTo>
                <a:lnTo>
                  <a:pt x="73724" y="122612"/>
                </a:lnTo>
                <a:lnTo>
                  <a:pt x="74390" y="121669"/>
                </a:lnTo>
                <a:lnTo>
                  <a:pt x="75021" y="120703"/>
                </a:lnTo>
                <a:lnTo>
                  <a:pt x="75616" y="119712"/>
                </a:lnTo>
                <a:lnTo>
                  <a:pt x="76176" y="118698"/>
                </a:lnTo>
                <a:lnTo>
                  <a:pt x="76701" y="117659"/>
                </a:lnTo>
                <a:lnTo>
                  <a:pt x="77190" y="116597"/>
                </a:lnTo>
                <a:lnTo>
                  <a:pt x="77643" y="115512"/>
                </a:lnTo>
                <a:lnTo>
                  <a:pt x="78062" y="114402"/>
                </a:lnTo>
                <a:lnTo>
                  <a:pt x="78445" y="113268"/>
                </a:lnTo>
                <a:lnTo>
                  <a:pt x="78792" y="112111"/>
                </a:lnTo>
                <a:lnTo>
                  <a:pt x="79104" y="110930"/>
                </a:lnTo>
                <a:lnTo>
                  <a:pt x="79381" y="109725"/>
                </a:lnTo>
                <a:lnTo>
                  <a:pt x="79622" y="108496"/>
                </a:lnTo>
                <a:lnTo>
                  <a:pt x="79828" y="107243"/>
                </a:lnTo>
                <a:lnTo>
                  <a:pt x="79998" y="105967"/>
                </a:lnTo>
                <a:lnTo>
                  <a:pt x="80133" y="104666"/>
                </a:lnTo>
                <a:lnTo>
                  <a:pt x="80233" y="103342"/>
                </a:lnTo>
                <a:lnTo>
                  <a:pt x="80297" y="101994"/>
                </a:lnTo>
                <a:lnTo>
                  <a:pt x="63605" y="101994"/>
                </a:lnTo>
                <a:lnTo>
                  <a:pt x="63549" y="102790"/>
                </a:lnTo>
                <a:lnTo>
                  <a:pt x="63474" y="103572"/>
                </a:lnTo>
                <a:lnTo>
                  <a:pt x="63380" y="104338"/>
                </a:lnTo>
                <a:lnTo>
                  <a:pt x="63268" y="105090"/>
                </a:lnTo>
                <a:lnTo>
                  <a:pt x="63136" y="105826"/>
                </a:lnTo>
                <a:lnTo>
                  <a:pt x="62985" y="106548"/>
                </a:lnTo>
                <a:lnTo>
                  <a:pt x="62816" y="107256"/>
                </a:lnTo>
                <a:lnTo>
                  <a:pt x="62627" y="107948"/>
                </a:lnTo>
                <a:lnTo>
                  <a:pt x="62419" y="108626"/>
                </a:lnTo>
                <a:lnTo>
                  <a:pt x="62192" y="109288"/>
                </a:lnTo>
                <a:lnTo>
                  <a:pt x="61947" y="109936"/>
                </a:lnTo>
                <a:lnTo>
                  <a:pt x="61682" y="110570"/>
                </a:lnTo>
                <a:lnTo>
                  <a:pt x="61398" y="111188"/>
                </a:lnTo>
                <a:lnTo>
                  <a:pt x="61095" y="111792"/>
                </a:lnTo>
                <a:lnTo>
                  <a:pt x="60774" y="112380"/>
                </a:lnTo>
                <a:lnTo>
                  <a:pt x="60433" y="112954"/>
                </a:lnTo>
                <a:lnTo>
                  <a:pt x="60073" y="113514"/>
                </a:lnTo>
                <a:lnTo>
                  <a:pt x="59694" y="114058"/>
                </a:lnTo>
                <a:lnTo>
                  <a:pt x="59297" y="114588"/>
                </a:lnTo>
                <a:lnTo>
                  <a:pt x="58880" y="115103"/>
                </a:lnTo>
                <a:lnTo>
                  <a:pt x="58444" y="115603"/>
                </a:lnTo>
                <a:lnTo>
                  <a:pt x="57989" y="116088"/>
                </a:lnTo>
                <a:lnTo>
                  <a:pt x="57516" y="116558"/>
                </a:lnTo>
                <a:lnTo>
                  <a:pt x="57023" y="117014"/>
                </a:lnTo>
                <a:lnTo>
                  <a:pt x="56513" y="117453"/>
                </a:lnTo>
                <a:lnTo>
                  <a:pt x="55988" y="117873"/>
                </a:lnTo>
                <a:lnTo>
                  <a:pt x="55448" y="118274"/>
                </a:lnTo>
                <a:lnTo>
                  <a:pt x="54893" y="118657"/>
                </a:lnTo>
                <a:lnTo>
                  <a:pt x="54322" y="119021"/>
                </a:lnTo>
                <a:lnTo>
                  <a:pt x="53737" y="119366"/>
                </a:lnTo>
                <a:lnTo>
                  <a:pt x="53136" y="119693"/>
                </a:lnTo>
                <a:lnTo>
                  <a:pt x="52521" y="120001"/>
                </a:lnTo>
                <a:lnTo>
                  <a:pt x="51890" y="120290"/>
                </a:lnTo>
                <a:lnTo>
                  <a:pt x="51244" y="120561"/>
                </a:lnTo>
                <a:lnTo>
                  <a:pt x="50583" y="120813"/>
                </a:lnTo>
                <a:lnTo>
                  <a:pt x="49906" y="121046"/>
                </a:lnTo>
                <a:lnTo>
                  <a:pt x="49215" y="121261"/>
                </a:lnTo>
                <a:lnTo>
                  <a:pt x="48508" y="121457"/>
                </a:lnTo>
                <a:lnTo>
                  <a:pt x="47787" y="121634"/>
                </a:lnTo>
                <a:lnTo>
                  <a:pt x="47050" y="121793"/>
                </a:lnTo>
                <a:lnTo>
                  <a:pt x="46298" y="121933"/>
                </a:lnTo>
                <a:lnTo>
                  <a:pt x="45531" y="122054"/>
                </a:lnTo>
                <a:lnTo>
                  <a:pt x="44749" y="122157"/>
                </a:lnTo>
                <a:lnTo>
                  <a:pt x="43952" y="122241"/>
                </a:lnTo>
                <a:lnTo>
                  <a:pt x="43139" y="122306"/>
                </a:lnTo>
                <a:lnTo>
                  <a:pt x="42312" y="122353"/>
                </a:lnTo>
                <a:lnTo>
                  <a:pt x="41469" y="122381"/>
                </a:lnTo>
                <a:lnTo>
                  <a:pt x="40611" y="122390"/>
                </a:lnTo>
                <a:lnTo>
                  <a:pt x="39707" y="122379"/>
                </a:lnTo>
                <a:lnTo>
                  <a:pt x="38818" y="122347"/>
                </a:lnTo>
                <a:lnTo>
                  <a:pt x="37945" y="122292"/>
                </a:lnTo>
                <a:lnTo>
                  <a:pt x="37087" y="122215"/>
                </a:lnTo>
                <a:lnTo>
                  <a:pt x="36245" y="122117"/>
                </a:lnTo>
                <a:lnTo>
                  <a:pt x="35418" y="121996"/>
                </a:lnTo>
                <a:lnTo>
                  <a:pt x="34607" y="121854"/>
                </a:lnTo>
                <a:lnTo>
                  <a:pt x="33811" y="121690"/>
                </a:lnTo>
                <a:lnTo>
                  <a:pt x="33030" y="121504"/>
                </a:lnTo>
                <a:lnTo>
                  <a:pt x="32265" y="121296"/>
                </a:lnTo>
                <a:lnTo>
                  <a:pt x="31516" y="121066"/>
                </a:lnTo>
                <a:lnTo>
                  <a:pt x="30782" y="120814"/>
                </a:lnTo>
                <a:lnTo>
                  <a:pt x="30063" y="120541"/>
                </a:lnTo>
                <a:lnTo>
                  <a:pt x="29360" y="120245"/>
                </a:lnTo>
                <a:lnTo>
                  <a:pt x="28672" y="119928"/>
                </a:lnTo>
                <a:lnTo>
                  <a:pt x="28000" y="119588"/>
                </a:lnTo>
                <a:lnTo>
                  <a:pt x="27343" y="119227"/>
                </a:lnTo>
                <a:lnTo>
                  <a:pt x="26701" y="118844"/>
                </a:lnTo>
                <a:lnTo>
                  <a:pt x="26075" y="118439"/>
                </a:lnTo>
                <a:lnTo>
                  <a:pt x="25465" y="118012"/>
                </a:lnTo>
                <a:lnTo>
                  <a:pt x="24870" y="117564"/>
                </a:lnTo>
                <a:lnTo>
                  <a:pt x="24290" y="117093"/>
                </a:lnTo>
                <a:lnTo>
                  <a:pt x="23726" y="116600"/>
                </a:lnTo>
                <a:lnTo>
                  <a:pt x="23178" y="116086"/>
                </a:lnTo>
                <a:lnTo>
                  <a:pt x="22648" y="115552"/>
                </a:lnTo>
                <a:lnTo>
                  <a:pt x="22141" y="114999"/>
                </a:lnTo>
                <a:lnTo>
                  <a:pt x="21657" y="114429"/>
                </a:lnTo>
                <a:lnTo>
                  <a:pt x="21195" y="113840"/>
                </a:lnTo>
                <a:lnTo>
                  <a:pt x="20756" y="113234"/>
                </a:lnTo>
                <a:lnTo>
                  <a:pt x="20339" y="112609"/>
                </a:lnTo>
                <a:lnTo>
                  <a:pt x="19945" y="111967"/>
                </a:lnTo>
                <a:lnTo>
                  <a:pt x="19573" y="111306"/>
                </a:lnTo>
                <a:lnTo>
                  <a:pt x="19224" y="110627"/>
                </a:lnTo>
                <a:lnTo>
                  <a:pt x="18897" y="109931"/>
                </a:lnTo>
                <a:lnTo>
                  <a:pt x="18593" y="109216"/>
                </a:lnTo>
                <a:lnTo>
                  <a:pt x="18311" y="108483"/>
                </a:lnTo>
                <a:lnTo>
                  <a:pt x="18052" y="107733"/>
                </a:lnTo>
                <a:lnTo>
                  <a:pt x="17816" y="106964"/>
                </a:lnTo>
                <a:lnTo>
                  <a:pt x="17602" y="106177"/>
                </a:lnTo>
                <a:lnTo>
                  <a:pt x="17410" y="105372"/>
                </a:lnTo>
                <a:lnTo>
                  <a:pt x="17241" y="104549"/>
                </a:lnTo>
                <a:lnTo>
                  <a:pt x="17095" y="103709"/>
                </a:lnTo>
                <a:lnTo>
                  <a:pt x="16971" y="102850"/>
                </a:lnTo>
                <a:lnTo>
                  <a:pt x="16869" y="101973"/>
                </a:lnTo>
                <a:lnTo>
                  <a:pt x="16791" y="101078"/>
                </a:lnTo>
                <a:lnTo>
                  <a:pt x="16734" y="100165"/>
                </a:lnTo>
                <a:lnTo>
                  <a:pt x="16700" y="99234"/>
                </a:lnTo>
                <a:lnTo>
                  <a:pt x="16689" y="98285"/>
                </a:lnTo>
                <a:lnTo>
                  <a:pt x="16689" y="70283"/>
                </a:lnTo>
                <a:lnTo>
                  <a:pt x="16700" y="69334"/>
                </a:lnTo>
                <a:lnTo>
                  <a:pt x="16734" y="68403"/>
                </a:lnTo>
                <a:lnTo>
                  <a:pt x="16791" y="67491"/>
                </a:lnTo>
                <a:lnTo>
                  <a:pt x="16869" y="66597"/>
                </a:lnTo>
                <a:lnTo>
                  <a:pt x="16971" y="65722"/>
                </a:lnTo>
                <a:lnTo>
                  <a:pt x="17095" y="64865"/>
                </a:lnTo>
                <a:lnTo>
                  <a:pt x="17241" y="64026"/>
                </a:lnTo>
                <a:lnTo>
                  <a:pt x="17410" y="63205"/>
                </a:lnTo>
                <a:lnTo>
                  <a:pt x="17602" y="62403"/>
                </a:lnTo>
                <a:lnTo>
                  <a:pt x="17816" y="61620"/>
                </a:lnTo>
                <a:lnTo>
                  <a:pt x="18052" y="60854"/>
                </a:lnTo>
                <a:lnTo>
                  <a:pt x="18311" y="60107"/>
                </a:lnTo>
                <a:lnTo>
                  <a:pt x="18593" y="59379"/>
                </a:lnTo>
                <a:lnTo>
                  <a:pt x="18897" y="58668"/>
                </a:lnTo>
                <a:lnTo>
                  <a:pt x="19224" y="57976"/>
                </a:lnTo>
                <a:lnTo>
                  <a:pt x="19573" y="57303"/>
                </a:lnTo>
                <a:lnTo>
                  <a:pt x="19945" y="56647"/>
                </a:lnTo>
                <a:lnTo>
                  <a:pt x="20339" y="56011"/>
                </a:lnTo>
                <a:lnTo>
                  <a:pt x="20756" y="55392"/>
                </a:lnTo>
                <a:lnTo>
                  <a:pt x="21195" y="54792"/>
                </a:lnTo>
                <a:lnTo>
                  <a:pt x="21657" y="54210"/>
                </a:lnTo>
                <a:lnTo>
                  <a:pt x="22141" y="53647"/>
                </a:lnTo>
                <a:lnTo>
                  <a:pt x="22648" y="53101"/>
                </a:lnTo>
                <a:lnTo>
                  <a:pt x="23178" y="52575"/>
                </a:lnTo>
                <a:lnTo>
                  <a:pt x="23726" y="52068"/>
                </a:lnTo>
                <a:lnTo>
                  <a:pt x="24290" y="51582"/>
                </a:lnTo>
                <a:lnTo>
                  <a:pt x="24870" y="51118"/>
                </a:lnTo>
                <a:lnTo>
                  <a:pt x="25465" y="50676"/>
                </a:lnTo>
                <a:lnTo>
                  <a:pt x="26075" y="50255"/>
                </a:lnTo>
                <a:lnTo>
                  <a:pt x="26701" y="49856"/>
                </a:lnTo>
                <a:lnTo>
                  <a:pt x="27343" y="49479"/>
                </a:lnTo>
                <a:lnTo>
                  <a:pt x="28000" y="49123"/>
                </a:lnTo>
                <a:lnTo>
                  <a:pt x="28672" y="48788"/>
                </a:lnTo>
                <a:lnTo>
                  <a:pt x="29360" y="48475"/>
                </a:lnTo>
                <a:lnTo>
                  <a:pt x="30063" y="48184"/>
                </a:lnTo>
                <a:lnTo>
                  <a:pt x="30782" y="47914"/>
                </a:lnTo>
                <a:lnTo>
                  <a:pt x="31516" y="47666"/>
                </a:lnTo>
                <a:lnTo>
                  <a:pt x="32265" y="47440"/>
                </a:lnTo>
                <a:lnTo>
                  <a:pt x="33030" y="47235"/>
                </a:lnTo>
                <a:lnTo>
                  <a:pt x="33811" y="47051"/>
                </a:lnTo>
                <a:lnTo>
                  <a:pt x="34607" y="46889"/>
                </a:lnTo>
                <a:lnTo>
                  <a:pt x="35418" y="46749"/>
                </a:lnTo>
                <a:lnTo>
                  <a:pt x="36245" y="46631"/>
                </a:lnTo>
                <a:lnTo>
                  <a:pt x="37087" y="46533"/>
                </a:lnTo>
                <a:lnTo>
                  <a:pt x="37945" y="46458"/>
                </a:lnTo>
                <a:lnTo>
                  <a:pt x="38818" y="46404"/>
                </a:lnTo>
                <a:lnTo>
                  <a:pt x="39707" y="46372"/>
                </a:lnTo>
                <a:lnTo>
                  <a:pt x="40611" y="46361"/>
                </a:lnTo>
                <a:lnTo>
                  <a:pt x="41469" y="46370"/>
                </a:lnTo>
                <a:lnTo>
                  <a:pt x="42312" y="46398"/>
                </a:lnTo>
                <a:lnTo>
                  <a:pt x="43139" y="46443"/>
                </a:lnTo>
                <a:lnTo>
                  <a:pt x="43952" y="46508"/>
                </a:lnTo>
                <a:lnTo>
                  <a:pt x="44749" y="46590"/>
                </a:lnTo>
                <a:lnTo>
                  <a:pt x="45531" y="46691"/>
                </a:lnTo>
                <a:lnTo>
                  <a:pt x="46298" y="46810"/>
                </a:lnTo>
                <a:lnTo>
                  <a:pt x="47050" y="46948"/>
                </a:lnTo>
                <a:lnTo>
                  <a:pt x="47787" y="47104"/>
                </a:lnTo>
                <a:lnTo>
                  <a:pt x="48508" y="47278"/>
                </a:lnTo>
                <a:lnTo>
                  <a:pt x="49215" y="47471"/>
                </a:lnTo>
                <a:lnTo>
                  <a:pt x="49906" y="47682"/>
                </a:lnTo>
                <a:lnTo>
                  <a:pt x="50583" y="47912"/>
                </a:lnTo>
                <a:lnTo>
                  <a:pt x="51244" y="48159"/>
                </a:lnTo>
                <a:lnTo>
                  <a:pt x="51890" y="48426"/>
                </a:lnTo>
                <a:lnTo>
                  <a:pt x="52521" y="48710"/>
                </a:lnTo>
                <a:lnTo>
                  <a:pt x="53136" y="49013"/>
                </a:lnTo>
                <a:lnTo>
                  <a:pt x="53737" y="49334"/>
                </a:lnTo>
                <a:lnTo>
                  <a:pt x="54322" y="49674"/>
                </a:lnTo>
                <a:lnTo>
                  <a:pt x="54893" y="50031"/>
                </a:lnTo>
                <a:lnTo>
                  <a:pt x="55448" y="50408"/>
                </a:lnTo>
                <a:lnTo>
                  <a:pt x="55988" y="50802"/>
                </a:lnTo>
                <a:lnTo>
                  <a:pt x="56513" y="51215"/>
                </a:lnTo>
                <a:lnTo>
                  <a:pt x="57023" y="51647"/>
                </a:lnTo>
                <a:lnTo>
                  <a:pt x="57516" y="52095"/>
                </a:lnTo>
                <a:lnTo>
                  <a:pt x="57989" y="52559"/>
                </a:lnTo>
                <a:lnTo>
                  <a:pt x="58444" y="53038"/>
                </a:lnTo>
                <a:lnTo>
                  <a:pt x="58880" y="53534"/>
                </a:lnTo>
                <a:lnTo>
                  <a:pt x="59297" y="54045"/>
                </a:lnTo>
                <a:lnTo>
                  <a:pt x="59694" y="54572"/>
                </a:lnTo>
                <a:lnTo>
                  <a:pt x="60073" y="55115"/>
                </a:lnTo>
                <a:lnTo>
                  <a:pt x="60433" y="55674"/>
                </a:lnTo>
                <a:lnTo>
                  <a:pt x="60774" y="56248"/>
                </a:lnTo>
                <a:lnTo>
                  <a:pt x="61095" y="56838"/>
                </a:lnTo>
                <a:lnTo>
                  <a:pt x="61398" y="57445"/>
                </a:lnTo>
                <a:lnTo>
                  <a:pt x="61682" y="58066"/>
                </a:lnTo>
                <a:lnTo>
                  <a:pt x="61947" y="58704"/>
                </a:lnTo>
                <a:lnTo>
                  <a:pt x="62192" y="59357"/>
                </a:lnTo>
                <a:lnTo>
                  <a:pt x="62419" y="60027"/>
                </a:lnTo>
                <a:lnTo>
                  <a:pt x="62627" y="60711"/>
                </a:lnTo>
                <a:lnTo>
                  <a:pt x="62816" y="61412"/>
                </a:lnTo>
                <a:lnTo>
                  <a:pt x="62985" y="62129"/>
                </a:lnTo>
                <a:lnTo>
                  <a:pt x="63136" y="62861"/>
                </a:lnTo>
                <a:lnTo>
                  <a:pt x="63268" y="63609"/>
                </a:lnTo>
                <a:lnTo>
                  <a:pt x="63380" y="64373"/>
                </a:lnTo>
                <a:lnTo>
                  <a:pt x="63474" y="65153"/>
                </a:lnTo>
                <a:lnTo>
                  <a:pt x="63549" y="65948"/>
                </a:lnTo>
                <a:lnTo>
                  <a:pt x="63605" y="66760"/>
                </a:lnTo>
                <a:lnTo>
                  <a:pt x="80297" y="66760"/>
                </a:lnTo>
                <a:lnTo>
                  <a:pt x="80233" y="65412"/>
                </a:lnTo>
                <a:lnTo>
                  <a:pt x="80133" y="64088"/>
                </a:lnTo>
                <a:lnTo>
                  <a:pt x="79998" y="62787"/>
                </a:lnTo>
                <a:lnTo>
                  <a:pt x="79828" y="61511"/>
                </a:lnTo>
                <a:lnTo>
                  <a:pt x="79622" y="60258"/>
                </a:lnTo>
                <a:lnTo>
                  <a:pt x="79381" y="59029"/>
                </a:lnTo>
                <a:lnTo>
                  <a:pt x="79104" y="57824"/>
                </a:lnTo>
                <a:lnTo>
                  <a:pt x="78792" y="56643"/>
                </a:lnTo>
                <a:lnTo>
                  <a:pt x="78445" y="55486"/>
                </a:lnTo>
                <a:lnTo>
                  <a:pt x="78062" y="54352"/>
                </a:lnTo>
                <a:lnTo>
                  <a:pt x="77643" y="53242"/>
                </a:lnTo>
                <a:lnTo>
                  <a:pt x="77190" y="52157"/>
                </a:lnTo>
                <a:lnTo>
                  <a:pt x="76701" y="51095"/>
                </a:lnTo>
                <a:lnTo>
                  <a:pt x="76176" y="50056"/>
                </a:lnTo>
                <a:lnTo>
                  <a:pt x="75616" y="49042"/>
                </a:lnTo>
                <a:lnTo>
                  <a:pt x="75021" y="48051"/>
                </a:lnTo>
                <a:lnTo>
                  <a:pt x="74390" y="47085"/>
                </a:lnTo>
                <a:lnTo>
                  <a:pt x="73724" y="46142"/>
                </a:lnTo>
                <a:lnTo>
                  <a:pt x="73023" y="45223"/>
                </a:lnTo>
                <a:lnTo>
                  <a:pt x="72286" y="44327"/>
                </a:lnTo>
                <a:lnTo>
                  <a:pt x="71513" y="43456"/>
                </a:lnTo>
                <a:lnTo>
                  <a:pt x="70706" y="42608"/>
                </a:lnTo>
                <a:lnTo>
                  <a:pt x="69862" y="41784"/>
                </a:lnTo>
                <a:lnTo>
                  <a:pt x="68984" y="40985"/>
                </a:lnTo>
                <a:lnTo>
                  <a:pt x="68076" y="40213"/>
                </a:lnTo>
                <a:lnTo>
                  <a:pt x="67144" y="39474"/>
                </a:lnTo>
                <a:lnTo>
                  <a:pt x="66188" y="38767"/>
                </a:lnTo>
                <a:lnTo>
                  <a:pt x="65208" y="38094"/>
                </a:lnTo>
                <a:lnTo>
                  <a:pt x="64205" y="37454"/>
                </a:lnTo>
                <a:lnTo>
                  <a:pt x="63177" y="36846"/>
                </a:lnTo>
                <a:lnTo>
                  <a:pt x="62126" y="36271"/>
                </a:lnTo>
                <a:lnTo>
                  <a:pt x="61051" y="35729"/>
                </a:lnTo>
                <a:lnTo>
                  <a:pt x="59952" y="35220"/>
                </a:lnTo>
                <a:lnTo>
                  <a:pt x="58830" y="34744"/>
                </a:lnTo>
                <a:lnTo>
                  <a:pt x="57683" y="34300"/>
                </a:lnTo>
                <a:lnTo>
                  <a:pt x="56513" y="33890"/>
                </a:lnTo>
                <a:lnTo>
                  <a:pt x="55319" y="33512"/>
                </a:lnTo>
                <a:lnTo>
                  <a:pt x="54101" y="33167"/>
                </a:lnTo>
                <a:lnTo>
                  <a:pt x="52859" y="32855"/>
                </a:lnTo>
                <a:lnTo>
                  <a:pt x="51593" y="32576"/>
                </a:lnTo>
                <a:lnTo>
                  <a:pt x="50304" y="32330"/>
                </a:lnTo>
                <a:lnTo>
                  <a:pt x="48991" y="32116"/>
                </a:lnTo>
                <a:lnTo>
                  <a:pt x="47654" y="31936"/>
                </a:lnTo>
                <a:lnTo>
                  <a:pt x="46293" y="31788"/>
                </a:lnTo>
                <a:lnTo>
                  <a:pt x="44908" y="31673"/>
                </a:lnTo>
                <a:lnTo>
                  <a:pt x="43500" y="31591"/>
                </a:lnTo>
                <a:lnTo>
                  <a:pt x="42067" y="31541"/>
                </a:lnTo>
                <a:lnTo>
                  <a:pt x="40611" y="31525"/>
                </a:lnTo>
                <a:lnTo>
                  <a:pt x="39596" y="31533"/>
                </a:lnTo>
                <a:lnTo>
                  <a:pt x="38593" y="31557"/>
                </a:lnTo>
                <a:lnTo>
                  <a:pt x="37599" y="31597"/>
                </a:lnTo>
                <a:lnTo>
                  <a:pt x="36617" y="31654"/>
                </a:lnTo>
                <a:lnTo>
                  <a:pt x="35645" y="31726"/>
                </a:lnTo>
                <a:lnTo>
                  <a:pt x="34683" y="31815"/>
                </a:lnTo>
                <a:lnTo>
                  <a:pt x="33732" y="31920"/>
                </a:lnTo>
                <a:lnTo>
                  <a:pt x="32792" y="32040"/>
                </a:lnTo>
                <a:lnTo>
                  <a:pt x="31862" y="32177"/>
                </a:lnTo>
                <a:lnTo>
                  <a:pt x="30944" y="32330"/>
                </a:lnTo>
                <a:lnTo>
                  <a:pt x="30035" y="32499"/>
                </a:lnTo>
                <a:lnTo>
                  <a:pt x="29138" y="32684"/>
                </a:lnTo>
                <a:lnTo>
                  <a:pt x="28250" y="32886"/>
                </a:lnTo>
                <a:lnTo>
                  <a:pt x="27374" y="33103"/>
                </a:lnTo>
                <a:lnTo>
                  <a:pt x="26508" y="33337"/>
                </a:lnTo>
                <a:lnTo>
                  <a:pt x="25653" y="33586"/>
                </a:lnTo>
                <a:lnTo>
                  <a:pt x="24808" y="33852"/>
                </a:lnTo>
                <a:lnTo>
                  <a:pt x="23974" y="34134"/>
                </a:lnTo>
                <a:lnTo>
                  <a:pt x="23151" y="34432"/>
                </a:lnTo>
                <a:lnTo>
                  <a:pt x="22338" y="34746"/>
                </a:lnTo>
                <a:lnTo>
                  <a:pt x="21536" y="35076"/>
                </a:lnTo>
                <a:lnTo>
                  <a:pt x="20745" y="35422"/>
                </a:lnTo>
                <a:lnTo>
                  <a:pt x="19964" y="35784"/>
                </a:lnTo>
                <a:lnTo>
                  <a:pt x="19193" y="36163"/>
                </a:lnTo>
                <a:lnTo>
                  <a:pt x="18436" y="36556"/>
                </a:lnTo>
                <a:lnTo>
                  <a:pt x="17693" y="36964"/>
                </a:lnTo>
                <a:lnTo>
                  <a:pt x="16964" y="37385"/>
                </a:lnTo>
                <a:lnTo>
                  <a:pt x="16250" y="37821"/>
                </a:lnTo>
                <a:lnTo>
                  <a:pt x="15550" y="38271"/>
                </a:lnTo>
                <a:lnTo>
                  <a:pt x="14864" y="38735"/>
                </a:lnTo>
                <a:lnTo>
                  <a:pt x="14194" y="39214"/>
                </a:lnTo>
                <a:lnTo>
                  <a:pt x="13537" y="39706"/>
                </a:lnTo>
                <a:lnTo>
                  <a:pt x="12895" y="40213"/>
                </a:lnTo>
                <a:lnTo>
                  <a:pt x="12268" y="40734"/>
                </a:lnTo>
                <a:lnTo>
                  <a:pt x="11655" y="41269"/>
                </a:lnTo>
                <a:lnTo>
                  <a:pt x="11057" y="41818"/>
                </a:lnTo>
                <a:lnTo>
                  <a:pt x="10473" y="42381"/>
                </a:lnTo>
                <a:lnTo>
                  <a:pt x="9903" y="42959"/>
                </a:lnTo>
                <a:lnTo>
                  <a:pt x="9349" y="43550"/>
                </a:lnTo>
                <a:lnTo>
                  <a:pt x="8808" y="44156"/>
                </a:lnTo>
                <a:lnTo>
                  <a:pt x="8282" y="44776"/>
                </a:lnTo>
                <a:lnTo>
                  <a:pt x="7771" y="45410"/>
                </a:lnTo>
                <a:lnTo>
                  <a:pt x="7274" y="46059"/>
                </a:lnTo>
                <a:lnTo>
                  <a:pt x="6791" y="46721"/>
                </a:lnTo>
                <a:lnTo>
                  <a:pt x="6323" y="47398"/>
                </a:lnTo>
                <a:lnTo>
                  <a:pt x="5869" y="48089"/>
                </a:lnTo>
                <a:lnTo>
                  <a:pt x="5430" y="48794"/>
                </a:lnTo>
                <a:lnTo>
                  <a:pt x="5006" y="49513"/>
                </a:lnTo>
                <a:lnTo>
                  <a:pt x="4597" y="50245"/>
                </a:lnTo>
                <a:lnTo>
                  <a:pt x="4206" y="50990"/>
                </a:lnTo>
                <a:lnTo>
                  <a:pt x="3832" y="51747"/>
                </a:lnTo>
                <a:lnTo>
                  <a:pt x="3476" y="52516"/>
                </a:lnTo>
                <a:lnTo>
                  <a:pt x="3137" y="53297"/>
                </a:lnTo>
                <a:lnTo>
                  <a:pt x="2816" y="54091"/>
                </a:lnTo>
                <a:lnTo>
                  <a:pt x="2512" y="54897"/>
                </a:lnTo>
                <a:lnTo>
                  <a:pt x="2225" y="55715"/>
                </a:lnTo>
                <a:lnTo>
                  <a:pt x="1955" y="56545"/>
                </a:lnTo>
                <a:lnTo>
                  <a:pt x="1703" y="57387"/>
                </a:lnTo>
                <a:lnTo>
                  <a:pt x="1469" y="58242"/>
                </a:lnTo>
                <a:lnTo>
                  <a:pt x="1251" y="59109"/>
                </a:lnTo>
                <a:lnTo>
                  <a:pt x="1052" y="59988"/>
                </a:lnTo>
                <a:lnTo>
                  <a:pt x="869" y="60880"/>
                </a:lnTo>
                <a:lnTo>
                  <a:pt x="704" y="61783"/>
                </a:lnTo>
                <a:lnTo>
                  <a:pt x="556" y="62699"/>
                </a:lnTo>
                <a:lnTo>
                  <a:pt x="426" y="63627"/>
                </a:lnTo>
                <a:lnTo>
                  <a:pt x="313" y="64568"/>
                </a:lnTo>
                <a:lnTo>
                  <a:pt x="217" y="65520"/>
                </a:lnTo>
                <a:lnTo>
                  <a:pt x="139" y="66485"/>
                </a:lnTo>
                <a:lnTo>
                  <a:pt x="78" y="67462"/>
                </a:lnTo>
                <a:lnTo>
                  <a:pt x="35" y="68451"/>
                </a:lnTo>
                <a:lnTo>
                  <a:pt x="9" y="69453"/>
                </a:lnTo>
                <a:lnTo>
                  <a:pt x="0" y="70467"/>
                </a:lnTo>
                <a:lnTo>
                  <a:pt x="0" y="98285"/>
                </a:lnTo>
                <a:lnTo>
                  <a:pt x="9" y="99284"/>
                </a:lnTo>
                <a:lnTo>
                  <a:pt x="35" y="100271"/>
                </a:lnTo>
                <a:lnTo>
                  <a:pt x="78" y="101248"/>
                </a:lnTo>
                <a:lnTo>
                  <a:pt x="139" y="102213"/>
                </a:lnTo>
                <a:lnTo>
                  <a:pt x="217" y="103166"/>
                </a:lnTo>
                <a:lnTo>
                  <a:pt x="313" y="104109"/>
                </a:lnTo>
                <a:lnTo>
                  <a:pt x="426" y="105040"/>
                </a:lnTo>
                <a:lnTo>
                  <a:pt x="556" y="105960"/>
                </a:lnTo>
                <a:lnTo>
                  <a:pt x="704" y="106869"/>
                </a:lnTo>
                <a:lnTo>
                  <a:pt x="869" y="107766"/>
                </a:lnTo>
                <a:lnTo>
                  <a:pt x="1052" y="108653"/>
                </a:lnTo>
                <a:lnTo>
                  <a:pt x="1251" y="109528"/>
                </a:lnTo>
                <a:lnTo>
                  <a:pt x="1469" y="110391"/>
                </a:lnTo>
                <a:lnTo>
                  <a:pt x="1703" y="111244"/>
                </a:lnTo>
                <a:lnTo>
                  <a:pt x="1955" y="112085"/>
                </a:lnTo>
                <a:lnTo>
                  <a:pt x="2225" y="112915"/>
                </a:lnTo>
                <a:lnTo>
                  <a:pt x="2512" y="113733"/>
                </a:lnTo>
                <a:lnTo>
                  <a:pt x="2816" y="114540"/>
                </a:lnTo>
                <a:lnTo>
                  <a:pt x="3137" y="115336"/>
                </a:lnTo>
                <a:lnTo>
                  <a:pt x="3476" y="116121"/>
                </a:lnTo>
                <a:lnTo>
                  <a:pt x="3832" y="116895"/>
                </a:lnTo>
                <a:lnTo>
                  <a:pt x="4206" y="117657"/>
                </a:lnTo>
                <a:lnTo>
                  <a:pt x="4597" y="118408"/>
                </a:lnTo>
                <a:lnTo>
                  <a:pt x="5006" y="119148"/>
                </a:lnTo>
                <a:lnTo>
                  <a:pt x="5430" y="119874"/>
                </a:lnTo>
                <a:lnTo>
                  <a:pt x="5869" y="120587"/>
                </a:lnTo>
                <a:lnTo>
                  <a:pt x="6323" y="121285"/>
                </a:lnTo>
                <a:lnTo>
                  <a:pt x="6791" y="121968"/>
                </a:lnTo>
                <a:lnTo>
                  <a:pt x="7274" y="122637"/>
                </a:lnTo>
                <a:lnTo>
                  <a:pt x="7771" y="123291"/>
                </a:lnTo>
                <a:lnTo>
                  <a:pt x="8282" y="123931"/>
                </a:lnTo>
                <a:lnTo>
                  <a:pt x="8808" y="124556"/>
                </a:lnTo>
                <a:lnTo>
                  <a:pt x="9349" y="125167"/>
                </a:lnTo>
                <a:lnTo>
                  <a:pt x="9903" y="125764"/>
                </a:lnTo>
                <a:lnTo>
                  <a:pt x="10473" y="126345"/>
                </a:lnTo>
                <a:lnTo>
                  <a:pt x="11057" y="126913"/>
                </a:lnTo>
                <a:lnTo>
                  <a:pt x="11655" y="127466"/>
                </a:lnTo>
                <a:lnTo>
                  <a:pt x="12268" y="128004"/>
                </a:lnTo>
                <a:lnTo>
                  <a:pt x="12895" y="128528"/>
                </a:lnTo>
                <a:lnTo>
                  <a:pt x="13537" y="129038"/>
                </a:lnTo>
                <a:lnTo>
                  <a:pt x="14194" y="129532"/>
                </a:lnTo>
                <a:lnTo>
                  <a:pt x="14864" y="130013"/>
                </a:lnTo>
                <a:lnTo>
                  <a:pt x="15550" y="130479"/>
                </a:lnTo>
                <a:lnTo>
                  <a:pt x="16250" y="130930"/>
                </a:lnTo>
                <a:lnTo>
                  <a:pt x="16964" y="131367"/>
                </a:lnTo>
                <a:lnTo>
                  <a:pt x="17693" y="131790"/>
                </a:lnTo>
                <a:lnTo>
                  <a:pt x="18436" y="132198"/>
                </a:lnTo>
                <a:lnTo>
                  <a:pt x="19193" y="132591"/>
                </a:lnTo>
                <a:lnTo>
                  <a:pt x="19964" y="132969"/>
                </a:lnTo>
                <a:lnTo>
                  <a:pt x="20745" y="133332"/>
                </a:lnTo>
                <a:lnTo>
                  <a:pt x="21536" y="133678"/>
                </a:lnTo>
                <a:lnTo>
                  <a:pt x="22338" y="134007"/>
                </a:lnTo>
                <a:lnTo>
                  <a:pt x="23151" y="134321"/>
                </a:lnTo>
                <a:lnTo>
                  <a:pt x="23974" y="134619"/>
                </a:lnTo>
                <a:lnTo>
                  <a:pt x="24808" y="134901"/>
                </a:lnTo>
                <a:lnTo>
                  <a:pt x="25653" y="135166"/>
                </a:lnTo>
                <a:lnTo>
                  <a:pt x="26508" y="135416"/>
                </a:lnTo>
                <a:lnTo>
                  <a:pt x="27374" y="135649"/>
                </a:lnTo>
                <a:lnTo>
                  <a:pt x="28250" y="135866"/>
                </a:lnTo>
                <a:lnTo>
                  <a:pt x="29138" y="136067"/>
                </a:lnTo>
                <a:lnTo>
                  <a:pt x="30035" y="136253"/>
                </a:lnTo>
                <a:lnTo>
                  <a:pt x="30944" y="136422"/>
                </a:lnTo>
                <a:lnTo>
                  <a:pt x="31862" y="136574"/>
                </a:lnTo>
                <a:lnTo>
                  <a:pt x="32792" y="136711"/>
                </a:lnTo>
                <a:lnTo>
                  <a:pt x="33732" y="136832"/>
                </a:lnTo>
                <a:lnTo>
                  <a:pt x="34683" y="136937"/>
                </a:lnTo>
                <a:lnTo>
                  <a:pt x="35645" y="137025"/>
                </a:lnTo>
                <a:lnTo>
                  <a:pt x="36617" y="137097"/>
                </a:lnTo>
                <a:lnTo>
                  <a:pt x="37599" y="137154"/>
                </a:lnTo>
                <a:lnTo>
                  <a:pt x="38593" y="137194"/>
                </a:lnTo>
                <a:lnTo>
                  <a:pt x="39596" y="137218"/>
                </a:lnTo>
                <a:lnTo>
                  <a:pt x="40611" y="137226"/>
                </a:lnTo>
                <a:lnTo>
                  <a:pt x="42067" y="137210"/>
                </a:lnTo>
                <a:lnTo>
                  <a:pt x="43500" y="137161"/>
                </a:lnTo>
                <a:lnTo>
                  <a:pt x="44908" y="137078"/>
                </a:lnTo>
                <a:close/>
                <a:moveTo>
                  <a:pt x="190077" y="65274"/>
                </a:moveTo>
                <a:lnTo>
                  <a:pt x="190059" y="63987"/>
                </a:lnTo>
                <a:lnTo>
                  <a:pt x="190006" y="62723"/>
                </a:lnTo>
                <a:lnTo>
                  <a:pt x="189918" y="61481"/>
                </a:lnTo>
                <a:lnTo>
                  <a:pt x="189794" y="60262"/>
                </a:lnTo>
                <a:lnTo>
                  <a:pt x="189634" y="59065"/>
                </a:lnTo>
                <a:lnTo>
                  <a:pt x="189440" y="57891"/>
                </a:lnTo>
                <a:lnTo>
                  <a:pt x="189209" y="56740"/>
                </a:lnTo>
                <a:lnTo>
                  <a:pt x="188944" y="55611"/>
                </a:lnTo>
                <a:lnTo>
                  <a:pt x="188643" y="54504"/>
                </a:lnTo>
                <a:lnTo>
                  <a:pt x="188306" y="53420"/>
                </a:lnTo>
                <a:lnTo>
                  <a:pt x="187934" y="52359"/>
                </a:lnTo>
                <a:lnTo>
                  <a:pt x="187527" y="51320"/>
                </a:lnTo>
                <a:lnTo>
                  <a:pt x="187084" y="50303"/>
                </a:lnTo>
                <a:lnTo>
                  <a:pt x="186606" y="49310"/>
                </a:lnTo>
                <a:lnTo>
                  <a:pt x="186092" y="48338"/>
                </a:lnTo>
                <a:lnTo>
                  <a:pt x="185543" y="47390"/>
                </a:lnTo>
                <a:lnTo>
                  <a:pt x="184959" y="46463"/>
                </a:lnTo>
                <a:lnTo>
                  <a:pt x="184339" y="45560"/>
                </a:lnTo>
                <a:lnTo>
                  <a:pt x="183684" y="44679"/>
                </a:lnTo>
                <a:lnTo>
                  <a:pt x="182993" y="43820"/>
                </a:lnTo>
                <a:lnTo>
                  <a:pt x="182267" y="42984"/>
                </a:lnTo>
                <a:lnTo>
                  <a:pt x="181506" y="42170"/>
                </a:lnTo>
                <a:lnTo>
                  <a:pt x="180709" y="41379"/>
                </a:lnTo>
                <a:lnTo>
                  <a:pt x="179876" y="40611"/>
                </a:lnTo>
                <a:lnTo>
                  <a:pt x="179013" y="39870"/>
                </a:lnTo>
                <a:lnTo>
                  <a:pt x="178125" y="39160"/>
                </a:lnTo>
                <a:lnTo>
                  <a:pt x="177211" y="38481"/>
                </a:lnTo>
                <a:lnTo>
                  <a:pt x="176271" y="37835"/>
                </a:lnTo>
                <a:lnTo>
                  <a:pt x="175305" y="37220"/>
                </a:lnTo>
                <a:lnTo>
                  <a:pt x="174313" y="36636"/>
                </a:lnTo>
                <a:lnTo>
                  <a:pt x="173296" y="36084"/>
                </a:lnTo>
                <a:lnTo>
                  <a:pt x="172253" y="35563"/>
                </a:lnTo>
                <a:lnTo>
                  <a:pt x="171184" y="35074"/>
                </a:lnTo>
                <a:lnTo>
                  <a:pt x="170090" y="34617"/>
                </a:lnTo>
                <a:lnTo>
                  <a:pt x="168969" y="34191"/>
                </a:lnTo>
                <a:lnTo>
                  <a:pt x="167823" y="33796"/>
                </a:lnTo>
                <a:lnTo>
                  <a:pt x="166652" y="33434"/>
                </a:lnTo>
                <a:lnTo>
                  <a:pt x="165454" y="33102"/>
                </a:lnTo>
                <a:lnTo>
                  <a:pt x="164231" y="32803"/>
                </a:lnTo>
                <a:lnTo>
                  <a:pt x="162981" y="32535"/>
                </a:lnTo>
                <a:lnTo>
                  <a:pt x="161706" y="32298"/>
                </a:lnTo>
                <a:lnTo>
                  <a:pt x="160406" y="32093"/>
                </a:lnTo>
                <a:lnTo>
                  <a:pt x="159079" y="31919"/>
                </a:lnTo>
                <a:lnTo>
                  <a:pt x="157727" y="31777"/>
                </a:lnTo>
                <a:lnTo>
                  <a:pt x="156349" y="31667"/>
                </a:lnTo>
                <a:lnTo>
                  <a:pt x="154946" y="31588"/>
                </a:lnTo>
                <a:lnTo>
                  <a:pt x="153516" y="31541"/>
                </a:lnTo>
                <a:lnTo>
                  <a:pt x="152061" y="31525"/>
                </a:lnTo>
                <a:lnTo>
                  <a:pt x="150726" y="31539"/>
                </a:lnTo>
                <a:lnTo>
                  <a:pt x="149410" y="31579"/>
                </a:lnTo>
                <a:lnTo>
                  <a:pt x="148112" y="31647"/>
                </a:lnTo>
                <a:lnTo>
                  <a:pt x="146833" y="31741"/>
                </a:lnTo>
                <a:lnTo>
                  <a:pt x="145573" y="31863"/>
                </a:lnTo>
                <a:lnTo>
                  <a:pt x="144331" y="32012"/>
                </a:lnTo>
                <a:lnTo>
                  <a:pt x="143108" y="32188"/>
                </a:lnTo>
                <a:lnTo>
                  <a:pt x="141904" y="32391"/>
                </a:lnTo>
                <a:lnTo>
                  <a:pt x="140718" y="32620"/>
                </a:lnTo>
                <a:lnTo>
                  <a:pt x="139551" y="32877"/>
                </a:lnTo>
                <a:lnTo>
                  <a:pt x="138403" y="33161"/>
                </a:lnTo>
                <a:lnTo>
                  <a:pt x="137273" y="33473"/>
                </a:lnTo>
                <a:lnTo>
                  <a:pt x="136162" y="33811"/>
                </a:lnTo>
                <a:lnTo>
                  <a:pt x="135070" y="34176"/>
                </a:lnTo>
                <a:lnTo>
                  <a:pt x="133996" y="34568"/>
                </a:lnTo>
                <a:lnTo>
                  <a:pt x="132941" y="34987"/>
                </a:lnTo>
                <a:lnTo>
                  <a:pt x="131905" y="35434"/>
                </a:lnTo>
                <a:lnTo>
                  <a:pt x="130887" y="35907"/>
                </a:lnTo>
                <a:lnTo>
                  <a:pt x="129888" y="36407"/>
                </a:lnTo>
                <a:lnTo>
                  <a:pt x="128908" y="36935"/>
                </a:lnTo>
                <a:lnTo>
                  <a:pt x="127946" y="37489"/>
                </a:lnTo>
                <a:lnTo>
                  <a:pt x="127004" y="38071"/>
                </a:lnTo>
                <a:lnTo>
                  <a:pt x="126079" y="38679"/>
                </a:lnTo>
                <a:lnTo>
                  <a:pt x="125174" y="39315"/>
                </a:lnTo>
                <a:lnTo>
                  <a:pt x="124293" y="39973"/>
                </a:lnTo>
                <a:lnTo>
                  <a:pt x="123444" y="40650"/>
                </a:lnTo>
                <a:lnTo>
                  <a:pt x="122627" y="41346"/>
                </a:lnTo>
                <a:lnTo>
                  <a:pt x="121841" y="42060"/>
                </a:lnTo>
                <a:lnTo>
                  <a:pt x="121087" y="42793"/>
                </a:lnTo>
                <a:lnTo>
                  <a:pt x="120364" y="43545"/>
                </a:lnTo>
                <a:lnTo>
                  <a:pt x="119673" y="44315"/>
                </a:lnTo>
                <a:lnTo>
                  <a:pt x="119013" y="45104"/>
                </a:lnTo>
                <a:lnTo>
                  <a:pt x="118385" y="45912"/>
                </a:lnTo>
                <a:lnTo>
                  <a:pt x="117788" y="46738"/>
                </a:lnTo>
                <a:lnTo>
                  <a:pt x="117223" y="47583"/>
                </a:lnTo>
                <a:lnTo>
                  <a:pt x="116690" y="48447"/>
                </a:lnTo>
                <a:lnTo>
                  <a:pt x="116188" y="49329"/>
                </a:lnTo>
                <a:lnTo>
                  <a:pt x="115717" y="50230"/>
                </a:lnTo>
                <a:lnTo>
                  <a:pt x="115278" y="51150"/>
                </a:lnTo>
                <a:lnTo>
                  <a:pt x="114871" y="52089"/>
                </a:lnTo>
                <a:lnTo>
                  <a:pt x="114495" y="53046"/>
                </a:lnTo>
                <a:lnTo>
                  <a:pt x="114151" y="54022"/>
                </a:lnTo>
                <a:lnTo>
                  <a:pt x="113839" y="55016"/>
                </a:lnTo>
                <a:lnTo>
                  <a:pt x="113558" y="56029"/>
                </a:lnTo>
                <a:lnTo>
                  <a:pt x="113308" y="57061"/>
                </a:lnTo>
                <a:lnTo>
                  <a:pt x="113090" y="58111"/>
                </a:lnTo>
                <a:lnTo>
                  <a:pt x="112904" y="59181"/>
                </a:lnTo>
                <a:lnTo>
                  <a:pt x="112749" y="60268"/>
                </a:lnTo>
                <a:lnTo>
                  <a:pt x="129438" y="60268"/>
                </a:lnTo>
                <a:lnTo>
                  <a:pt x="129524" y="59732"/>
                </a:lnTo>
                <a:lnTo>
                  <a:pt x="129629" y="59205"/>
                </a:lnTo>
                <a:lnTo>
                  <a:pt x="129751" y="58688"/>
                </a:lnTo>
                <a:lnTo>
                  <a:pt x="129891" y="58180"/>
                </a:lnTo>
                <a:lnTo>
                  <a:pt x="130050" y="57681"/>
                </a:lnTo>
                <a:lnTo>
                  <a:pt x="130226" y="57191"/>
                </a:lnTo>
                <a:lnTo>
                  <a:pt x="130421" y="56711"/>
                </a:lnTo>
                <a:lnTo>
                  <a:pt x="130633" y="56240"/>
                </a:lnTo>
                <a:lnTo>
                  <a:pt x="130864" y="55779"/>
                </a:lnTo>
                <a:lnTo>
                  <a:pt x="131112" y="55326"/>
                </a:lnTo>
                <a:lnTo>
                  <a:pt x="131379" y="54884"/>
                </a:lnTo>
                <a:lnTo>
                  <a:pt x="131663" y="54450"/>
                </a:lnTo>
                <a:lnTo>
                  <a:pt x="131966" y="54026"/>
                </a:lnTo>
                <a:lnTo>
                  <a:pt x="132287" y="53611"/>
                </a:lnTo>
                <a:lnTo>
                  <a:pt x="132625" y="53206"/>
                </a:lnTo>
                <a:lnTo>
                  <a:pt x="132982" y="52810"/>
                </a:lnTo>
                <a:lnTo>
                  <a:pt x="133357" y="52423"/>
                </a:lnTo>
                <a:lnTo>
                  <a:pt x="133749" y="52045"/>
                </a:lnTo>
                <a:lnTo>
                  <a:pt x="134160" y="51677"/>
                </a:lnTo>
                <a:lnTo>
                  <a:pt x="134589" y="51319"/>
                </a:lnTo>
                <a:lnTo>
                  <a:pt x="135035" y="50969"/>
                </a:lnTo>
                <a:lnTo>
                  <a:pt x="135500" y="50629"/>
                </a:lnTo>
                <a:lnTo>
                  <a:pt x="135983" y="50298"/>
                </a:lnTo>
                <a:lnTo>
                  <a:pt x="136484" y="49977"/>
                </a:lnTo>
                <a:lnTo>
                  <a:pt x="136999" y="49667"/>
                </a:lnTo>
                <a:lnTo>
                  <a:pt x="137524" y="49370"/>
                </a:lnTo>
                <a:lnTo>
                  <a:pt x="138060" y="49086"/>
                </a:lnTo>
                <a:lnTo>
                  <a:pt x="138606" y="48815"/>
                </a:lnTo>
                <a:lnTo>
                  <a:pt x="139163" y="48558"/>
                </a:lnTo>
                <a:lnTo>
                  <a:pt x="139729" y="48313"/>
                </a:lnTo>
                <a:lnTo>
                  <a:pt x="140306" y="48082"/>
                </a:lnTo>
                <a:lnTo>
                  <a:pt x="140894" y="47864"/>
                </a:lnTo>
                <a:lnTo>
                  <a:pt x="141491" y="47660"/>
                </a:lnTo>
                <a:lnTo>
                  <a:pt x="142099" y="47468"/>
                </a:lnTo>
                <a:lnTo>
                  <a:pt x="142717" y="47290"/>
                </a:lnTo>
                <a:lnTo>
                  <a:pt x="143346" y="47125"/>
                </a:lnTo>
                <a:lnTo>
                  <a:pt x="143984" y="46973"/>
                </a:lnTo>
                <a:lnTo>
                  <a:pt x="144633" y="46834"/>
                </a:lnTo>
                <a:lnTo>
                  <a:pt x="145293" y="46709"/>
                </a:lnTo>
                <a:lnTo>
                  <a:pt x="145962" y="46597"/>
                </a:lnTo>
                <a:lnTo>
                  <a:pt x="146642" y="46498"/>
                </a:lnTo>
                <a:lnTo>
                  <a:pt x="147333" y="46412"/>
                </a:lnTo>
                <a:lnTo>
                  <a:pt x="148033" y="46339"/>
                </a:lnTo>
                <a:lnTo>
                  <a:pt x="148744" y="46280"/>
                </a:lnTo>
                <a:lnTo>
                  <a:pt x="149465" y="46233"/>
                </a:lnTo>
                <a:lnTo>
                  <a:pt x="150196" y="46200"/>
                </a:lnTo>
                <a:lnTo>
                  <a:pt x="150938" y="46181"/>
                </a:lnTo>
                <a:lnTo>
                  <a:pt x="151690" y="46174"/>
                </a:lnTo>
                <a:lnTo>
                  <a:pt x="152547" y="46183"/>
                </a:lnTo>
                <a:lnTo>
                  <a:pt x="153388" y="46209"/>
                </a:lnTo>
                <a:lnTo>
                  <a:pt x="154212" y="46254"/>
                </a:lnTo>
                <a:lnTo>
                  <a:pt x="155020" y="46316"/>
                </a:lnTo>
                <a:lnTo>
                  <a:pt x="155812" y="46395"/>
                </a:lnTo>
                <a:lnTo>
                  <a:pt x="156587" y="46493"/>
                </a:lnTo>
                <a:lnTo>
                  <a:pt x="157346" y="46608"/>
                </a:lnTo>
                <a:lnTo>
                  <a:pt x="158088" y="46741"/>
                </a:lnTo>
                <a:lnTo>
                  <a:pt x="158814" y="46892"/>
                </a:lnTo>
                <a:lnTo>
                  <a:pt x="159523" y="47060"/>
                </a:lnTo>
                <a:lnTo>
                  <a:pt x="160216" y="47246"/>
                </a:lnTo>
                <a:lnTo>
                  <a:pt x="160893" y="47450"/>
                </a:lnTo>
                <a:lnTo>
                  <a:pt x="161553" y="47671"/>
                </a:lnTo>
                <a:lnTo>
                  <a:pt x="162197" y="47910"/>
                </a:lnTo>
                <a:lnTo>
                  <a:pt x="162824" y="48167"/>
                </a:lnTo>
                <a:lnTo>
                  <a:pt x="163435" y="48442"/>
                </a:lnTo>
                <a:lnTo>
                  <a:pt x="164030" y="48734"/>
                </a:lnTo>
                <a:lnTo>
                  <a:pt x="164608" y="49044"/>
                </a:lnTo>
                <a:lnTo>
                  <a:pt x="165169" y="49372"/>
                </a:lnTo>
                <a:lnTo>
                  <a:pt x="165715" y="49717"/>
                </a:lnTo>
                <a:lnTo>
                  <a:pt x="166243" y="50080"/>
                </a:lnTo>
                <a:lnTo>
                  <a:pt x="166756" y="50461"/>
                </a:lnTo>
                <a:lnTo>
                  <a:pt x="167252" y="50860"/>
                </a:lnTo>
                <a:lnTo>
                  <a:pt x="167731" y="51276"/>
                </a:lnTo>
                <a:lnTo>
                  <a:pt x="168193" y="51708"/>
                </a:lnTo>
                <a:lnTo>
                  <a:pt x="168635" y="52156"/>
                </a:lnTo>
                <a:lnTo>
                  <a:pt x="169057" y="52619"/>
                </a:lnTo>
                <a:lnTo>
                  <a:pt x="169460" y="53097"/>
                </a:lnTo>
                <a:lnTo>
                  <a:pt x="169843" y="53590"/>
                </a:lnTo>
                <a:lnTo>
                  <a:pt x="170206" y="54098"/>
                </a:lnTo>
                <a:lnTo>
                  <a:pt x="170550" y="54621"/>
                </a:lnTo>
                <a:lnTo>
                  <a:pt x="170874" y="55159"/>
                </a:lnTo>
                <a:lnTo>
                  <a:pt x="171178" y="55713"/>
                </a:lnTo>
                <a:lnTo>
                  <a:pt x="171463" y="56282"/>
                </a:lnTo>
                <a:lnTo>
                  <a:pt x="171728" y="56865"/>
                </a:lnTo>
                <a:lnTo>
                  <a:pt x="171974" y="57464"/>
                </a:lnTo>
                <a:lnTo>
                  <a:pt x="172200" y="58078"/>
                </a:lnTo>
                <a:lnTo>
                  <a:pt x="172406" y="58708"/>
                </a:lnTo>
                <a:lnTo>
                  <a:pt x="172592" y="59352"/>
                </a:lnTo>
                <a:lnTo>
                  <a:pt x="172759" y="60011"/>
                </a:lnTo>
                <a:lnTo>
                  <a:pt x="172907" y="60686"/>
                </a:lnTo>
                <a:lnTo>
                  <a:pt x="173034" y="61376"/>
                </a:lnTo>
                <a:lnTo>
                  <a:pt x="173142" y="62080"/>
                </a:lnTo>
                <a:lnTo>
                  <a:pt x="173231" y="62800"/>
                </a:lnTo>
                <a:lnTo>
                  <a:pt x="173299" y="63535"/>
                </a:lnTo>
                <a:lnTo>
                  <a:pt x="173349" y="64286"/>
                </a:lnTo>
                <a:lnTo>
                  <a:pt x="173378" y="65051"/>
                </a:lnTo>
                <a:lnTo>
                  <a:pt x="173388" y="65832"/>
                </a:lnTo>
                <a:lnTo>
                  <a:pt x="173388" y="76030"/>
                </a:lnTo>
                <a:lnTo>
                  <a:pt x="141863" y="76030"/>
                </a:lnTo>
                <a:lnTo>
                  <a:pt x="140560" y="76044"/>
                </a:lnTo>
                <a:lnTo>
                  <a:pt x="139281" y="76086"/>
                </a:lnTo>
                <a:lnTo>
                  <a:pt x="138023" y="76157"/>
                </a:lnTo>
                <a:lnTo>
                  <a:pt x="136788" y="76256"/>
                </a:lnTo>
                <a:lnTo>
                  <a:pt x="135576" y="76384"/>
                </a:lnTo>
                <a:lnTo>
                  <a:pt x="134387" y="76540"/>
                </a:lnTo>
                <a:lnTo>
                  <a:pt x="133219" y="76724"/>
                </a:lnTo>
                <a:lnTo>
                  <a:pt x="132075" y="76936"/>
                </a:lnTo>
                <a:lnTo>
                  <a:pt x="130953" y="77177"/>
                </a:lnTo>
                <a:lnTo>
                  <a:pt x="129853" y="77446"/>
                </a:lnTo>
                <a:lnTo>
                  <a:pt x="128776" y="77744"/>
                </a:lnTo>
                <a:lnTo>
                  <a:pt x="127722" y="78070"/>
                </a:lnTo>
                <a:lnTo>
                  <a:pt x="126690" y="78424"/>
                </a:lnTo>
                <a:lnTo>
                  <a:pt x="125680" y="78806"/>
                </a:lnTo>
                <a:lnTo>
                  <a:pt x="124694" y="79217"/>
                </a:lnTo>
                <a:lnTo>
                  <a:pt x="123729" y="79657"/>
                </a:lnTo>
                <a:lnTo>
                  <a:pt x="122787" y="80124"/>
                </a:lnTo>
                <a:lnTo>
                  <a:pt x="121868" y="80620"/>
                </a:lnTo>
                <a:lnTo>
                  <a:pt x="120972" y="81144"/>
                </a:lnTo>
                <a:lnTo>
                  <a:pt x="120097" y="81697"/>
                </a:lnTo>
                <a:lnTo>
                  <a:pt x="119246" y="82278"/>
                </a:lnTo>
                <a:lnTo>
                  <a:pt x="118417" y="82887"/>
                </a:lnTo>
                <a:lnTo>
                  <a:pt x="117610" y="83524"/>
                </a:lnTo>
                <a:lnTo>
                  <a:pt x="116826" y="84190"/>
                </a:lnTo>
                <a:lnTo>
                  <a:pt x="116070" y="84881"/>
                </a:lnTo>
                <a:lnTo>
                  <a:pt x="115346" y="85593"/>
                </a:lnTo>
                <a:lnTo>
                  <a:pt x="114654" y="86326"/>
                </a:lnTo>
                <a:lnTo>
                  <a:pt x="113994" y="87080"/>
                </a:lnTo>
                <a:lnTo>
                  <a:pt x="113366" y="87856"/>
                </a:lnTo>
                <a:lnTo>
                  <a:pt x="112771" y="88653"/>
                </a:lnTo>
                <a:lnTo>
                  <a:pt x="112207" y="89471"/>
                </a:lnTo>
                <a:lnTo>
                  <a:pt x="111676" y="90310"/>
                </a:lnTo>
                <a:lnTo>
                  <a:pt x="111177" y="91171"/>
                </a:lnTo>
                <a:lnTo>
                  <a:pt x="110711" y="92053"/>
                </a:lnTo>
                <a:lnTo>
                  <a:pt x="110276" y="92956"/>
                </a:lnTo>
                <a:lnTo>
                  <a:pt x="109874" y="93880"/>
                </a:lnTo>
                <a:lnTo>
                  <a:pt x="109504" y="94826"/>
                </a:lnTo>
                <a:lnTo>
                  <a:pt x="109166" y="95793"/>
                </a:lnTo>
                <a:lnTo>
                  <a:pt x="108860" y="96781"/>
                </a:lnTo>
                <a:lnTo>
                  <a:pt x="108586" y="97790"/>
                </a:lnTo>
                <a:lnTo>
                  <a:pt x="108345" y="98821"/>
                </a:lnTo>
                <a:lnTo>
                  <a:pt x="108136" y="99872"/>
                </a:lnTo>
                <a:lnTo>
                  <a:pt x="107959" y="100946"/>
                </a:lnTo>
                <a:lnTo>
                  <a:pt x="107814" y="102040"/>
                </a:lnTo>
                <a:lnTo>
                  <a:pt x="107701" y="103155"/>
                </a:lnTo>
                <a:lnTo>
                  <a:pt x="107621" y="104292"/>
                </a:lnTo>
                <a:lnTo>
                  <a:pt x="107572" y="105450"/>
                </a:lnTo>
                <a:lnTo>
                  <a:pt x="107556" y="106629"/>
                </a:lnTo>
                <a:lnTo>
                  <a:pt x="107572" y="107794"/>
                </a:lnTo>
                <a:lnTo>
                  <a:pt x="107621" y="108938"/>
                </a:lnTo>
                <a:lnTo>
                  <a:pt x="107701" y="110062"/>
                </a:lnTo>
                <a:lnTo>
                  <a:pt x="107814" y="111165"/>
                </a:lnTo>
                <a:lnTo>
                  <a:pt x="107959" y="112248"/>
                </a:lnTo>
                <a:lnTo>
                  <a:pt x="108136" y="113311"/>
                </a:lnTo>
                <a:lnTo>
                  <a:pt x="108345" y="114354"/>
                </a:lnTo>
                <a:lnTo>
                  <a:pt x="108586" y="115376"/>
                </a:lnTo>
                <a:lnTo>
                  <a:pt x="108860" y="116378"/>
                </a:lnTo>
                <a:lnTo>
                  <a:pt x="109166" y="117360"/>
                </a:lnTo>
                <a:lnTo>
                  <a:pt x="109504" y="118322"/>
                </a:lnTo>
                <a:lnTo>
                  <a:pt x="109874" y="119263"/>
                </a:lnTo>
                <a:lnTo>
                  <a:pt x="110276" y="120184"/>
                </a:lnTo>
                <a:lnTo>
                  <a:pt x="110711" y="121084"/>
                </a:lnTo>
                <a:lnTo>
                  <a:pt x="111177" y="121965"/>
                </a:lnTo>
                <a:lnTo>
                  <a:pt x="111676" y="122825"/>
                </a:lnTo>
                <a:lnTo>
                  <a:pt x="112207" y="123665"/>
                </a:lnTo>
                <a:lnTo>
                  <a:pt x="112771" y="124484"/>
                </a:lnTo>
                <a:lnTo>
                  <a:pt x="113366" y="125283"/>
                </a:lnTo>
                <a:lnTo>
                  <a:pt x="113994" y="126062"/>
                </a:lnTo>
                <a:lnTo>
                  <a:pt x="114654" y="126821"/>
                </a:lnTo>
                <a:lnTo>
                  <a:pt x="115346" y="127559"/>
                </a:lnTo>
                <a:lnTo>
                  <a:pt x="116070" y="128277"/>
                </a:lnTo>
                <a:lnTo>
                  <a:pt x="116826" y="128975"/>
                </a:lnTo>
                <a:lnTo>
                  <a:pt x="117611" y="129648"/>
                </a:lnTo>
                <a:lnTo>
                  <a:pt x="118419" y="130293"/>
                </a:lnTo>
                <a:lnTo>
                  <a:pt x="119252" y="130909"/>
                </a:lnTo>
                <a:lnTo>
                  <a:pt x="120108" y="131496"/>
                </a:lnTo>
                <a:lnTo>
                  <a:pt x="120988" y="132055"/>
                </a:lnTo>
                <a:lnTo>
                  <a:pt x="121891" y="132585"/>
                </a:lnTo>
                <a:lnTo>
                  <a:pt x="122819" y="133086"/>
                </a:lnTo>
                <a:lnTo>
                  <a:pt x="123770" y="133559"/>
                </a:lnTo>
                <a:lnTo>
                  <a:pt x="124746" y="134003"/>
                </a:lnTo>
                <a:lnTo>
                  <a:pt x="125745" y="134418"/>
                </a:lnTo>
                <a:lnTo>
                  <a:pt x="126768" y="134805"/>
                </a:lnTo>
                <a:lnTo>
                  <a:pt x="127814" y="135163"/>
                </a:lnTo>
                <a:lnTo>
                  <a:pt x="128885" y="135493"/>
                </a:lnTo>
                <a:lnTo>
                  <a:pt x="129979" y="135794"/>
                </a:lnTo>
                <a:lnTo>
                  <a:pt x="131098" y="136066"/>
                </a:lnTo>
                <a:lnTo>
                  <a:pt x="132240" y="136309"/>
                </a:lnTo>
                <a:lnTo>
                  <a:pt x="133405" y="136524"/>
                </a:lnTo>
                <a:lnTo>
                  <a:pt x="134595" y="136710"/>
                </a:lnTo>
                <a:lnTo>
                  <a:pt x="135809" y="136868"/>
                </a:lnTo>
                <a:lnTo>
                  <a:pt x="137046" y="136997"/>
                </a:lnTo>
                <a:lnTo>
                  <a:pt x="138307" y="137097"/>
                </a:lnTo>
                <a:lnTo>
                  <a:pt x="139592" y="137169"/>
                </a:lnTo>
                <a:lnTo>
                  <a:pt x="140901" y="137212"/>
                </a:lnTo>
                <a:lnTo>
                  <a:pt x="142234" y="137226"/>
                </a:lnTo>
                <a:lnTo>
                  <a:pt x="143414" y="137215"/>
                </a:lnTo>
                <a:lnTo>
                  <a:pt x="144574" y="137181"/>
                </a:lnTo>
                <a:lnTo>
                  <a:pt x="145715" y="137125"/>
                </a:lnTo>
                <a:lnTo>
                  <a:pt x="146836" y="137046"/>
                </a:lnTo>
                <a:lnTo>
                  <a:pt x="147937" y="136945"/>
                </a:lnTo>
                <a:lnTo>
                  <a:pt x="149019" y="136821"/>
                </a:lnTo>
                <a:lnTo>
                  <a:pt x="150081" y="136674"/>
                </a:lnTo>
                <a:lnTo>
                  <a:pt x="151124" y="136505"/>
                </a:lnTo>
                <a:lnTo>
                  <a:pt x="152147" y="136314"/>
                </a:lnTo>
                <a:lnTo>
                  <a:pt x="153150" y="136100"/>
                </a:lnTo>
                <a:lnTo>
                  <a:pt x="154134" y="135863"/>
                </a:lnTo>
                <a:lnTo>
                  <a:pt x="155098" y="135604"/>
                </a:lnTo>
                <a:lnTo>
                  <a:pt x="156042" y="135322"/>
                </a:lnTo>
                <a:lnTo>
                  <a:pt x="156967" y="135018"/>
                </a:lnTo>
                <a:lnTo>
                  <a:pt x="157872" y="134692"/>
                </a:lnTo>
                <a:lnTo>
                  <a:pt x="158757" y="134342"/>
                </a:lnTo>
                <a:lnTo>
                  <a:pt x="159623" y="133971"/>
                </a:lnTo>
                <a:lnTo>
                  <a:pt x="160469" y="133576"/>
                </a:lnTo>
                <a:lnTo>
                  <a:pt x="161296" y="133160"/>
                </a:lnTo>
                <a:lnTo>
                  <a:pt x="162103" y="132720"/>
                </a:lnTo>
                <a:lnTo>
                  <a:pt x="162890" y="132259"/>
                </a:lnTo>
                <a:lnTo>
                  <a:pt x="163658" y="131774"/>
                </a:lnTo>
                <a:lnTo>
                  <a:pt x="164405" y="131267"/>
                </a:lnTo>
                <a:lnTo>
                  <a:pt x="165134" y="130738"/>
                </a:lnTo>
                <a:lnTo>
                  <a:pt x="165838" y="130189"/>
                </a:lnTo>
                <a:lnTo>
                  <a:pt x="166511" y="129624"/>
                </a:lnTo>
                <a:lnTo>
                  <a:pt x="167155" y="129043"/>
                </a:lnTo>
                <a:lnTo>
                  <a:pt x="167769" y="128445"/>
                </a:lnTo>
                <a:lnTo>
                  <a:pt x="168353" y="127832"/>
                </a:lnTo>
                <a:lnTo>
                  <a:pt x="168907" y="127203"/>
                </a:lnTo>
                <a:lnTo>
                  <a:pt x="169431" y="126557"/>
                </a:lnTo>
                <a:lnTo>
                  <a:pt x="169925" y="125895"/>
                </a:lnTo>
                <a:lnTo>
                  <a:pt x="170389" y="125218"/>
                </a:lnTo>
                <a:lnTo>
                  <a:pt x="170824" y="124524"/>
                </a:lnTo>
                <a:lnTo>
                  <a:pt x="171228" y="123814"/>
                </a:lnTo>
                <a:lnTo>
                  <a:pt x="171602" y="123088"/>
                </a:lnTo>
                <a:lnTo>
                  <a:pt x="171947" y="122346"/>
                </a:lnTo>
                <a:lnTo>
                  <a:pt x="172261" y="121588"/>
                </a:lnTo>
                <a:lnTo>
                  <a:pt x="172546" y="120813"/>
                </a:lnTo>
                <a:lnTo>
                  <a:pt x="172800" y="120023"/>
                </a:lnTo>
                <a:lnTo>
                  <a:pt x="173025" y="119216"/>
                </a:lnTo>
                <a:lnTo>
                  <a:pt x="173219" y="118394"/>
                </a:lnTo>
                <a:lnTo>
                  <a:pt x="173384" y="117555"/>
                </a:lnTo>
                <a:lnTo>
                  <a:pt x="173519" y="116700"/>
                </a:lnTo>
                <a:lnTo>
                  <a:pt x="173615" y="115902"/>
                </a:lnTo>
                <a:lnTo>
                  <a:pt x="173759" y="115902"/>
                </a:lnTo>
                <a:lnTo>
                  <a:pt x="173759" y="135373"/>
                </a:lnTo>
                <a:lnTo>
                  <a:pt x="190077" y="135373"/>
                </a:lnTo>
                <a:lnTo>
                  <a:pt x="190077" y="65274"/>
                </a:lnTo>
                <a:close/>
                <a:moveTo>
                  <a:pt x="142978" y="123923"/>
                </a:moveTo>
                <a:lnTo>
                  <a:pt x="142184" y="123847"/>
                </a:lnTo>
                <a:lnTo>
                  <a:pt x="141405" y="123753"/>
                </a:lnTo>
                <a:lnTo>
                  <a:pt x="140642" y="123642"/>
                </a:lnTo>
                <a:lnTo>
                  <a:pt x="139895" y="123514"/>
                </a:lnTo>
                <a:lnTo>
                  <a:pt x="139164" y="123369"/>
                </a:lnTo>
                <a:lnTo>
                  <a:pt x="138448" y="123207"/>
                </a:lnTo>
                <a:lnTo>
                  <a:pt x="137749" y="123028"/>
                </a:lnTo>
                <a:lnTo>
                  <a:pt x="137064" y="122832"/>
                </a:lnTo>
                <a:lnTo>
                  <a:pt x="136396" y="122619"/>
                </a:lnTo>
                <a:lnTo>
                  <a:pt x="135744" y="122388"/>
                </a:lnTo>
                <a:lnTo>
                  <a:pt x="135107" y="122141"/>
                </a:lnTo>
                <a:lnTo>
                  <a:pt x="134486" y="121877"/>
                </a:lnTo>
                <a:lnTo>
                  <a:pt x="133881" y="121595"/>
                </a:lnTo>
                <a:lnTo>
                  <a:pt x="133291" y="121297"/>
                </a:lnTo>
                <a:lnTo>
                  <a:pt x="132718" y="120981"/>
                </a:lnTo>
                <a:lnTo>
                  <a:pt x="132160" y="120649"/>
                </a:lnTo>
                <a:lnTo>
                  <a:pt x="131618" y="120299"/>
                </a:lnTo>
                <a:lnTo>
                  <a:pt x="131091" y="119932"/>
                </a:lnTo>
                <a:lnTo>
                  <a:pt x="130581" y="119548"/>
                </a:lnTo>
                <a:lnTo>
                  <a:pt x="130086" y="119148"/>
                </a:lnTo>
                <a:lnTo>
                  <a:pt x="129609" y="118732"/>
                </a:lnTo>
                <a:lnTo>
                  <a:pt x="129153" y="118303"/>
                </a:lnTo>
                <a:lnTo>
                  <a:pt x="128717" y="117862"/>
                </a:lnTo>
                <a:lnTo>
                  <a:pt x="128301" y="117409"/>
                </a:lnTo>
                <a:lnTo>
                  <a:pt x="127906" y="116943"/>
                </a:lnTo>
                <a:lnTo>
                  <a:pt x="127531" y="116464"/>
                </a:lnTo>
                <a:lnTo>
                  <a:pt x="127176" y="115973"/>
                </a:lnTo>
                <a:lnTo>
                  <a:pt x="126841" y="115469"/>
                </a:lnTo>
                <a:lnTo>
                  <a:pt x="126527" y="114953"/>
                </a:lnTo>
                <a:lnTo>
                  <a:pt x="126233" y="114424"/>
                </a:lnTo>
                <a:lnTo>
                  <a:pt x="125959" y="113882"/>
                </a:lnTo>
                <a:lnTo>
                  <a:pt x="125706" y="113328"/>
                </a:lnTo>
                <a:lnTo>
                  <a:pt x="125472" y="112762"/>
                </a:lnTo>
                <a:lnTo>
                  <a:pt x="125259" y="112183"/>
                </a:lnTo>
                <a:lnTo>
                  <a:pt x="125067" y="111591"/>
                </a:lnTo>
                <a:lnTo>
                  <a:pt x="124894" y="110987"/>
                </a:lnTo>
                <a:lnTo>
                  <a:pt x="124742" y="110370"/>
                </a:lnTo>
                <a:lnTo>
                  <a:pt x="124611" y="109741"/>
                </a:lnTo>
                <a:lnTo>
                  <a:pt x="124499" y="109099"/>
                </a:lnTo>
                <a:lnTo>
                  <a:pt x="124408" y="108445"/>
                </a:lnTo>
                <a:lnTo>
                  <a:pt x="124337" y="107778"/>
                </a:lnTo>
                <a:lnTo>
                  <a:pt x="124286" y="107098"/>
                </a:lnTo>
                <a:lnTo>
                  <a:pt x="124256" y="106406"/>
                </a:lnTo>
                <a:lnTo>
                  <a:pt x="124245" y="105701"/>
                </a:lnTo>
                <a:lnTo>
                  <a:pt x="124254" y="105042"/>
                </a:lnTo>
                <a:lnTo>
                  <a:pt x="124279" y="104395"/>
                </a:lnTo>
                <a:lnTo>
                  <a:pt x="124321" y="103760"/>
                </a:lnTo>
                <a:lnTo>
                  <a:pt x="124379" y="103136"/>
                </a:lnTo>
                <a:lnTo>
                  <a:pt x="124455" y="102524"/>
                </a:lnTo>
                <a:lnTo>
                  <a:pt x="124547" y="101923"/>
                </a:lnTo>
                <a:lnTo>
                  <a:pt x="124656" y="101334"/>
                </a:lnTo>
                <a:lnTo>
                  <a:pt x="124781" y="100756"/>
                </a:lnTo>
                <a:lnTo>
                  <a:pt x="124924" y="100190"/>
                </a:lnTo>
                <a:lnTo>
                  <a:pt x="125083" y="99636"/>
                </a:lnTo>
                <a:lnTo>
                  <a:pt x="125258" y="99093"/>
                </a:lnTo>
                <a:lnTo>
                  <a:pt x="125451" y="98562"/>
                </a:lnTo>
                <a:lnTo>
                  <a:pt x="125660" y="98042"/>
                </a:lnTo>
                <a:lnTo>
                  <a:pt x="125886" y="97534"/>
                </a:lnTo>
                <a:lnTo>
                  <a:pt x="126129" y="97038"/>
                </a:lnTo>
                <a:lnTo>
                  <a:pt x="126388" y="96553"/>
                </a:lnTo>
                <a:lnTo>
                  <a:pt x="126665" y="96080"/>
                </a:lnTo>
                <a:lnTo>
                  <a:pt x="126958" y="95618"/>
                </a:lnTo>
                <a:lnTo>
                  <a:pt x="127267" y="95168"/>
                </a:lnTo>
                <a:lnTo>
                  <a:pt x="127594" y="94730"/>
                </a:lnTo>
                <a:lnTo>
                  <a:pt x="127937" y="94303"/>
                </a:lnTo>
                <a:lnTo>
                  <a:pt x="128297" y="93888"/>
                </a:lnTo>
                <a:lnTo>
                  <a:pt x="128674" y="93484"/>
                </a:lnTo>
                <a:lnTo>
                  <a:pt x="129067" y="93092"/>
                </a:lnTo>
                <a:lnTo>
                  <a:pt x="129475" y="92714"/>
                </a:lnTo>
                <a:lnTo>
                  <a:pt x="129895" y="92352"/>
                </a:lnTo>
                <a:lnTo>
                  <a:pt x="130328" y="92005"/>
                </a:lnTo>
                <a:lnTo>
                  <a:pt x="130772" y="91675"/>
                </a:lnTo>
                <a:lnTo>
                  <a:pt x="131229" y="91361"/>
                </a:lnTo>
                <a:lnTo>
                  <a:pt x="131698" y="91063"/>
                </a:lnTo>
                <a:lnTo>
                  <a:pt x="132180" y="90781"/>
                </a:lnTo>
                <a:lnTo>
                  <a:pt x="132673" y="90516"/>
                </a:lnTo>
                <a:lnTo>
                  <a:pt x="133179" y="90266"/>
                </a:lnTo>
                <a:lnTo>
                  <a:pt x="133697" y="90033"/>
                </a:lnTo>
                <a:lnTo>
                  <a:pt x="134227" y="89815"/>
                </a:lnTo>
                <a:lnTo>
                  <a:pt x="134770" y="89614"/>
                </a:lnTo>
                <a:lnTo>
                  <a:pt x="135324" y="89429"/>
                </a:lnTo>
                <a:lnTo>
                  <a:pt x="135891" y="89260"/>
                </a:lnTo>
                <a:lnTo>
                  <a:pt x="136470" y="89107"/>
                </a:lnTo>
                <a:lnTo>
                  <a:pt x="137062" y="88970"/>
                </a:lnTo>
                <a:lnTo>
                  <a:pt x="137666" y="88849"/>
                </a:lnTo>
                <a:lnTo>
                  <a:pt x="138281" y="88744"/>
                </a:lnTo>
                <a:lnTo>
                  <a:pt x="138909" y="88656"/>
                </a:lnTo>
                <a:lnTo>
                  <a:pt x="139550" y="88583"/>
                </a:lnTo>
                <a:lnTo>
                  <a:pt x="140202" y="88527"/>
                </a:lnTo>
                <a:lnTo>
                  <a:pt x="140867" y="88487"/>
                </a:lnTo>
                <a:lnTo>
                  <a:pt x="141544" y="88463"/>
                </a:lnTo>
                <a:lnTo>
                  <a:pt x="142234" y="88455"/>
                </a:lnTo>
                <a:lnTo>
                  <a:pt x="173388" y="88455"/>
                </a:lnTo>
                <a:lnTo>
                  <a:pt x="173388" y="102920"/>
                </a:lnTo>
                <a:lnTo>
                  <a:pt x="173375" y="103687"/>
                </a:lnTo>
                <a:lnTo>
                  <a:pt x="173335" y="104442"/>
                </a:lnTo>
                <a:lnTo>
                  <a:pt x="173269" y="105186"/>
                </a:lnTo>
                <a:lnTo>
                  <a:pt x="173177" y="105918"/>
                </a:lnTo>
                <a:lnTo>
                  <a:pt x="173058" y="106638"/>
                </a:lnTo>
                <a:lnTo>
                  <a:pt x="172913" y="107347"/>
                </a:lnTo>
                <a:lnTo>
                  <a:pt x="172741" y="108045"/>
                </a:lnTo>
                <a:lnTo>
                  <a:pt x="172543" y="108730"/>
                </a:lnTo>
                <a:lnTo>
                  <a:pt x="172319" y="109405"/>
                </a:lnTo>
                <a:lnTo>
                  <a:pt x="172068" y="110067"/>
                </a:lnTo>
                <a:lnTo>
                  <a:pt x="171791" y="110718"/>
                </a:lnTo>
                <a:lnTo>
                  <a:pt x="171487" y="111358"/>
                </a:lnTo>
                <a:lnTo>
                  <a:pt x="171157" y="111985"/>
                </a:lnTo>
                <a:lnTo>
                  <a:pt x="170801" y="112602"/>
                </a:lnTo>
                <a:lnTo>
                  <a:pt x="170418" y="113206"/>
                </a:lnTo>
                <a:lnTo>
                  <a:pt x="170009" y="113799"/>
                </a:lnTo>
                <a:lnTo>
                  <a:pt x="169573" y="114381"/>
                </a:lnTo>
                <a:lnTo>
                  <a:pt x="169111" y="114951"/>
                </a:lnTo>
                <a:lnTo>
                  <a:pt x="168623" y="115509"/>
                </a:lnTo>
                <a:lnTo>
                  <a:pt x="168108" y="116055"/>
                </a:lnTo>
                <a:lnTo>
                  <a:pt x="167567" y="116591"/>
                </a:lnTo>
                <a:lnTo>
                  <a:pt x="166999" y="117114"/>
                </a:lnTo>
                <a:lnTo>
                  <a:pt x="166405" y="117626"/>
                </a:lnTo>
                <a:lnTo>
                  <a:pt x="165785" y="118126"/>
                </a:lnTo>
                <a:lnTo>
                  <a:pt x="165144" y="118610"/>
                </a:lnTo>
                <a:lnTo>
                  <a:pt x="164488" y="119074"/>
                </a:lnTo>
                <a:lnTo>
                  <a:pt x="163817" y="119517"/>
                </a:lnTo>
                <a:lnTo>
                  <a:pt x="163132" y="119939"/>
                </a:lnTo>
                <a:lnTo>
                  <a:pt x="162432" y="120341"/>
                </a:lnTo>
                <a:lnTo>
                  <a:pt x="161716" y="120722"/>
                </a:lnTo>
                <a:lnTo>
                  <a:pt x="160987" y="121083"/>
                </a:lnTo>
                <a:lnTo>
                  <a:pt x="160242" y="121423"/>
                </a:lnTo>
                <a:lnTo>
                  <a:pt x="159483" y="121742"/>
                </a:lnTo>
                <a:lnTo>
                  <a:pt x="158708" y="122041"/>
                </a:lnTo>
                <a:lnTo>
                  <a:pt x="157919" y="122319"/>
                </a:lnTo>
                <a:lnTo>
                  <a:pt x="157115" y="122576"/>
                </a:lnTo>
                <a:lnTo>
                  <a:pt x="156297" y="122813"/>
                </a:lnTo>
                <a:lnTo>
                  <a:pt x="155463" y="123030"/>
                </a:lnTo>
                <a:lnTo>
                  <a:pt x="154615" y="123225"/>
                </a:lnTo>
                <a:lnTo>
                  <a:pt x="153752" y="123401"/>
                </a:lnTo>
                <a:lnTo>
                  <a:pt x="152874" y="123555"/>
                </a:lnTo>
                <a:lnTo>
                  <a:pt x="151981" y="123689"/>
                </a:lnTo>
                <a:lnTo>
                  <a:pt x="151074" y="123802"/>
                </a:lnTo>
                <a:lnTo>
                  <a:pt x="150151" y="123895"/>
                </a:lnTo>
                <a:lnTo>
                  <a:pt x="149214" y="123967"/>
                </a:lnTo>
                <a:lnTo>
                  <a:pt x="148262" y="124019"/>
                </a:lnTo>
                <a:lnTo>
                  <a:pt x="147295" y="124050"/>
                </a:lnTo>
                <a:lnTo>
                  <a:pt x="146314" y="124060"/>
                </a:lnTo>
                <a:lnTo>
                  <a:pt x="145456" y="124051"/>
                </a:lnTo>
                <a:lnTo>
                  <a:pt x="144615" y="124026"/>
                </a:lnTo>
                <a:lnTo>
                  <a:pt x="143789" y="123983"/>
                </a:lnTo>
                <a:lnTo>
                  <a:pt x="142978" y="1239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6CE9C-A06C-4FE9-A9F7-6136625F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514" y="2137506"/>
            <a:ext cx="274633" cy="532606"/>
          </a:xfrm>
          <a:custGeom xmlns:a="http://schemas.openxmlformats.org/drawingml/2006/main">
            <a:pathLst>
              <a:path w="274633" h="532606">
                <a:moveTo>
                  <a:pt x="25014" y="532606"/>
                </a:moveTo>
                <a:cubicBezTo>
                  <a:pt x="19898" y="513998"/>
                  <a:pt x="16027" y="496024"/>
                  <a:pt x="12179" y="478707"/>
                </a:cubicBezTo>
                <a:lnTo>
                  <a:pt x="28862" y="474859"/>
                </a:lnTo>
                <a:cubicBezTo>
                  <a:pt x="32077" y="492176"/>
                  <a:pt x="36582" y="510150"/>
                  <a:pt x="41698" y="528101"/>
                </a:cubicBezTo>
                <a:lnTo>
                  <a:pt x="25014" y="532606"/>
                </a:lnTo>
                <a:close/>
                <a:moveTo>
                  <a:pt x="3848" y="426732"/>
                </a:moveTo>
                <a:cubicBezTo>
                  <a:pt x="1924" y="410049"/>
                  <a:pt x="634" y="393365"/>
                  <a:pt x="0" y="377315"/>
                </a:cubicBezTo>
                <a:lnTo>
                  <a:pt x="17317" y="377315"/>
                </a:lnTo>
                <a:cubicBezTo>
                  <a:pt x="17317" y="392709"/>
                  <a:pt x="18608" y="408125"/>
                  <a:pt x="20532" y="424808"/>
                </a:cubicBezTo>
                <a:lnTo>
                  <a:pt x="3848" y="426732"/>
                </a:lnTo>
                <a:close/>
                <a:moveTo>
                  <a:pt x="1924" y="325974"/>
                </a:moveTo>
                <a:cubicBezTo>
                  <a:pt x="3214" y="307367"/>
                  <a:pt x="6406" y="289393"/>
                  <a:pt x="10255" y="272709"/>
                </a:cubicBezTo>
                <a:lnTo>
                  <a:pt x="26304" y="276580"/>
                </a:lnTo>
                <a:cubicBezTo>
                  <a:pt x="23090" y="292607"/>
                  <a:pt x="20532" y="309291"/>
                  <a:pt x="18608" y="327265"/>
                </a:cubicBezTo>
                <a:lnTo>
                  <a:pt x="1924" y="325974"/>
                </a:lnTo>
                <a:close/>
                <a:moveTo>
                  <a:pt x="25014" y="223949"/>
                </a:moveTo>
                <a:cubicBezTo>
                  <a:pt x="31443" y="207899"/>
                  <a:pt x="38506" y="192506"/>
                  <a:pt x="46836" y="177747"/>
                </a:cubicBezTo>
                <a:lnTo>
                  <a:pt x="61596" y="186100"/>
                </a:lnTo>
                <a:cubicBezTo>
                  <a:pt x="53899" y="200203"/>
                  <a:pt x="46836" y="214962"/>
                  <a:pt x="41064" y="229721"/>
                </a:cubicBezTo>
                <a:lnTo>
                  <a:pt x="25014" y="223949"/>
                </a:lnTo>
                <a:close/>
                <a:moveTo>
                  <a:pt x="76355" y="134759"/>
                </a:moveTo>
                <a:cubicBezTo>
                  <a:pt x="87266" y="121290"/>
                  <a:pt x="99445" y="108454"/>
                  <a:pt x="112937" y="95619"/>
                </a:cubicBezTo>
                <a:lnTo>
                  <a:pt x="124481" y="108454"/>
                </a:lnTo>
                <a:cubicBezTo>
                  <a:pt x="111646" y="119999"/>
                  <a:pt x="100101" y="132835"/>
                  <a:pt x="89824" y="145670"/>
                </a:cubicBezTo>
                <a:lnTo>
                  <a:pt x="76355" y="134759"/>
                </a:lnTo>
                <a:close/>
                <a:moveTo>
                  <a:pt x="152076" y="64176"/>
                </a:moveTo>
                <a:cubicBezTo>
                  <a:pt x="165545" y="54555"/>
                  <a:pt x="179671" y="45569"/>
                  <a:pt x="194430" y="36582"/>
                </a:cubicBezTo>
                <a:lnTo>
                  <a:pt x="202761" y="51341"/>
                </a:lnTo>
                <a:cubicBezTo>
                  <a:pt x="188658" y="59671"/>
                  <a:pt x="175166" y="68658"/>
                  <a:pt x="162331" y="77645"/>
                </a:cubicBezTo>
                <a:lnTo>
                  <a:pt x="152076" y="64176"/>
                </a:lnTo>
                <a:close/>
                <a:moveTo>
                  <a:pt x="241900" y="11545"/>
                </a:moveTo>
                <a:cubicBezTo>
                  <a:pt x="250887" y="7697"/>
                  <a:pt x="259240" y="3848"/>
                  <a:pt x="268227" y="0"/>
                </a:cubicBezTo>
                <a:lnTo>
                  <a:pt x="274633" y="15416"/>
                </a:lnTo>
                <a:cubicBezTo>
                  <a:pt x="266303" y="19264"/>
                  <a:pt x="257950" y="23112"/>
                  <a:pt x="249619" y="26961"/>
                </a:cubicBezTo>
                <a:lnTo>
                  <a:pt x="241900" y="11545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338B9-4D33-4562-A585-5884FBC6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071" y="2120823"/>
            <a:ext cx="76355" cy="62886"/>
          </a:xfrm>
          <a:custGeom xmlns:a="http://schemas.openxmlformats.org/drawingml/2006/main">
            <a:pathLst>
              <a:path w="76355" h="62886">
                <a:moveTo>
                  <a:pt x="76355" y="5139"/>
                </a:moveTo>
                <a:lnTo>
                  <a:pt x="25670" y="62886"/>
                </a:lnTo>
                <a:lnTo>
                  <a:pt x="28228" y="25037"/>
                </a:lnTo>
                <a:lnTo>
                  <a:pt x="0" y="0"/>
                </a:lnTo>
                <a:lnTo>
                  <a:pt x="76355" y="5139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E9AA24-A351-4C25-9558-9D51E793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071" y="2120823"/>
            <a:ext cx="76355" cy="62886"/>
          </a:xfrm>
          <a:custGeom xmlns:a="http://schemas.openxmlformats.org/drawingml/2006/main">
            <a:pathLst>
              <a:path w="76355" h="62886" fill="none">
                <a:moveTo>
                  <a:pt x="76355" y="5139"/>
                </a:moveTo>
                <a:lnTo>
                  <a:pt x="25670" y="62886"/>
                </a:lnTo>
                <a:lnTo>
                  <a:pt x="28228" y="25037"/>
                </a:lnTo>
                <a:lnTo>
                  <a:pt x="0" y="0"/>
                </a:lnTo>
                <a:lnTo>
                  <a:pt x="76355" y="51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FF3333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02B25-3C9B-4ED0-973F-4644AF6C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149" y="2777910"/>
            <a:ext cx="1377038" cy="21822"/>
          </a:xfrm>
          <a:custGeom xmlns:a="http://schemas.openxmlformats.org/drawingml/2006/main">
            <a:pathLst>
              <a:path w="1377038" h="21822">
                <a:moveTo>
                  <a:pt x="0" y="3848"/>
                </a:moveTo>
                <a:lnTo>
                  <a:pt x="51318" y="3848"/>
                </a:lnTo>
                <a:lnTo>
                  <a:pt x="51318" y="21822"/>
                </a:lnTo>
                <a:lnTo>
                  <a:pt x="634" y="21822"/>
                </a:lnTo>
                <a:lnTo>
                  <a:pt x="0" y="3848"/>
                </a:lnTo>
                <a:close/>
                <a:moveTo>
                  <a:pt x="102025" y="3848"/>
                </a:moveTo>
                <a:lnTo>
                  <a:pt x="153344" y="3848"/>
                </a:lnTo>
                <a:lnTo>
                  <a:pt x="153344" y="21166"/>
                </a:lnTo>
                <a:lnTo>
                  <a:pt x="102025" y="21166"/>
                </a:lnTo>
                <a:lnTo>
                  <a:pt x="102025" y="3848"/>
                </a:lnTo>
                <a:close/>
                <a:moveTo>
                  <a:pt x="204051" y="3214"/>
                </a:moveTo>
                <a:lnTo>
                  <a:pt x="255392" y="3214"/>
                </a:lnTo>
                <a:lnTo>
                  <a:pt x="255392" y="21166"/>
                </a:lnTo>
                <a:lnTo>
                  <a:pt x="204051" y="21166"/>
                </a:lnTo>
                <a:lnTo>
                  <a:pt x="204051" y="3214"/>
                </a:lnTo>
                <a:close/>
                <a:moveTo>
                  <a:pt x="306076" y="3214"/>
                </a:moveTo>
                <a:lnTo>
                  <a:pt x="356761" y="3214"/>
                </a:lnTo>
                <a:lnTo>
                  <a:pt x="356761" y="19898"/>
                </a:lnTo>
                <a:lnTo>
                  <a:pt x="306076" y="19898"/>
                </a:lnTo>
                <a:lnTo>
                  <a:pt x="306076" y="3214"/>
                </a:lnTo>
                <a:close/>
                <a:moveTo>
                  <a:pt x="408102" y="2558"/>
                </a:moveTo>
                <a:lnTo>
                  <a:pt x="458786" y="2558"/>
                </a:lnTo>
                <a:lnTo>
                  <a:pt x="458786" y="19898"/>
                </a:lnTo>
                <a:lnTo>
                  <a:pt x="408102" y="19898"/>
                </a:lnTo>
                <a:lnTo>
                  <a:pt x="408102" y="2558"/>
                </a:lnTo>
                <a:close/>
                <a:moveTo>
                  <a:pt x="510127" y="2558"/>
                </a:moveTo>
                <a:lnTo>
                  <a:pt x="560812" y="2558"/>
                </a:lnTo>
                <a:lnTo>
                  <a:pt x="560812" y="19242"/>
                </a:lnTo>
                <a:lnTo>
                  <a:pt x="510127" y="19242"/>
                </a:lnTo>
                <a:lnTo>
                  <a:pt x="510127" y="2558"/>
                </a:lnTo>
                <a:close/>
                <a:moveTo>
                  <a:pt x="611519" y="1924"/>
                </a:moveTo>
                <a:lnTo>
                  <a:pt x="662860" y="1924"/>
                </a:lnTo>
                <a:lnTo>
                  <a:pt x="662860" y="19242"/>
                </a:lnTo>
                <a:lnTo>
                  <a:pt x="611519" y="19242"/>
                </a:lnTo>
                <a:lnTo>
                  <a:pt x="611519" y="1924"/>
                </a:lnTo>
                <a:close/>
                <a:moveTo>
                  <a:pt x="713545" y="1924"/>
                </a:moveTo>
                <a:lnTo>
                  <a:pt x="764885" y="1924"/>
                </a:lnTo>
                <a:lnTo>
                  <a:pt x="764885" y="18608"/>
                </a:lnTo>
                <a:lnTo>
                  <a:pt x="713545" y="18608"/>
                </a:lnTo>
                <a:lnTo>
                  <a:pt x="713545" y="1924"/>
                </a:lnTo>
                <a:close/>
                <a:moveTo>
                  <a:pt x="815570" y="1924"/>
                </a:moveTo>
                <a:lnTo>
                  <a:pt x="866254" y="1290"/>
                </a:lnTo>
                <a:lnTo>
                  <a:pt x="866254" y="18608"/>
                </a:lnTo>
                <a:lnTo>
                  <a:pt x="815570" y="18608"/>
                </a:lnTo>
                <a:lnTo>
                  <a:pt x="815570" y="1924"/>
                </a:lnTo>
                <a:close/>
                <a:moveTo>
                  <a:pt x="917595" y="1290"/>
                </a:moveTo>
                <a:lnTo>
                  <a:pt x="968280" y="1290"/>
                </a:lnTo>
                <a:lnTo>
                  <a:pt x="968280" y="17974"/>
                </a:lnTo>
                <a:lnTo>
                  <a:pt x="917595" y="18608"/>
                </a:lnTo>
                <a:lnTo>
                  <a:pt x="917595" y="1290"/>
                </a:lnTo>
                <a:close/>
                <a:moveTo>
                  <a:pt x="1019621" y="1290"/>
                </a:moveTo>
                <a:lnTo>
                  <a:pt x="1070328" y="634"/>
                </a:lnTo>
                <a:lnTo>
                  <a:pt x="1070328" y="17974"/>
                </a:lnTo>
                <a:lnTo>
                  <a:pt x="1019621" y="17974"/>
                </a:lnTo>
                <a:lnTo>
                  <a:pt x="1019621" y="1290"/>
                </a:lnTo>
                <a:close/>
                <a:moveTo>
                  <a:pt x="1121013" y="634"/>
                </a:moveTo>
                <a:lnTo>
                  <a:pt x="1172354" y="634"/>
                </a:lnTo>
                <a:lnTo>
                  <a:pt x="1172354" y="17317"/>
                </a:lnTo>
                <a:lnTo>
                  <a:pt x="1121013" y="17974"/>
                </a:lnTo>
                <a:lnTo>
                  <a:pt x="1121013" y="634"/>
                </a:lnTo>
                <a:close/>
                <a:moveTo>
                  <a:pt x="1223038" y="634"/>
                </a:moveTo>
                <a:lnTo>
                  <a:pt x="1274379" y="0"/>
                </a:lnTo>
                <a:lnTo>
                  <a:pt x="1274379" y="17317"/>
                </a:lnTo>
                <a:lnTo>
                  <a:pt x="1223038" y="17317"/>
                </a:lnTo>
                <a:lnTo>
                  <a:pt x="1223038" y="634"/>
                </a:lnTo>
                <a:close/>
                <a:moveTo>
                  <a:pt x="1325064" y="0"/>
                </a:moveTo>
                <a:lnTo>
                  <a:pt x="1376405" y="0"/>
                </a:lnTo>
                <a:lnTo>
                  <a:pt x="1377038" y="16684"/>
                </a:lnTo>
                <a:lnTo>
                  <a:pt x="1325064" y="17317"/>
                </a:lnTo>
                <a:lnTo>
                  <a:pt x="1325064" y="0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C66DE-E3B0-4444-8B41-7C3930F1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326" y="2763785"/>
            <a:ext cx="68658" cy="45569"/>
          </a:xfrm>
          <a:custGeom xmlns:a="http://schemas.openxmlformats.org/drawingml/2006/main">
            <a:pathLst>
              <a:path w="68658" h="45569">
                <a:moveTo>
                  <a:pt x="68658" y="23112"/>
                </a:moveTo>
                <a:lnTo>
                  <a:pt x="634" y="45569"/>
                </a:lnTo>
                <a:lnTo>
                  <a:pt x="0" y="0"/>
                </a:lnTo>
                <a:lnTo>
                  <a:pt x="68658" y="23112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FDAA5B-8295-4411-B4BF-A4C75821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326" y="2763785"/>
            <a:ext cx="68658" cy="45569"/>
          </a:xfrm>
          <a:custGeom xmlns:a="http://schemas.openxmlformats.org/drawingml/2006/main">
            <a:pathLst>
              <a:path w="68658" h="45569" fill="none">
                <a:moveTo>
                  <a:pt x="68658" y="23112"/>
                </a:moveTo>
                <a:lnTo>
                  <a:pt x="634" y="45569"/>
                </a:lnTo>
                <a:lnTo>
                  <a:pt x="0" y="0"/>
                </a:lnTo>
                <a:lnTo>
                  <a:pt x="68658" y="231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FF3333"/>
            </a:solidFill>
            <a:miter/>
          </a:ln>
        </p:spPr>
      </p:sp>
      <p:sp>
        <p:nvSpPr>
          <p:cNvPr id="79" name="Text 9">
            <a:extLst xmlns:a="http://schemas.openxmlformats.org/drawingml/2006/main">
              <a:ext uri="{FF2B5EF4-FFF2-40B4-BE49-F238E27FC236}">
                <a16:creationId xmlns:a16="http://schemas.microsoft.com/office/drawing/2014/main" id="{8F25A0AE-8194-4BC6-986E-6E034D91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091" y="1864097"/>
            <a:ext cx="78904" cy="125838"/>
          </a:xfrm>
          <a:custGeom xmlns:a="http://schemas.openxmlformats.org/drawingml/2006/main">
            <a:pathLst>
              <a:path w="78904" h="125838">
                <a:moveTo>
                  <a:pt x="20237" y="125838"/>
                </a:moveTo>
                <a:lnTo>
                  <a:pt x="55437" y="69381"/>
                </a:lnTo>
                <a:lnTo>
                  <a:pt x="54757" y="68870"/>
                </a:lnTo>
                <a:cubicBezTo>
                  <a:pt x="52604" y="72044"/>
                  <a:pt x="49656" y="74483"/>
                  <a:pt x="45914" y="76185"/>
                </a:cubicBezTo>
                <a:cubicBezTo>
                  <a:pt x="42173" y="77885"/>
                  <a:pt x="37979" y="78735"/>
                  <a:pt x="33332" y="78735"/>
                </a:cubicBezTo>
                <a:cubicBezTo>
                  <a:pt x="26643" y="78735"/>
                  <a:pt x="20775" y="77148"/>
                  <a:pt x="15729" y="73974"/>
                </a:cubicBezTo>
                <a:cubicBezTo>
                  <a:pt x="10685" y="70800"/>
                  <a:pt x="6803" y="66293"/>
                  <a:pt x="4082" y="60455"/>
                </a:cubicBezTo>
                <a:cubicBezTo>
                  <a:pt x="1361" y="54615"/>
                  <a:pt x="0" y="47784"/>
                  <a:pt x="0" y="39962"/>
                </a:cubicBezTo>
                <a:cubicBezTo>
                  <a:pt x="0" y="31913"/>
                  <a:pt x="1644" y="24913"/>
                  <a:pt x="4933" y="18962"/>
                </a:cubicBezTo>
                <a:cubicBezTo>
                  <a:pt x="8221" y="13010"/>
                  <a:pt x="12812" y="8362"/>
                  <a:pt x="18706" y="5018"/>
                </a:cubicBezTo>
                <a:cubicBezTo>
                  <a:pt x="24601" y="1673"/>
                  <a:pt x="31460" y="0"/>
                  <a:pt x="39282" y="0"/>
                </a:cubicBezTo>
                <a:cubicBezTo>
                  <a:pt x="47219" y="0"/>
                  <a:pt x="54162" y="1673"/>
                  <a:pt x="60113" y="5018"/>
                </a:cubicBezTo>
                <a:cubicBezTo>
                  <a:pt x="66065" y="8362"/>
                  <a:pt x="70685" y="13010"/>
                  <a:pt x="73971" y="18962"/>
                </a:cubicBezTo>
                <a:cubicBezTo>
                  <a:pt x="77260" y="24913"/>
                  <a:pt x="78904" y="31913"/>
                  <a:pt x="78904" y="39962"/>
                </a:cubicBezTo>
                <a:cubicBezTo>
                  <a:pt x="78904" y="46198"/>
                  <a:pt x="78025" y="52321"/>
                  <a:pt x="76268" y="58330"/>
                </a:cubicBezTo>
                <a:cubicBezTo>
                  <a:pt x="74512" y="64338"/>
                  <a:pt x="71877" y="70119"/>
                  <a:pt x="68361" y="75674"/>
                </a:cubicBezTo>
                <a:lnTo>
                  <a:pt x="37243" y="125838"/>
                </a:lnTo>
                <a:lnTo>
                  <a:pt x="20237" y="125838"/>
                </a:lnTo>
                <a:moveTo>
                  <a:pt x="39453" y="66319"/>
                </a:moveTo>
                <a:cubicBezTo>
                  <a:pt x="46708" y="66319"/>
                  <a:pt x="52546" y="63911"/>
                  <a:pt x="56968" y="59093"/>
                </a:cubicBezTo>
                <a:cubicBezTo>
                  <a:pt x="61389" y="54275"/>
                  <a:pt x="63600" y="47898"/>
                  <a:pt x="63600" y="39962"/>
                </a:cubicBezTo>
                <a:cubicBezTo>
                  <a:pt x="63600" y="32027"/>
                  <a:pt x="61389" y="25651"/>
                  <a:pt x="56968" y="20833"/>
                </a:cubicBezTo>
                <a:cubicBezTo>
                  <a:pt x="52546" y="16014"/>
                  <a:pt x="46708" y="13604"/>
                  <a:pt x="39453" y="13604"/>
                </a:cubicBezTo>
                <a:cubicBezTo>
                  <a:pt x="32197" y="13604"/>
                  <a:pt x="26358" y="16014"/>
                  <a:pt x="21936" y="20833"/>
                </a:cubicBezTo>
                <a:cubicBezTo>
                  <a:pt x="17516" y="25651"/>
                  <a:pt x="15306" y="32027"/>
                  <a:pt x="15306" y="39962"/>
                </a:cubicBezTo>
                <a:cubicBezTo>
                  <a:pt x="15306" y="47898"/>
                  <a:pt x="17516" y="54275"/>
                  <a:pt x="21936" y="59093"/>
                </a:cubicBezTo>
                <a:cubicBezTo>
                  <a:pt x="26358" y="63911"/>
                  <a:pt x="32197" y="66319"/>
                  <a:pt x="39453" y="663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964AF-E1EC-4CB2-A588-6CF136FB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8" y="2087456"/>
            <a:ext cx="1381543" cy="482555"/>
          </a:xfrm>
          <a:custGeom xmlns:a="http://schemas.openxmlformats.org/drawingml/2006/main">
            <a:pathLst>
              <a:path w="1381543" h="482555">
                <a:moveTo>
                  <a:pt x="72507" y="0"/>
                </a:moveTo>
                <a:lnTo>
                  <a:pt x="1309036" y="0"/>
                </a:lnTo>
                <a:cubicBezTo>
                  <a:pt x="1318657" y="0"/>
                  <a:pt x="1328278" y="1924"/>
                  <a:pt x="1336631" y="5139"/>
                </a:cubicBezTo>
                <a:cubicBezTo>
                  <a:pt x="1345595" y="8987"/>
                  <a:pt x="1353315" y="14126"/>
                  <a:pt x="1360355" y="21188"/>
                </a:cubicBezTo>
                <a:cubicBezTo>
                  <a:pt x="1367418" y="27595"/>
                  <a:pt x="1372556" y="35948"/>
                  <a:pt x="1375771" y="44278"/>
                </a:cubicBezTo>
                <a:cubicBezTo>
                  <a:pt x="1379619" y="53265"/>
                  <a:pt x="1381543" y="62886"/>
                  <a:pt x="1381543" y="71873"/>
                </a:cubicBezTo>
                <a:lnTo>
                  <a:pt x="1381543" y="410683"/>
                </a:lnTo>
                <a:cubicBezTo>
                  <a:pt x="1381543" y="420303"/>
                  <a:pt x="1379619" y="429290"/>
                  <a:pt x="1375771" y="438277"/>
                </a:cubicBezTo>
                <a:cubicBezTo>
                  <a:pt x="1372556" y="447264"/>
                  <a:pt x="1367418" y="454961"/>
                  <a:pt x="1360355" y="461367"/>
                </a:cubicBezTo>
                <a:cubicBezTo>
                  <a:pt x="1353315" y="468430"/>
                  <a:pt x="1345595" y="473568"/>
                  <a:pt x="1336631" y="477417"/>
                </a:cubicBezTo>
                <a:cubicBezTo>
                  <a:pt x="1328278" y="481265"/>
                  <a:pt x="1318657" y="482555"/>
                  <a:pt x="1309036" y="482555"/>
                </a:cubicBezTo>
                <a:lnTo>
                  <a:pt x="72507" y="482555"/>
                </a:lnTo>
                <a:cubicBezTo>
                  <a:pt x="62886" y="482555"/>
                  <a:pt x="53899" y="481265"/>
                  <a:pt x="44912" y="477417"/>
                </a:cubicBezTo>
                <a:cubicBezTo>
                  <a:pt x="35925" y="473568"/>
                  <a:pt x="28228" y="468430"/>
                  <a:pt x="21166" y="461367"/>
                </a:cubicBezTo>
                <a:cubicBezTo>
                  <a:pt x="14759" y="454961"/>
                  <a:pt x="8987" y="447264"/>
                  <a:pt x="5772" y="438277"/>
                </a:cubicBezTo>
                <a:cubicBezTo>
                  <a:pt x="1924" y="429290"/>
                  <a:pt x="0" y="420303"/>
                  <a:pt x="0" y="410683"/>
                </a:cubicBezTo>
                <a:lnTo>
                  <a:pt x="0" y="71873"/>
                </a:lnTo>
                <a:cubicBezTo>
                  <a:pt x="0" y="62886"/>
                  <a:pt x="1924" y="53265"/>
                  <a:pt x="5772" y="44278"/>
                </a:cubicBezTo>
                <a:cubicBezTo>
                  <a:pt x="8987" y="35948"/>
                  <a:pt x="14759" y="27595"/>
                  <a:pt x="21166" y="21188"/>
                </a:cubicBezTo>
                <a:cubicBezTo>
                  <a:pt x="28228" y="14126"/>
                  <a:pt x="35925" y="8987"/>
                  <a:pt x="44912" y="5139"/>
                </a:cubicBezTo>
                <a:cubicBezTo>
                  <a:pt x="53899" y="1924"/>
                  <a:pt x="62886" y="0"/>
                  <a:pt x="72507" y="0"/>
                </a:cubicBezTo>
                <a:close/>
              </a:path>
            </a:pathLst>
          </a:custGeom>
          <a:solidFill xmlns:a="http://schemas.openxmlformats.org/drawingml/2006/main">
            <a:srgbClr val="FFB5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635E6-F64A-4D94-8BFE-E3E016D7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38" y="2087456"/>
            <a:ext cx="1381543" cy="482555"/>
          </a:xfrm>
          <a:custGeom xmlns:a="http://schemas.openxmlformats.org/drawingml/2006/main">
            <a:pathLst>
              <a:path w="1381543" h="482555" fill="none">
                <a:moveTo>
                  <a:pt x="72507" y="0"/>
                </a:moveTo>
                <a:lnTo>
                  <a:pt x="1309036" y="0"/>
                </a:lnTo>
                <a:cubicBezTo>
                  <a:pt x="1318657" y="0"/>
                  <a:pt x="1328278" y="1924"/>
                  <a:pt x="1336631" y="5139"/>
                </a:cubicBezTo>
                <a:cubicBezTo>
                  <a:pt x="1345595" y="8987"/>
                  <a:pt x="1353315" y="14126"/>
                  <a:pt x="1360355" y="21188"/>
                </a:cubicBezTo>
                <a:cubicBezTo>
                  <a:pt x="1367418" y="27595"/>
                  <a:pt x="1372556" y="35948"/>
                  <a:pt x="1375771" y="44278"/>
                </a:cubicBezTo>
                <a:cubicBezTo>
                  <a:pt x="1379619" y="53265"/>
                  <a:pt x="1381543" y="62886"/>
                  <a:pt x="1381543" y="71873"/>
                </a:cubicBezTo>
                <a:lnTo>
                  <a:pt x="1381543" y="410683"/>
                </a:lnTo>
                <a:cubicBezTo>
                  <a:pt x="1381543" y="420303"/>
                  <a:pt x="1379619" y="429290"/>
                  <a:pt x="1375771" y="438277"/>
                </a:cubicBezTo>
                <a:cubicBezTo>
                  <a:pt x="1372556" y="447264"/>
                  <a:pt x="1367418" y="454961"/>
                  <a:pt x="1360355" y="461367"/>
                </a:cubicBezTo>
                <a:cubicBezTo>
                  <a:pt x="1353315" y="468430"/>
                  <a:pt x="1345595" y="473568"/>
                  <a:pt x="1336631" y="477417"/>
                </a:cubicBezTo>
                <a:cubicBezTo>
                  <a:pt x="1328278" y="481265"/>
                  <a:pt x="1318657" y="482555"/>
                  <a:pt x="1309036" y="482555"/>
                </a:cubicBezTo>
                <a:lnTo>
                  <a:pt x="72507" y="482555"/>
                </a:lnTo>
                <a:cubicBezTo>
                  <a:pt x="62886" y="482555"/>
                  <a:pt x="53899" y="481265"/>
                  <a:pt x="44912" y="477417"/>
                </a:cubicBezTo>
                <a:cubicBezTo>
                  <a:pt x="35925" y="473568"/>
                  <a:pt x="28228" y="468430"/>
                  <a:pt x="21166" y="461367"/>
                </a:cubicBezTo>
                <a:cubicBezTo>
                  <a:pt x="14759" y="454961"/>
                  <a:pt x="8987" y="447264"/>
                  <a:pt x="5772" y="438277"/>
                </a:cubicBezTo>
                <a:cubicBezTo>
                  <a:pt x="1924" y="429290"/>
                  <a:pt x="0" y="420303"/>
                  <a:pt x="0" y="410683"/>
                </a:cubicBezTo>
                <a:lnTo>
                  <a:pt x="0" y="71873"/>
                </a:lnTo>
                <a:cubicBezTo>
                  <a:pt x="0" y="62886"/>
                  <a:pt x="1924" y="53265"/>
                  <a:pt x="5772" y="44278"/>
                </a:cubicBezTo>
                <a:cubicBezTo>
                  <a:pt x="8987" y="35948"/>
                  <a:pt x="14759" y="27595"/>
                  <a:pt x="21166" y="21188"/>
                </a:cubicBezTo>
                <a:cubicBezTo>
                  <a:pt x="28228" y="14126"/>
                  <a:pt x="35925" y="8987"/>
                  <a:pt x="44912" y="5139"/>
                </a:cubicBezTo>
                <a:cubicBezTo>
                  <a:pt x="53899" y="1924"/>
                  <a:pt x="62886" y="0"/>
                  <a:pt x="7250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000000"/>
            </a:solidFill>
            <a:miter/>
          </a:ln>
        </p:spPr>
      </p:sp>
      <p:sp>
        <p:nvSpPr>
          <p:cNvPr id="82" name="Text &lt;epoll_ctl&gt;">
            <a:extLst xmlns:a="http://schemas.openxmlformats.org/drawingml/2006/main">
              <a:ext uri="{FF2B5EF4-FFF2-40B4-BE49-F238E27FC236}">
                <a16:creationId xmlns:a16="http://schemas.microsoft.com/office/drawing/2014/main" id="{7C1D7D34-1A0A-43FA-9117-FC462C0F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7" y="429242"/>
            <a:ext cx="1227350" cy="173310"/>
          </a:xfrm>
          <a:custGeom xmlns:a="http://schemas.openxmlformats.org/drawingml/2006/main">
            <a:pathLst>
              <a:path w="1227350" h="173310">
                <a:moveTo>
                  <a:pt x="38574" y="64609"/>
                </a:moveTo>
                <a:lnTo>
                  <a:pt x="98698" y="98067"/>
                </a:lnTo>
                <a:cubicBezTo>
                  <a:pt x="101716" y="99750"/>
                  <a:pt x="103723" y="101252"/>
                  <a:pt x="104719" y="102574"/>
                </a:cubicBezTo>
                <a:cubicBezTo>
                  <a:pt x="105715" y="103895"/>
                  <a:pt x="106213" y="105576"/>
                  <a:pt x="106213" y="107617"/>
                </a:cubicBezTo>
                <a:cubicBezTo>
                  <a:pt x="106213" y="110201"/>
                  <a:pt x="105278" y="112440"/>
                  <a:pt x="103406" y="114332"/>
                </a:cubicBezTo>
                <a:cubicBezTo>
                  <a:pt x="101535" y="116224"/>
                  <a:pt x="99362" y="117170"/>
                  <a:pt x="96887" y="117170"/>
                </a:cubicBezTo>
                <a:cubicBezTo>
                  <a:pt x="95257" y="117170"/>
                  <a:pt x="92812" y="116262"/>
                  <a:pt x="89552" y="114448"/>
                </a:cubicBezTo>
                <a:lnTo>
                  <a:pt x="0" y="64561"/>
                </a:lnTo>
                <a:lnTo>
                  <a:pt x="89552" y="14759"/>
                </a:lnTo>
                <a:cubicBezTo>
                  <a:pt x="92812" y="13009"/>
                  <a:pt x="95227" y="12133"/>
                  <a:pt x="96796" y="12133"/>
                </a:cubicBezTo>
                <a:cubicBezTo>
                  <a:pt x="99332" y="12133"/>
                  <a:pt x="101535" y="13063"/>
                  <a:pt x="103406" y="14921"/>
                </a:cubicBezTo>
                <a:cubicBezTo>
                  <a:pt x="105278" y="16779"/>
                  <a:pt x="106213" y="18996"/>
                  <a:pt x="106213" y="21573"/>
                </a:cubicBezTo>
                <a:cubicBezTo>
                  <a:pt x="106213" y="23611"/>
                  <a:pt x="105715" y="25288"/>
                  <a:pt x="104719" y="26607"/>
                </a:cubicBezTo>
                <a:cubicBezTo>
                  <a:pt x="103723" y="27926"/>
                  <a:pt x="101716" y="29424"/>
                  <a:pt x="98698" y="31101"/>
                </a:cubicBezTo>
                <a:lnTo>
                  <a:pt x="38574" y="64609"/>
                </a:lnTo>
                <a:close/>
                <a:moveTo>
                  <a:pt x="215849" y="85659"/>
                </a:moveTo>
                <a:lnTo>
                  <a:pt x="139698" y="85659"/>
                </a:lnTo>
                <a:cubicBezTo>
                  <a:pt x="141630" y="90488"/>
                  <a:pt x="145056" y="94382"/>
                  <a:pt x="149975" y="97340"/>
                </a:cubicBezTo>
                <a:cubicBezTo>
                  <a:pt x="154895" y="100298"/>
                  <a:pt x="161551" y="101776"/>
                  <a:pt x="169941" y="101776"/>
                </a:cubicBezTo>
                <a:cubicBezTo>
                  <a:pt x="176823" y="101776"/>
                  <a:pt x="185968" y="100319"/>
                  <a:pt x="197378" y="97405"/>
                </a:cubicBezTo>
                <a:cubicBezTo>
                  <a:pt x="202086" y="96214"/>
                  <a:pt x="205346" y="95619"/>
                  <a:pt x="207157" y="95619"/>
                </a:cubicBezTo>
                <a:cubicBezTo>
                  <a:pt x="209632" y="95619"/>
                  <a:pt x="211714" y="96494"/>
                  <a:pt x="213405" y="98245"/>
                </a:cubicBezTo>
                <a:cubicBezTo>
                  <a:pt x="215095" y="99996"/>
                  <a:pt x="215940" y="102199"/>
                  <a:pt x="215940" y="104855"/>
                </a:cubicBezTo>
                <a:cubicBezTo>
                  <a:pt x="215940" y="107270"/>
                  <a:pt x="215034" y="109322"/>
                  <a:pt x="213224" y="111012"/>
                </a:cubicBezTo>
                <a:cubicBezTo>
                  <a:pt x="210809" y="113246"/>
                  <a:pt x="204923" y="115374"/>
                  <a:pt x="195567" y="117396"/>
                </a:cubicBezTo>
                <a:cubicBezTo>
                  <a:pt x="186210" y="119418"/>
                  <a:pt x="177215" y="120429"/>
                  <a:pt x="168583" y="120429"/>
                </a:cubicBezTo>
                <a:cubicBezTo>
                  <a:pt x="153733" y="120429"/>
                  <a:pt x="141856" y="116234"/>
                  <a:pt x="132952" y="107843"/>
                </a:cubicBezTo>
                <a:cubicBezTo>
                  <a:pt x="124048" y="99452"/>
                  <a:pt x="119596" y="89130"/>
                  <a:pt x="119596" y="76876"/>
                </a:cubicBezTo>
                <a:cubicBezTo>
                  <a:pt x="119596" y="63837"/>
                  <a:pt x="124411" y="53227"/>
                  <a:pt x="134039" y="45048"/>
                </a:cubicBezTo>
                <a:cubicBezTo>
                  <a:pt x="143667" y="36868"/>
                  <a:pt x="154759" y="32779"/>
                  <a:pt x="167315" y="32779"/>
                </a:cubicBezTo>
                <a:cubicBezTo>
                  <a:pt x="174861" y="32779"/>
                  <a:pt x="181788" y="34105"/>
                  <a:pt x="188096" y="36757"/>
                </a:cubicBezTo>
                <a:cubicBezTo>
                  <a:pt x="194405" y="39407"/>
                  <a:pt x="199098" y="42269"/>
                  <a:pt x="202177" y="45342"/>
                </a:cubicBezTo>
                <a:cubicBezTo>
                  <a:pt x="206523" y="49802"/>
                  <a:pt x="210115" y="55316"/>
                  <a:pt x="212952" y="61884"/>
                </a:cubicBezTo>
                <a:cubicBezTo>
                  <a:pt x="214884" y="66464"/>
                  <a:pt x="215849" y="71768"/>
                  <a:pt x="215849" y="77795"/>
                </a:cubicBezTo>
                <a:lnTo>
                  <a:pt x="215849" y="85659"/>
                </a:lnTo>
                <a:moveTo>
                  <a:pt x="195295" y="67006"/>
                </a:moveTo>
                <a:cubicBezTo>
                  <a:pt x="192458" y="61784"/>
                  <a:pt x="188745" y="57883"/>
                  <a:pt x="184157" y="55302"/>
                </a:cubicBezTo>
                <a:cubicBezTo>
                  <a:pt x="179570" y="52722"/>
                  <a:pt x="174107" y="51432"/>
                  <a:pt x="167768" y="51432"/>
                </a:cubicBezTo>
                <a:cubicBezTo>
                  <a:pt x="161490" y="51432"/>
                  <a:pt x="156057" y="52722"/>
                  <a:pt x="151469" y="55302"/>
                </a:cubicBezTo>
                <a:cubicBezTo>
                  <a:pt x="146882" y="57883"/>
                  <a:pt x="143139" y="61784"/>
                  <a:pt x="140241" y="67006"/>
                </a:cubicBezTo>
                <a:lnTo>
                  <a:pt x="195295" y="67006"/>
                </a:lnTo>
                <a:close/>
                <a:moveTo>
                  <a:pt x="257113" y="107209"/>
                </a:moveTo>
                <a:lnTo>
                  <a:pt x="257113" y="137634"/>
                </a:lnTo>
                <a:lnTo>
                  <a:pt x="268250" y="137634"/>
                </a:lnTo>
                <a:cubicBezTo>
                  <a:pt x="272717" y="137634"/>
                  <a:pt x="275902" y="138509"/>
                  <a:pt x="277803" y="140260"/>
                </a:cubicBezTo>
                <a:cubicBezTo>
                  <a:pt x="279705" y="142010"/>
                  <a:pt x="280655" y="144274"/>
                  <a:pt x="280655" y="147051"/>
                </a:cubicBezTo>
                <a:cubicBezTo>
                  <a:pt x="280655" y="149828"/>
                  <a:pt x="279705" y="152061"/>
                  <a:pt x="277803" y="153751"/>
                </a:cubicBezTo>
                <a:cubicBezTo>
                  <a:pt x="275902" y="155442"/>
                  <a:pt x="272717" y="156287"/>
                  <a:pt x="268250" y="156287"/>
                </a:cubicBezTo>
                <a:lnTo>
                  <a:pt x="235381" y="156287"/>
                </a:lnTo>
                <a:cubicBezTo>
                  <a:pt x="230914" y="156287"/>
                  <a:pt x="227730" y="155442"/>
                  <a:pt x="225828" y="153751"/>
                </a:cubicBezTo>
                <a:cubicBezTo>
                  <a:pt x="223927" y="152061"/>
                  <a:pt x="222976" y="149828"/>
                  <a:pt x="222976" y="147051"/>
                </a:cubicBezTo>
                <a:cubicBezTo>
                  <a:pt x="222976" y="144274"/>
                  <a:pt x="223942" y="142010"/>
                  <a:pt x="225873" y="140260"/>
                </a:cubicBezTo>
                <a:cubicBezTo>
                  <a:pt x="227805" y="138509"/>
                  <a:pt x="230974" y="137634"/>
                  <a:pt x="235381" y="137634"/>
                </a:cubicBezTo>
                <a:lnTo>
                  <a:pt x="238550" y="137634"/>
                </a:lnTo>
                <a:lnTo>
                  <a:pt x="238550" y="53967"/>
                </a:lnTo>
                <a:lnTo>
                  <a:pt x="235381" y="53967"/>
                </a:lnTo>
                <a:cubicBezTo>
                  <a:pt x="230914" y="53967"/>
                  <a:pt x="227730" y="53092"/>
                  <a:pt x="225828" y="51341"/>
                </a:cubicBezTo>
                <a:cubicBezTo>
                  <a:pt x="223927" y="49590"/>
                  <a:pt x="222976" y="47327"/>
                  <a:pt x="222976" y="44550"/>
                </a:cubicBezTo>
                <a:cubicBezTo>
                  <a:pt x="222976" y="41773"/>
                  <a:pt x="223927" y="39540"/>
                  <a:pt x="225828" y="37849"/>
                </a:cubicBezTo>
                <a:cubicBezTo>
                  <a:pt x="227730" y="36159"/>
                  <a:pt x="230914" y="35314"/>
                  <a:pt x="235381" y="35314"/>
                </a:cubicBezTo>
                <a:lnTo>
                  <a:pt x="257113" y="35314"/>
                </a:lnTo>
                <a:lnTo>
                  <a:pt x="257113" y="41652"/>
                </a:lnTo>
                <a:cubicBezTo>
                  <a:pt x="261459" y="38664"/>
                  <a:pt x="265956" y="36438"/>
                  <a:pt x="270604" y="34974"/>
                </a:cubicBezTo>
                <a:cubicBezTo>
                  <a:pt x="275253" y="33510"/>
                  <a:pt x="280021" y="32779"/>
                  <a:pt x="284911" y="32779"/>
                </a:cubicBezTo>
                <a:cubicBezTo>
                  <a:pt x="297588" y="32779"/>
                  <a:pt x="308393" y="37080"/>
                  <a:pt x="317327" y="45682"/>
                </a:cubicBezTo>
                <a:cubicBezTo>
                  <a:pt x="326262" y="54284"/>
                  <a:pt x="330729" y="64138"/>
                  <a:pt x="330729" y="75246"/>
                </a:cubicBezTo>
                <a:cubicBezTo>
                  <a:pt x="330729" y="87500"/>
                  <a:pt x="325447" y="97611"/>
                  <a:pt x="314883" y="105580"/>
                </a:cubicBezTo>
                <a:cubicBezTo>
                  <a:pt x="306069" y="112220"/>
                  <a:pt x="296139" y="115540"/>
                  <a:pt x="285092" y="115540"/>
                </a:cubicBezTo>
                <a:cubicBezTo>
                  <a:pt x="280323" y="115540"/>
                  <a:pt x="275615" y="114846"/>
                  <a:pt x="270967" y="113457"/>
                </a:cubicBezTo>
                <a:cubicBezTo>
                  <a:pt x="266318" y="112069"/>
                  <a:pt x="261701" y="109986"/>
                  <a:pt x="257113" y="107209"/>
                </a:cubicBezTo>
                <a:moveTo>
                  <a:pt x="312166" y="75331"/>
                </a:moveTo>
                <a:cubicBezTo>
                  <a:pt x="312166" y="72746"/>
                  <a:pt x="311140" y="69455"/>
                  <a:pt x="309088" y="65458"/>
                </a:cubicBezTo>
                <a:cubicBezTo>
                  <a:pt x="307035" y="61459"/>
                  <a:pt x="303881" y="58122"/>
                  <a:pt x="299625" y="55447"/>
                </a:cubicBezTo>
                <a:cubicBezTo>
                  <a:pt x="295369" y="52770"/>
                  <a:pt x="290374" y="51432"/>
                  <a:pt x="284639" y="51432"/>
                </a:cubicBezTo>
                <a:cubicBezTo>
                  <a:pt x="275404" y="51432"/>
                  <a:pt x="268069" y="54888"/>
                  <a:pt x="262636" y="61802"/>
                </a:cubicBezTo>
                <a:cubicBezTo>
                  <a:pt x="258954" y="66552"/>
                  <a:pt x="257113" y="71122"/>
                  <a:pt x="257113" y="75512"/>
                </a:cubicBezTo>
                <a:cubicBezTo>
                  <a:pt x="257113" y="80443"/>
                  <a:pt x="259754" y="85238"/>
                  <a:pt x="265036" y="89898"/>
                </a:cubicBezTo>
                <a:cubicBezTo>
                  <a:pt x="270318" y="94557"/>
                  <a:pt x="276852" y="96887"/>
                  <a:pt x="284639" y="96887"/>
                </a:cubicBezTo>
                <a:cubicBezTo>
                  <a:pt x="292487" y="96887"/>
                  <a:pt x="299037" y="94572"/>
                  <a:pt x="304288" y="89943"/>
                </a:cubicBezTo>
                <a:cubicBezTo>
                  <a:pt x="309540" y="85314"/>
                  <a:pt x="312166" y="80443"/>
                  <a:pt x="312166" y="75331"/>
                </a:cubicBezTo>
                <a:close/>
                <a:moveTo>
                  <a:pt x="439640" y="77872"/>
                </a:moveTo>
                <a:cubicBezTo>
                  <a:pt x="439640" y="84995"/>
                  <a:pt x="437663" y="91892"/>
                  <a:pt x="433709" y="98562"/>
                </a:cubicBezTo>
                <a:cubicBezTo>
                  <a:pt x="429755" y="105232"/>
                  <a:pt x="423870" y="110545"/>
                  <a:pt x="416052" y="114499"/>
                </a:cubicBezTo>
                <a:cubicBezTo>
                  <a:pt x="408235" y="118452"/>
                  <a:pt x="400071" y="120429"/>
                  <a:pt x="391559" y="120429"/>
                </a:cubicBezTo>
                <a:cubicBezTo>
                  <a:pt x="383108" y="120429"/>
                  <a:pt x="375019" y="118483"/>
                  <a:pt x="367292" y="114589"/>
                </a:cubicBezTo>
                <a:cubicBezTo>
                  <a:pt x="359565" y="110696"/>
                  <a:pt x="353680" y="105398"/>
                  <a:pt x="349635" y="98698"/>
                </a:cubicBezTo>
                <a:cubicBezTo>
                  <a:pt x="345591" y="91997"/>
                  <a:pt x="343568" y="84995"/>
                  <a:pt x="343568" y="77691"/>
                </a:cubicBezTo>
                <a:cubicBezTo>
                  <a:pt x="343568" y="70266"/>
                  <a:pt x="345621" y="62976"/>
                  <a:pt x="349726" y="55823"/>
                </a:cubicBezTo>
                <a:cubicBezTo>
                  <a:pt x="353831" y="48670"/>
                  <a:pt x="359731" y="43041"/>
                  <a:pt x="367428" y="38936"/>
                </a:cubicBezTo>
                <a:cubicBezTo>
                  <a:pt x="375125" y="34831"/>
                  <a:pt x="383168" y="32779"/>
                  <a:pt x="391559" y="32779"/>
                </a:cubicBezTo>
                <a:cubicBezTo>
                  <a:pt x="400010" y="32779"/>
                  <a:pt x="408145" y="34876"/>
                  <a:pt x="415962" y="39072"/>
                </a:cubicBezTo>
                <a:cubicBezTo>
                  <a:pt x="423779" y="43267"/>
                  <a:pt x="429680" y="48911"/>
                  <a:pt x="433664" y="56004"/>
                </a:cubicBezTo>
                <a:cubicBezTo>
                  <a:pt x="437648" y="63097"/>
                  <a:pt x="439640" y="70386"/>
                  <a:pt x="439640" y="77872"/>
                </a:cubicBezTo>
                <a:moveTo>
                  <a:pt x="421078" y="77957"/>
                </a:moveTo>
                <a:cubicBezTo>
                  <a:pt x="421078" y="72003"/>
                  <a:pt x="418935" y="66530"/>
                  <a:pt x="414649" y="61536"/>
                </a:cubicBezTo>
                <a:cubicBezTo>
                  <a:pt x="408793" y="54800"/>
                  <a:pt x="401097" y="51432"/>
                  <a:pt x="391559" y="51432"/>
                </a:cubicBezTo>
                <a:cubicBezTo>
                  <a:pt x="383168" y="51432"/>
                  <a:pt x="376166" y="54108"/>
                  <a:pt x="370552" y="59462"/>
                </a:cubicBezTo>
                <a:cubicBezTo>
                  <a:pt x="364938" y="64816"/>
                  <a:pt x="362131" y="71011"/>
                  <a:pt x="362131" y="78047"/>
                </a:cubicBezTo>
                <a:cubicBezTo>
                  <a:pt x="362131" y="83821"/>
                  <a:pt x="364968" y="89220"/>
                  <a:pt x="370642" y="94244"/>
                </a:cubicBezTo>
                <a:cubicBezTo>
                  <a:pt x="376317" y="99266"/>
                  <a:pt x="383289" y="101776"/>
                  <a:pt x="391559" y="101776"/>
                </a:cubicBezTo>
                <a:cubicBezTo>
                  <a:pt x="399890" y="101776"/>
                  <a:pt x="406892" y="99266"/>
                  <a:pt x="412566" y="94244"/>
                </a:cubicBezTo>
                <a:cubicBezTo>
                  <a:pt x="418241" y="89220"/>
                  <a:pt x="421078" y="83791"/>
                  <a:pt x="421078" y="77957"/>
                </a:cubicBezTo>
                <a:close/>
                <a:moveTo>
                  <a:pt x="511600" y="0"/>
                </a:moveTo>
                <a:lnTo>
                  <a:pt x="511600" y="98879"/>
                </a:lnTo>
                <a:lnTo>
                  <a:pt x="533874" y="98879"/>
                </a:lnTo>
                <a:cubicBezTo>
                  <a:pt x="538342" y="98879"/>
                  <a:pt x="541526" y="99739"/>
                  <a:pt x="543427" y="101460"/>
                </a:cubicBezTo>
                <a:cubicBezTo>
                  <a:pt x="545329" y="103180"/>
                  <a:pt x="546280" y="105429"/>
                  <a:pt x="546280" y="108205"/>
                </a:cubicBezTo>
                <a:cubicBezTo>
                  <a:pt x="546280" y="110982"/>
                  <a:pt x="545329" y="113231"/>
                  <a:pt x="543427" y="114951"/>
                </a:cubicBezTo>
                <a:cubicBezTo>
                  <a:pt x="541526" y="116672"/>
                  <a:pt x="538342" y="117532"/>
                  <a:pt x="533874" y="117532"/>
                </a:cubicBezTo>
                <a:lnTo>
                  <a:pt x="470762" y="117532"/>
                </a:lnTo>
                <a:cubicBezTo>
                  <a:pt x="466295" y="117532"/>
                  <a:pt x="463111" y="116657"/>
                  <a:pt x="461209" y="114906"/>
                </a:cubicBezTo>
                <a:cubicBezTo>
                  <a:pt x="459308" y="113155"/>
                  <a:pt x="458357" y="110892"/>
                  <a:pt x="458357" y="108115"/>
                </a:cubicBezTo>
                <a:cubicBezTo>
                  <a:pt x="458357" y="105338"/>
                  <a:pt x="459308" y="103105"/>
                  <a:pt x="461209" y="101414"/>
                </a:cubicBezTo>
                <a:cubicBezTo>
                  <a:pt x="463111" y="99724"/>
                  <a:pt x="466295" y="98879"/>
                  <a:pt x="470762" y="98879"/>
                </a:cubicBezTo>
                <a:lnTo>
                  <a:pt x="493037" y="98879"/>
                </a:lnTo>
                <a:lnTo>
                  <a:pt x="493037" y="18653"/>
                </a:lnTo>
                <a:lnTo>
                  <a:pt x="478097" y="18653"/>
                </a:lnTo>
                <a:cubicBezTo>
                  <a:pt x="473690" y="18653"/>
                  <a:pt x="470521" y="17778"/>
                  <a:pt x="468589" y="16027"/>
                </a:cubicBezTo>
                <a:cubicBezTo>
                  <a:pt x="466657" y="14276"/>
                  <a:pt x="465691" y="12013"/>
                  <a:pt x="465691" y="9236"/>
                </a:cubicBezTo>
                <a:cubicBezTo>
                  <a:pt x="465691" y="6459"/>
                  <a:pt x="466642" y="4226"/>
                  <a:pt x="468544" y="2535"/>
                </a:cubicBezTo>
                <a:cubicBezTo>
                  <a:pt x="470445" y="845"/>
                  <a:pt x="473630" y="0"/>
                  <a:pt x="478097" y="0"/>
                </a:cubicBezTo>
                <a:lnTo>
                  <a:pt x="511600" y="0"/>
                </a:lnTo>
                <a:close/>
                <a:moveTo>
                  <a:pt x="622865" y="0"/>
                </a:moveTo>
                <a:lnTo>
                  <a:pt x="622865" y="98879"/>
                </a:lnTo>
                <a:lnTo>
                  <a:pt x="645140" y="98879"/>
                </a:lnTo>
                <a:cubicBezTo>
                  <a:pt x="649607" y="98879"/>
                  <a:pt x="652792" y="99739"/>
                  <a:pt x="654693" y="101460"/>
                </a:cubicBezTo>
                <a:cubicBezTo>
                  <a:pt x="656595" y="103180"/>
                  <a:pt x="657546" y="105429"/>
                  <a:pt x="657546" y="108205"/>
                </a:cubicBezTo>
                <a:cubicBezTo>
                  <a:pt x="657546" y="110982"/>
                  <a:pt x="656595" y="113231"/>
                  <a:pt x="654693" y="114951"/>
                </a:cubicBezTo>
                <a:cubicBezTo>
                  <a:pt x="652792" y="116672"/>
                  <a:pt x="649607" y="117532"/>
                  <a:pt x="645140" y="117532"/>
                </a:cubicBezTo>
                <a:lnTo>
                  <a:pt x="582028" y="117532"/>
                </a:lnTo>
                <a:cubicBezTo>
                  <a:pt x="577561" y="117532"/>
                  <a:pt x="574377" y="116657"/>
                  <a:pt x="572475" y="114906"/>
                </a:cubicBezTo>
                <a:cubicBezTo>
                  <a:pt x="570574" y="113155"/>
                  <a:pt x="569623" y="110892"/>
                  <a:pt x="569623" y="108115"/>
                </a:cubicBezTo>
                <a:cubicBezTo>
                  <a:pt x="569623" y="105338"/>
                  <a:pt x="570574" y="103105"/>
                  <a:pt x="572475" y="101414"/>
                </a:cubicBezTo>
                <a:cubicBezTo>
                  <a:pt x="574377" y="99724"/>
                  <a:pt x="577561" y="98879"/>
                  <a:pt x="582028" y="98879"/>
                </a:cubicBezTo>
                <a:lnTo>
                  <a:pt x="604303" y="98879"/>
                </a:lnTo>
                <a:lnTo>
                  <a:pt x="604303" y="18653"/>
                </a:lnTo>
                <a:lnTo>
                  <a:pt x="589363" y="18653"/>
                </a:lnTo>
                <a:cubicBezTo>
                  <a:pt x="584956" y="18653"/>
                  <a:pt x="581787" y="17778"/>
                  <a:pt x="579855" y="16027"/>
                </a:cubicBezTo>
                <a:cubicBezTo>
                  <a:pt x="577923" y="14276"/>
                  <a:pt x="576957" y="12013"/>
                  <a:pt x="576957" y="9236"/>
                </a:cubicBezTo>
                <a:cubicBezTo>
                  <a:pt x="576957" y="6459"/>
                  <a:pt x="577908" y="4226"/>
                  <a:pt x="579810" y="2535"/>
                </a:cubicBezTo>
                <a:cubicBezTo>
                  <a:pt x="581711" y="845"/>
                  <a:pt x="584895" y="0"/>
                  <a:pt x="589363" y="0"/>
                </a:cubicBezTo>
                <a:lnTo>
                  <a:pt x="622865" y="0"/>
                </a:lnTo>
                <a:close/>
                <a:moveTo>
                  <a:pt x="775866" y="173310"/>
                </a:moveTo>
                <a:lnTo>
                  <a:pt x="673908" y="173310"/>
                </a:lnTo>
                <a:cubicBezTo>
                  <a:pt x="669441" y="173310"/>
                  <a:pt x="666257" y="172460"/>
                  <a:pt x="664355" y="170760"/>
                </a:cubicBezTo>
                <a:cubicBezTo>
                  <a:pt x="662454" y="169062"/>
                  <a:pt x="661503" y="166819"/>
                  <a:pt x="661503" y="164029"/>
                </a:cubicBezTo>
                <a:cubicBezTo>
                  <a:pt x="661503" y="161239"/>
                  <a:pt x="662454" y="158979"/>
                  <a:pt x="664355" y="157249"/>
                </a:cubicBezTo>
                <a:cubicBezTo>
                  <a:pt x="666257" y="155521"/>
                  <a:pt x="669441" y="154657"/>
                  <a:pt x="673908" y="154657"/>
                </a:cubicBezTo>
                <a:lnTo>
                  <a:pt x="775866" y="154657"/>
                </a:lnTo>
                <a:cubicBezTo>
                  <a:pt x="780272" y="154657"/>
                  <a:pt x="783426" y="155521"/>
                  <a:pt x="785328" y="157249"/>
                </a:cubicBezTo>
                <a:cubicBezTo>
                  <a:pt x="787229" y="158979"/>
                  <a:pt x="788180" y="161239"/>
                  <a:pt x="788180" y="164029"/>
                </a:cubicBezTo>
                <a:cubicBezTo>
                  <a:pt x="788180" y="166758"/>
                  <a:pt x="787245" y="168987"/>
                  <a:pt x="785373" y="170715"/>
                </a:cubicBezTo>
                <a:cubicBezTo>
                  <a:pt x="783502" y="172445"/>
                  <a:pt x="780333" y="173310"/>
                  <a:pt x="775866" y="173310"/>
                </a:cubicBezTo>
                <a:close/>
                <a:moveTo>
                  <a:pt x="864675" y="38574"/>
                </a:moveTo>
                <a:cubicBezTo>
                  <a:pt x="866909" y="36521"/>
                  <a:pt x="869203" y="35495"/>
                  <a:pt x="871557" y="35495"/>
                </a:cubicBezTo>
                <a:cubicBezTo>
                  <a:pt x="874213" y="35495"/>
                  <a:pt x="876402" y="36446"/>
                  <a:pt x="878122" y="38347"/>
                </a:cubicBezTo>
                <a:cubicBezTo>
                  <a:pt x="879842" y="40249"/>
                  <a:pt x="880703" y="43403"/>
                  <a:pt x="880703" y="47810"/>
                </a:cubicBezTo>
                <a:lnTo>
                  <a:pt x="880703" y="59762"/>
                </a:lnTo>
                <a:cubicBezTo>
                  <a:pt x="880703" y="64229"/>
                  <a:pt x="879842" y="67398"/>
                  <a:pt x="878122" y="69270"/>
                </a:cubicBezTo>
                <a:cubicBezTo>
                  <a:pt x="876402" y="71141"/>
                  <a:pt x="874153" y="72077"/>
                  <a:pt x="871376" y="72077"/>
                </a:cubicBezTo>
                <a:cubicBezTo>
                  <a:pt x="868841" y="72077"/>
                  <a:pt x="866698" y="71352"/>
                  <a:pt x="864947" y="69903"/>
                </a:cubicBezTo>
                <a:cubicBezTo>
                  <a:pt x="863679" y="68817"/>
                  <a:pt x="862683" y="66598"/>
                  <a:pt x="861959" y="63248"/>
                </a:cubicBezTo>
                <a:cubicBezTo>
                  <a:pt x="861235" y="59898"/>
                  <a:pt x="859484" y="57408"/>
                  <a:pt x="856707" y="55778"/>
                </a:cubicBezTo>
                <a:cubicBezTo>
                  <a:pt x="851818" y="52880"/>
                  <a:pt x="845570" y="51432"/>
                  <a:pt x="837964" y="51432"/>
                </a:cubicBezTo>
                <a:cubicBezTo>
                  <a:pt x="829211" y="51432"/>
                  <a:pt x="822193" y="53984"/>
                  <a:pt x="816911" y="59089"/>
                </a:cubicBezTo>
                <a:cubicBezTo>
                  <a:pt x="811629" y="64191"/>
                  <a:pt x="808988" y="70645"/>
                  <a:pt x="808988" y="78449"/>
                </a:cubicBezTo>
                <a:cubicBezTo>
                  <a:pt x="808988" y="85655"/>
                  <a:pt x="811524" y="91345"/>
                  <a:pt x="816594" y="95517"/>
                </a:cubicBezTo>
                <a:cubicBezTo>
                  <a:pt x="821665" y="99690"/>
                  <a:pt x="830086" y="101776"/>
                  <a:pt x="841857" y="101776"/>
                </a:cubicBezTo>
                <a:cubicBezTo>
                  <a:pt x="849584" y="101776"/>
                  <a:pt x="855892" y="100998"/>
                  <a:pt x="860782" y="99442"/>
                </a:cubicBezTo>
                <a:cubicBezTo>
                  <a:pt x="863679" y="98484"/>
                  <a:pt x="866426" y="96853"/>
                  <a:pt x="869022" y="94550"/>
                </a:cubicBezTo>
                <a:cubicBezTo>
                  <a:pt x="871618" y="92244"/>
                  <a:pt x="873972" y="91092"/>
                  <a:pt x="876085" y="91092"/>
                </a:cubicBezTo>
                <a:cubicBezTo>
                  <a:pt x="878620" y="91092"/>
                  <a:pt x="880808" y="92027"/>
                  <a:pt x="882649" y="93899"/>
                </a:cubicBezTo>
                <a:cubicBezTo>
                  <a:pt x="884491" y="95770"/>
                  <a:pt x="885411" y="97973"/>
                  <a:pt x="885411" y="100509"/>
                </a:cubicBezTo>
                <a:cubicBezTo>
                  <a:pt x="885411" y="104614"/>
                  <a:pt x="882604" y="108507"/>
                  <a:pt x="876990" y="112190"/>
                </a:cubicBezTo>
                <a:cubicBezTo>
                  <a:pt x="868660" y="117683"/>
                  <a:pt x="856466" y="120429"/>
                  <a:pt x="840409" y="120429"/>
                </a:cubicBezTo>
                <a:cubicBezTo>
                  <a:pt x="825981" y="120429"/>
                  <a:pt x="814753" y="117444"/>
                  <a:pt x="806724" y="111474"/>
                </a:cubicBezTo>
                <a:cubicBezTo>
                  <a:pt x="795859" y="103454"/>
                  <a:pt x="790426" y="92479"/>
                  <a:pt x="790426" y="78548"/>
                </a:cubicBezTo>
                <a:cubicBezTo>
                  <a:pt x="790426" y="65343"/>
                  <a:pt x="794832" y="54414"/>
                  <a:pt x="803646" y="45761"/>
                </a:cubicBezTo>
                <a:cubicBezTo>
                  <a:pt x="812459" y="37106"/>
                  <a:pt x="823959" y="32779"/>
                  <a:pt x="838145" y="32779"/>
                </a:cubicBezTo>
                <a:cubicBezTo>
                  <a:pt x="843276" y="32779"/>
                  <a:pt x="848045" y="33261"/>
                  <a:pt x="852451" y="34227"/>
                </a:cubicBezTo>
                <a:cubicBezTo>
                  <a:pt x="856858" y="35193"/>
                  <a:pt x="860933" y="36642"/>
                  <a:pt x="864675" y="38574"/>
                </a:cubicBezTo>
                <a:close/>
                <a:moveTo>
                  <a:pt x="942439" y="53967"/>
                </a:moveTo>
                <a:lnTo>
                  <a:pt x="942439" y="90973"/>
                </a:lnTo>
                <a:cubicBezTo>
                  <a:pt x="942439" y="94934"/>
                  <a:pt x="943253" y="97545"/>
                  <a:pt x="944883" y="98805"/>
                </a:cubicBezTo>
                <a:cubicBezTo>
                  <a:pt x="947419" y="100786"/>
                  <a:pt x="951946" y="101776"/>
                  <a:pt x="958466" y="101776"/>
                </a:cubicBezTo>
                <a:cubicBezTo>
                  <a:pt x="967943" y="101776"/>
                  <a:pt x="976696" y="99733"/>
                  <a:pt x="984725" y="95645"/>
                </a:cubicBezTo>
                <a:cubicBezTo>
                  <a:pt x="987803" y="94058"/>
                  <a:pt x="990218" y="93265"/>
                  <a:pt x="991969" y="93265"/>
                </a:cubicBezTo>
                <a:cubicBezTo>
                  <a:pt x="994383" y="93265"/>
                  <a:pt x="996481" y="94177"/>
                  <a:pt x="998262" y="96001"/>
                </a:cubicBezTo>
                <a:cubicBezTo>
                  <a:pt x="1000042" y="97823"/>
                  <a:pt x="1000933" y="100041"/>
                  <a:pt x="1000933" y="102654"/>
                </a:cubicBezTo>
                <a:cubicBezTo>
                  <a:pt x="1000933" y="105085"/>
                  <a:pt x="999967" y="107182"/>
                  <a:pt x="998035" y="108944"/>
                </a:cubicBezTo>
                <a:cubicBezTo>
                  <a:pt x="995077" y="111800"/>
                  <a:pt x="989237" y="114429"/>
                  <a:pt x="980514" y="116830"/>
                </a:cubicBezTo>
                <a:cubicBezTo>
                  <a:pt x="971791" y="119230"/>
                  <a:pt x="964442" y="120429"/>
                  <a:pt x="958466" y="120429"/>
                </a:cubicBezTo>
                <a:cubicBezTo>
                  <a:pt x="946936" y="120429"/>
                  <a:pt x="938288" y="117946"/>
                  <a:pt x="932523" y="112979"/>
                </a:cubicBezTo>
                <a:cubicBezTo>
                  <a:pt x="926759" y="108012"/>
                  <a:pt x="923876" y="101917"/>
                  <a:pt x="923876" y="94694"/>
                </a:cubicBezTo>
                <a:lnTo>
                  <a:pt x="923876" y="53967"/>
                </a:lnTo>
                <a:lnTo>
                  <a:pt x="917176" y="53967"/>
                </a:lnTo>
                <a:cubicBezTo>
                  <a:pt x="912708" y="53967"/>
                  <a:pt x="909524" y="53103"/>
                  <a:pt x="907623" y="51375"/>
                </a:cubicBezTo>
                <a:cubicBezTo>
                  <a:pt x="905721" y="49645"/>
                  <a:pt x="904770" y="47385"/>
                  <a:pt x="904770" y="44595"/>
                </a:cubicBezTo>
                <a:cubicBezTo>
                  <a:pt x="904770" y="41865"/>
                  <a:pt x="905721" y="39637"/>
                  <a:pt x="907623" y="37909"/>
                </a:cubicBezTo>
                <a:cubicBezTo>
                  <a:pt x="909524" y="36179"/>
                  <a:pt x="912708" y="35314"/>
                  <a:pt x="917176" y="35314"/>
                </a:cubicBezTo>
                <a:lnTo>
                  <a:pt x="923876" y="35314"/>
                </a:lnTo>
                <a:lnTo>
                  <a:pt x="923876" y="18562"/>
                </a:lnTo>
                <a:cubicBezTo>
                  <a:pt x="923876" y="14095"/>
                  <a:pt x="924736" y="10911"/>
                  <a:pt x="926457" y="9010"/>
                </a:cubicBezTo>
                <a:cubicBezTo>
                  <a:pt x="928177" y="7108"/>
                  <a:pt x="930426" y="6157"/>
                  <a:pt x="933203" y="6157"/>
                </a:cubicBezTo>
                <a:cubicBezTo>
                  <a:pt x="935919" y="6157"/>
                  <a:pt x="938138" y="7108"/>
                  <a:pt x="939858" y="9010"/>
                </a:cubicBezTo>
                <a:cubicBezTo>
                  <a:pt x="941578" y="10911"/>
                  <a:pt x="942439" y="14095"/>
                  <a:pt x="942439" y="18562"/>
                </a:cubicBezTo>
                <a:lnTo>
                  <a:pt x="942439" y="35314"/>
                </a:lnTo>
                <a:lnTo>
                  <a:pt x="976756" y="35314"/>
                </a:lnTo>
                <a:cubicBezTo>
                  <a:pt x="981223" y="35314"/>
                  <a:pt x="984408" y="36179"/>
                  <a:pt x="986309" y="37909"/>
                </a:cubicBezTo>
                <a:cubicBezTo>
                  <a:pt x="988211" y="39637"/>
                  <a:pt x="989162" y="41896"/>
                  <a:pt x="989162" y="44686"/>
                </a:cubicBezTo>
                <a:cubicBezTo>
                  <a:pt x="989162" y="47415"/>
                  <a:pt x="988211" y="49645"/>
                  <a:pt x="986309" y="51375"/>
                </a:cubicBezTo>
                <a:cubicBezTo>
                  <a:pt x="984408" y="53103"/>
                  <a:pt x="981223" y="53967"/>
                  <a:pt x="976756" y="53967"/>
                </a:cubicBezTo>
                <a:lnTo>
                  <a:pt x="942439" y="53967"/>
                </a:lnTo>
                <a:close/>
                <a:moveTo>
                  <a:pt x="1067187" y="0"/>
                </a:moveTo>
                <a:lnTo>
                  <a:pt x="1067187" y="98879"/>
                </a:lnTo>
                <a:lnTo>
                  <a:pt x="1089462" y="98879"/>
                </a:lnTo>
                <a:cubicBezTo>
                  <a:pt x="1093929" y="98879"/>
                  <a:pt x="1097114" y="99739"/>
                  <a:pt x="1099015" y="101460"/>
                </a:cubicBezTo>
                <a:cubicBezTo>
                  <a:pt x="1100917" y="103180"/>
                  <a:pt x="1101868" y="105429"/>
                  <a:pt x="1101868" y="108205"/>
                </a:cubicBezTo>
                <a:cubicBezTo>
                  <a:pt x="1101868" y="110982"/>
                  <a:pt x="1100917" y="113231"/>
                  <a:pt x="1099015" y="114951"/>
                </a:cubicBezTo>
                <a:cubicBezTo>
                  <a:pt x="1097114" y="116672"/>
                  <a:pt x="1093929" y="117532"/>
                  <a:pt x="1089462" y="117532"/>
                </a:cubicBezTo>
                <a:lnTo>
                  <a:pt x="1026350" y="117532"/>
                </a:lnTo>
                <a:cubicBezTo>
                  <a:pt x="1021883" y="117532"/>
                  <a:pt x="1018699" y="116657"/>
                  <a:pt x="1016797" y="114906"/>
                </a:cubicBezTo>
                <a:cubicBezTo>
                  <a:pt x="1014896" y="113155"/>
                  <a:pt x="1013945" y="110892"/>
                  <a:pt x="1013945" y="108115"/>
                </a:cubicBezTo>
                <a:cubicBezTo>
                  <a:pt x="1013945" y="105338"/>
                  <a:pt x="1014896" y="103105"/>
                  <a:pt x="1016797" y="101414"/>
                </a:cubicBezTo>
                <a:cubicBezTo>
                  <a:pt x="1018699" y="99724"/>
                  <a:pt x="1021883" y="98879"/>
                  <a:pt x="1026350" y="98879"/>
                </a:cubicBezTo>
                <a:lnTo>
                  <a:pt x="1048625" y="98879"/>
                </a:lnTo>
                <a:lnTo>
                  <a:pt x="1048625" y="18653"/>
                </a:lnTo>
                <a:lnTo>
                  <a:pt x="1033685" y="18653"/>
                </a:lnTo>
                <a:cubicBezTo>
                  <a:pt x="1029278" y="18653"/>
                  <a:pt x="1026109" y="17778"/>
                  <a:pt x="1024177" y="16027"/>
                </a:cubicBezTo>
                <a:cubicBezTo>
                  <a:pt x="1022245" y="14276"/>
                  <a:pt x="1021279" y="12013"/>
                  <a:pt x="1021279" y="9236"/>
                </a:cubicBezTo>
                <a:cubicBezTo>
                  <a:pt x="1021279" y="6459"/>
                  <a:pt x="1022230" y="4226"/>
                  <a:pt x="1024132" y="2535"/>
                </a:cubicBezTo>
                <a:cubicBezTo>
                  <a:pt x="1026033" y="845"/>
                  <a:pt x="1029217" y="0"/>
                  <a:pt x="1033685" y="0"/>
                </a:cubicBezTo>
                <a:lnTo>
                  <a:pt x="1067187" y="0"/>
                </a:lnTo>
                <a:close/>
                <a:moveTo>
                  <a:pt x="1188776" y="64536"/>
                </a:moveTo>
                <a:lnTo>
                  <a:pt x="1128652" y="31132"/>
                </a:lnTo>
                <a:cubicBezTo>
                  <a:pt x="1125633" y="29451"/>
                  <a:pt x="1123626" y="27950"/>
                  <a:pt x="1122630" y="26630"/>
                </a:cubicBezTo>
                <a:cubicBezTo>
                  <a:pt x="1121634" y="25309"/>
                  <a:pt x="1121136" y="23628"/>
                  <a:pt x="1121136" y="21587"/>
                </a:cubicBezTo>
                <a:cubicBezTo>
                  <a:pt x="1121136" y="19007"/>
                  <a:pt x="1122072" y="16786"/>
                  <a:pt x="1123943" y="14926"/>
                </a:cubicBezTo>
                <a:cubicBezTo>
                  <a:pt x="1125815" y="13064"/>
                  <a:pt x="1128018" y="12133"/>
                  <a:pt x="1130553" y="12133"/>
                </a:cubicBezTo>
                <a:cubicBezTo>
                  <a:pt x="1132123" y="12133"/>
                  <a:pt x="1134537" y="13009"/>
                  <a:pt x="1137797" y="14759"/>
                </a:cubicBezTo>
                <a:lnTo>
                  <a:pt x="1227350" y="64561"/>
                </a:lnTo>
                <a:lnTo>
                  <a:pt x="1137797" y="114448"/>
                </a:lnTo>
                <a:cubicBezTo>
                  <a:pt x="1134537" y="116262"/>
                  <a:pt x="1132123" y="117170"/>
                  <a:pt x="1130553" y="117170"/>
                </a:cubicBezTo>
                <a:cubicBezTo>
                  <a:pt x="1128018" y="117170"/>
                  <a:pt x="1125815" y="116240"/>
                  <a:pt x="1123943" y="114380"/>
                </a:cubicBezTo>
                <a:cubicBezTo>
                  <a:pt x="1122072" y="112520"/>
                  <a:pt x="1121136" y="110269"/>
                  <a:pt x="1121136" y="107628"/>
                </a:cubicBezTo>
                <a:cubicBezTo>
                  <a:pt x="1121136" y="105589"/>
                  <a:pt x="1121634" y="103910"/>
                  <a:pt x="1122630" y="102591"/>
                </a:cubicBezTo>
                <a:cubicBezTo>
                  <a:pt x="1123626" y="101271"/>
                  <a:pt x="1125633" y="99770"/>
                  <a:pt x="1128652" y="98089"/>
                </a:cubicBezTo>
                <a:lnTo>
                  <a:pt x="1188776" y="64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call[rax]">
            <a:extLst xmlns:a="http://schemas.openxmlformats.org/drawingml/2006/main">
              <a:ext uri="{FF2B5EF4-FFF2-40B4-BE49-F238E27FC236}">
                <a16:creationId xmlns:a16="http://schemas.microsoft.com/office/drawing/2014/main" id="{5410147F-F2B0-41D9-875A-F13E2D27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44" y="2245409"/>
            <a:ext cx="1057397" cy="174317"/>
          </a:xfrm>
          <a:custGeom xmlns:a="http://schemas.openxmlformats.org/drawingml/2006/main">
            <a:pathLst>
              <a:path w="1057397" h="174317">
                <a:moveTo>
                  <a:pt x="275938" y="138712"/>
                </a:moveTo>
                <a:lnTo>
                  <a:pt x="275448" y="138705"/>
                </a:lnTo>
                <a:lnTo>
                  <a:pt x="274966" y="138687"/>
                </a:lnTo>
                <a:lnTo>
                  <a:pt x="274492" y="138655"/>
                </a:lnTo>
                <a:lnTo>
                  <a:pt x="274027" y="138611"/>
                </a:lnTo>
                <a:lnTo>
                  <a:pt x="273570" y="138555"/>
                </a:lnTo>
                <a:lnTo>
                  <a:pt x="273122" y="138486"/>
                </a:lnTo>
                <a:lnTo>
                  <a:pt x="272682" y="138404"/>
                </a:lnTo>
                <a:lnTo>
                  <a:pt x="272250" y="138310"/>
                </a:lnTo>
                <a:lnTo>
                  <a:pt x="271827" y="138203"/>
                </a:lnTo>
                <a:lnTo>
                  <a:pt x="271412" y="138084"/>
                </a:lnTo>
                <a:lnTo>
                  <a:pt x="271005" y="137952"/>
                </a:lnTo>
                <a:lnTo>
                  <a:pt x="270607" y="137808"/>
                </a:lnTo>
                <a:lnTo>
                  <a:pt x="270217" y="137651"/>
                </a:lnTo>
                <a:lnTo>
                  <a:pt x="269835" y="137481"/>
                </a:lnTo>
                <a:lnTo>
                  <a:pt x="269462" y="137299"/>
                </a:lnTo>
                <a:lnTo>
                  <a:pt x="269097" y="137105"/>
                </a:lnTo>
                <a:lnTo>
                  <a:pt x="268740" y="136897"/>
                </a:lnTo>
                <a:lnTo>
                  <a:pt x="268392" y="136678"/>
                </a:lnTo>
                <a:lnTo>
                  <a:pt x="268052" y="136445"/>
                </a:lnTo>
                <a:lnTo>
                  <a:pt x="267721" y="136200"/>
                </a:lnTo>
                <a:lnTo>
                  <a:pt x="267398" y="135943"/>
                </a:lnTo>
                <a:lnTo>
                  <a:pt x="267083" y="135673"/>
                </a:lnTo>
                <a:lnTo>
                  <a:pt x="266777" y="135391"/>
                </a:lnTo>
                <a:lnTo>
                  <a:pt x="266479" y="135095"/>
                </a:lnTo>
                <a:lnTo>
                  <a:pt x="266191" y="134789"/>
                </a:lnTo>
                <a:lnTo>
                  <a:pt x="265916" y="134474"/>
                </a:lnTo>
                <a:lnTo>
                  <a:pt x="265653" y="134149"/>
                </a:lnTo>
                <a:lnTo>
                  <a:pt x="265402" y="133815"/>
                </a:lnTo>
                <a:lnTo>
                  <a:pt x="265164" y="133472"/>
                </a:lnTo>
                <a:lnTo>
                  <a:pt x="264938" y="133119"/>
                </a:lnTo>
                <a:lnTo>
                  <a:pt x="264723" y="132757"/>
                </a:lnTo>
                <a:lnTo>
                  <a:pt x="264522" y="132386"/>
                </a:lnTo>
                <a:lnTo>
                  <a:pt x="264332" y="132005"/>
                </a:lnTo>
                <a:lnTo>
                  <a:pt x="264155" y="131615"/>
                </a:lnTo>
                <a:lnTo>
                  <a:pt x="263990" y="131216"/>
                </a:lnTo>
                <a:lnTo>
                  <a:pt x="263837" y="130807"/>
                </a:lnTo>
                <a:lnTo>
                  <a:pt x="263696" y="130389"/>
                </a:lnTo>
                <a:lnTo>
                  <a:pt x="263568" y="129962"/>
                </a:lnTo>
                <a:lnTo>
                  <a:pt x="263451" y="129525"/>
                </a:lnTo>
                <a:lnTo>
                  <a:pt x="263347" y="129079"/>
                </a:lnTo>
                <a:lnTo>
                  <a:pt x="263256" y="128624"/>
                </a:lnTo>
                <a:lnTo>
                  <a:pt x="263176" y="128159"/>
                </a:lnTo>
                <a:lnTo>
                  <a:pt x="263109" y="127685"/>
                </a:lnTo>
                <a:lnTo>
                  <a:pt x="263054" y="127202"/>
                </a:lnTo>
                <a:lnTo>
                  <a:pt x="263011" y="126709"/>
                </a:lnTo>
                <a:lnTo>
                  <a:pt x="262980" y="126207"/>
                </a:lnTo>
                <a:lnTo>
                  <a:pt x="262962" y="125695"/>
                </a:lnTo>
                <a:lnTo>
                  <a:pt x="262956" y="125175"/>
                </a:lnTo>
                <a:lnTo>
                  <a:pt x="262956" y="18545"/>
                </a:lnTo>
                <a:lnTo>
                  <a:pt x="211960" y="18545"/>
                </a:lnTo>
                <a:lnTo>
                  <a:pt x="211960" y="33752"/>
                </a:lnTo>
                <a:lnTo>
                  <a:pt x="246267" y="33752"/>
                </a:lnTo>
                <a:lnTo>
                  <a:pt x="246267" y="125175"/>
                </a:lnTo>
                <a:lnTo>
                  <a:pt x="246273" y="125897"/>
                </a:lnTo>
                <a:lnTo>
                  <a:pt x="246292" y="126612"/>
                </a:lnTo>
                <a:lnTo>
                  <a:pt x="246325" y="127319"/>
                </a:lnTo>
                <a:lnTo>
                  <a:pt x="246370" y="128018"/>
                </a:lnTo>
                <a:lnTo>
                  <a:pt x="246428" y="128710"/>
                </a:lnTo>
                <a:lnTo>
                  <a:pt x="246499" y="129393"/>
                </a:lnTo>
                <a:lnTo>
                  <a:pt x="246582" y="130069"/>
                </a:lnTo>
                <a:lnTo>
                  <a:pt x="246679" y="130738"/>
                </a:lnTo>
                <a:lnTo>
                  <a:pt x="246788" y="131398"/>
                </a:lnTo>
                <a:lnTo>
                  <a:pt x="246911" y="132051"/>
                </a:lnTo>
                <a:lnTo>
                  <a:pt x="247046" y="132697"/>
                </a:lnTo>
                <a:lnTo>
                  <a:pt x="247194" y="133334"/>
                </a:lnTo>
                <a:lnTo>
                  <a:pt x="247355" y="133964"/>
                </a:lnTo>
                <a:lnTo>
                  <a:pt x="247529" y="134586"/>
                </a:lnTo>
                <a:lnTo>
                  <a:pt x="247716" y="135200"/>
                </a:lnTo>
                <a:lnTo>
                  <a:pt x="247915" y="135807"/>
                </a:lnTo>
                <a:lnTo>
                  <a:pt x="248128" y="136406"/>
                </a:lnTo>
                <a:lnTo>
                  <a:pt x="248353" y="136997"/>
                </a:lnTo>
                <a:lnTo>
                  <a:pt x="248592" y="137580"/>
                </a:lnTo>
                <a:lnTo>
                  <a:pt x="248843" y="138156"/>
                </a:lnTo>
                <a:lnTo>
                  <a:pt x="249107" y="138724"/>
                </a:lnTo>
                <a:lnTo>
                  <a:pt x="249384" y="139284"/>
                </a:lnTo>
                <a:lnTo>
                  <a:pt x="249674" y="139836"/>
                </a:lnTo>
                <a:lnTo>
                  <a:pt x="249976" y="140381"/>
                </a:lnTo>
                <a:lnTo>
                  <a:pt x="250291" y="140917"/>
                </a:lnTo>
                <a:lnTo>
                  <a:pt x="250615" y="141443"/>
                </a:lnTo>
                <a:lnTo>
                  <a:pt x="250950" y="141958"/>
                </a:lnTo>
                <a:lnTo>
                  <a:pt x="251295" y="142463"/>
                </a:lnTo>
                <a:lnTo>
                  <a:pt x="251651" y="142957"/>
                </a:lnTo>
                <a:lnTo>
                  <a:pt x="252017" y="143441"/>
                </a:lnTo>
                <a:lnTo>
                  <a:pt x="252393" y="143915"/>
                </a:lnTo>
                <a:lnTo>
                  <a:pt x="252779" y="144379"/>
                </a:lnTo>
                <a:lnTo>
                  <a:pt x="253176" y="144832"/>
                </a:lnTo>
                <a:lnTo>
                  <a:pt x="253583" y="145275"/>
                </a:lnTo>
                <a:lnTo>
                  <a:pt x="254000" y="145708"/>
                </a:lnTo>
                <a:lnTo>
                  <a:pt x="254427" y="146130"/>
                </a:lnTo>
                <a:lnTo>
                  <a:pt x="254865" y="146542"/>
                </a:lnTo>
                <a:lnTo>
                  <a:pt x="255313" y="146944"/>
                </a:lnTo>
                <a:lnTo>
                  <a:pt x="255772" y="147336"/>
                </a:lnTo>
                <a:lnTo>
                  <a:pt x="256241" y="147717"/>
                </a:lnTo>
                <a:lnTo>
                  <a:pt x="256720" y="148088"/>
                </a:lnTo>
                <a:lnTo>
                  <a:pt x="257209" y="148448"/>
                </a:lnTo>
                <a:lnTo>
                  <a:pt x="257709" y="148799"/>
                </a:lnTo>
                <a:lnTo>
                  <a:pt x="258218" y="149139"/>
                </a:lnTo>
                <a:lnTo>
                  <a:pt x="258739" y="149468"/>
                </a:lnTo>
                <a:lnTo>
                  <a:pt x="259269" y="149788"/>
                </a:lnTo>
                <a:lnTo>
                  <a:pt x="259810" y="150097"/>
                </a:lnTo>
                <a:lnTo>
                  <a:pt x="260361" y="150395"/>
                </a:lnTo>
                <a:lnTo>
                  <a:pt x="260921" y="150683"/>
                </a:lnTo>
                <a:lnTo>
                  <a:pt x="261489" y="150958"/>
                </a:lnTo>
                <a:lnTo>
                  <a:pt x="262065" y="151221"/>
                </a:lnTo>
                <a:lnTo>
                  <a:pt x="262648" y="151472"/>
                </a:lnTo>
                <a:lnTo>
                  <a:pt x="263239" y="151710"/>
                </a:lnTo>
                <a:lnTo>
                  <a:pt x="263838" y="151937"/>
                </a:lnTo>
                <a:lnTo>
                  <a:pt x="264444" y="152151"/>
                </a:lnTo>
                <a:lnTo>
                  <a:pt x="265059" y="152353"/>
                </a:lnTo>
                <a:lnTo>
                  <a:pt x="265681" y="152542"/>
                </a:lnTo>
                <a:lnTo>
                  <a:pt x="266310" y="152719"/>
                </a:lnTo>
                <a:lnTo>
                  <a:pt x="266948" y="152885"/>
                </a:lnTo>
                <a:lnTo>
                  <a:pt x="267593" y="153038"/>
                </a:lnTo>
                <a:lnTo>
                  <a:pt x="268246" y="153178"/>
                </a:lnTo>
                <a:lnTo>
                  <a:pt x="268907" y="153307"/>
                </a:lnTo>
                <a:lnTo>
                  <a:pt x="269575" y="153423"/>
                </a:lnTo>
                <a:lnTo>
                  <a:pt x="270251" y="153527"/>
                </a:lnTo>
                <a:lnTo>
                  <a:pt x="270935" y="153619"/>
                </a:lnTo>
                <a:lnTo>
                  <a:pt x="271626" y="153698"/>
                </a:lnTo>
                <a:lnTo>
                  <a:pt x="272326" y="153765"/>
                </a:lnTo>
                <a:lnTo>
                  <a:pt x="273033" y="153820"/>
                </a:lnTo>
                <a:lnTo>
                  <a:pt x="273748" y="153863"/>
                </a:lnTo>
                <a:lnTo>
                  <a:pt x="274470" y="153894"/>
                </a:lnTo>
                <a:lnTo>
                  <a:pt x="275200" y="153912"/>
                </a:lnTo>
                <a:lnTo>
                  <a:pt x="275938" y="153918"/>
                </a:lnTo>
                <a:lnTo>
                  <a:pt x="308391" y="153918"/>
                </a:lnTo>
                <a:lnTo>
                  <a:pt x="308391" y="138712"/>
                </a:lnTo>
                <a:lnTo>
                  <a:pt x="275938" y="138712"/>
                </a:lnTo>
                <a:close/>
                <a:moveTo>
                  <a:pt x="386714" y="138705"/>
                </a:moveTo>
                <a:lnTo>
                  <a:pt x="386232" y="138687"/>
                </a:lnTo>
                <a:lnTo>
                  <a:pt x="385758" y="138655"/>
                </a:lnTo>
                <a:lnTo>
                  <a:pt x="385293" y="138611"/>
                </a:lnTo>
                <a:lnTo>
                  <a:pt x="384836" y="138555"/>
                </a:lnTo>
                <a:lnTo>
                  <a:pt x="384388" y="138486"/>
                </a:lnTo>
                <a:lnTo>
                  <a:pt x="383948" y="138404"/>
                </a:lnTo>
                <a:lnTo>
                  <a:pt x="383516" y="138310"/>
                </a:lnTo>
                <a:lnTo>
                  <a:pt x="383093" y="138203"/>
                </a:lnTo>
                <a:lnTo>
                  <a:pt x="382677" y="138084"/>
                </a:lnTo>
                <a:lnTo>
                  <a:pt x="382271" y="137952"/>
                </a:lnTo>
                <a:lnTo>
                  <a:pt x="381872" y="137808"/>
                </a:lnTo>
                <a:lnTo>
                  <a:pt x="381482" y="137651"/>
                </a:lnTo>
                <a:lnTo>
                  <a:pt x="381101" y="137481"/>
                </a:lnTo>
                <a:lnTo>
                  <a:pt x="380728" y="137299"/>
                </a:lnTo>
                <a:lnTo>
                  <a:pt x="380363" y="137105"/>
                </a:lnTo>
                <a:lnTo>
                  <a:pt x="380006" y="136897"/>
                </a:lnTo>
                <a:lnTo>
                  <a:pt x="379658" y="136678"/>
                </a:lnTo>
                <a:lnTo>
                  <a:pt x="379318" y="136445"/>
                </a:lnTo>
                <a:lnTo>
                  <a:pt x="378987" y="136200"/>
                </a:lnTo>
                <a:lnTo>
                  <a:pt x="378664" y="135943"/>
                </a:lnTo>
                <a:lnTo>
                  <a:pt x="378349" y="135673"/>
                </a:lnTo>
                <a:lnTo>
                  <a:pt x="378043" y="135391"/>
                </a:lnTo>
                <a:lnTo>
                  <a:pt x="377745" y="135095"/>
                </a:lnTo>
                <a:lnTo>
                  <a:pt x="377457" y="134789"/>
                </a:lnTo>
                <a:lnTo>
                  <a:pt x="377182" y="134474"/>
                </a:lnTo>
                <a:lnTo>
                  <a:pt x="376919" y="134149"/>
                </a:lnTo>
                <a:lnTo>
                  <a:pt x="376668" y="133815"/>
                </a:lnTo>
                <a:lnTo>
                  <a:pt x="376430" y="133472"/>
                </a:lnTo>
                <a:lnTo>
                  <a:pt x="376203" y="133119"/>
                </a:lnTo>
                <a:lnTo>
                  <a:pt x="375989" y="132757"/>
                </a:lnTo>
                <a:lnTo>
                  <a:pt x="375788" y="132386"/>
                </a:lnTo>
                <a:lnTo>
                  <a:pt x="375598" y="132005"/>
                </a:lnTo>
                <a:lnTo>
                  <a:pt x="375421" y="131615"/>
                </a:lnTo>
                <a:lnTo>
                  <a:pt x="375255" y="131216"/>
                </a:lnTo>
                <a:lnTo>
                  <a:pt x="375103" y="130807"/>
                </a:lnTo>
                <a:lnTo>
                  <a:pt x="374962" y="130389"/>
                </a:lnTo>
                <a:lnTo>
                  <a:pt x="374833" y="129962"/>
                </a:lnTo>
                <a:lnTo>
                  <a:pt x="374717" y="129525"/>
                </a:lnTo>
                <a:lnTo>
                  <a:pt x="374613" y="129079"/>
                </a:lnTo>
                <a:lnTo>
                  <a:pt x="374522" y="128624"/>
                </a:lnTo>
                <a:lnTo>
                  <a:pt x="374442" y="128159"/>
                </a:lnTo>
                <a:lnTo>
                  <a:pt x="374375" y="127685"/>
                </a:lnTo>
                <a:lnTo>
                  <a:pt x="374320" y="127202"/>
                </a:lnTo>
                <a:lnTo>
                  <a:pt x="374277" y="126709"/>
                </a:lnTo>
                <a:lnTo>
                  <a:pt x="374246" y="126207"/>
                </a:lnTo>
                <a:lnTo>
                  <a:pt x="374228" y="125695"/>
                </a:lnTo>
                <a:lnTo>
                  <a:pt x="374222" y="125175"/>
                </a:lnTo>
                <a:lnTo>
                  <a:pt x="374222" y="18545"/>
                </a:lnTo>
                <a:lnTo>
                  <a:pt x="323226" y="18545"/>
                </a:lnTo>
                <a:lnTo>
                  <a:pt x="323226" y="33752"/>
                </a:lnTo>
                <a:lnTo>
                  <a:pt x="357533" y="33752"/>
                </a:lnTo>
                <a:lnTo>
                  <a:pt x="357533" y="125175"/>
                </a:lnTo>
                <a:lnTo>
                  <a:pt x="357539" y="125897"/>
                </a:lnTo>
                <a:lnTo>
                  <a:pt x="357558" y="126612"/>
                </a:lnTo>
                <a:lnTo>
                  <a:pt x="357591" y="127319"/>
                </a:lnTo>
                <a:lnTo>
                  <a:pt x="357636" y="128018"/>
                </a:lnTo>
                <a:lnTo>
                  <a:pt x="357694" y="128710"/>
                </a:lnTo>
                <a:lnTo>
                  <a:pt x="357764" y="129393"/>
                </a:lnTo>
                <a:lnTo>
                  <a:pt x="357848" y="130069"/>
                </a:lnTo>
                <a:lnTo>
                  <a:pt x="357945" y="130738"/>
                </a:lnTo>
                <a:lnTo>
                  <a:pt x="358054" y="131398"/>
                </a:lnTo>
                <a:lnTo>
                  <a:pt x="358177" y="132051"/>
                </a:lnTo>
                <a:lnTo>
                  <a:pt x="358312" y="132697"/>
                </a:lnTo>
                <a:lnTo>
                  <a:pt x="358460" y="133334"/>
                </a:lnTo>
                <a:lnTo>
                  <a:pt x="358621" y="133964"/>
                </a:lnTo>
                <a:lnTo>
                  <a:pt x="358795" y="134586"/>
                </a:lnTo>
                <a:lnTo>
                  <a:pt x="358982" y="135200"/>
                </a:lnTo>
                <a:lnTo>
                  <a:pt x="359181" y="135807"/>
                </a:lnTo>
                <a:lnTo>
                  <a:pt x="359394" y="136406"/>
                </a:lnTo>
                <a:lnTo>
                  <a:pt x="359619" y="136997"/>
                </a:lnTo>
                <a:lnTo>
                  <a:pt x="359858" y="137580"/>
                </a:lnTo>
                <a:lnTo>
                  <a:pt x="360109" y="138156"/>
                </a:lnTo>
                <a:lnTo>
                  <a:pt x="360373" y="138724"/>
                </a:lnTo>
                <a:lnTo>
                  <a:pt x="360650" y="139284"/>
                </a:lnTo>
                <a:lnTo>
                  <a:pt x="360940" y="139836"/>
                </a:lnTo>
                <a:lnTo>
                  <a:pt x="361242" y="140381"/>
                </a:lnTo>
                <a:lnTo>
                  <a:pt x="361557" y="140917"/>
                </a:lnTo>
                <a:lnTo>
                  <a:pt x="361881" y="141443"/>
                </a:lnTo>
                <a:lnTo>
                  <a:pt x="362216" y="141958"/>
                </a:lnTo>
                <a:lnTo>
                  <a:pt x="362561" y="142463"/>
                </a:lnTo>
                <a:lnTo>
                  <a:pt x="362917" y="142957"/>
                </a:lnTo>
                <a:lnTo>
                  <a:pt x="363282" y="143441"/>
                </a:lnTo>
                <a:lnTo>
                  <a:pt x="363659" y="143915"/>
                </a:lnTo>
                <a:lnTo>
                  <a:pt x="364045" y="144379"/>
                </a:lnTo>
                <a:lnTo>
                  <a:pt x="364442" y="144832"/>
                </a:lnTo>
                <a:lnTo>
                  <a:pt x="364848" y="145275"/>
                </a:lnTo>
                <a:lnTo>
                  <a:pt x="365266" y="145708"/>
                </a:lnTo>
                <a:lnTo>
                  <a:pt x="365693" y="146130"/>
                </a:lnTo>
                <a:lnTo>
                  <a:pt x="366131" y="146542"/>
                </a:lnTo>
                <a:lnTo>
                  <a:pt x="366579" y="146944"/>
                </a:lnTo>
                <a:lnTo>
                  <a:pt x="367038" y="147336"/>
                </a:lnTo>
                <a:lnTo>
                  <a:pt x="367506" y="147717"/>
                </a:lnTo>
                <a:lnTo>
                  <a:pt x="367985" y="148088"/>
                </a:lnTo>
                <a:lnTo>
                  <a:pt x="368475" y="148448"/>
                </a:lnTo>
                <a:lnTo>
                  <a:pt x="368974" y="148799"/>
                </a:lnTo>
                <a:lnTo>
                  <a:pt x="369484" y="149139"/>
                </a:lnTo>
                <a:lnTo>
                  <a:pt x="370005" y="149468"/>
                </a:lnTo>
                <a:lnTo>
                  <a:pt x="370535" y="149788"/>
                </a:lnTo>
                <a:lnTo>
                  <a:pt x="371076" y="150097"/>
                </a:lnTo>
                <a:lnTo>
                  <a:pt x="371627" y="150395"/>
                </a:lnTo>
                <a:lnTo>
                  <a:pt x="372187" y="150683"/>
                </a:lnTo>
                <a:lnTo>
                  <a:pt x="372755" y="150958"/>
                </a:lnTo>
                <a:lnTo>
                  <a:pt x="373331" y="151221"/>
                </a:lnTo>
                <a:lnTo>
                  <a:pt x="373914" y="151472"/>
                </a:lnTo>
                <a:lnTo>
                  <a:pt x="374505" y="151710"/>
                </a:lnTo>
                <a:lnTo>
                  <a:pt x="375104" y="151937"/>
                </a:lnTo>
                <a:lnTo>
                  <a:pt x="375710" y="152151"/>
                </a:lnTo>
                <a:lnTo>
                  <a:pt x="376325" y="152353"/>
                </a:lnTo>
                <a:lnTo>
                  <a:pt x="376947" y="152542"/>
                </a:lnTo>
                <a:lnTo>
                  <a:pt x="377576" y="152719"/>
                </a:lnTo>
                <a:lnTo>
                  <a:pt x="378214" y="152885"/>
                </a:lnTo>
                <a:lnTo>
                  <a:pt x="378859" y="153038"/>
                </a:lnTo>
                <a:lnTo>
                  <a:pt x="379512" y="153178"/>
                </a:lnTo>
                <a:lnTo>
                  <a:pt x="380172" y="153307"/>
                </a:lnTo>
                <a:lnTo>
                  <a:pt x="380841" y="153423"/>
                </a:lnTo>
                <a:lnTo>
                  <a:pt x="381517" y="153527"/>
                </a:lnTo>
                <a:lnTo>
                  <a:pt x="382201" y="153619"/>
                </a:lnTo>
                <a:lnTo>
                  <a:pt x="382892" y="153698"/>
                </a:lnTo>
                <a:lnTo>
                  <a:pt x="383592" y="153765"/>
                </a:lnTo>
                <a:lnTo>
                  <a:pt x="384299" y="153820"/>
                </a:lnTo>
                <a:lnTo>
                  <a:pt x="385013" y="153863"/>
                </a:lnTo>
                <a:lnTo>
                  <a:pt x="385736" y="153894"/>
                </a:lnTo>
                <a:lnTo>
                  <a:pt x="386466" y="153912"/>
                </a:lnTo>
                <a:lnTo>
                  <a:pt x="387204" y="153918"/>
                </a:lnTo>
                <a:lnTo>
                  <a:pt x="419657" y="153918"/>
                </a:lnTo>
                <a:lnTo>
                  <a:pt x="419657" y="138712"/>
                </a:lnTo>
                <a:lnTo>
                  <a:pt x="387204" y="138712"/>
                </a:lnTo>
                <a:lnTo>
                  <a:pt x="386714" y="138705"/>
                </a:lnTo>
                <a:close/>
                <a:moveTo>
                  <a:pt x="594529" y="14836"/>
                </a:moveTo>
                <a:lnTo>
                  <a:pt x="623273" y="14836"/>
                </a:lnTo>
                <a:lnTo>
                  <a:pt x="623273" y="0"/>
                </a:lnTo>
                <a:lnTo>
                  <a:pt x="577840" y="0"/>
                </a:lnTo>
                <a:lnTo>
                  <a:pt x="577840" y="174317"/>
                </a:lnTo>
                <a:lnTo>
                  <a:pt x="623273" y="174317"/>
                </a:lnTo>
                <a:lnTo>
                  <a:pt x="623273" y="159481"/>
                </a:lnTo>
                <a:lnTo>
                  <a:pt x="594529" y="159481"/>
                </a:lnTo>
                <a:lnTo>
                  <a:pt x="594529" y="14836"/>
                </a:lnTo>
                <a:close/>
                <a:moveTo>
                  <a:pt x="44908" y="155624"/>
                </a:moveTo>
                <a:lnTo>
                  <a:pt x="46293" y="155509"/>
                </a:lnTo>
                <a:lnTo>
                  <a:pt x="47654" y="155361"/>
                </a:lnTo>
                <a:lnTo>
                  <a:pt x="48991" y="155181"/>
                </a:lnTo>
                <a:lnTo>
                  <a:pt x="50304" y="154967"/>
                </a:lnTo>
                <a:lnTo>
                  <a:pt x="51593" y="154721"/>
                </a:lnTo>
                <a:lnTo>
                  <a:pt x="52859" y="154442"/>
                </a:lnTo>
                <a:lnTo>
                  <a:pt x="54101" y="154130"/>
                </a:lnTo>
                <a:lnTo>
                  <a:pt x="55319" y="153785"/>
                </a:lnTo>
                <a:lnTo>
                  <a:pt x="56513" y="153408"/>
                </a:lnTo>
                <a:lnTo>
                  <a:pt x="57683" y="152997"/>
                </a:lnTo>
                <a:lnTo>
                  <a:pt x="58830" y="152554"/>
                </a:lnTo>
                <a:lnTo>
                  <a:pt x="59952" y="152078"/>
                </a:lnTo>
                <a:lnTo>
                  <a:pt x="61051" y="151569"/>
                </a:lnTo>
                <a:lnTo>
                  <a:pt x="62126" y="151027"/>
                </a:lnTo>
                <a:lnTo>
                  <a:pt x="63177" y="150452"/>
                </a:lnTo>
                <a:lnTo>
                  <a:pt x="64205" y="149845"/>
                </a:lnTo>
                <a:lnTo>
                  <a:pt x="65208" y="149205"/>
                </a:lnTo>
                <a:lnTo>
                  <a:pt x="66188" y="148531"/>
                </a:lnTo>
                <a:lnTo>
                  <a:pt x="67144" y="147825"/>
                </a:lnTo>
                <a:lnTo>
                  <a:pt x="68076" y="147087"/>
                </a:lnTo>
                <a:lnTo>
                  <a:pt x="68984" y="146315"/>
                </a:lnTo>
                <a:lnTo>
                  <a:pt x="69862" y="145515"/>
                </a:lnTo>
                <a:lnTo>
                  <a:pt x="70706" y="144691"/>
                </a:lnTo>
                <a:lnTo>
                  <a:pt x="71513" y="143844"/>
                </a:lnTo>
                <a:lnTo>
                  <a:pt x="72286" y="142972"/>
                </a:lnTo>
                <a:lnTo>
                  <a:pt x="73023" y="142077"/>
                </a:lnTo>
                <a:lnTo>
                  <a:pt x="73724" y="141158"/>
                </a:lnTo>
                <a:lnTo>
                  <a:pt x="74390" y="140215"/>
                </a:lnTo>
                <a:lnTo>
                  <a:pt x="75021" y="139248"/>
                </a:lnTo>
                <a:lnTo>
                  <a:pt x="75616" y="138258"/>
                </a:lnTo>
                <a:lnTo>
                  <a:pt x="76176" y="137243"/>
                </a:lnTo>
                <a:lnTo>
                  <a:pt x="76701" y="136205"/>
                </a:lnTo>
                <a:lnTo>
                  <a:pt x="77190" y="135143"/>
                </a:lnTo>
                <a:lnTo>
                  <a:pt x="77643" y="134057"/>
                </a:lnTo>
                <a:lnTo>
                  <a:pt x="78062" y="132947"/>
                </a:lnTo>
                <a:lnTo>
                  <a:pt x="78445" y="131814"/>
                </a:lnTo>
                <a:lnTo>
                  <a:pt x="78792" y="130656"/>
                </a:lnTo>
                <a:lnTo>
                  <a:pt x="79104" y="129475"/>
                </a:lnTo>
                <a:lnTo>
                  <a:pt x="79381" y="128270"/>
                </a:lnTo>
                <a:lnTo>
                  <a:pt x="79622" y="127041"/>
                </a:lnTo>
                <a:lnTo>
                  <a:pt x="79828" y="125789"/>
                </a:lnTo>
                <a:lnTo>
                  <a:pt x="79998" y="124512"/>
                </a:lnTo>
                <a:lnTo>
                  <a:pt x="80133" y="123212"/>
                </a:lnTo>
                <a:lnTo>
                  <a:pt x="80233" y="121888"/>
                </a:lnTo>
                <a:lnTo>
                  <a:pt x="80297" y="120540"/>
                </a:lnTo>
                <a:lnTo>
                  <a:pt x="63605" y="120540"/>
                </a:lnTo>
                <a:lnTo>
                  <a:pt x="63549" y="121336"/>
                </a:lnTo>
                <a:lnTo>
                  <a:pt x="63474" y="122117"/>
                </a:lnTo>
                <a:lnTo>
                  <a:pt x="63380" y="122883"/>
                </a:lnTo>
                <a:lnTo>
                  <a:pt x="63268" y="123635"/>
                </a:lnTo>
                <a:lnTo>
                  <a:pt x="63136" y="124372"/>
                </a:lnTo>
                <a:lnTo>
                  <a:pt x="62985" y="125094"/>
                </a:lnTo>
                <a:lnTo>
                  <a:pt x="62816" y="125801"/>
                </a:lnTo>
                <a:lnTo>
                  <a:pt x="62627" y="126493"/>
                </a:lnTo>
                <a:lnTo>
                  <a:pt x="62419" y="127171"/>
                </a:lnTo>
                <a:lnTo>
                  <a:pt x="62192" y="127834"/>
                </a:lnTo>
                <a:lnTo>
                  <a:pt x="61947" y="128482"/>
                </a:lnTo>
                <a:lnTo>
                  <a:pt x="61682" y="129115"/>
                </a:lnTo>
                <a:lnTo>
                  <a:pt x="61398" y="129733"/>
                </a:lnTo>
                <a:lnTo>
                  <a:pt x="61095" y="130337"/>
                </a:lnTo>
                <a:lnTo>
                  <a:pt x="60774" y="130926"/>
                </a:lnTo>
                <a:lnTo>
                  <a:pt x="60433" y="131500"/>
                </a:lnTo>
                <a:lnTo>
                  <a:pt x="60073" y="132059"/>
                </a:lnTo>
                <a:lnTo>
                  <a:pt x="59694" y="132604"/>
                </a:lnTo>
                <a:lnTo>
                  <a:pt x="59297" y="133133"/>
                </a:lnTo>
                <a:lnTo>
                  <a:pt x="58880" y="133648"/>
                </a:lnTo>
                <a:lnTo>
                  <a:pt x="58444" y="134148"/>
                </a:lnTo>
                <a:lnTo>
                  <a:pt x="57989" y="134633"/>
                </a:lnTo>
                <a:lnTo>
                  <a:pt x="57516" y="135104"/>
                </a:lnTo>
                <a:lnTo>
                  <a:pt x="57023" y="135560"/>
                </a:lnTo>
                <a:lnTo>
                  <a:pt x="56513" y="135998"/>
                </a:lnTo>
                <a:lnTo>
                  <a:pt x="55988" y="136418"/>
                </a:lnTo>
                <a:lnTo>
                  <a:pt x="55448" y="136820"/>
                </a:lnTo>
                <a:lnTo>
                  <a:pt x="54893" y="137202"/>
                </a:lnTo>
                <a:lnTo>
                  <a:pt x="54322" y="137566"/>
                </a:lnTo>
                <a:lnTo>
                  <a:pt x="53737" y="137912"/>
                </a:lnTo>
                <a:lnTo>
                  <a:pt x="53136" y="138238"/>
                </a:lnTo>
                <a:lnTo>
                  <a:pt x="52521" y="138546"/>
                </a:lnTo>
                <a:lnTo>
                  <a:pt x="51890" y="138836"/>
                </a:lnTo>
                <a:lnTo>
                  <a:pt x="51244" y="139106"/>
                </a:lnTo>
                <a:lnTo>
                  <a:pt x="50583" y="139358"/>
                </a:lnTo>
                <a:lnTo>
                  <a:pt x="49906" y="139592"/>
                </a:lnTo>
                <a:lnTo>
                  <a:pt x="49215" y="139806"/>
                </a:lnTo>
                <a:lnTo>
                  <a:pt x="48508" y="140002"/>
                </a:lnTo>
                <a:lnTo>
                  <a:pt x="47787" y="140180"/>
                </a:lnTo>
                <a:lnTo>
                  <a:pt x="47050" y="140338"/>
                </a:lnTo>
                <a:lnTo>
                  <a:pt x="46298" y="140479"/>
                </a:lnTo>
                <a:lnTo>
                  <a:pt x="45531" y="140600"/>
                </a:lnTo>
                <a:lnTo>
                  <a:pt x="44749" y="140703"/>
                </a:lnTo>
                <a:lnTo>
                  <a:pt x="43952" y="140787"/>
                </a:lnTo>
                <a:lnTo>
                  <a:pt x="43139" y="140852"/>
                </a:lnTo>
                <a:lnTo>
                  <a:pt x="42312" y="140899"/>
                </a:lnTo>
                <a:lnTo>
                  <a:pt x="41469" y="140927"/>
                </a:lnTo>
                <a:lnTo>
                  <a:pt x="40611" y="140936"/>
                </a:lnTo>
                <a:lnTo>
                  <a:pt x="39707" y="140925"/>
                </a:lnTo>
                <a:lnTo>
                  <a:pt x="38818" y="140892"/>
                </a:lnTo>
                <a:lnTo>
                  <a:pt x="37945" y="140837"/>
                </a:lnTo>
                <a:lnTo>
                  <a:pt x="37087" y="140761"/>
                </a:lnTo>
                <a:lnTo>
                  <a:pt x="36245" y="140662"/>
                </a:lnTo>
                <a:lnTo>
                  <a:pt x="35418" y="140542"/>
                </a:lnTo>
                <a:lnTo>
                  <a:pt x="34607" y="140400"/>
                </a:lnTo>
                <a:lnTo>
                  <a:pt x="33811" y="140235"/>
                </a:lnTo>
                <a:lnTo>
                  <a:pt x="33030" y="140049"/>
                </a:lnTo>
                <a:lnTo>
                  <a:pt x="32265" y="139841"/>
                </a:lnTo>
                <a:lnTo>
                  <a:pt x="31516" y="139611"/>
                </a:lnTo>
                <a:lnTo>
                  <a:pt x="30782" y="139360"/>
                </a:lnTo>
                <a:lnTo>
                  <a:pt x="30063" y="139086"/>
                </a:lnTo>
                <a:lnTo>
                  <a:pt x="29360" y="138791"/>
                </a:lnTo>
                <a:lnTo>
                  <a:pt x="28672" y="138473"/>
                </a:lnTo>
                <a:lnTo>
                  <a:pt x="28000" y="138134"/>
                </a:lnTo>
                <a:lnTo>
                  <a:pt x="27343" y="137773"/>
                </a:lnTo>
                <a:lnTo>
                  <a:pt x="26701" y="137390"/>
                </a:lnTo>
                <a:lnTo>
                  <a:pt x="26075" y="136985"/>
                </a:lnTo>
                <a:lnTo>
                  <a:pt x="25465" y="136558"/>
                </a:lnTo>
                <a:lnTo>
                  <a:pt x="24870" y="136109"/>
                </a:lnTo>
                <a:lnTo>
                  <a:pt x="24290" y="135638"/>
                </a:lnTo>
                <a:lnTo>
                  <a:pt x="23726" y="135146"/>
                </a:lnTo>
                <a:lnTo>
                  <a:pt x="23178" y="134631"/>
                </a:lnTo>
                <a:lnTo>
                  <a:pt x="22648" y="134097"/>
                </a:lnTo>
                <a:lnTo>
                  <a:pt x="22141" y="133545"/>
                </a:lnTo>
                <a:lnTo>
                  <a:pt x="21657" y="132974"/>
                </a:lnTo>
                <a:lnTo>
                  <a:pt x="21195" y="132386"/>
                </a:lnTo>
                <a:lnTo>
                  <a:pt x="20756" y="131779"/>
                </a:lnTo>
                <a:lnTo>
                  <a:pt x="20339" y="131155"/>
                </a:lnTo>
                <a:lnTo>
                  <a:pt x="19945" y="130512"/>
                </a:lnTo>
                <a:lnTo>
                  <a:pt x="19573" y="129852"/>
                </a:lnTo>
                <a:lnTo>
                  <a:pt x="19224" y="129173"/>
                </a:lnTo>
                <a:lnTo>
                  <a:pt x="18897" y="128476"/>
                </a:lnTo>
                <a:lnTo>
                  <a:pt x="18593" y="127762"/>
                </a:lnTo>
                <a:lnTo>
                  <a:pt x="18311" y="127029"/>
                </a:lnTo>
                <a:lnTo>
                  <a:pt x="18052" y="126278"/>
                </a:lnTo>
                <a:lnTo>
                  <a:pt x="17816" y="125509"/>
                </a:lnTo>
                <a:lnTo>
                  <a:pt x="17602" y="124723"/>
                </a:lnTo>
                <a:lnTo>
                  <a:pt x="17410" y="123918"/>
                </a:lnTo>
                <a:lnTo>
                  <a:pt x="17241" y="123095"/>
                </a:lnTo>
                <a:lnTo>
                  <a:pt x="17095" y="122254"/>
                </a:lnTo>
                <a:lnTo>
                  <a:pt x="16971" y="121395"/>
                </a:lnTo>
                <a:lnTo>
                  <a:pt x="16869" y="120518"/>
                </a:lnTo>
                <a:lnTo>
                  <a:pt x="16791" y="119623"/>
                </a:lnTo>
                <a:lnTo>
                  <a:pt x="16734" y="118710"/>
                </a:lnTo>
                <a:lnTo>
                  <a:pt x="16700" y="117779"/>
                </a:lnTo>
                <a:lnTo>
                  <a:pt x="16689" y="116830"/>
                </a:lnTo>
                <a:lnTo>
                  <a:pt x="16689" y="88828"/>
                </a:lnTo>
                <a:lnTo>
                  <a:pt x="16700" y="87879"/>
                </a:lnTo>
                <a:lnTo>
                  <a:pt x="16734" y="86949"/>
                </a:lnTo>
                <a:lnTo>
                  <a:pt x="16791" y="86036"/>
                </a:lnTo>
                <a:lnTo>
                  <a:pt x="16869" y="85143"/>
                </a:lnTo>
                <a:lnTo>
                  <a:pt x="16971" y="84267"/>
                </a:lnTo>
                <a:lnTo>
                  <a:pt x="17095" y="83410"/>
                </a:lnTo>
                <a:lnTo>
                  <a:pt x="17241" y="82571"/>
                </a:lnTo>
                <a:lnTo>
                  <a:pt x="17410" y="81751"/>
                </a:lnTo>
                <a:lnTo>
                  <a:pt x="17602" y="80949"/>
                </a:lnTo>
                <a:lnTo>
                  <a:pt x="17816" y="80165"/>
                </a:lnTo>
                <a:lnTo>
                  <a:pt x="18052" y="79400"/>
                </a:lnTo>
                <a:lnTo>
                  <a:pt x="18311" y="78653"/>
                </a:lnTo>
                <a:lnTo>
                  <a:pt x="18593" y="77924"/>
                </a:lnTo>
                <a:lnTo>
                  <a:pt x="18897" y="77214"/>
                </a:lnTo>
                <a:lnTo>
                  <a:pt x="19224" y="76522"/>
                </a:lnTo>
                <a:lnTo>
                  <a:pt x="19573" y="75848"/>
                </a:lnTo>
                <a:lnTo>
                  <a:pt x="19945" y="75193"/>
                </a:lnTo>
                <a:lnTo>
                  <a:pt x="20339" y="74556"/>
                </a:lnTo>
                <a:lnTo>
                  <a:pt x="20756" y="73938"/>
                </a:lnTo>
                <a:lnTo>
                  <a:pt x="21195" y="73337"/>
                </a:lnTo>
                <a:lnTo>
                  <a:pt x="21657" y="72756"/>
                </a:lnTo>
                <a:lnTo>
                  <a:pt x="22141" y="72192"/>
                </a:lnTo>
                <a:lnTo>
                  <a:pt x="22648" y="71647"/>
                </a:lnTo>
                <a:lnTo>
                  <a:pt x="23178" y="71120"/>
                </a:lnTo>
                <a:lnTo>
                  <a:pt x="23726" y="70613"/>
                </a:lnTo>
                <a:lnTo>
                  <a:pt x="24290" y="70128"/>
                </a:lnTo>
                <a:lnTo>
                  <a:pt x="24870" y="69664"/>
                </a:lnTo>
                <a:lnTo>
                  <a:pt x="25465" y="69221"/>
                </a:lnTo>
                <a:lnTo>
                  <a:pt x="26075" y="68801"/>
                </a:lnTo>
                <a:lnTo>
                  <a:pt x="26701" y="68402"/>
                </a:lnTo>
                <a:lnTo>
                  <a:pt x="27343" y="68024"/>
                </a:lnTo>
                <a:lnTo>
                  <a:pt x="28000" y="67668"/>
                </a:lnTo>
                <a:lnTo>
                  <a:pt x="28672" y="67334"/>
                </a:lnTo>
                <a:lnTo>
                  <a:pt x="29360" y="67021"/>
                </a:lnTo>
                <a:lnTo>
                  <a:pt x="30063" y="66729"/>
                </a:lnTo>
                <a:lnTo>
                  <a:pt x="30782" y="66460"/>
                </a:lnTo>
                <a:lnTo>
                  <a:pt x="31516" y="66212"/>
                </a:lnTo>
                <a:lnTo>
                  <a:pt x="32265" y="65985"/>
                </a:lnTo>
                <a:lnTo>
                  <a:pt x="33030" y="65780"/>
                </a:lnTo>
                <a:lnTo>
                  <a:pt x="33811" y="65597"/>
                </a:lnTo>
                <a:lnTo>
                  <a:pt x="34607" y="65435"/>
                </a:lnTo>
                <a:lnTo>
                  <a:pt x="35418" y="65295"/>
                </a:lnTo>
                <a:lnTo>
                  <a:pt x="36245" y="65176"/>
                </a:lnTo>
                <a:lnTo>
                  <a:pt x="37087" y="65079"/>
                </a:lnTo>
                <a:lnTo>
                  <a:pt x="37945" y="65003"/>
                </a:lnTo>
                <a:lnTo>
                  <a:pt x="38818" y="64949"/>
                </a:lnTo>
                <a:lnTo>
                  <a:pt x="39707" y="64917"/>
                </a:lnTo>
                <a:lnTo>
                  <a:pt x="40611" y="64906"/>
                </a:lnTo>
                <a:lnTo>
                  <a:pt x="41469" y="64915"/>
                </a:lnTo>
                <a:lnTo>
                  <a:pt x="42312" y="64943"/>
                </a:lnTo>
                <a:lnTo>
                  <a:pt x="43139" y="64989"/>
                </a:lnTo>
                <a:lnTo>
                  <a:pt x="43952" y="65053"/>
                </a:lnTo>
                <a:lnTo>
                  <a:pt x="44749" y="65136"/>
                </a:lnTo>
                <a:lnTo>
                  <a:pt x="45531" y="65237"/>
                </a:lnTo>
                <a:lnTo>
                  <a:pt x="46298" y="65356"/>
                </a:lnTo>
                <a:lnTo>
                  <a:pt x="47050" y="65494"/>
                </a:lnTo>
                <a:lnTo>
                  <a:pt x="47787" y="65650"/>
                </a:lnTo>
                <a:lnTo>
                  <a:pt x="48508" y="65824"/>
                </a:lnTo>
                <a:lnTo>
                  <a:pt x="49215" y="66017"/>
                </a:lnTo>
                <a:lnTo>
                  <a:pt x="49906" y="66228"/>
                </a:lnTo>
                <a:lnTo>
                  <a:pt x="50583" y="66457"/>
                </a:lnTo>
                <a:lnTo>
                  <a:pt x="51244" y="66705"/>
                </a:lnTo>
                <a:lnTo>
                  <a:pt x="51890" y="66971"/>
                </a:lnTo>
                <a:lnTo>
                  <a:pt x="52521" y="67256"/>
                </a:lnTo>
                <a:lnTo>
                  <a:pt x="53136" y="67558"/>
                </a:lnTo>
                <a:lnTo>
                  <a:pt x="53737" y="67880"/>
                </a:lnTo>
                <a:lnTo>
                  <a:pt x="54322" y="68219"/>
                </a:lnTo>
                <a:lnTo>
                  <a:pt x="54893" y="68577"/>
                </a:lnTo>
                <a:lnTo>
                  <a:pt x="55448" y="68953"/>
                </a:lnTo>
                <a:lnTo>
                  <a:pt x="55988" y="69348"/>
                </a:lnTo>
                <a:lnTo>
                  <a:pt x="56513" y="69761"/>
                </a:lnTo>
                <a:lnTo>
                  <a:pt x="57023" y="70192"/>
                </a:lnTo>
                <a:lnTo>
                  <a:pt x="57516" y="70640"/>
                </a:lnTo>
                <a:lnTo>
                  <a:pt x="57989" y="71104"/>
                </a:lnTo>
                <a:lnTo>
                  <a:pt x="58444" y="71584"/>
                </a:lnTo>
                <a:lnTo>
                  <a:pt x="58880" y="72079"/>
                </a:lnTo>
                <a:lnTo>
                  <a:pt x="59297" y="72591"/>
                </a:lnTo>
                <a:lnTo>
                  <a:pt x="59694" y="73118"/>
                </a:lnTo>
                <a:lnTo>
                  <a:pt x="60073" y="73661"/>
                </a:lnTo>
                <a:lnTo>
                  <a:pt x="60433" y="74219"/>
                </a:lnTo>
                <a:lnTo>
                  <a:pt x="60774" y="74794"/>
                </a:lnTo>
                <a:lnTo>
                  <a:pt x="61095" y="75384"/>
                </a:lnTo>
                <a:lnTo>
                  <a:pt x="61398" y="75990"/>
                </a:lnTo>
                <a:lnTo>
                  <a:pt x="61682" y="76612"/>
                </a:lnTo>
                <a:lnTo>
                  <a:pt x="61947" y="77249"/>
                </a:lnTo>
                <a:lnTo>
                  <a:pt x="62192" y="77903"/>
                </a:lnTo>
                <a:lnTo>
                  <a:pt x="62419" y="78572"/>
                </a:lnTo>
                <a:lnTo>
                  <a:pt x="62627" y="79257"/>
                </a:lnTo>
                <a:lnTo>
                  <a:pt x="62816" y="79958"/>
                </a:lnTo>
                <a:lnTo>
                  <a:pt x="62985" y="80674"/>
                </a:lnTo>
                <a:lnTo>
                  <a:pt x="63136" y="81407"/>
                </a:lnTo>
                <a:lnTo>
                  <a:pt x="63268" y="82155"/>
                </a:lnTo>
                <a:lnTo>
                  <a:pt x="63380" y="82919"/>
                </a:lnTo>
                <a:lnTo>
                  <a:pt x="63474" y="83698"/>
                </a:lnTo>
                <a:lnTo>
                  <a:pt x="63549" y="84494"/>
                </a:lnTo>
                <a:lnTo>
                  <a:pt x="63605" y="85305"/>
                </a:lnTo>
                <a:lnTo>
                  <a:pt x="80297" y="85305"/>
                </a:lnTo>
                <a:lnTo>
                  <a:pt x="80233" y="83957"/>
                </a:lnTo>
                <a:lnTo>
                  <a:pt x="80133" y="82633"/>
                </a:lnTo>
                <a:lnTo>
                  <a:pt x="79998" y="81333"/>
                </a:lnTo>
                <a:lnTo>
                  <a:pt x="79828" y="80056"/>
                </a:lnTo>
                <a:lnTo>
                  <a:pt x="79622" y="78804"/>
                </a:lnTo>
                <a:lnTo>
                  <a:pt x="79381" y="77575"/>
                </a:lnTo>
                <a:lnTo>
                  <a:pt x="79104" y="76370"/>
                </a:lnTo>
                <a:lnTo>
                  <a:pt x="78792" y="75189"/>
                </a:lnTo>
                <a:lnTo>
                  <a:pt x="78445" y="74031"/>
                </a:lnTo>
                <a:lnTo>
                  <a:pt x="78062" y="72898"/>
                </a:lnTo>
                <a:lnTo>
                  <a:pt x="77643" y="71788"/>
                </a:lnTo>
                <a:lnTo>
                  <a:pt x="77190" y="70702"/>
                </a:lnTo>
                <a:lnTo>
                  <a:pt x="76701" y="69640"/>
                </a:lnTo>
                <a:lnTo>
                  <a:pt x="76176" y="68602"/>
                </a:lnTo>
                <a:lnTo>
                  <a:pt x="75616" y="67587"/>
                </a:lnTo>
                <a:lnTo>
                  <a:pt x="75021" y="66597"/>
                </a:lnTo>
                <a:lnTo>
                  <a:pt x="74390" y="65630"/>
                </a:lnTo>
                <a:lnTo>
                  <a:pt x="73724" y="64687"/>
                </a:lnTo>
                <a:lnTo>
                  <a:pt x="73023" y="63768"/>
                </a:lnTo>
                <a:lnTo>
                  <a:pt x="72286" y="62873"/>
                </a:lnTo>
                <a:lnTo>
                  <a:pt x="71513" y="62001"/>
                </a:lnTo>
                <a:lnTo>
                  <a:pt x="70706" y="61154"/>
                </a:lnTo>
                <a:lnTo>
                  <a:pt x="69862" y="60330"/>
                </a:lnTo>
                <a:lnTo>
                  <a:pt x="68984" y="59530"/>
                </a:lnTo>
                <a:lnTo>
                  <a:pt x="68076" y="58758"/>
                </a:lnTo>
                <a:lnTo>
                  <a:pt x="67144" y="58019"/>
                </a:lnTo>
                <a:lnTo>
                  <a:pt x="66188" y="57313"/>
                </a:lnTo>
                <a:lnTo>
                  <a:pt x="65208" y="56640"/>
                </a:lnTo>
                <a:lnTo>
                  <a:pt x="64205" y="55999"/>
                </a:lnTo>
                <a:lnTo>
                  <a:pt x="63177" y="55391"/>
                </a:lnTo>
                <a:lnTo>
                  <a:pt x="62126" y="54817"/>
                </a:lnTo>
                <a:lnTo>
                  <a:pt x="61051" y="54275"/>
                </a:lnTo>
                <a:lnTo>
                  <a:pt x="59952" y="53766"/>
                </a:lnTo>
                <a:lnTo>
                  <a:pt x="58830" y="53289"/>
                </a:lnTo>
                <a:lnTo>
                  <a:pt x="57683" y="52846"/>
                </a:lnTo>
                <a:lnTo>
                  <a:pt x="56513" y="52435"/>
                </a:lnTo>
                <a:lnTo>
                  <a:pt x="55319" y="52058"/>
                </a:lnTo>
                <a:lnTo>
                  <a:pt x="54101" y="51713"/>
                </a:lnTo>
                <a:lnTo>
                  <a:pt x="52859" y="51401"/>
                </a:lnTo>
                <a:lnTo>
                  <a:pt x="51593" y="51122"/>
                </a:lnTo>
                <a:lnTo>
                  <a:pt x="50304" y="50875"/>
                </a:lnTo>
                <a:lnTo>
                  <a:pt x="48991" y="50662"/>
                </a:lnTo>
                <a:lnTo>
                  <a:pt x="47654" y="50481"/>
                </a:lnTo>
                <a:lnTo>
                  <a:pt x="46293" y="50333"/>
                </a:lnTo>
                <a:lnTo>
                  <a:pt x="44908" y="50218"/>
                </a:lnTo>
                <a:lnTo>
                  <a:pt x="43500" y="50136"/>
                </a:lnTo>
                <a:lnTo>
                  <a:pt x="42067" y="50087"/>
                </a:lnTo>
                <a:lnTo>
                  <a:pt x="40611" y="50070"/>
                </a:lnTo>
                <a:lnTo>
                  <a:pt x="39596" y="50079"/>
                </a:lnTo>
                <a:lnTo>
                  <a:pt x="38593" y="50103"/>
                </a:lnTo>
                <a:lnTo>
                  <a:pt x="37599" y="50143"/>
                </a:lnTo>
                <a:lnTo>
                  <a:pt x="36617" y="50199"/>
                </a:lnTo>
                <a:lnTo>
                  <a:pt x="35645" y="50272"/>
                </a:lnTo>
                <a:lnTo>
                  <a:pt x="34683" y="50360"/>
                </a:lnTo>
                <a:lnTo>
                  <a:pt x="33732" y="50465"/>
                </a:lnTo>
                <a:lnTo>
                  <a:pt x="32792" y="50586"/>
                </a:lnTo>
                <a:lnTo>
                  <a:pt x="31862" y="50723"/>
                </a:lnTo>
                <a:lnTo>
                  <a:pt x="30944" y="50876"/>
                </a:lnTo>
                <a:lnTo>
                  <a:pt x="30035" y="51045"/>
                </a:lnTo>
                <a:lnTo>
                  <a:pt x="29138" y="51230"/>
                </a:lnTo>
                <a:lnTo>
                  <a:pt x="28250" y="51431"/>
                </a:lnTo>
                <a:lnTo>
                  <a:pt x="27374" y="51649"/>
                </a:lnTo>
                <a:lnTo>
                  <a:pt x="26508" y="51882"/>
                </a:lnTo>
                <a:lnTo>
                  <a:pt x="25653" y="52132"/>
                </a:lnTo>
                <a:lnTo>
                  <a:pt x="24808" y="52397"/>
                </a:lnTo>
                <a:lnTo>
                  <a:pt x="23974" y="52679"/>
                </a:lnTo>
                <a:lnTo>
                  <a:pt x="23151" y="52977"/>
                </a:lnTo>
                <a:lnTo>
                  <a:pt x="22338" y="53291"/>
                </a:lnTo>
                <a:lnTo>
                  <a:pt x="21536" y="53621"/>
                </a:lnTo>
                <a:lnTo>
                  <a:pt x="20745" y="53968"/>
                </a:lnTo>
                <a:lnTo>
                  <a:pt x="19964" y="54330"/>
                </a:lnTo>
                <a:lnTo>
                  <a:pt x="19193" y="54708"/>
                </a:lnTo>
                <a:lnTo>
                  <a:pt x="18436" y="55102"/>
                </a:lnTo>
                <a:lnTo>
                  <a:pt x="17693" y="55509"/>
                </a:lnTo>
                <a:lnTo>
                  <a:pt x="16964" y="55931"/>
                </a:lnTo>
                <a:lnTo>
                  <a:pt x="16250" y="56367"/>
                </a:lnTo>
                <a:lnTo>
                  <a:pt x="15550" y="56817"/>
                </a:lnTo>
                <a:lnTo>
                  <a:pt x="14864" y="57281"/>
                </a:lnTo>
                <a:lnTo>
                  <a:pt x="14194" y="57759"/>
                </a:lnTo>
                <a:lnTo>
                  <a:pt x="13537" y="58252"/>
                </a:lnTo>
                <a:lnTo>
                  <a:pt x="12895" y="58758"/>
                </a:lnTo>
                <a:lnTo>
                  <a:pt x="12268" y="59279"/>
                </a:lnTo>
                <a:lnTo>
                  <a:pt x="11655" y="59814"/>
                </a:lnTo>
                <a:lnTo>
                  <a:pt x="11057" y="60363"/>
                </a:lnTo>
                <a:lnTo>
                  <a:pt x="10473" y="60927"/>
                </a:lnTo>
                <a:lnTo>
                  <a:pt x="9903" y="61504"/>
                </a:lnTo>
                <a:lnTo>
                  <a:pt x="9349" y="62096"/>
                </a:lnTo>
                <a:lnTo>
                  <a:pt x="8808" y="62702"/>
                </a:lnTo>
                <a:lnTo>
                  <a:pt x="8282" y="63322"/>
                </a:lnTo>
                <a:lnTo>
                  <a:pt x="7771" y="63956"/>
                </a:lnTo>
                <a:lnTo>
                  <a:pt x="7274" y="64604"/>
                </a:lnTo>
                <a:lnTo>
                  <a:pt x="6791" y="65267"/>
                </a:lnTo>
                <a:lnTo>
                  <a:pt x="6323" y="65943"/>
                </a:lnTo>
                <a:lnTo>
                  <a:pt x="5869" y="66634"/>
                </a:lnTo>
                <a:lnTo>
                  <a:pt x="5430" y="67339"/>
                </a:lnTo>
                <a:lnTo>
                  <a:pt x="5006" y="68058"/>
                </a:lnTo>
                <a:lnTo>
                  <a:pt x="4597" y="68791"/>
                </a:lnTo>
                <a:lnTo>
                  <a:pt x="4206" y="69536"/>
                </a:lnTo>
                <a:lnTo>
                  <a:pt x="3832" y="70292"/>
                </a:lnTo>
                <a:lnTo>
                  <a:pt x="3476" y="71061"/>
                </a:lnTo>
                <a:lnTo>
                  <a:pt x="3137" y="71843"/>
                </a:lnTo>
                <a:lnTo>
                  <a:pt x="2816" y="72636"/>
                </a:lnTo>
                <a:lnTo>
                  <a:pt x="2512" y="73442"/>
                </a:lnTo>
                <a:lnTo>
                  <a:pt x="2225" y="74260"/>
                </a:lnTo>
                <a:lnTo>
                  <a:pt x="1955" y="75090"/>
                </a:lnTo>
                <a:lnTo>
                  <a:pt x="1703" y="75933"/>
                </a:lnTo>
                <a:lnTo>
                  <a:pt x="1469" y="76788"/>
                </a:lnTo>
                <a:lnTo>
                  <a:pt x="1251" y="77655"/>
                </a:lnTo>
                <a:lnTo>
                  <a:pt x="1052" y="78534"/>
                </a:lnTo>
                <a:lnTo>
                  <a:pt x="869" y="79425"/>
                </a:lnTo>
                <a:lnTo>
                  <a:pt x="704" y="80329"/>
                </a:lnTo>
                <a:lnTo>
                  <a:pt x="556" y="81245"/>
                </a:lnTo>
                <a:lnTo>
                  <a:pt x="426" y="82173"/>
                </a:lnTo>
                <a:lnTo>
                  <a:pt x="313" y="83113"/>
                </a:lnTo>
                <a:lnTo>
                  <a:pt x="217" y="84066"/>
                </a:lnTo>
                <a:lnTo>
                  <a:pt x="139" y="85030"/>
                </a:lnTo>
                <a:lnTo>
                  <a:pt x="78" y="86007"/>
                </a:lnTo>
                <a:lnTo>
                  <a:pt x="35" y="86997"/>
                </a:lnTo>
                <a:lnTo>
                  <a:pt x="9" y="87998"/>
                </a:lnTo>
                <a:lnTo>
                  <a:pt x="0" y="89012"/>
                </a:lnTo>
                <a:lnTo>
                  <a:pt x="0" y="116830"/>
                </a:lnTo>
                <a:lnTo>
                  <a:pt x="9" y="117829"/>
                </a:lnTo>
                <a:lnTo>
                  <a:pt x="35" y="118817"/>
                </a:lnTo>
                <a:lnTo>
                  <a:pt x="78" y="119793"/>
                </a:lnTo>
                <a:lnTo>
                  <a:pt x="139" y="120758"/>
                </a:lnTo>
                <a:lnTo>
                  <a:pt x="217" y="121712"/>
                </a:lnTo>
                <a:lnTo>
                  <a:pt x="313" y="122654"/>
                </a:lnTo>
                <a:lnTo>
                  <a:pt x="426" y="123586"/>
                </a:lnTo>
                <a:lnTo>
                  <a:pt x="556" y="124506"/>
                </a:lnTo>
                <a:lnTo>
                  <a:pt x="704" y="125414"/>
                </a:lnTo>
                <a:lnTo>
                  <a:pt x="869" y="126312"/>
                </a:lnTo>
                <a:lnTo>
                  <a:pt x="1052" y="127198"/>
                </a:lnTo>
                <a:lnTo>
                  <a:pt x="1251" y="128073"/>
                </a:lnTo>
                <a:lnTo>
                  <a:pt x="1469" y="128937"/>
                </a:lnTo>
                <a:lnTo>
                  <a:pt x="1703" y="129789"/>
                </a:lnTo>
                <a:lnTo>
                  <a:pt x="1955" y="130630"/>
                </a:lnTo>
                <a:lnTo>
                  <a:pt x="2225" y="131460"/>
                </a:lnTo>
                <a:lnTo>
                  <a:pt x="2512" y="132279"/>
                </a:lnTo>
                <a:lnTo>
                  <a:pt x="2816" y="133086"/>
                </a:lnTo>
                <a:lnTo>
                  <a:pt x="3137" y="133882"/>
                </a:lnTo>
                <a:lnTo>
                  <a:pt x="3476" y="134667"/>
                </a:lnTo>
                <a:lnTo>
                  <a:pt x="3832" y="135440"/>
                </a:lnTo>
                <a:lnTo>
                  <a:pt x="4206" y="136202"/>
                </a:lnTo>
                <a:lnTo>
                  <a:pt x="4597" y="136953"/>
                </a:lnTo>
                <a:lnTo>
                  <a:pt x="5006" y="137693"/>
                </a:lnTo>
                <a:lnTo>
                  <a:pt x="5430" y="138420"/>
                </a:lnTo>
                <a:lnTo>
                  <a:pt x="5869" y="139132"/>
                </a:lnTo>
                <a:lnTo>
                  <a:pt x="6323" y="139830"/>
                </a:lnTo>
                <a:lnTo>
                  <a:pt x="6791" y="140513"/>
                </a:lnTo>
                <a:lnTo>
                  <a:pt x="7274" y="141182"/>
                </a:lnTo>
                <a:lnTo>
                  <a:pt x="7771" y="141837"/>
                </a:lnTo>
                <a:lnTo>
                  <a:pt x="8282" y="142476"/>
                </a:lnTo>
                <a:lnTo>
                  <a:pt x="8808" y="143102"/>
                </a:lnTo>
                <a:lnTo>
                  <a:pt x="9349" y="143713"/>
                </a:lnTo>
                <a:lnTo>
                  <a:pt x="9903" y="144309"/>
                </a:lnTo>
                <a:lnTo>
                  <a:pt x="10473" y="144891"/>
                </a:lnTo>
                <a:lnTo>
                  <a:pt x="11057" y="145458"/>
                </a:lnTo>
                <a:lnTo>
                  <a:pt x="11655" y="146011"/>
                </a:lnTo>
                <a:lnTo>
                  <a:pt x="12268" y="146550"/>
                </a:lnTo>
                <a:lnTo>
                  <a:pt x="12895" y="147074"/>
                </a:lnTo>
                <a:lnTo>
                  <a:pt x="13537" y="147583"/>
                </a:lnTo>
                <a:lnTo>
                  <a:pt x="14194" y="148078"/>
                </a:lnTo>
                <a:lnTo>
                  <a:pt x="14864" y="148558"/>
                </a:lnTo>
                <a:lnTo>
                  <a:pt x="15550" y="149024"/>
                </a:lnTo>
                <a:lnTo>
                  <a:pt x="16250" y="149476"/>
                </a:lnTo>
                <a:lnTo>
                  <a:pt x="16964" y="149913"/>
                </a:lnTo>
                <a:lnTo>
                  <a:pt x="17693" y="150335"/>
                </a:lnTo>
                <a:lnTo>
                  <a:pt x="18436" y="150743"/>
                </a:lnTo>
                <a:lnTo>
                  <a:pt x="19193" y="151137"/>
                </a:lnTo>
                <a:lnTo>
                  <a:pt x="19964" y="151515"/>
                </a:lnTo>
                <a:lnTo>
                  <a:pt x="20745" y="151877"/>
                </a:lnTo>
                <a:lnTo>
                  <a:pt x="21536" y="152223"/>
                </a:lnTo>
                <a:lnTo>
                  <a:pt x="22338" y="152553"/>
                </a:lnTo>
                <a:lnTo>
                  <a:pt x="23151" y="152867"/>
                </a:lnTo>
                <a:lnTo>
                  <a:pt x="23974" y="153165"/>
                </a:lnTo>
                <a:lnTo>
                  <a:pt x="24808" y="153446"/>
                </a:lnTo>
                <a:lnTo>
                  <a:pt x="25653" y="153712"/>
                </a:lnTo>
                <a:lnTo>
                  <a:pt x="26508" y="153961"/>
                </a:lnTo>
                <a:lnTo>
                  <a:pt x="27374" y="154194"/>
                </a:lnTo>
                <a:lnTo>
                  <a:pt x="28250" y="154412"/>
                </a:lnTo>
                <a:lnTo>
                  <a:pt x="29138" y="154613"/>
                </a:lnTo>
                <a:lnTo>
                  <a:pt x="30035" y="154798"/>
                </a:lnTo>
                <a:lnTo>
                  <a:pt x="30944" y="154967"/>
                </a:lnTo>
                <a:lnTo>
                  <a:pt x="31862" y="155120"/>
                </a:lnTo>
                <a:lnTo>
                  <a:pt x="32792" y="155257"/>
                </a:lnTo>
                <a:lnTo>
                  <a:pt x="33732" y="155377"/>
                </a:lnTo>
                <a:lnTo>
                  <a:pt x="34683" y="155482"/>
                </a:lnTo>
                <a:lnTo>
                  <a:pt x="35645" y="155570"/>
                </a:lnTo>
                <a:lnTo>
                  <a:pt x="36617" y="155643"/>
                </a:lnTo>
                <a:lnTo>
                  <a:pt x="37599" y="155699"/>
                </a:lnTo>
                <a:lnTo>
                  <a:pt x="38593" y="155739"/>
                </a:lnTo>
                <a:lnTo>
                  <a:pt x="39596" y="155764"/>
                </a:lnTo>
                <a:lnTo>
                  <a:pt x="40611" y="155772"/>
                </a:lnTo>
                <a:lnTo>
                  <a:pt x="42067" y="155755"/>
                </a:lnTo>
                <a:lnTo>
                  <a:pt x="43500" y="155706"/>
                </a:lnTo>
                <a:lnTo>
                  <a:pt x="44908" y="155624"/>
                </a:lnTo>
                <a:close/>
                <a:moveTo>
                  <a:pt x="190077" y="83820"/>
                </a:moveTo>
                <a:lnTo>
                  <a:pt x="190059" y="82533"/>
                </a:lnTo>
                <a:lnTo>
                  <a:pt x="190006" y="81268"/>
                </a:lnTo>
                <a:lnTo>
                  <a:pt x="189918" y="80027"/>
                </a:lnTo>
                <a:lnTo>
                  <a:pt x="189794" y="78808"/>
                </a:lnTo>
                <a:lnTo>
                  <a:pt x="189634" y="77611"/>
                </a:lnTo>
                <a:lnTo>
                  <a:pt x="189440" y="76437"/>
                </a:lnTo>
                <a:lnTo>
                  <a:pt x="189209" y="75285"/>
                </a:lnTo>
                <a:lnTo>
                  <a:pt x="188944" y="74156"/>
                </a:lnTo>
                <a:lnTo>
                  <a:pt x="188643" y="73050"/>
                </a:lnTo>
                <a:lnTo>
                  <a:pt x="188306" y="71966"/>
                </a:lnTo>
                <a:lnTo>
                  <a:pt x="187934" y="70904"/>
                </a:lnTo>
                <a:lnTo>
                  <a:pt x="187527" y="69865"/>
                </a:lnTo>
                <a:lnTo>
                  <a:pt x="187084" y="68849"/>
                </a:lnTo>
                <a:lnTo>
                  <a:pt x="186606" y="67855"/>
                </a:lnTo>
                <a:lnTo>
                  <a:pt x="186092" y="66884"/>
                </a:lnTo>
                <a:lnTo>
                  <a:pt x="185543" y="65935"/>
                </a:lnTo>
                <a:lnTo>
                  <a:pt x="184959" y="65009"/>
                </a:lnTo>
                <a:lnTo>
                  <a:pt x="184339" y="64105"/>
                </a:lnTo>
                <a:lnTo>
                  <a:pt x="183684" y="63224"/>
                </a:lnTo>
                <a:lnTo>
                  <a:pt x="182993" y="62365"/>
                </a:lnTo>
                <a:lnTo>
                  <a:pt x="182267" y="61529"/>
                </a:lnTo>
                <a:lnTo>
                  <a:pt x="181506" y="60716"/>
                </a:lnTo>
                <a:lnTo>
                  <a:pt x="180709" y="59925"/>
                </a:lnTo>
                <a:lnTo>
                  <a:pt x="179876" y="59156"/>
                </a:lnTo>
                <a:lnTo>
                  <a:pt x="179014" y="58415"/>
                </a:lnTo>
                <a:lnTo>
                  <a:pt x="178125" y="57705"/>
                </a:lnTo>
                <a:lnTo>
                  <a:pt x="177211" y="57027"/>
                </a:lnTo>
                <a:lnTo>
                  <a:pt x="176271" y="56380"/>
                </a:lnTo>
                <a:lnTo>
                  <a:pt x="175305" y="55765"/>
                </a:lnTo>
                <a:lnTo>
                  <a:pt x="174313" y="55181"/>
                </a:lnTo>
                <a:lnTo>
                  <a:pt x="173296" y="54629"/>
                </a:lnTo>
                <a:lnTo>
                  <a:pt x="172253" y="54109"/>
                </a:lnTo>
                <a:lnTo>
                  <a:pt x="171184" y="53620"/>
                </a:lnTo>
                <a:lnTo>
                  <a:pt x="170090" y="53162"/>
                </a:lnTo>
                <a:lnTo>
                  <a:pt x="168969" y="52736"/>
                </a:lnTo>
                <a:lnTo>
                  <a:pt x="167823" y="52342"/>
                </a:lnTo>
                <a:lnTo>
                  <a:pt x="166652" y="51979"/>
                </a:lnTo>
                <a:lnTo>
                  <a:pt x="165454" y="51648"/>
                </a:lnTo>
                <a:lnTo>
                  <a:pt x="164231" y="51348"/>
                </a:lnTo>
                <a:lnTo>
                  <a:pt x="162981" y="51080"/>
                </a:lnTo>
                <a:lnTo>
                  <a:pt x="161706" y="50843"/>
                </a:lnTo>
                <a:lnTo>
                  <a:pt x="160406" y="50638"/>
                </a:lnTo>
                <a:lnTo>
                  <a:pt x="159079" y="50465"/>
                </a:lnTo>
                <a:lnTo>
                  <a:pt x="157727" y="50323"/>
                </a:lnTo>
                <a:lnTo>
                  <a:pt x="156349" y="50212"/>
                </a:lnTo>
                <a:lnTo>
                  <a:pt x="154946" y="50134"/>
                </a:lnTo>
                <a:lnTo>
                  <a:pt x="153516" y="50086"/>
                </a:lnTo>
                <a:lnTo>
                  <a:pt x="152061" y="50070"/>
                </a:lnTo>
                <a:lnTo>
                  <a:pt x="150726" y="50084"/>
                </a:lnTo>
                <a:lnTo>
                  <a:pt x="149410" y="50125"/>
                </a:lnTo>
                <a:lnTo>
                  <a:pt x="148112" y="50192"/>
                </a:lnTo>
                <a:lnTo>
                  <a:pt x="146833" y="50287"/>
                </a:lnTo>
                <a:lnTo>
                  <a:pt x="145573" y="50409"/>
                </a:lnTo>
                <a:lnTo>
                  <a:pt x="144331" y="50557"/>
                </a:lnTo>
                <a:lnTo>
                  <a:pt x="143108" y="50733"/>
                </a:lnTo>
                <a:lnTo>
                  <a:pt x="141904" y="50936"/>
                </a:lnTo>
                <a:lnTo>
                  <a:pt x="140718" y="51166"/>
                </a:lnTo>
                <a:lnTo>
                  <a:pt x="139551" y="51423"/>
                </a:lnTo>
                <a:lnTo>
                  <a:pt x="138403" y="51707"/>
                </a:lnTo>
                <a:lnTo>
                  <a:pt x="137273" y="52018"/>
                </a:lnTo>
                <a:lnTo>
                  <a:pt x="136162" y="52356"/>
                </a:lnTo>
                <a:lnTo>
                  <a:pt x="135070" y="52721"/>
                </a:lnTo>
                <a:lnTo>
                  <a:pt x="133996" y="53113"/>
                </a:lnTo>
                <a:lnTo>
                  <a:pt x="132941" y="53533"/>
                </a:lnTo>
                <a:lnTo>
                  <a:pt x="131905" y="53979"/>
                </a:lnTo>
                <a:lnTo>
                  <a:pt x="130887" y="54452"/>
                </a:lnTo>
                <a:lnTo>
                  <a:pt x="129888" y="54953"/>
                </a:lnTo>
                <a:lnTo>
                  <a:pt x="128908" y="55480"/>
                </a:lnTo>
                <a:lnTo>
                  <a:pt x="127946" y="56035"/>
                </a:lnTo>
                <a:lnTo>
                  <a:pt x="127004" y="56616"/>
                </a:lnTo>
                <a:lnTo>
                  <a:pt x="126079" y="57225"/>
                </a:lnTo>
                <a:lnTo>
                  <a:pt x="125174" y="57860"/>
                </a:lnTo>
                <a:lnTo>
                  <a:pt x="124293" y="58519"/>
                </a:lnTo>
                <a:lnTo>
                  <a:pt x="123444" y="59196"/>
                </a:lnTo>
                <a:lnTo>
                  <a:pt x="122627" y="59891"/>
                </a:lnTo>
                <a:lnTo>
                  <a:pt x="121841" y="60606"/>
                </a:lnTo>
                <a:lnTo>
                  <a:pt x="121087" y="61339"/>
                </a:lnTo>
                <a:lnTo>
                  <a:pt x="120364" y="62090"/>
                </a:lnTo>
                <a:lnTo>
                  <a:pt x="119673" y="62861"/>
                </a:lnTo>
                <a:lnTo>
                  <a:pt x="119013" y="63650"/>
                </a:lnTo>
                <a:lnTo>
                  <a:pt x="118385" y="64457"/>
                </a:lnTo>
                <a:lnTo>
                  <a:pt x="117788" y="65284"/>
                </a:lnTo>
                <a:lnTo>
                  <a:pt x="117223" y="66129"/>
                </a:lnTo>
                <a:lnTo>
                  <a:pt x="116690" y="66992"/>
                </a:lnTo>
                <a:lnTo>
                  <a:pt x="116188" y="67875"/>
                </a:lnTo>
                <a:lnTo>
                  <a:pt x="115717" y="68776"/>
                </a:lnTo>
                <a:lnTo>
                  <a:pt x="115279" y="69696"/>
                </a:lnTo>
                <a:lnTo>
                  <a:pt x="114871" y="70634"/>
                </a:lnTo>
                <a:lnTo>
                  <a:pt x="114495" y="71591"/>
                </a:lnTo>
                <a:lnTo>
                  <a:pt x="114151" y="72567"/>
                </a:lnTo>
                <a:lnTo>
                  <a:pt x="113839" y="73561"/>
                </a:lnTo>
                <a:lnTo>
                  <a:pt x="113558" y="74575"/>
                </a:lnTo>
                <a:lnTo>
                  <a:pt x="113308" y="75606"/>
                </a:lnTo>
                <a:lnTo>
                  <a:pt x="113090" y="76657"/>
                </a:lnTo>
                <a:lnTo>
                  <a:pt x="112904" y="77726"/>
                </a:lnTo>
                <a:lnTo>
                  <a:pt x="112749" y="78814"/>
                </a:lnTo>
                <a:lnTo>
                  <a:pt x="129438" y="78814"/>
                </a:lnTo>
                <a:lnTo>
                  <a:pt x="129524" y="78278"/>
                </a:lnTo>
                <a:lnTo>
                  <a:pt x="129629" y="77751"/>
                </a:lnTo>
                <a:lnTo>
                  <a:pt x="129751" y="77233"/>
                </a:lnTo>
                <a:lnTo>
                  <a:pt x="129891" y="76725"/>
                </a:lnTo>
                <a:lnTo>
                  <a:pt x="130050" y="76226"/>
                </a:lnTo>
                <a:lnTo>
                  <a:pt x="130226" y="75737"/>
                </a:lnTo>
                <a:lnTo>
                  <a:pt x="130421" y="75256"/>
                </a:lnTo>
                <a:lnTo>
                  <a:pt x="130633" y="74785"/>
                </a:lnTo>
                <a:lnTo>
                  <a:pt x="130864" y="74324"/>
                </a:lnTo>
                <a:lnTo>
                  <a:pt x="131112" y="73872"/>
                </a:lnTo>
                <a:lnTo>
                  <a:pt x="131379" y="73429"/>
                </a:lnTo>
                <a:lnTo>
                  <a:pt x="131663" y="72996"/>
                </a:lnTo>
                <a:lnTo>
                  <a:pt x="131966" y="72571"/>
                </a:lnTo>
                <a:lnTo>
                  <a:pt x="132287" y="72157"/>
                </a:lnTo>
                <a:lnTo>
                  <a:pt x="132625" y="71751"/>
                </a:lnTo>
                <a:lnTo>
                  <a:pt x="132982" y="71355"/>
                </a:lnTo>
                <a:lnTo>
                  <a:pt x="133357" y="70968"/>
                </a:lnTo>
                <a:lnTo>
                  <a:pt x="133749" y="70591"/>
                </a:lnTo>
                <a:lnTo>
                  <a:pt x="134160" y="70223"/>
                </a:lnTo>
                <a:lnTo>
                  <a:pt x="134589" y="69864"/>
                </a:lnTo>
                <a:lnTo>
                  <a:pt x="135035" y="69515"/>
                </a:lnTo>
                <a:lnTo>
                  <a:pt x="135500" y="69175"/>
                </a:lnTo>
                <a:lnTo>
                  <a:pt x="135983" y="68844"/>
                </a:lnTo>
                <a:lnTo>
                  <a:pt x="136484" y="68523"/>
                </a:lnTo>
                <a:lnTo>
                  <a:pt x="136999" y="68212"/>
                </a:lnTo>
                <a:lnTo>
                  <a:pt x="137524" y="67915"/>
                </a:lnTo>
                <a:lnTo>
                  <a:pt x="138060" y="67631"/>
                </a:lnTo>
                <a:lnTo>
                  <a:pt x="138606" y="67361"/>
                </a:lnTo>
                <a:lnTo>
                  <a:pt x="139163" y="67103"/>
                </a:lnTo>
                <a:lnTo>
                  <a:pt x="139729" y="66859"/>
                </a:lnTo>
                <a:lnTo>
                  <a:pt x="140306" y="66628"/>
                </a:lnTo>
                <a:lnTo>
                  <a:pt x="140894" y="66410"/>
                </a:lnTo>
                <a:lnTo>
                  <a:pt x="141491" y="66205"/>
                </a:lnTo>
                <a:lnTo>
                  <a:pt x="142099" y="66014"/>
                </a:lnTo>
                <a:lnTo>
                  <a:pt x="142717" y="65835"/>
                </a:lnTo>
                <a:lnTo>
                  <a:pt x="143346" y="65670"/>
                </a:lnTo>
                <a:lnTo>
                  <a:pt x="143984" y="65518"/>
                </a:lnTo>
                <a:lnTo>
                  <a:pt x="144633" y="65380"/>
                </a:lnTo>
                <a:lnTo>
                  <a:pt x="145293" y="65254"/>
                </a:lnTo>
                <a:lnTo>
                  <a:pt x="145962" y="65142"/>
                </a:lnTo>
                <a:lnTo>
                  <a:pt x="146642" y="65043"/>
                </a:lnTo>
                <a:lnTo>
                  <a:pt x="147333" y="64957"/>
                </a:lnTo>
                <a:lnTo>
                  <a:pt x="148033" y="64885"/>
                </a:lnTo>
                <a:lnTo>
                  <a:pt x="148744" y="64825"/>
                </a:lnTo>
                <a:lnTo>
                  <a:pt x="149465" y="64779"/>
                </a:lnTo>
                <a:lnTo>
                  <a:pt x="150196" y="64746"/>
                </a:lnTo>
                <a:lnTo>
                  <a:pt x="150938" y="64726"/>
                </a:lnTo>
                <a:lnTo>
                  <a:pt x="151690" y="64720"/>
                </a:lnTo>
                <a:lnTo>
                  <a:pt x="152547" y="64728"/>
                </a:lnTo>
                <a:lnTo>
                  <a:pt x="153388" y="64755"/>
                </a:lnTo>
                <a:lnTo>
                  <a:pt x="154212" y="64799"/>
                </a:lnTo>
                <a:lnTo>
                  <a:pt x="155020" y="64861"/>
                </a:lnTo>
                <a:lnTo>
                  <a:pt x="155812" y="64941"/>
                </a:lnTo>
                <a:lnTo>
                  <a:pt x="156587" y="65038"/>
                </a:lnTo>
                <a:lnTo>
                  <a:pt x="157346" y="65154"/>
                </a:lnTo>
                <a:lnTo>
                  <a:pt x="158088" y="65286"/>
                </a:lnTo>
                <a:lnTo>
                  <a:pt x="158814" y="65437"/>
                </a:lnTo>
                <a:lnTo>
                  <a:pt x="159523" y="65605"/>
                </a:lnTo>
                <a:lnTo>
                  <a:pt x="160216" y="65791"/>
                </a:lnTo>
                <a:lnTo>
                  <a:pt x="160893" y="65995"/>
                </a:lnTo>
                <a:lnTo>
                  <a:pt x="161553" y="66216"/>
                </a:lnTo>
                <a:lnTo>
                  <a:pt x="162197" y="66456"/>
                </a:lnTo>
                <a:lnTo>
                  <a:pt x="162824" y="66712"/>
                </a:lnTo>
                <a:lnTo>
                  <a:pt x="163435" y="66987"/>
                </a:lnTo>
                <a:lnTo>
                  <a:pt x="164030" y="67279"/>
                </a:lnTo>
                <a:lnTo>
                  <a:pt x="164608" y="67589"/>
                </a:lnTo>
                <a:lnTo>
                  <a:pt x="165169" y="67917"/>
                </a:lnTo>
                <a:lnTo>
                  <a:pt x="165715" y="68262"/>
                </a:lnTo>
                <a:lnTo>
                  <a:pt x="166243" y="68626"/>
                </a:lnTo>
                <a:lnTo>
                  <a:pt x="166756" y="69006"/>
                </a:lnTo>
                <a:lnTo>
                  <a:pt x="167252" y="69405"/>
                </a:lnTo>
                <a:lnTo>
                  <a:pt x="167731" y="69821"/>
                </a:lnTo>
                <a:lnTo>
                  <a:pt x="168193" y="70254"/>
                </a:lnTo>
                <a:lnTo>
                  <a:pt x="168635" y="70701"/>
                </a:lnTo>
                <a:lnTo>
                  <a:pt x="169057" y="71164"/>
                </a:lnTo>
                <a:lnTo>
                  <a:pt x="169460" y="71642"/>
                </a:lnTo>
                <a:lnTo>
                  <a:pt x="169843" y="72135"/>
                </a:lnTo>
                <a:lnTo>
                  <a:pt x="170206" y="72643"/>
                </a:lnTo>
                <a:lnTo>
                  <a:pt x="170550" y="73166"/>
                </a:lnTo>
                <a:lnTo>
                  <a:pt x="170874" y="73705"/>
                </a:lnTo>
                <a:lnTo>
                  <a:pt x="171178" y="74258"/>
                </a:lnTo>
                <a:lnTo>
                  <a:pt x="171463" y="74827"/>
                </a:lnTo>
                <a:lnTo>
                  <a:pt x="171728" y="75411"/>
                </a:lnTo>
                <a:lnTo>
                  <a:pt x="171974" y="76010"/>
                </a:lnTo>
                <a:lnTo>
                  <a:pt x="172200" y="76624"/>
                </a:lnTo>
                <a:lnTo>
                  <a:pt x="172406" y="77253"/>
                </a:lnTo>
                <a:lnTo>
                  <a:pt x="172592" y="77897"/>
                </a:lnTo>
                <a:lnTo>
                  <a:pt x="172759" y="78557"/>
                </a:lnTo>
                <a:lnTo>
                  <a:pt x="172907" y="79231"/>
                </a:lnTo>
                <a:lnTo>
                  <a:pt x="173034" y="79921"/>
                </a:lnTo>
                <a:lnTo>
                  <a:pt x="173142" y="80626"/>
                </a:lnTo>
                <a:lnTo>
                  <a:pt x="173231" y="81346"/>
                </a:lnTo>
                <a:lnTo>
                  <a:pt x="173299" y="82081"/>
                </a:lnTo>
                <a:lnTo>
                  <a:pt x="173349" y="82831"/>
                </a:lnTo>
                <a:lnTo>
                  <a:pt x="173378" y="83597"/>
                </a:lnTo>
                <a:lnTo>
                  <a:pt x="173388" y="84377"/>
                </a:lnTo>
                <a:lnTo>
                  <a:pt x="173388" y="94575"/>
                </a:lnTo>
                <a:lnTo>
                  <a:pt x="141863" y="94575"/>
                </a:lnTo>
                <a:lnTo>
                  <a:pt x="140560" y="94589"/>
                </a:lnTo>
                <a:lnTo>
                  <a:pt x="139281" y="94632"/>
                </a:lnTo>
                <a:lnTo>
                  <a:pt x="138023" y="94703"/>
                </a:lnTo>
                <a:lnTo>
                  <a:pt x="136789" y="94802"/>
                </a:lnTo>
                <a:lnTo>
                  <a:pt x="135576" y="94929"/>
                </a:lnTo>
                <a:lnTo>
                  <a:pt x="134387" y="95085"/>
                </a:lnTo>
                <a:lnTo>
                  <a:pt x="133219" y="95269"/>
                </a:lnTo>
                <a:lnTo>
                  <a:pt x="132075" y="95482"/>
                </a:lnTo>
                <a:lnTo>
                  <a:pt x="130953" y="95723"/>
                </a:lnTo>
                <a:lnTo>
                  <a:pt x="129853" y="95992"/>
                </a:lnTo>
                <a:lnTo>
                  <a:pt x="128776" y="96289"/>
                </a:lnTo>
                <a:lnTo>
                  <a:pt x="127722" y="96615"/>
                </a:lnTo>
                <a:lnTo>
                  <a:pt x="126690" y="96969"/>
                </a:lnTo>
                <a:lnTo>
                  <a:pt x="125680" y="97352"/>
                </a:lnTo>
                <a:lnTo>
                  <a:pt x="124694" y="97763"/>
                </a:lnTo>
                <a:lnTo>
                  <a:pt x="123729" y="98202"/>
                </a:lnTo>
                <a:lnTo>
                  <a:pt x="122787" y="98670"/>
                </a:lnTo>
                <a:lnTo>
                  <a:pt x="121868" y="99165"/>
                </a:lnTo>
                <a:lnTo>
                  <a:pt x="120972" y="99690"/>
                </a:lnTo>
                <a:lnTo>
                  <a:pt x="120097" y="100242"/>
                </a:lnTo>
                <a:lnTo>
                  <a:pt x="119246" y="100823"/>
                </a:lnTo>
                <a:lnTo>
                  <a:pt x="118417" y="101432"/>
                </a:lnTo>
                <a:lnTo>
                  <a:pt x="117610" y="102070"/>
                </a:lnTo>
                <a:lnTo>
                  <a:pt x="116826" y="102736"/>
                </a:lnTo>
                <a:lnTo>
                  <a:pt x="116070" y="103426"/>
                </a:lnTo>
                <a:lnTo>
                  <a:pt x="115346" y="104138"/>
                </a:lnTo>
                <a:lnTo>
                  <a:pt x="114654" y="104871"/>
                </a:lnTo>
                <a:lnTo>
                  <a:pt x="113994" y="105626"/>
                </a:lnTo>
                <a:lnTo>
                  <a:pt x="113366" y="106402"/>
                </a:lnTo>
                <a:lnTo>
                  <a:pt x="112771" y="107198"/>
                </a:lnTo>
                <a:lnTo>
                  <a:pt x="112207" y="108017"/>
                </a:lnTo>
                <a:lnTo>
                  <a:pt x="111676" y="108856"/>
                </a:lnTo>
                <a:lnTo>
                  <a:pt x="111177" y="109717"/>
                </a:lnTo>
                <a:lnTo>
                  <a:pt x="110711" y="110598"/>
                </a:lnTo>
                <a:lnTo>
                  <a:pt x="110276" y="111501"/>
                </a:lnTo>
                <a:lnTo>
                  <a:pt x="109874" y="112426"/>
                </a:lnTo>
                <a:lnTo>
                  <a:pt x="109504" y="113371"/>
                </a:lnTo>
                <a:lnTo>
                  <a:pt x="109166" y="114338"/>
                </a:lnTo>
                <a:lnTo>
                  <a:pt x="108860" y="115326"/>
                </a:lnTo>
                <a:lnTo>
                  <a:pt x="108586" y="116336"/>
                </a:lnTo>
                <a:lnTo>
                  <a:pt x="108345" y="117366"/>
                </a:lnTo>
                <a:lnTo>
                  <a:pt x="108136" y="118418"/>
                </a:lnTo>
                <a:lnTo>
                  <a:pt x="107959" y="119491"/>
                </a:lnTo>
                <a:lnTo>
                  <a:pt x="107814" y="120585"/>
                </a:lnTo>
                <a:lnTo>
                  <a:pt x="107701" y="121701"/>
                </a:lnTo>
                <a:lnTo>
                  <a:pt x="107621" y="122838"/>
                </a:lnTo>
                <a:lnTo>
                  <a:pt x="107572" y="123996"/>
                </a:lnTo>
                <a:lnTo>
                  <a:pt x="107556" y="125175"/>
                </a:lnTo>
                <a:lnTo>
                  <a:pt x="107572" y="126339"/>
                </a:lnTo>
                <a:lnTo>
                  <a:pt x="107621" y="127483"/>
                </a:lnTo>
                <a:lnTo>
                  <a:pt x="107701" y="128607"/>
                </a:lnTo>
                <a:lnTo>
                  <a:pt x="107814" y="129711"/>
                </a:lnTo>
                <a:lnTo>
                  <a:pt x="107959" y="130794"/>
                </a:lnTo>
                <a:lnTo>
                  <a:pt x="108136" y="131857"/>
                </a:lnTo>
                <a:lnTo>
                  <a:pt x="108345" y="132899"/>
                </a:lnTo>
                <a:lnTo>
                  <a:pt x="108586" y="133922"/>
                </a:lnTo>
                <a:lnTo>
                  <a:pt x="108860" y="134924"/>
                </a:lnTo>
                <a:lnTo>
                  <a:pt x="109166" y="135906"/>
                </a:lnTo>
                <a:lnTo>
                  <a:pt x="109504" y="136867"/>
                </a:lnTo>
                <a:lnTo>
                  <a:pt x="109874" y="137808"/>
                </a:lnTo>
                <a:lnTo>
                  <a:pt x="110276" y="138729"/>
                </a:lnTo>
                <a:lnTo>
                  <a:pt x="110711" y="139630"/>
                </a:lnTo>
                <a:lnTo>
                  <a:pt x="111177" y="140510"/>
                </a:lnTo>
                <a:lnTo>
                  <a:pt x="111676" y="141370"/>
                </a:lnTo>
                <a:lnTo>
                  <a:pt x="112207" y="142210"/>
                </a:lnTo>
                <a:lnTo>
                  <a:pt x="112771" y="143030"/>
                </a:lnTo>
                <a:lnTo>
                  <a:pt x="113366" y="143829"/>
                </a:lnTo>
                <a:lnTo>
                  <a:pt x="113994" y="144608"/>
                </a:lnTo>
                <a:lnTo>
                  <a:pt x="114654" y="145366"/>
                </a:lnTo>
                <a:lnTo>
                  <a:pt x="115346" y="146105"/>
                </a:lnTo>
                <a:lnTo>
                  <a:pt x="116070" y="146823"/>
                </a:lnTo>
                <a:lnTo>
                  <a:pt x="116826" y="147520"/>
                </a:lnTo>
                <a:lnTo>
                  <a:pt x="117611" y="148194"/>
                </a:lnTo>
                <a:lnTo>
                  <a:pt x="118419" y="148838"/>
                </a:lnTo>
                <a:lnTo>
                  <a:pt x="119252" y="149454"/>
                </a:lnTo>
                <a:lnTo>
                  <a:pt x="120108" y="150042"/>
                </a:lnTo>
                <a:lnTo>
                  <a:pt x="120988" y="150600"/>
                </a:lnTo>
                <a:lnTo>
                  <a:pt x="121891" y="151130"/>
                </a:lnTo>
                <a:lnTo>
                  <a:pt x="122819" y="151632"/>
                </a:lnTo>
                <a:lnTo>
                  <a:pt x="123770" y="152104"/>
                </a:lnTo>
                <a:lnTo>
                  <a:pt x="124746" y="152549"/>
                </a:lnTo>
                <a:lnTo>
                  <a:pt x="125745" y="152964"/>
                </a:lnTo>
                <a:lnTo>
                  <a:pt x="126768" y="153351"/>
                </a:lnTo>
                <a:lnTo>
                  <a:pt x="127814" y="153709"/>
                </a:lnTo>
                <a:lnTo>
                  <a:pt x="128885" y="154038"/>
                </a:lnTo>
                <a:lnTo>
                  <a:pt x="129979" y="154339"/>
                </a:lnTo>
                <a:lnTo>
                  <a:pt x="131098" y="154611"/>
                </a:lnTo>
                <a:lnTo>
                  <a:pt x="132240" y="154855"/>
                </a:lnTo>
                <a:lnTo>
                  <a:pt x="133405" y="155070"/>
                </a:lnTo>
                <a:lnTo>
                  <a:pt x="134595" y="155256"/>
                </a:lnTo>
                <a:lnTo>
                  <a:pt x="135809" y="155414"/>
                </a:lnTo>
                <a:lnTo>
                  <a:pt x="137046" y="155542"/>
                </a:lnTo>
                <a:lnTo>
                  <a:pt x="138307" y="155643"/>
                </a:lnTo>
                <a:lnTo>
                  <a:pt x="139592" y="155714"/>
                </a:lnTo>
                <a:lnTo>
                  <a:pt x="140901" y="155757"/>
                </a:lnTo>
                <a:lnTo>
                  <a:pt x="142234" y="155772"/>
                </a:lnTo>
                <a:lnTo>
                  <a:pt x="143414" y="155760"/>
                </a:lnTo>
                <a:lnTo>
                  <a:pt x="144574" y="155727"/>
                </a:lnTo>
                <a:lnTo>
                  <a:pt x="145715" y="155670"/>
                </a:lnTo>
                <a:lnTo>
                  <a:pt x="146836" y="155591"/>
                </a:lnTo>
                <a:lnTo>
                  <a:pt x="147937" y="155490"/>
                </a:lnTo>
                <a:lnTo>
                  <a:pt x="149019" y="155366"/>
                </a:lnTo>
                <a:lnTo>
                  <a:pt x="150081" y="155220"/>
                </a:lnTo>
                <a:lnTo>
                  <a:pt x="151124" y="155051"/>
                </a:lnTo>
                <a:lnTo>
                  <a:pt x="152147" y="154859"/>
                </a:lnTo>
                <a:lnTo>
                  <a:pt x="153150" y="154645"/>
                </a:lnTo>
                <a:lnTo>
                  <a:pt x="154134" y="154409"/>
                </a:lnTo>
                <a:lnTo>
                  <a:pt x="155098" y="154150"/>
                </a:lnTo>
                <a:lnTo>
                  <a:pt x="156042" y="153868"/>
                </a:lnTo>
                <a:lnTo>
                  <a:pt x="156967" y="153564"/>
                </a:lnTo>
                <a:lnTo>
                  <a:pt x="157872" y="153237"/>
                </a:lnTo>
                <a:lnTo>
                  <a:pt x="158757" y="152888"/>
                </a:lnTo>
                <a:lnTo>
                  <a:pt x="159623" y="152516"/>
                </a:lnTo>
                <a:lnTo>
                  <a:pt x="160469" y="152122"/>
                </a:lnTo>
                <a:lnTo>
                  <a:pt x="161296" y="151705"/>
                </a:lnTo>
                <a:lnTo>
                  <a:pt x="162103" y="151266"/>
                </a:lnTo>
                <a:lnTo>
                  <a:pt x="162890" y="150804"/>
                </a:lnTo>
                <a:lnTo>
                  <a:pt x="163658" y="150320"/>
                </a:lnTo>
                <a:lnTo>
                  <a:pt x="164405" y="149813"/>
                </a:lnTo>
                <a:lnTo>
                  <a:pt x="165134" y="149283"/>
                </a:lnTo>
                <a:lnTo>
                  <a:pt x="165838" y="148734"/>
                </a:lnTo>
                <a:lnTo>
                  <a:pt x="166511" y="148169"/>
                </a:lnTo>
                <a:lnTo>
                  <a:pt x="167155" y="147588"/>
                </a:lnTo>
                <a:lnTo>
                  <a:pt x="167769" y="146991"/>
                </a:lnTo>
                <a:lnTo>
                  <a:pt x="168353" y="146377"/>
                </a:lnTo>
                <a:lnTo>
                  <a:pt x="168907" y="145748"/>
                </a:lnTo>
                <a:lnTo>
                  <a:pt x="169431" y="145102"/>
                </a:lnTo>
                <a:lnTo>
                  <a:pt x="169925" y="144441"/>
                </a:lnTo>
                <a:lnTo>
                  <a:pt x="170389" y="143763"/>
                </a:lnTo>
                <a:lnTo>
                  <a:pt x="170824" y="143069"/>
                </a:lnTo>
                <a:lnTo>
                  <a:pt x="171228" y="142359"/>
                </a:lnTo>
                <a:lnTo>
                  <a:pt x="171602" y="141633"/>
                </a:lnTo>
                <a:lnTo>
                  <a:pt x="171947" y="140891"/>
                </a:lnTo>
                <a:lnTo>
                  <a:pt x="172261" y="140133"/>
                </a:lnTo>
                <a:lnTo>
                  <a:pt x="172546" y="139359"/>
                </a:lnTo>
                <a:lnTo>
                  <a:pt x="172800" y="138568"/>
                </a:lnTo>
                <a:lnTo>
                  <a:pt x="173025" y="137762"/>
                </a:lnTo>
                <a:lnTo>
                  <a:pt x="173219" y="136939"/>
                </a:lnTo>
                <a:lnTo>
                  <a:pt x="173384" y="136101"/>
                </a:lnTo>
                <a:lnTo>
                  <a:pt x="173519" y="135246"/>
                </a:lnTo>
                <a:lnTo>
                  <a:pt x="173615" y="134448"/>
                </a:lnTo>
                <a:lnTo>
                  <a:pt x="173759" y="134448"/>
                </a:lnTo>
                <a:lnTo>
                  <a:pt x="173759" y="153918"/>
                </a:lnTo>
                <a:lnTo>
                  <a:pt x="190077" y="153918"/>
                </a:lnTo>
                <a:lnTo>
                  <a:pt x="190077" y="83820"/>
                </a:lnTo>
                <a:close/>
                <a:moveTo>
                  <a:pt x="142978" y="142469"/>
                </a:moveTo>
                <a:lnTo>
                  <a:pt x="142184" y="142392"/>
                </a:lnTo>
                <a:lnTo>
                  <a:pt x="141405" y="142298"/>
                </a:lnTo>
                <a:lnTo>
                  <a:pt x="140642" y="142187"/>
                </a:lnTo>
                <a:lnTo>
                  <a:pt x="139895" y="142060"/>
                </a:lnTo>
                <a:lnTo>
                  <a:pt x="139164" y="141915"/>
                </a:lnTo>
                <a:lnTo>
                  <a:pt x="138448" y="141753"/>
                </a:lnTo>
                <a:lnTo>
                  <a:pt x="137749" y="141573"/>
                </a:lnTo>
                <a:lnTo>
                  <a:pt x="137064" y="141377"/>
                </a:lnTo>
                <a:lnTo>
                  <a:pt x="136396" y="141164"/>
                </a:lnTo>
                <a:lnTo>
                  <a:pt x="135744" y="140934"/>
                </a:lnTo>
                <a:lnTo>
                  <a:pt x="135107" y="140687"/>
                </a:lnTo>
                <a:lnTo>
                  <a:pt x="134486" y="140422"/>
                </a:lnTo>
                <a:lnTo>
                  <a:pt x="133881" y="140141"/>
                </a:lnTo>
                <a:lnTo>
                  <a:pt x="133291" y="139842"/>
                </a:lnTo>
                <a:lnTo>
                  <a:pt x="132718" y="139527"/>
                </a:lnTo>
                <a:lnTo>
                  <a:pt x="132160" y="139194"/>
                </a:lnTo>
                <a:lnTo>
                  <a:pt x="131618" y="138844"/>
                </a:lnTo>
                <a:lnTo>
                  <a:pt x="131091" y="138478"/>
                </a:lnTo>
                <a:lnTo>
                  <a:pt x="130581" y="138094"/>
                </a:lnTo>
                <a:lnTo>
                  <a:pt x="130086" y="137693"/>
                </a:lnTo>
                <a:lnTo>
                  <a:pt x="129609" y="137277"/>
                </a:lnTo>
                <a:lnTo>
                  <a:pt x="129153" y="136849"/>
                </a:lnTo>
                <a:lnTo>
                  <a:pt x="128717" y="136408"/>
                </a:lnTo>
                <a:lnTo>
                  <a:pt x="128301" y="135954"/>
                </a:lnTo>
                <a:lnTo>
                  <a:pt x="127906" y="135488"/>
                </a:lnTo>
                <a:lnTo>
                  <a:pt x="127531" y="135010"/>
                </a:lnTo>
                <a:lnTo>
                  <a:pt x="127176" y="134518"/>
                </a:lnTo>
                <a:lnTo>
                  <a:pt x="126841" y="134015"/>
                </a:lnTo>
                <a:lnTo>
                  <a:pt x="126527" y="133498"/>
                </a:lnTo>
                <a:lnTo>
                  <a:pt x="126233" y="132969"/>
                </a:lnTo>
                <a:lnTo>
                  <a:pt x="125959" y="132428"/>
                </a:lnTo>
                <a:lnTo>
                  <a:pt x="125706" y="131874"/>
                </a:lnTo>
                <a:lnTo>
                  <a:pt x="125472" y="131307"/>
                </a:lnTo>
                <a:lnTo>
                  <a:pt x="125259" y="130728"/>
                </a:lnTo>
                <a:lnTo>
                  <a:pt x="125067" y="130137"/>
                </a:lnTo>
                <a:lnTo>
                  <a:pt x="124894" y="129532"/>
                </a:lnTo>
                <a:lnTo>
                  <a:pt x="124742" y="128916"/>
                </a:lnTo>
                <a:lnTo>
                  <a:pt x="124611" y="128286"/>
                </a:lnTo>
                <a:lnTo>
                  <a:pt x="124499" y="127644"/>
                </a:lnTo>
                <a:lnTo>
                  <a:pt x="124408" y="126990"/>
                </a:lnTo>
                <a:lnTo>
                  <a:pt x="124337" y="126323"/>
                </a:lnTo>
                <a:lnTo>
                  <a:pt x="124286" y="125643"/>
                </a:lnTo>
                <a:lnTo>
                  <a:pt x="124256" y="124951"/>
                </a:lnTo>
                <a:lnTo>
                  <a:pt x="124246" y="124247"/>
                </a:lnTo>
                <a:lnTo>
                  <a:pt x="124254" y="123588"/>
                </a:lnTo>
                <a:lnTo>
                  <a:pt x="124279" y="122941"/>
                </a:lnTo>
                <a:lnTo>
                  <a:pt x="124321" y="122305"/>
                </a:lnTo>
                <a:lnTo>
                  <a:pt x="124379" y="121681"/>
                </a:lnTo>
                <a:lnTo>
                  <a:pt x="124455" y="121069"/>
                </a:lnTo>
                <a:lnTo>
                  <a:pt x="124547" y="120468"/>
                </a:lnTo>
                <a:lnTo>
                  <a:pt x="124656" y="119879"/>
                </a:lnTo>
                <a:lnTo>
                  <a:pt x="124781" y="119302"/>
                </a:lnTo>
                <a:lnTo>
                  <a:pt x="124924" y="118736"/>
                </a:lnTo>
                <a:lnTo>
                  <a:pt x="125083" y="118181"/>
                </a:lnTo>
                <a:lnTo>
                  <a:pt x="125258" y="117639"/>
                </a:lnTo>
                <a:lnTo>
                  <a:pt x="125451" y="117107"/>
                </a:lnTo>
                <a:lnTo>
                  <a:pt x="125660" y="116588"/>
                </a:lnTo>
                <a:lnTo>
                  <a:pt x="125886" y="116080"/>
                </a:lnTo>
                <a:lnTo>
                  <a:pt x="126129" y="115584"/>
                </a:lnTo>
                <a:lnTo>
                  <a:pt x="126388" y="115099"/>
                </a:lnTo>
                <a:lnTo>
                  <a:pt x="126665" y="114626"/>
                </a:lnTo>
                <a:lnTo>
                  <a:pt x="126958" y="114164"/>
                </a:lnTo>
                <a:lnTo>
                  <a:pt x="127267" y="113714"/>
                </a:lnTo>
                <a:lnTo>
                  <a:pt x="127594" y="113276"/>
                </a:lnTo>
                <a:lnTo>
                  <a:pt x="127937" y="112849"/>
                </a:lnTo>
                <a:lnTo>
                  <a:pt x="128297" y="112433"/>
                </a:lnTo>
                <a:lnTo>
                  <a:pt x="128674" y="112030"/>
                </a:lnTo>
                <a:lnTo>
                  <a:pt x="129067" y="111638"/>
                </a:lnTo>
                <a:lnTo>
                  <a:pt x="129475" y="111259"/>
                </a:lnTo>
                <a:lnTo>
                  <a:pt x="129895" y="110897"/>
                </a:lnTo>
                <a:lnTo>
                  <a:pt x="130328" y="110551"/>
                </a:lnTo>
                <a:lnTo>
                  <a:pt x="130772" y="110221"/>
                </a:lnTo>
                <a:lnTo>
                  <a:pt x="131229" y="109907"/>
                </a:lnTo>
                <a:lnTo>
                  <a:pt x="131698" y="109609"/>
                </a:lnTo>
                <a:lnTo>
                  <a:pt x="132180" y="109327"/>
                </a:lnTo>
                <a:lnTo>
                  <a:pt x="132673" y="109061"/>
                </a:lnTo>
                <a:lnTo>
                  <a:pt x="133179" y="108812"/>
                </a:lnTo>
                <a:lnTo>
                  <a:pt x="133697" y="108578"/>
                </a:lnTo>
                <a:lnTo>
                  <a:pt x="134227" y="108361"/>
                </a:lnTo>
                <a:lnTo>
                  <a:pt x="134770" y="108159"/>
                </a:lnTo>
                <a:lnTo>
                  <a:pt x="135324" y="107974"/>
                </a:lnTo>
                <a:lnTo>
                  <a:pt x="135891" y="107805"/>
                </a:lnTo>
                <a:lnTo>
                  <a:pt x="136470" y="107652"/>
                </a:lnTo>
                <a:lnTo>
                  <a:pt x="137062" y="107515"/>
                </a:lnTo>
                <a:lnTo>
                  <a:pt x="137666" y="107395"/>
                </a:lnTo>
                <a:lnTo>
                  <a:pt x="138281" y="107290"/>
                </a:lnTo>
                <a:lnTo>
                  <a:pt x="138910" y="107201"/>
                </a:lnTo>
                <a:lnTo>
                  <a:pt x="139550" y="107129"/>
                </a:lnTo>
                <a:lnTo>
                  <a:pt x="140202" y="107072"/>
                </a:lnTo>
                <a:lnTo>
                  <a:pt x="140867" y="107032"/>
                </a:lnTo>
                <a:lnTo>
                  <a:pt x="141544" y="107008"/>
                </a:lnTo>
                <a:lnTo>
                  <a:pt x="142234" y="107000"/>
                </a:lnTo>
                <a:lnTo>
                  <a:pt x="173388" y="107000"/>
                </a:lnTo>
                <a:lnTo>
                  <a:pt x="173388" y="121465"/>
                </a:lnTo>
                <a:lnTo>
                  <a:pt x="173375" y="122232"/>
                </a:lnTo>
                <a:lnTo>
                  <a:pt x="173335" y="122987"/>
                </a:lnTo>
                <a:lnTo>
                  <a:pt x="173269" y="123731"/>
                </a:lnTo>
                <a:lnTo>
                  <a:pt x="173177" y="124463"/>
                </a:lnTo>
                <a:lnTo>
                  <a:pt x="173058" y="125184"/>
                </a:lnTo>
                <a:lnTo>
                  <a:pt x="172913" y="125893"/>
                </a:lnTo>
                <a:lnTo>
                  <a:pt x="172741" y="126590"/>
                </a:lnTo>
                <a:lnTo>
                  <a:pt x="172543" y="127276"/>
                </a:lnTo>
                <a:lnTo>
                  <a:pt x="172319" y="127950"/>
                </a:lnTo>
                <a:lnTo>
                  <a:pt x="172068" y="128613"/>
                </a:lnTo>
                <a:lnTo>
                  <a:pt x="171791" y="129264"/>
                </a:lnTo>
                <a:lnTo>
                  <a:pt x="171487" y="129903"/>
                </a:lnTo>
                <a:lnTo>
                  <a:pt x="171157" y="130531"/>
                </a:lnTo>
                <a:lnTo>
                  <a:pt x="170801" y="131147"/>
                </a:lnTo>
                <a:lnTo>
                  <a:pt x="170418" y="131752"/>
                </a:lnTo>
                <a:lnTo>
                  <a:pt x="170009" y="132345"/>
                </a:lnTo>
                <a:lnTo>
                  <a:pt x="169573" y="132926"/>
                </a:lnTo>
                <a:lnTo>
                  <a:pt x="169111" y="133496"/>
                </a:lnTo>
                <a:lnTo>
                  <a:pt x="168623" y="134054"/>
                </a:lnTo>
                <a:lnTo>
                  <a:pt x="168108" y="134601"/>
                </a:lnTo>
                <a:lnTo>
                  <a:pt x="167567" y="135136"/>
                </a:lnTo>
                <a:lnTo>
                  <a:pt x="166999" y="135659"/>
                </a:lnTo>
                <a:lnTo>
                  <a:pt x="166405" y="136171"/>
                </a:lnTo>
                <a:lnTo>
                  <a:pt x="165785" y="136672"/>
                </a:lnTo>
                <a:lnTo>
                  <a:pt x="165144" y="137156"/>
                </a:lnTo>
                <a:lnTo>
                  <a:pt x="164488" y="137619"/>
                </a:lnTo>
                <a:lnTo>
                  <a:pt x="163817" y="138062"/>
                </a:lnTo>
                <a:lnTo>
                  <a:pt x="163132" y="138485"/>
                </a:lnTo>
                <a:lnTo>
                  <a:pt x="162432" y="138886"/>
                </a:lnTo>
                <a:lnTo>
                  <a:pt x="161716" y="139268"/>
                </a:lnTo>
                <a:lnTo>
                  <a:pt x="160987" y="139628"/>
                </a:lnTo>
                <a:lnTo>
                  <a:pt x="160242" y="139968"/>
                </a:lnTo>
                <a:lnTo>
                  <a:pt x="159483" y="140287"/>
                </a:lnTo>
                <a:lnTo>
                  <a:pt x="158708" y="140586"/>
                </a:lnTo>
                <a:lnTo>
                  <a:pt x="157919" y="140864"/>
                </a:lnTo>
                <a:lnTo>
                  <a:pt x="157115" y="141122"/>
                </a:lnTo>
                <a:lnTo>
                  <a:pt x="156297" y="141359"/>
                </a:lnTo>
                <a:lnTo>
                  <a:pt x="155463" y="141575"/>
                </a:lnTo>
                <a:lnTo>
                  <a:pt x="154615" y="141771"/>
                </a:lnTo>
                <a:lnTo>
                  <a:pt x="153752" y="141946"/>
                </a:lnTo>
                <a:lnTo>
                  <a:pt x="152874" y="142101"/>
                </a:lnTo>
                <a:lnTo>
                  <a:pt x="151981" y="142234"/>
                </a:lnTo>
                <a:lnTo>
                  <a:pt x="151074" y="142348"/>
                </a:lnTo>
                <a:lnTo>
                  <a:pt x="150151" y="142441"/>
                </a:lnTo>
                <a:lnTo>
                  <a:pt x="149214" y="142513"/>
                </a:lnTo>
                <a:lnTo>
                  <a:pt x="148262" y="142564"/>
                </a:lnTo>
                <a:lnTo>
                  <a:pt x="147295" y="142595"/>
                </a:lnTo>
                <a:lnTo>
                  <a:pt x="146314" y="142605"/>
                </a:lnTo>
                <a:lnTo>
                  <a:pt x="145456" y="142597"/>
                </a:lnTo>
                <a:lnTo>
                  <a:pt x="144615" y="142571"/>
                </a:lnTo>
                <a:lnTo>
                  <a:pt x="143789" y="142529"/>
                </a:lnTo>
                <a:lnTo>
                  <a:pt x="142978" y="142469"/>
                </a:lnTo>
                <a:close/>
                <a:moveTo>
                  <a:pt x="1011961" y="14836"/>
                </a:moveTo>
                <a:lnTo>
                  <a:pt x="1040705" y="14836"/>
                </a:lnTo>
                <a:lnTo>
                  <a:pt x="1040705" y="159481"/>
                </a:lnTo>
                <a:lnTo>
                  <a:pt x="1011961" y="159481"/>
                </a:lnTo>
                <a:lnTo>
                  <a:pt x="1011961" y="174317"/>
                </a:lnTo>
                <a:lnTo>
                  <a:pt x="1057397" y="174317"/>
                </a:lnTo>
                <a:lnTo>
                  <a:pt x="1057397" y="0"/>
                </a:lnTo>
                <a:lnTo>
                  <a:pt x="1011961" y="0"/>
                </a:lnTo>
                <a:lnTo>
                  <a:pt x="1011961" y="14836"/>
                </a:lnTo>
                <a:close/>
                <a:moveTo>
                  <a:pt x="687994" y="153918"/>
                </a:moveTo>
                <a:lnTo>
                  <a:pt x="687994" y="89012"/>
                </a:lnTo>
                <a:lnTo>
                  <a:pt x="688004" y="88032"/>
                </a:lnTo>
                <a:lnTo>
                  <a:pt x="688036" y="87071"/>
                </a:lnTo>
                <a:lnTo>
                  <a:pt x="688088" y="86129"/>
                </a:lnTo>
                <a:lnTo>
                  <a:pt x="688161" y="85206"/>
                </a:lnTo>
                <a:lnTo>
                  <a:pt x="688255" y="84301"/>
                </a:lnTo>
                <a:lnTo>
                  <a:pt x="688371" y="83414"/>
                </a:lnTo>
                <a:lnTo>
                  <a:pt x="688507" y="82547"/>
                </a:lnTo>
                <a:lnTo>
                  <a:pt x="688664" y="81698"/>
                </a:lnTo>
                <a:lnTo>
                  <a:pt x="688841" y="80868"/>
                </a:lnTo>
                <a:lnTo>
                  <a:pt x="689040" y="80056"/>
                </a:lnTo>
                <a:lnTo>
                  <a:pt x="689260" y="79263"/>
                </a:lnTo>
                <a:lnTo>
                  <a:pt x="689501" y="78489"/>
                </a:lnTo>
                <a:lnTo>
                  <a:pt x="689762" y="77734"/>
                </a:lnTo>
                <a:lnTo>
                  <a:pt x="690045" y="76997"/>
                </a:lnTo>
                <a:lnTo>
                  <a:pt x="690348" y="76279"/>
                </a:lnTo>
                <a:lnTo>
                  <a:pt x="690673" y="75579"/>
                </a:lnTo>
                <a:lnTo>
                  <a:pt x="691018" y="74899"/>
                </a:lnTo>
                <a:lnTo>
                  <a:pt x="691384" y="74236"/>
                </a:lnTo>
                <a:lnTo>
                  <a:pt x="691771" y="73593"/>
                </a:lnTo>
                <a:lnTo>
                  <a:pt x="692179" y="72968"/>
                </a:lnTo>
                <a:lnTo>
                  <a:pt x="692608" y="72362"/>
                </a:lnTo>
                <a:lnTo>
                  <a:pt x="693058" y="71775"/>
                </a:lnTo>
                <a:lnTo>
                  <a:pt x="693529" y="71206"/>
                </a:lnTo>
                <a:lnTo>
                  <a:pt x="694021" y="70656"/>
                </a:lnTo>
                <a:lnTo>
                  <a:pt x="694531" y="70126"/>
                </a:lnTo>
                <a:lnTo>
                  <a:pt x="695057" y="69619"/>
                </a:lnTo>
                <a:lnTo>
                  <a:pt x="695599" y="69135"/>
                </a:lnTo>
                <a:lnTo>
                  <a:pt x="696156" y="68673"/>
                </a:lnTo>
                <a:lnTo>
                  <a:pt x="696729" y="68233"/>
                </a:lnTo>
                <a:lnTo>
                  <a:pt x="697318" y="67816"/>
                </a:lnTo>
                <a:lnTo>
                  <a:pt x="697923" y="67422"/>
                </a:lnTo>
                <a:lnTo>
                  <a:pt x="698544" y="67050"/>
                </a:lnTo>
                <a:lnTo>
                  <a:pt x="699180" y="66701"/>
                </a:lnTo>
                <a:lnTo>
                  <a:pt x="699832" y="66374"/>
                </a:lnTo>
                <a:lnTo>
                  <a:pt x="700500" y="66069"/>
                </a:lnTo>
                <a:lnTo>
                  <a:pt x="701184" y="65788"/>
                </a:lnTo>
                <a:lnTo>
                  <a:pt x="701883" y="65529"/>
                </a:lnTo>
                <a:lnTo>
                  <a:pt x="702598" y="65292"/>
                </a:lnTo>
                <a:lnTo>
                  <a:pt x="703329" y="65078"/>
                </a:lnTo>
                <a:lnTo>
                  <a:pt x="704076" y="64886"/>
                </a:lnTo>
                <a:lnTo>
                  <a:pt x="704838" y="64717"/>
                </a:lnTo>
                <a:lnTo>
                  <a:pt x="705616" y="64571"/>
                </a:lnTo>
                <a:lnTo>
                  <a:pt x="706410" y="64447"/>
                </a:lnTo>
                <a:lnTo>
                  <a:pt x="707220" y="64345"/>
                </a:lnTo>
                <a:lnTo>
                  <a:pt x="708046" y="64266"/>
                </a:lnTo>
                <a:lnTo>
                  <a:pt x="708887" y="64210"/>
                </a:lnTo>
                <a:lnTo>
                  <a:pt x="709744" y="64176"/>
                </a:lnTo>
                <a:lnTo>
                  <a:pt x="710617" y="64165"/>
                </a:lnTo>
                <a:lnTo>
                  <a:pt x="711505" y="64176"/>
                </a:lnTo>
                <a:lnTo>
                  <a:pt x="712375" y="64209"/>
                </a:lnTo>
                <a:lnTo>
                  <a:pt x="713229" y="64265"/>
                </a:lnTo>
                <a:lnTo>
                  <a:pt x="714065" y="64343"/>
                </a:lnTo>
                <a:lnTo>
                  <a:pt x="714885" y="64443"/>
                </a:lnTo>
                <a:lnTo>
                  <a:pt x="715687" y="64565"/>
                </a:lnTo>
                <a:lnTo>
                  <a:pt x="716473" y="64709"/>
                </a:lnTo>
                <a:lnTo>
                  <a:pt x="717241" y="64876"/>
                </a:lnTo>
                <a:lnTo>
                  <a:pt x="717992" y="65065"/>
                </a:lnTo>
                <a:lnTo>
                  <a:pt x="718726" y="65276"/>
                </a:lnTo>
                <a:lnTo>
                  <a:pt x="719444" y="65509"/>
                </a:lnTo>
                <a:lnTo>
                  <a:pt x="720144" y="65764"/>
                </a:lnTo>
                <a:lnTo>
                  <a:pt x="720827" y="66042"/>
                </a:lnTo>
                <a:lnTo>
                  <a:pt x="721492" y="66342"/>
                </a:lnTo>
                <a:lnTo>
                  <a:pt x="722141" y="66664"/>
                </a:lnTo>
                <a:lnTo>
                  <a:pt x="722773" y="67008"/>
                </a:lnTo>
                <a:lnTo>
                  <a:pt x="723388" y="67375"/>
                </a:lnTo>
                <a:lnTo>
                  <a:pt x="723985" y="67764"/>
                </a:lnTo>
                <a:lnTo>
                  <a:pt x="724566" y="68175"/>
                </a:lnTo>
                <a:lnTo>
                  <a:pt x="725129" y="68608"/>
                </a:lnTo>
                <a:lnTo>
                  <a:pt x="725676" y="69063"/>
                </a:lnTo>
                <a:lnTo>
                  <a:pt x="726205" y="69541"/>
                </a:lnTo>
                <a:lnTo>
                  <a:pt x="726717" y="70041"/>
                </a:lnTo>
                <a:lnTo>
                  <a:pt x="727213" y="70563"/>
                </a:lnTo>
                <a:lnTo>
                  <a:pt x="727689" y="71106"/>
                </a:lnTo>
                <a:lnTo>
                  <a:pt x="728146" y="71668"/>
                </a:lnTo>
                <a:lnTo>
                  <a:pt x="728582" y="72251"/>
                </a:lnTo>
                <a:lnTo>
                  <a:pt x="728998" y="72852"/>
                </a:lnTo>
                <a:lnTo>
                  <a:pt x="729394" y="73474"/>
                </a:lnTo>
                <a:lnTo>
                  <a:pt x="729769" y="74115"/>
                </a:lnTo>
                <a:lnTo>
                  <a:pt x="730124" y="74776"/>
                </a:lnTo>
                <a:lnTo>
                  <a:pt x="730459" y="75456"/>
                </a:lnTo>
                <a:lnTo>
                  <a:pt x="730773" y="76156"/>
                </a:lnTo>
                <a:lnTo>
                  <a:pt x="731068" y="76876"/>
                </a:lnTo>
                <a:lnTo>
                  <a:pt x="731341" y="77615"/>
                </a:lnTo>
                <a:lnTo>
                  <a:pt x="731595" y="78374"/>
                </a:lnTo>
                <a:lnTo>
                  <a:pt x="731828" y="79152"/>
                </a:lnTo>
                <a:lnTo>
                  <a:pt x="732041" y="79951"/>
                </a:lnTo>
                <a:lnTo>
                  <a:pt x="732234" y="80768"/>
                </a:lnTo>
                <a:lnTo>
                  <a:pt x="732407" y="81606"/>
                </a:lnTo>
                <a:lnTo>
                  <a:pt x="732559" y="82463"/>
                </a:lnTo>
                <a:lnTo>
                  <a:pt x="732691" y="83340"/>
                </a:lnTo>
                <a:lnTo>
                  <a:pt x="732802" y="84236"/>
                </a:lnTo>
                <a:lnTo>
                  <a:pt x="732894" y="85152"/>
                </a:lnTo>
                <a:lnTo>
                  <a:pt x="732965" y="86087"/>
                </a:lnTo>
                <a:lnTo>
                  <a:pt x="733015" y="87043"/>
                </a:lnTo>
                <a:lnTo>
                  <a:pt x="733046" y="88018"/>
                </a:lnTo>
                <a:lnTo>
                  <a:pt x="733056" y="89012"/>
                </a:lnTo>
                <a:lnTo>
                  <a:pt x="733056" y="93650"/>
                </a:lnTo>
                <a:lnTo>
                  <a:pt x="749745" y="93650"/>
                </a:lnTo>
                <a:lnTo>
                  <a:pt x="749745" y="87529"/>
                </a:lnTo>
                <a:lnTo>
                  <a:pt x="749729" y="86104"/>
                </a:lnTo>
                <a:lnTo>
                  <a:pt x="749679" y="84704"/>
                </a:lnTo>
                <a:lnTo>
                  <a:pt x="749596" y="83329"/>
                </a:lnTo>
                <a:lnTo>
                  <a:pt x="749480" y="81979"/>
                </a:lnTo>
                <a:lnTo>
                  <a:pt x="749331" y="80653"/>
                </a:lnTo>
                <a:lnTo>
                  <a:pt x="749148" y="79352"/>
                </a:lnTo>
                <a:lnTo>
                  <a:pt x="748933" y="78076"/>
                </a:lnTo>
                <a:lnTo>
                  <a:pt x="748684" y="76825"/>
                </a:lnTo>
                <a:lnTo>
                  <a:pt x="748402" y="75599"/>
                </a:lnTo>
                <a:lnTo>
                  <a:pt x="748087" y="74397"/>
                </a:lnTo>
                <a:lnTo>
                  <a:pt x="747739" y="73220"/>
                </a:lnTo>
                <a:lnTo>
                  <a:pt x="747358" y="72068"/>
                </a:lnTo>
                <a:lnTo>
                  <a:pt x="746943" y="70941"/>
                </a:lnTo>
                <a:lnTo>
                  <a:pt x="746495" y="69838"/>
                </a:lnTo>
                <a:lnTo>
                  <a:pt x="746015" y="68761"/>
                </a:lnTo>
                <a:lnTo>
                  <a:pt x="745501" y="67708"/>
                </a:lnTo>
                <a:lnTo>
                  <a:pt x="744954" y="66680"/>
                </a:lnTo>
                <a:lnTo>
                  <a:pt x="744373" y="65677"/>
                </a:lnTo>
                <a:lnTo>
                  <a:pt x="743760" y="64698"/>
                </a:lnTo>
                <a:lnTo>
                  <a:pt x="743113" y="63745"/>
                </a:lnTo>
                <a:lnTo>
                  <a:pt x="742433" y="62816"/>
                </a:lnTo>
                <a:lnTo>
                  <a:pt x="741720" y="61912"/>
                </a:lnTo>
                <a:lnTo>
                  <a:pt x="740974" y="61032"/>
                </a:lnTo>
                <a:lnTo>
                  <a:pt x="740195" y="60178"/>
                </a:lnTo>
                <a:lnTo>
                  <a:pt x="739388" y="59353"/>
                </a:lnTo>
                <a:lnTo>
                  <a:pt x="738558" y="58564"/>
                </a:lnTo>
                <a:lnTo>
                  <a:pt x="737705" y="57809"/>
                </a:lnTo>
                <a:lnTo>
                  <a:pt x="736829" y="57090"/>
                </a:lnTo>
                <a:lnTo>
                  <a:pt x="735930" y="56405"/>
                </a:lnTo>
                <a:lnTo>
                  <a:pt x="735009" y="55756"/>
                </a:lnTo>
                <a:lnTo>
                  <a:pt x="734064" y="55142"/>
                </a:lnTo>
                <a:lnTo>
                  <a:pt x="733097" y="54563"/>
                </a:lnTo>
                <a:lnTo>
                  <a:pt x="732107" y="54019"/>
                </a:lnTo>
                <a:lnTo>
                  <a:pt x="731094" y="53510"/>
                </a:lnTo>
                <a:lnTo>
                  <a:pt x="730058" y="53036"/>
                </a:lnTo>
                <a:lnTo>
                  <a:pt x="728999" y="52597"/>
                </a:lnTo>
                <a:lnTo>
                  <a:pt x="727917" y="52194"/>
                </a:lnTo>
                <a:lnTo>
                  <a:pt x="726813" y="51825"/>
                </a:lnTo>
                <a:lnTo>
                  <a:pt x="725685" y="51492"/>
                </a:lnTo>
                <a:lnTo>
                  <a:pt x="724535" y="51194"/>
                </a:lnTo>
                <a:lnTo>
                  <a:pt x="723362" y="50930"/>
                </a:lnTo>
                <a:lnTo>
                  <a:pt x="722166" y="50702"/>
                </a:lnTo>
                <a:lnTo>
                  <a:pt x="720947" y="50509"/>
                </a:lnTo>
                <a:lnTo>
                  <a:pt x="719706" y="50351"/>
                </a:lnTo>
                <a:lnTo>
                  <a:pt x="718441" y="50228"/>
                </a:lnTo>
                <a:lnTo>
                  <a:pt x="717154" y="50141"/>
                </a:lnTo>
                <a:lnTo>
                  <a:pt x="715844" y="50088"/>
                </a:lnTo>
                <a:lnTo>
                  <a:pt x="714510" y="50070"/>
                </a:lnTo>
                <a:lnTo>
                  <a:pt x="713348" y="50085"/>
                </a:lnTo>
                <a:lnTo>
                  <a:pt x="712210" y="50129"/>
                </a:lnTo>
                <a:lnTo>
                  <a:pt x="711096" y="50202"/>
                </a:lnTo>
                <a:lnTo>
                  <a:pt x="710006" y="50305"/>
                </a:lnTo>
                <a:lnTo>
                  <a:pt x="708941" y="50437"/>
                </a:lnTo>
                <a:lnTo>
                  <a:pt x="707899" y="50598"/>
                </a:lnTo>
                <a:lnTo>
                  <a:pt x="706882" y="50788"/>
                </a:lnTo>
                <a:lnTo>
                  <a:pt x="705888" y="51008"/>
                </a:lnTo>
                <a:lnTo>
                  <a:pt x="704919" y="51257"/>
                </a:lnTo>
                <a:lnTo>
                  <a:pt x="703974" y="51535"/>
                </a:lnTo>
                <a:lnTo>
                  <a:pt x="703053" y="51843"/>
                </a:lnTo>
                <a:lnTo>
                  <a:pt x="702156" y="52180"/>
                </a:lnTo>
                <a:lnTo>
                  <a:pt x="701284" y="52546"/>
                </a:lnTo>
                <a:lnTo>
                  <a:pt x="700435" y="52942"/>
                </a:lnTo>
                <a:lnTo>
                  <a:pt x="699611" y="53367"/>
                </a:lnTo>
                <a:lnTo>
                  <a:pt x="698810" y="53821"/>
                </a:lnTo>
                <a:lnTo>
                  <a:pt x="698034" y="54304"/>
                </a:lnTo>
                <a:lnTo>
                  <a:pt x="697282" y="54817"/>
                </a:lnTo>
                <a:lnTo>
                  <a:pt x="696554" y="55359"/>
                </a:lnTo>
                <a:lnTo>
                  <a:pt x="695851" y="55930"/>
                </a:lnTo>
                <a:lnTo>
                  <a:pt x="695171" y="56531"/>
                </a:lnTo>
                <a:lnTo>
                  <a:pt x="694515" y="57161"/>
                </a:lnTo>
                <a:lnTo>
                  <a:pt x="693884" y="57820"/>
                </a:lnTo>
                <a:lnTo>
                  <a:pt x="693277" y="58508"/>
                </a:lnTo>
                <a:lnTo>
                  <a:pt x="692694" y="59226"/>
                </a:lnTo>
                <a:lnTo>
                  <a:pt x="692137" y="59971"/>
                </a:lnTo>
                <a:lnTo>
                  <a:pt x="691604" y="60744"/>
                </a:lnTo>
                <a:lnTo>
                  <a:pt x="691095" y="61545"/>
                </a:lnTo>
                <a:lnTo>
                  <a:pt x="690612" y="62374"/>
                </a:lnTo>
                <a:lnTo>
                  <a:pt x="690153" y="63231"/>
                </a:lnTo>
                <a:lnTo>
                  <a:pt x="689720" y="64117"/>
                </a:lnTo>
                <a:lnTo>
                  <a:pt x="689311" y="65030"/>
                </a:lnTo>
                <a:lnTo>
                  <a:pt x="688926" y="65971"/>
                </a:lnTo>
                <a:lnTo>
                  <a:pt x="688567" y="66940"/>
                </a:lnTo>
                <a:lnTo>
                  <a:pt x="688232" y="67937"/>
                </a:lnTo>
                <a:lnTo>
                  <a:pt x="687922" y="68963"/>
                </a:lnTo>
                <a:lnTo>
                  <a:pt x="687637" y="70016"/>
                </a:lnTo>
                <a:lnTo>
                  <a:pt x="687623" y="70075"/>
                </a:lnTo>
                <a:lnTo>
                  <a:pt x="687623" y="51924"/>
                </a:lnTo>
                <a:lnTo>
                  <a:pt x="671302" y="51924"/>
                </a:lnTo>
                <a:lnTo>
                  <a:pt x="671302" y="153918"/>
                </a:lnTo>
                <a:lnTo>
                  <a:pt x="687994" y="153918"/>
                </a:lnTo>
                <a:close/>
                <a:moveTo>
                  <a:pt x="924186" y="120369"/>
                </a:moveTo>
                <a:lnTo>
                  <a:pt x="924309" y="120195"/>
                </a:lnTo>
                <a:lnTo>
                  <a:pt x="924432" y="120020"/>
                </a:lnTo>
                <a:lnTo>
                  <a:pt x="924554" y="119842"/>
                </a:lnTo>
                <a:lnTo>
                  <a:pt x="924677" y="119662"/>
                </a:lnTo>
                <a:lnTo>
                  <a:pt x="924798" y="119479"/>
                </a:lnTo>
                <a:lnTo>
                  <a:pt x="924920" y="119295"/>
                </a:lnTo>
                <a:lnTo>
                  <a:pt x="925041" y="119108"/>
                </a:lnTo>
                <a:lnTo>
                  <a:pt x="925162" y="118919"/>
                </a:lnTo>
                <a:lnTo>
                  <a:pt x="925282" y="118727"/>
                </a:lnTo>
                <a:lnTo>
                  <a:pt x="925402" y="118534"/>
                </a:lnTo>
                <a:lnTo>
                  <a:pt x="925522" y="118338"/>
                </a:lnTo>
                <a:lnTo>
                  <a:pt x="925642" y="118140"/>
                </a:lnTo>
                <a:lnTo>
                  <a:pt x="925761" y="117939"/>
                </a:lnTo>
                <a:lnTo>
                  <a:pt x="925880" y="117736"/>
                </a:lnTo>
                <a:lnTo>
                  <a:pt x="925998" y="117532"/>
                </a:lnTo>
                <a:lnTo>
                  <a:pt x="926116" y="117324"/>
                </a:lnTo>
                <a:lnTo>
                  <a:pt x="926234" y="117115"/>
                </a:lnTo>
                <a:lnTo>
                  <a:pt x="926352" y="116903"/>
                </a:lnTo>
                <a:lnTo>
                  <a:pt x="926469" y="116690"/>
                </a:lnTo>
                <a:lnTo>
                  <a:pt x="926586" y="116473"/>
                </a:lnTo>
                <a:lnTo>
                  <a:pt x="926703" y="116255"/>
                </a:lnTo>
                <a:lnTo>
                  <a:pt x="926819" y="116034"/>
                </a:lnTo>
                <a:lnTo>
                  <a:pt x="926935" y="115811"/>
                </a:lnTo>
                <a:lnTo>
                  <a:pt x="927050" y="115589"/>
                </a:lnTo>
                <a:lnTo>
                  <a:pt x="927162" y="115370"/>
                </a:lnTo>
                <a:lnTo>
                  <a:pt x="927273" y="115155"/>
                </a:lnTo>
                <a:lnTo>
                  <a:pt x="927381" y="114943"/>
                </a:lnTo>
                <a:lnTo>
                  <a:pt x="927487" y="114735"/>
                </a:lnTo>
                <a:lnTo>
                  <a:pt x="927590" y="114530"/>
                </a:lnTo>
                <a:lnTo>
                  <a:pt x="927692" y="114329"/>
                </a:lnTo>
                <a:lnTo>
                  <a:pt x="927791" y="114131"/>
                </a:lnTo>
                <a:lnTo>
                  <a:pt x="927888" y="113937"/>
                </a:lnTo>
                <a:lnTo>
                  <a:pt x="927982" y="113746"/>
                </a:lnTo>
                <a:lnTo>
                  <a:pt x="928074" y="113559"/>
                </a:lnTo>
                <a:lnTo>
                  <a:pt x="928164" y="113376"/>
                </a:lnTo>
                <a:lnTo>
                  <a:pt x="928252" y="113196"/>
                </a:lnTo>
                <a:lnTo>
                  <a:pt x="928338" y="113020"/>
                </a:lnTo>
                <a:lnTo>
                  <a:pt x="928421" y="112847"/>
                </a:lnTo>
                <a:lnTo>
                  <a:pt x="928502" y="112678"/>
                </a:lnTo>
                <a:lnTo>
                  <a:pt x="928581" y="112512"/>
                </a:lnTo>
                <a:lnTo>
                  <a:pt x="928657" y="112350"/>
                </a:lnTo>
                <a:lnTo>
                  <a:pt x="928731" y="112191"/>
                </a:lnTo>
                <a:lnTo>
                  <a:pt x="928803" y="112036"/>
                </a:lnTo>
                <a:lnTo>
                  <a:pt x="928873" y="111884"/>
                </a:lnTo>
                <a:lnTo>
                  <a:pt x="928940" y="111736"/>
                </a:lnTo>
                <a:lnTo>
                  <a:pt x="929006" y="111592"/>
                </a:lnTo>
                <a:lnTo>
                  <a:pt x="929068" y="111451"/>
                </a:lnTo>
                <a:lnTo>
                  <a:pt x="929146" y="111592"/>
                </a:lnTo>
                <a:lnTo>
                  <a:pt x="929225" y="111736"/>
                </a:lnTo>
                <a:lnTo>
                  <a:pt x="929305" y="111884"/>
                </a:lnTo>
                <a:lnTo>
                  <a:pt x="929386" y="112036"/>
                </a:lnTo>
                <a:lnTo>
                  <a:pt x="929467" y="112191"/>
                </a:lnTo>
                <a:lnTo>
                  <a:pt x="929550" y="112350"/>
                </a:lnTo>
                <a:lnTo>
                  <a:pt x="929633" y="112512"/>
                </a:lnTo>
                <a:lnTo>
                  <a:pt x="929718" y="112678"/>
                </a:lnTo>
                <a:lnTo>
                  <a:pt x="929804" y="112847"/>
                </a:lnTo>
                <a:lnTo>
                  <a:pt x="929890" y="113020"/>
                </a:lnTo>
                <a:lnTo>
                  <a:pt x="929977" y="113196"/>
                </a:lnTo>
                <a:lnTo>
                  <a:pt x="930066" y="113376"/>
                </a:lnTo>
                <a:lnTo>
                  <a:pt x="930155" y="113559"/>
                </a:lnTo>
                <a:lnTo>
                  <a:pt x="930246" y="113746"/>
                </a:lnTo>
                <a:lnTo>
                  <a:pt x="930337" y="113937"/>
                </a:lnTo>
                <a:lnTo>
                  <a:pt x="930429" y="114131"/>
                </a:lnTo>
                <a:lnTo>
                  <a:pt x="930522" y="114329"/>
                </a:lnTo>
                <a:lnTo>
                  <a:pt x="930617" y="114530"/>
                </a:lnTo>
                <a:lnTo>
                  <a:pt x="930712" y="114735"/>
                </a:lnTo>
                <a:lnTo>
                  <a:pt x="930808" y="114943"/>
                </a:lnTo>
                <a:lnTo>
                  <a:pt x="930905" y="115155"/>
                </a:lnTo>
                <a:lnTo>
                  <a:pt x="931003" y="115370"/>
                </a:lnTo>
                <a:lnTo>
                  <a:pt x="931102" y="115589"/>
                </a:lnTo>
                <a:lnTo>
                  <a:pt x="931202" y="115811"/>
                </a:lnTo>
                <a:lnTo>
                  <a:pt x="931303" y="116034"/>
                </a:lnTo>
                <a:lnTo>
                  <a:pt x="931404" y="116255"/>
                </a:lnTo>
                <a:lnTo>
                  <a:pt x="931505" y="116473"/>
                </a:lnTo>
                <a:lnTo>
                  <a:pt x="931606" y="116690"/>
                </a:lnTo>
                <a:lnTo>
                  <a:pt x="931708" y="116903"/>
                </a:lnTo>
                <a:lnTo>
                  <a:pt x="931811" y="117115"/>
                </a:lnTo>
                <a:lnTo>
                  <a:pt x="931913" y="117324"/>
                </a:lnTo>
                <a:lnTo>
                  <a:pt x="932016" y="117532"/>
                </a:lnTo>
                <a:lnTo>
                  <a:pt x="932119" y="117736"/>
                </a:lnTo>
                <a:lnTo>
                  <a:pt x="932223" y="117939"/>
                </a:lnTo>
                <a:lnTo>
                  <a:pt x="932327" y="118140"/>
                </a:lnTo>
                <a:lnTo>
                  <a:pt x="932431" y="118338"/>
                </a:lnTo>
                <a:lnTo>
                  <a:pt x="932535" y="118534"/>
                </a:lnTo>
                <a:lnTo>
                  <a:pt x="932640" y="118727"/>
                </a:lnTo>
                <a:lnTo>
                  <a:pt x="932745" y="118919"/>
                </a:lnTo>
                <a:lnTo>
                  <a:pt x="932851" y="119108"/>
                </a:lnTo>
                <a:lnTo>
                  <a:pt x="932957" y="119295"/>
                </a:lnTo>
                <a:lnTo>
                  <a:pt x="933063" y="119479"/>
                </a:lnTo>
                <a:lnTo>
                  <a:pt x="933169" y="119662"/>
                </a:lnTo>
                <a:lnTo>
                  <a:pt x="933276" y="119842"/>
                </a:lnTo>
                <a:lnTo>
                  <a:pt x="933383" y="120020"/>
                </a:lnTo>
                <a:lnTo>
                  <a:pt x="933490" y="120195"/>
                </a:lnTo>
                <a:lnTo>
                  <a:pt x="933598" y="120369"/>
                </a:lnTo>
                <a:lnTo>
                  <a:pt x="933706" y="120540"/>
                </a:lnTo>
                <a:lnTo>
                  <a:pt x="955588" y="153918"/>
                </a:lnTo>
                <a:lnTo>
                  <a:pt x="975245" y="153918"/>
                </a:lnTo>
                <a:lnTo>
                  <a:pt x="939269" y="101624"/>
                </a:lnTo>
                <a:lnTo>
                  <a:pt x="973205" y="51924"/>
                </a:lnTo>
                <a:lnTo>
                  <a:pt x="953734" y="51924"/>
                </a:lnTo>
                <a:lnTo>
                  <a:pt x="933336" y="83449"/>
                </a:lnTo>
                <a:lnTo>
                  <a:pt x="933227" y="83620"/>
                </a:lnTo>
                <a:lnTo>
                  <a:pt x="933120" y="83792"/>
                </a:lnTo>
                <a:lnTo>
                  <a:pt x="933012" y="83965"/>
                </a:lnTo>
                <a:lnTo>
                  <a:pt x="932905" y="84139"/>
                </a:lnTo>
                <a:lnTo>
                  <a:pt x="932798" y="84315"/>
                </a:lnTo>
                <a:lnTo>
                  <a:pt x="932692" y="84492"/>
                </a:lnTo>
                <a:lnTo>
                  <a:pt x="932586" y="84671"/>
                </a:lnTo>
                <a:lnTo>
                  <a:pt x="932480" y="84850"/>
                </a:lnTo>
                <a:lnTo>
                  <a:pt x="932375" y="85031"/>
                </a:lnTo>
                <a:lnTo>
                  <a:pt x="932269" y="85213"/>
                </a:lnTo>
                <a:lnTo>
                  <a:pt x="932165" y="85397"/>
                </a:lnTo>
                <a:lnTo>
                  <a:pt x="932060" y="85582"/>
                </a:lnTo>
                <a:lnTo>
                  <a:pt x="931956" y="85768"/>
                </a:lnTo>
                <a:lnTo>
                  <a:pt x="931852" y="85955"/>
                </a:lnTo>
                <a:lnTo>
                  <a:pt x="931749" y="86144"/>
                </a:lnTo>
                <a:lnTo>
                  <a:pt x="931645" y="86334"/>
                </a:lnTo>
                <a:lnTo>
                  <a:pt x="931542" y="86525"/>
                </a:lnTo>
                <a:lnTo>
                  <a:pt x="931440" y="86718"/>
                </a:lnTo>
                <a:lnTo>
                  <a:pt x="931338" y="86911"/>
                </a:lnTo>
                <a:lnTo>
                  <a:pt x="931236" y="87107"/>
                </a:lnTo>
                <a:lnTo>
                  <a:pt x="931134" y="87303"/>
                </a:lnTo>
                <a:lnTo>
                  <a:pt x="931033" y="87501"/>
                </a:lnTo>
                <a:lnTo>
                  <a:pt x="930932" y="87700"/>
                </a:lnTo>
                <a:lnTo>
                  <a:pt x="930831" y="87900"/>
                </a:lnTo>
                <a:lnTo>
                  <a:pt x="930732" y="88099"/>
                </a:lnTo>
                <a:lnTo>
                  <a:pt x="930635" y="88295"/>
                </a:lnTo>
                <a:lnTo>
                  <a:pt x="930540" y="88488"/>
                </a:lnTo>
                <a:lnTo>
                  <a:pt x="930447" y="88678"/>
                </a:lnTo>
                <a:lnTo>
                  <a:pt x="930357" y="88864"/>
                </a:lnTo>
                <a:lnTo>
                  <a:pt x="930269" y="89047"/>
                </a:lnTo>
                <a:lnTo>
                  <a:pt x="930183" y="89227"/>
                </a:lnTo>
                <a:lnTo>
                  <a:pt x="930100" y="89404"/>
                </a:lnTo>
                <a:lnTo>
                  <a:pt x="930018" y="89578"/>
                </a:lnTo>
                <a:lnTo>
                  <a:pt x="929939" y="89748"/>
                </a:lnTo>
                <a:lnTo>
                  <a:pt x="929862" y="89915"/>
                </a:lnTo>
                <a:lnTo>
                  <a:pt x="929788" y="90079"/>
                </a:lnTo>
                <a:lnTo>
                  <a:pt x="929716" y="90239"/>
                </a:lnTo>
                <a:lnTo>
                  <a:pt x="929645" y="90397"/>
                </a:lnTo>
                <a:lnTo>
                  <a:pt x="929578" y="90551"/>
                </a:lnTo>
                <a:lnTo>
                  <a:pt x="929512" y="90702"/>
                </a:lnTo>
                <a:lnTo>
                  <a:pt x="929449" y="90850"/>
                </a:lnTo>
                <a:lnTo>
                  <a:pt x="929388" y="90994"/>
                </a:lnTo>
                <a:lnTo>
                  <a:pt x="929329" y="91135"/>
                </a:lnTo>
                <a:lnTo>
                  <a:pt x="929272" y="91273"/>
                </a:lnTo>
                <a:lnTo>
                  <a:pt x="929218" y="91408"/>
                </a:lnTo>
                <a:lnTo>
                  <a:pt x="929166" y="91540"/>
                </a:lnTo>
                <a:lnTo>
                  <a:pt x="929116" y="91668"/>
                </a:lnTo>
                <a:lnTo>
                  <a:pt x="929068" y="91794"/>
                </a:lnTo>
                <a:lnTo>
                  <a:pt x="929006" y="91668"/>
                </a:lnTo>
                <a:lnTo>
                  <a:pt x="928942" y="91540"/>
                </a:lnTo>
                <a:lnTo>
                  <a:pt x="928876" y="91408"/>
                </a:lnTo>
                <a:lnTo>
                  <a:pt x="928808" y="91273"/>
                </a:lnTo>
                <a:lnTo>
                  <a:pt x="928739" y="91135"/>
                </a:lnTo>
                <a:lnTo>
                  <a:pt x="928669" y="90994"/>
                </a:lnTo>
                <a:lnTo>
                  <a:pt x="928597" y="90850"/>
                </a:lnTo>
                <a:lnTo>
                  <a:pt x="928523" y="90702"/>
                </a:lnTo>
                <a:lnTo>
                  <a:pt x="928447" y="90551"/>
                </a:lnTo>
                <a:lnTo>
                  <a:pt x="928370" y="90397"/>
                </a:lnTo>
                <a:lnTo>
                  <a:pt x="928291" y="90239"/>
                </a:lnTo>
                <a:lnTo>
                  <a:pt x="928211" y="90079"/>
                </a:lnTo>
                <a:lnTo>
                  <a:pt x="928129" y="89915"/>
                </a:lnTo>
                <a:lnTo>
                  <a:pt x="928046" y="89748"/>
                </a:lnTo>
                <a:lnTo>
                  <a:pt x="927960" y="89578"/>
                </a:lnTo>
                <a:lnTo>
                  <a:pt x="927874" y="89404"/>
                </a:lnTo>
                <a:lnTo>
                  <a:pt x="927785" y="89227"/>
                </a:lnTo>
                <a:lnTo>
                  <a:pt x="927695" y="89047"/>
                </a:lnTo>
                <a:lnTo>
                  <a:pt x="927604" y="88864"/>
                </a:lnTo>
                <a:lnTo>
                  <a:pt x="927511" y="88678"/>
                </a:lnTo>
                <a:lnTo>
                  <a:pt x="927416" y="88488"/>
                </a:lnTo>
                <a:lnTo>
                  <a:pt x="927319" y="88295"/>
                </a:lnTo>
                <a:lnTo>
                  <a:pt x="927221" y="88099"/>
                </a:lnTo>
                <a:lnTo>
                  <a:pt x="927122" y="87900"/>
                </a:lnTo>
                <a:lnTo>
                  <a:pt x="927021" y="87700"/>
                </a:lnTo>
                <a:lnTo>
                  <a:pt x="926920" y="87501"/>
                </a:lnTo>
                <a:lnTo>
                  <a:pt x="926819" y="87303"/>
                </a:lnTo>
                <a:lnTo>
                  <a:pt x="926717" y="87107"/>
                </a:lnTo>
                <a:lnTo>
                  <a:pt x="926615" y="86911"/>
                </a:lnTo>
                <a:lnTo>
                  <a:pt x="926513" y="86718"/>
                </a:lnTo>
                <a:lnTo>
                  <a:pt x="926411" y="86525"/>
                </a:lnTo>
                <a:lnTo>
                  <a:pt x="926308" y="86334"/>
                </a:lnTo>
                <a:lnTo>
                  <a:pt x="926204" y="86144"/>
                </a:lnTo>
                <a:lnTo>
                  <a:pt x="926101" y="85955"/>
                </a:lnTo>
                <a:lnTo>
                  <a:pt x="925997" y="85768"/>
                </a:lnTo>
                <a:lnTo>
                  <a:pt x="925893" y="85582"/>
                </a:lnTo>
                <a:lnTo>
                  <a:pt x="925788" y="85397"/>
                </a:lnTo>
                <a:lnTo>
                  <a:pt x="925684" y="85213"/>
                </a:lnTo>
                <a:lnTo>
                  <a:pt x="925578" y="85031"/>
                </a:lnTo>
                <a:lnTo>
                  <a:pt x="925473" y="84850"/>
                </a:lnTo>
                <a:lnTo>
                  <a:pt x="925367" y="84671"/>
                </a:lnTo>
                <a:lnTo>
                  <a:pt x="925261" y="84492"/>
                </a:lnTo>
                <a:lnTo>
                  <a:pt x="925155" y="84315"/>
                </a:lnTo>
                <a:lnTo>
                  <a:pt x="925048" y="84139"/>
                </a:lnTo>
                <a:lnTo>
                  <a:pt x="924941" y="83965"/>
                </a:lnTo>
                <a:lnTo>
                  <a:pt x="924833" y="83792"/>
                </a:lnTo>
                <a:lnTo>
                  <a:pt x="924725" y="83620"/>
                </a:lnTo>
                <a:lnTo>
                  <a:pt x="924617" y="83449"/>
                </a:lnTo>
                <a:lnTo>
                  <a:pt x="904405" y="51924"/>
                </a:lnTo>
                <a:lnTo>
                  <a:pt x="884748" y="51924"/>
                </a:lnTo>
                <a:lnTo>
                  <a:pt x="918684" y="101437"/>
                </a:lnTo>
                <a:lnTo>
                  <a:pt x="882524" y="153918"/>
                </a:lnTo>
                <a:lnTo>
                  <a:pt x="901994" y="153918"/>
                </a:lnTo>
                <a:lnTo>
                  <a:pt x="924063" y="120540"/>
                </a:lnTo>
                <a:lnTo>
                  <a:pt x="924186" y="120369"/>
                </a:lnTo>
                <a:close/>
                <a:moveTo>
                  <a:pt x="856560" y="83820"/>
                </a:moveTo>
                <a:lnTo>
                  <a:pt x="856542" y="82533"/>
                </a:lnTo>
                <a:lnTo>
                  <a:pt x="856489" y="81268"/>
                </a:lnTo>
                <a:lnTo>
                  <a:pt x="856401" y="80027"/>
                </a:lnTo>
                <a:lnTo>
                  <a:pt x="856277" y="78808"/>
                </a:lnTo>
                <a:lnTo>
                  <a:pt x="856117" y="77611"/>
                </a:lnTo>
                <a:lnTo>
                  <a:pt x="855923" y="76437"/>
                </a:lnTo>
                <a:lnTo>
                  <a:pt x="855692" y="75285"/>
                </a:lnTo>
                <a:lnTo>
                  <a:pt x="855427" y="74156"/>
                </a:lnTo>
                <a:lnTo>
                  <a:pt x="855126" y="73050"/>
                </a:lnTo>
                <a:lnTo>
                  <a:pt x="854789" y="71966"/>
                </a:lnTo>
                <a:lnTo>
                  <a:pt x="854417" y="70904"/>
                </a:lnTo>
                <a:lnTo>
                  <a:pt x="854010" y="69865"/>
                </a:lnTo>
                <a:lnTo>
                  <a:pt x="853567" y="68849"/>
                </a:lnTo>
                <a:lnTo>
                  <a:pt x="853089" y="67855"/>
                </a:lnTo>
                <a:lnTo>
                  <a:pt x="852575" y="66884"/>
                </a:lnTo>
                <a:lnTo>
                  <a:pt x="852026" y="65935"/>
                </a:lnTo>
                <a:lnTo>
                  <a:pt x="851442" y="65009"/>
                </a:lnTo>
                <a:lnTo>
                  <a:pt x="850822" y="64105"/>
                </a:lnTo>
                <a:lnTo>
                  <a:pt x="850167" y="63224"/>
                </a:lnTo>
                <a:lnTo>
                  <a:pt x="849476" y="62365"/>
                </a:lnTo>
                <a:lnTo>
                  <a:pt x="848750" y="61529"/>
                </a:lnTo>
                <a:lnTo>
                  <a:pt x="847989" y="60716"/>
                </a:lnTo>
                <a:lnTo>
                  <a:pt x="847192" y="59925"/>
                </a:lnTo>
                <a:lnTo>
                  <a:pt x="846359" y="59156"/>
                </a:lnTo>
                <a:lnTo>
                  <a:pt x="845497" y="58415"/>
                </a:lnTo>
                <a:lnTo>
                  <a:pt x="844608" y="57705"/>
                </a:lnTo>
                <a:lnTo>
                  <a:pt x="843694" y="57027"/>
                </a:lnTo>
                <a:lnTo>
                  <a:pt x="842754" y="56380"/>
                </a:lnTo>
                <a:lnTo>
                  <a:pt x="841788" y="55765"/>
                </a:lnTo>
                <a:lnTo>
                  <a:pt x="840797" y="55181"/>
                </a:lnTo>
                <a:lnTo>
                  <a:pt x="839779" y="54629"/>
                </a:lnTo>
                <a:lnTo>
                  <a:pt x="838736" y="54109"/>
                </a:lnTo>
                <a:lnTo>
                  <a:pt x="837667" y="53620"/>
                </a:lnTo>
                <a:lnTo>
                  <a:pt x="836573" y="53162"/>
                </a:lnTo>
                <a:lnTo>
                  <a:pt x="835452" y="52736"/>
                </a:lnTo>
                <a:lnTo>
                  <a:pt x="834306" y="52342"/>
                </a:lnTo>
                <a:lnTo>
                  <a:pt x="833135" y="51979"/>
                </a:lnTo>
                <a:lnTo>
                  <a:pt x="831937" y="51648"/>
                </a:lnTo>
                <a:lnTo>
                  <a:pt x="830714" y="51348"/>
                </a:lnTo>
                <a:lnTo>
                  <a:pt x="829464" y="51080"/>
                </a:lnTo>
                <a:lnTo>
                  <a:pt x="828189" y="50843"/>
                </a:lnTo>
                <a:lnTo>
                  <a:pt x="826889" y="50638"/>
                </a:lnTo>
                <a:lnTo>
                  <a:pt x="825562" y="50465"/>
                </a:lnTo>
                <a:lnTo>
                  <a:pt x="824210" y="50323"/>
                </a:lnTo>
                <a:lnTo>
                  <a:pt x="822832" y="50212"/>
                </a:lnTo>
                <a:lnTo>
                  <a:pt x="821429" y="50134"/>
                </a:lnTo>
                <a:lnTo>
                  <a:pt x="819999" y="50086"/>
                </a:lnTo>
                <a:lnTo>
                  <a:pt x="818544" y="50070"/>
                </a:lnTo>
                <a:lnTo>
                  <a:pt x="817209" y="50084"/>
                </a:lnTo>
                <a:lnTo>
                  <a:pt x="815893" y="50125"/>
                </a:lnTo>
                <a:lnTo>
                  <a:pt x="814595" y="50192"/>
                </a:lnTo>
                <a:lnTo>
                  <a:pt x="813316" y="50287"/>
                </a:lnTo>
                <a:lnTo>
                  <a:pt x="812056" y="50409"/>
                </a:lnTo>
                <a:lnTo>
                  <a:pt x="810814" y="50557"/>
                </a:lnTo>
                <a:lnTo>
                  <a:pt x="809591" y="50733"/>
                </a:lnTo>
                <a:lnTo>
                  <a:pt x="808387" y="50936"/>
                </a:lnTo>
                <a:lnTo>
                  <a:pt x="807201" y="51166"/>
                </a:lnTo>
                <a:lnTo>
                  <a:pt x="806034" y="51423"/>
                </a:lnTo>
                <a:lnTo>
                  <a:pt x="804886" y="51707"/>
                </a:lnTo>
                <a:lnTo>
                  <a:pt x="803756" y="52018"/>
                </a:lnTo>
                <a:lnTo>
                  <a:pt x="802645" y="52356"/>
                </a:lnTo>
                <a:lnTo>
                  <a:pt x="801553" y="52721"/>
                </a:lnTo>
                <a:lnTo>
                  <a:pt x="800479" y="53113"/>
                </a:lnTo>
                <a:lnTo>
                  <a:pt x="799424" y="53533"/>
                </a:lnTo>
                <a:lnTo>
                  <a:pt x="798388" y="53979"/>
                </a:lnTo>
                <a:lnTo>
                  <a:pt x="797370" y="54452"/>
                </a:lnTo>
                <a:lnTo>
                  <a:pt x="796371" y="54953"/>
                </a:lnTo>
                <a:lnTo>
                  <a:pt x="795391" y="55480"/>
                </a:lnTo>
                <a:lnTo>
                  <a:pt x="794430" y="56035"/>
                </a:lnTo>
                <a:lnTo>
                  <a:pt x="793487" y="56616"/>
                </a:lnTo>
                <a:lnTo>
                  <a:pt x="792562" y="57225"/>
                </a:lnTo>
                <a:lnTo>
                  <a:pt x="791657" y="57860"/>
                </a:lnTo>
                <a:lnTo>
                  <a:pt x="790776" y="58519"/>
                </a:lnTo>
                <a:lnTo>
                  <a:pt x="789927" y="59196"/>
                </a:lnTo>
                <a:lnTo>
                  <a:pt x="789110" y="59891"/>
                </a:lnTo>
                <a:lnTo>
                  <a:pt x="788324" y="60606"/>
                </a:lnTo>
                <a:lnTo>
                  <a:pt x="787570" y="61339"/>
                </a:lnTo>
                <a:lnTo>
                  <a:pt x="786847" y="62090"/>
                </a:lnTo>
                <a:lnTo>
                  <a:pt x="786156" y="62861"/>
                </a:lnTo>
                <a:lnTo>
                  <a:pt x="785496" y="63650"/>
                </a:lnTo>
                <a:lnTo>
                  <a:pt x="784868" y="64457"/>
                </a:lnTo>
                <a:lnTo>
                  <a:pt x="784271" y="65284"/>
                </a:lnTo>
                <a:lnTo>
                  <a:pt x="783706" y="66129"/>
                </a:lnTo>
                <a:lnTo>
                  <a:pt x="783173" y="66992"/>
                </a:lnTo>
                <a:lnTo>
                  <a:pt x="782671" y="67875"/>
                </a:lnTo>
                <a:lnTo>
                  <a:pt x="782200" y="68776"/>
                </a:lnTo>
                <a:lnTo>
                  <a:pt x="781762" y="69696"/>
                </a:lnTo>
                <a:lnTo>
                  <a:pt x="781354" y="70634"/>
                </a:lnTo>
                <a:lnTo>
                  <a:pt x="780978" y="71591"/>
                </a:lnTo>
                <a:lnTo>
                  <a:pt x="780634" y="72567"/>
                </a:lnTo>
                <a:lnTo>
                  <a:pt x="780322" y="73561"/>
                </a:lnTo>
                <a:lnTo>
                  <a:pt x="780041" y="74575"/>
                </a:lnTo>
                <a:lnTo>
                  <a:pt x="779791" y="75606"/>
                </a:lnTo>
                <a:lnTo>
                  <a:pt x="779573" y="76657"/>
                </a:lnTo>
                <a:lnTo>
                  <a:pt x="779387" y="77726"/>
                </a:lnTo>
                <a:lnTo>
                  <a:pt x="779232" y="78814"/>
                </a:lnTo>
                <a:lnTo>
                  <a:pt x="795921" y="78814"/>
                </a:lnTo>
                <a:lnTo>
                  <a:pt x="796007" y="78278"/>
                </a:lnTo>
                <a:lnTo>
                  <a:pt x="796112" y="77751"/>
                </a:lnTo>
                <a:lnTo>
                  <a:pt x="796234" y="77233"/>
                </a:lnTo>
                <a:lnTo>
                  <a:pt x="796374" y="76725"/>
                </a:lnTo>
                <a:lnTo>
                  <a:pt x="796533" y="76226"/>
                </a:lnTo>
                <a:lnTo>
                  <a:pt x="796709" y="75737"/>
                </a:lnTo>
                <a:lnTo>
                  <a:pt x="796904" y="75256"/>
                </a:lnTo>
                <a:lnTo>
                  <a:pt x="797116" y="74785"/>
                </a:lnTo>
                <a:lnTo>
                  <a:pt x="797347" y="74324"/>
                </a:lnTo>
                <a:lnTo>
                  <a:pt x="797595" y="73872"/>
                </a:lnTo>
                <a:lnTo>
                  <a:pt x="797862" y="73429"/>
                </a:lnTo>
                <a:lnTo>
                  <a:pt x="798146" y="72996"/>
                </a:lnTo>
                <a:lnTo>
                  <a:pt x="798449" y="72571"/>
                </a:lnTo>
                <a:lnTo>
                  <a:pt x="798770" y="72157"/>
                </a:lnTo>
                <a:lnTo>
                  <a:pt x="799108" y="71751"/>
                </a:lnTo>
                <a:lnTo>
                  <a:pt x="799465" y="71355"/>
                </a:lnTo>
                <a:lnTo>
                  <a:pt x="799840" y="70968"/>
                </a:lnTo>
                <a:lnTo>
                  <a:pt x="800232" y="70591"/>
                </a:lnTo>
                <a:lnTo>
                  <a:pt x="800643" y="70223"/>
                </a:lnTo>
                <a:lnTo>
                  <a:pt x="801072" y="69864"/>
                </a:lnTo>
                <a:lnTo>
                  <a:pt x="801518" y="69515"/>
                </a:lnTo>
                <a:lnTo>
                  <a:pt x="801983" y="69175"/>
                </a:lnTo>
                <a:lnTo>
                  <a:pt x="802466" y="68844"/>
                </a:lnTo>
                <a:lnTo>
                  <a:pt x="802967" y="68523"/>
                </a:lnTo>
                <a:lnTo>
                  <a:pt x="803482" y="68212"/>
                </a:lnTo>
                <a:lnTo>
                  <a:pt x="804007" y="67915"/>
                </a:lnTo>
                <a:lnTo>
                  <a:pt x="804543" y="67631"/>
                </a:lnTo>
                <a:lnTo>
                  <a:pt x="805089" y="67361"/>
                </a:lnTo>
                <a:lnTo>
                  <a:pt x="805646" y="67103"/>
                </a:lnTo>
                <a:lnTo>
                  <a:pt x="806212" y="66859"/>
                </a:lnTo>
                <a:lnTo>
                  <a:pt x="806789" y="66628"/>
                </a:lnTo>
                <a:lnTo>
                  <a:pt x="807377" y="66410"/>
                </a:lnTo>
                <a:lnTo>
                  <a:pt x="807974" y="66205"/>
                </a:lnTo>
                <a:lnTo>
                  <a:pt x="808582" y="66014"/>
                </a:lnTo>
                <a:lnTo>
                  <a:pt x="809200" y="65835"/>
                </a:lnTo>
                <a:lnTo>
                  <a:pt x="809829" y="65670"/>
                </a:lnTo>
                <a:lnTo>
                  <a:pt x="810467" y="65518"/>
                </a:lnTo>
                <a:lnTo>
                  <a:pt x="811116" y="65380"/>
                </a:lnTo>
                <a:lnTo>
                  <a:pt x="811776" y="65254"/>
                </a:lnTo>
                <a:lnTo>
                  <a:pt x="812445" y="65142"/>
                </a:lnTo>
                <a:lnTo>
                  <a:pt x="813125" y="65043"/>
                </a:lnTo>
                <a:lnTo>
                  <a:pt x="813816" y="64957"/>
                </a:lnTo>
                <a:lnTo>
                  <a:pt x="814516" y="64885"/>
                </a:lnTo>
                <a:lnTo>
                  <a:pt x="815227" y="64825"/>
                </a:lnTo>
                <a:lnTo>
                  <a:pt x="815948" y="64779"/>
                </a:lnTo>
                <a:lnTo>
                  <a:pt x="816679" y="64746"/>
                </a:lnTo>
                <a:lnTo>
                  <a:pt x="817421" y="64726"/>
                </a:lnTo>
                <a:lnTo>
                  <a:pt x="818173" y="64720"/>
                </a:lnTo>
                <a:lnTo>
                  <a:pt x="819030" y="64728"/>
                </a:lnTo>
                <a:lnTo>
                  <a:pt x="819871" y="64755"/>
                </a:lnTo>
                <a:lnTo>
                  <a:pt x="820696" y="64799"/>
                </a:lnTo>
                <a:lnTo>
                  <a:pt x="821503" y="64861"/>
                </a:lnTo>
                <a:lnTo>
                  <a:pt x="822295" y="64941"/>
                </a:lnTo>
                <a:lnTo>
                  <a:pt x="823070" y="65038"/>
                </a:lnTo>
                <a:lnTo>
                  <a:pt x="823829" y="65154"/>
                </a:lnTo>
                <a:lnTo>
                  <a:pt x="824571" y="65286"/>
                </a:lnTo>
                <a:lnTo>
                  <a:pt x="825297" y="65437"/>
                </a:lnTo>
                <a:lnTo>
                  <a:pt x="826006" y="65605"/>
                </a:lnTo>
                <a:lnTo>
                  <a:pt x="826699" y="65791"/>
                </a:lnTo>
                <a:lnTo>
                  <a:pt x="827376" y="65995"/>
                </a:lnTo>
                <a:lnTo>
                  <a:pt x="828036" y="66216"/>
                </a:lnTo>
                <a:lnTo>
                  <a:pt x="828680" y="66456"/>
                </a:lnTo>
                <a:lnTo>
                  <a:pt x="829307" y="66712"/>
                </a:lnTo>
                <a:lnTo>
                  <a:pt x="829918" y="66987"/>
                </a:lnTo>
                <a:lnTo>
                  <a:pt x="830513" y="67279"/>
                </a:lnTo>
                <a:lnTo>
                  <a:pt x="831091" y="67589"/>
                </a:lnTo>
                <a:lnTo>
                  <a:pt x="831652" y="67917"/>
                </a:lnTo>
                <a:lnTo>
                  <a:pt x="832198" y="68262"/>
                </a:lnTo>
                <a:lnTo>
                  <a:pt x="832726" y="68626"/>
                </a:lnTo>
                <a:lnTo>
                  <a:pt x="833239" y="69006"/>
                </a:lnTo>
                <a:lnTo>
                  <a:pt x="833735" y="69405"/>
                </a:lnTo>
                <a:lnTo>
                  <a:pt x="834214" y="69821"/>
                </a:lnTo>
                <a:lnTo>
                  <a:pt x="834676" y="70254"/>
                </a:lnTo>
                <a:lnTo>
                  <a:pt x="835118" y="70701"/>
                </a:lnTo>
                <a:lnTo>
                  <a:pt x="835540" y="71164"/>
                </a:lnTo>
                <a:lnTo>
                  <a:pt x="835943" y="71642"/>
                </a:lnTo>
                <a:lnTo>
                  <a:pt x="836326" y="72135"/>
                </a:lnTo>
                <a:lnTo>
                  <a:pt x="836689" y="72643"/>
                </a:lnTo>
                <a:lnTo>
                  <a:pt x="837033" y="73166"/>
                </a:lnTo>
                <a:lnTo>
                  <a:pt x="837357" y="73705"/>
                </a:lnTo>
                <a:lnTo>
                  <a:pt x="837661" y="74258"/>
                </a:lnTo>
                <a:lnTo>
                  <a:pt x="837946" y="74827"/>
                </a:lnTo>
                <a:lnTo>
                  <a:pt x="838211" y="75411"/>
                </a:lnTo>
                <a:lnTo>
                  <a:pt x="838457" y="76010"/>
                </a:lnTo>
                <a:lnTo>
                  <a:pt x="838683" y="76624"/>
                </a:lnTo>
                <a:lnTo>
                  <a:pt x="838889" y="77253"/>
                </a:lnTo>
                <a:lnTo>
                  <a:pt x="839075" y="77897"/>
                </a:lnTo>
                <a:lnTo>
                  <a:pt x="839242" y="78557"/>
                </a:lnTo>
                <a:lnTo>
                  <a:pt x="839390" y="79231"/>
                </a:lnTo>
                <a:lnTo>
                  <a:pt x="839517" y="79921"/>
                </a:lnTo>
                <a:lnTo>
                  <a:pt x="839625" y="80626"/>
                </a:lnTo>
                <a:lnTo>
                  <a:pt x="839714" y="81346"/>
                </a:lnTo>
                <a:lnTo>
                  <a:pt x="839782" y="82081"/>
                </a:lnTo>
                <a:lnTo>
                  <a:pt x="839832" y="82831"/>
                </a:lnTo>
                <a:lnTo>
                  <a:pt x="839861" y="83597"/>
                </a:lnTo>
                <a:lnTo>
                  <a:pt x="839871" y="84377"/>
                </a:lnTo>
                <a:lnTo>
                  <a:pt x="839871" y="94575"/>
                </a:lnTo>
                <a:lnTo>
                  <a:pt x="808346" y="94575"/>
                </a:lnTo>
                <a:lnTo>
                  <a:pt x="807043" y="94589"/>
                </a:lnTo>
                <a:lnTo>
                  <a:pt x="805764" y="94632"/>
                </a:lnTo>
                <a:lnTo>
                  <a:pt x="804506" y="94703"/>
                </a:lnTo>
                <a:lnTo>
                  <a:pt x="803272" y="94802"/>
                </a:lnTo>
                <a:lnTo>
                  <a:pt x="802059" y="94929"/>
                </a:lnTo>
                <a:lnTo>
                  <a:pt x="800870" y="95085"/>
                </a:lnTo>
                <a:lnTo>
                  <a:pt x="799702" y="95269"/>
                </a:lnTo>
                <a:lnTo>
                  <a:pt x="798558" y="95482"/>
                </a:lnTo>
                <a:lnTo>
                  <a:pt x="797436" y="95723"/>
                </a:lnTo>
                <a:lnTo>
                  <a:pt x="796336" y="95992"/>
                </a:lnTo>
                <a:lnTo>
                  <a:pt x="795259" y="96289"/>
                </a:lnTo>
                <a:lnTo>
                  <a:pt x="794205" y="96615"/>
                </a:lnTo>
                <a:lnTo>
                  <a:pt x="793173" y="96969"/>
                </a:lnTo>
                <a:lnTo>
                  <a:pt x="792163" y="97352"/>
                </a:lnTo>
                <a:lnTo>
                  <a:pt x="791177" y="97763"/>
                </a:lnTo>
                <a:lnTo>
                  <a:pt x="790212" y="98202"/>
                </a:lnTo>
                <a:lnTo>
                  <a:pt x="789270" y="98670"/>
                </a:lnTo>
                <a:lnTo>
                  <a:pt x="788351" y="99165"/>
                </a:lnTo>
                <a:lnTo>
                  <a:pt x="787455" y="99690"/>
                </a:lnTo>
                <a:lnTo>
                  <a:pt x="786580" y="100242"/>
                </a:lnTo>
                <a:lnTo>
                  <a:pt x="785729" y="100823"/>
                </a:lnTo>
                <a:lnTo>
                  <a:pt x="784900" y="101432"/>
                </a:lnTo>
                <a:lnTo>
                  <a:pt x="784093" y="102070"/>
                </a:lnTo>
                <a:lnTo>
                  <a:pt x="783309" y="102736"/>
                </a:lnTo>
                <a:lnTo>
                  <a:pt x="782553" y="103426"/>
                </a:lnTo>
                <a:lnTo>
                  <a:pt x="781829" y="104138"/>
                </a:lnTo>
                <a:lnTo>
                  <a:pt x="781137" y="104871"/>
                </a:lnTo>
                <a:lnTo>
                  <a:pt x="780477" y="105626"/>
                </a:lnTo>
                <a:lnTo>
                  <a:pt x="779849" y="106402"/>
                </a:lnTo>
                <a:lnTo>
                  <a:pt x="779254" y="107198"/>
                </a:lnTo>
                <a:lnTo>
                  <a:pt x="778690" y="108017"/>
                </a:lnTo>
                <a:lnTo>
                  <a:pt x="778159" y="108856"/>
                </a:lnTo>
                <a:lnTo>
                  <a:pt x="777660" y="109717"/>
                </a:lnTo>
                <a:lnTo>
                  <a:pt x="777194" y="110598"/>
                </a:lnTo>
                <a:lnTo>
                  <a:pt x="776759" y="111501"/>
                </a:lnTo>
                <a:lnTo>
                  <a:pt x="776357" y="112426"/>
                </a:lnTo>
                <a:lnTo>
                  <a:pt x="775987" y="113371"/>
                </a:lnTo>
                <a:lnTo>
                  <a:pt x="775649" y="114338"/>
                </a:lnTo>
                <a:lnTo>
                  <a:pt x="775343" y="115326"/>
                </a:lnTo>
                <a:lnTo>
                  <a:pt x="775069" y="116336"/>
                </a:lnTo>
                <a:lnTo>
                  <a:pt x="774828" y="117366"/>
                </a:lnTo>
                <a:lnTo>
                  <a:pt x="774619" y="118418"/>
                </a:lnTo>
                <a:lnTo>
                  <a:pt x="774442" y="119491"/>
                </a:lnTo>
                <a:lnTo>
                  <a:pt x="774297" y="120585"/>
                </a:lnTo>
                <a:lnTo>
                  <a:pt x="774184" y="121701"/>
                </a:lnTo>
                <a:lnTo>
                  <a:pt x="774104" y="122838"/>
                </a:lnTo>
                <a:lnTo>
                  <a:pt x="774055" y="123996"/>
                </a:lnTo>
                <a:lnTo>
                  <a:pt x="774039" y="125175"/>
                </a:lnTo>
                <a:lnTo>
                  <a:pt x="774055" y="126339"/>
                </a:lnTo>
                <a:lnTo>
                  <a:pt x="774104" y="127483"/>
                </a:lnTo>
                <a:lnTo>
                  <a:pt x="774184" y="128607"/>
                </a:lnTo>
                <a:lnTo>
                  <a:pt x="774297" y="129711"/>
                </a:lnTo>
                <a:lnTo>
                  <a:pt x="774442" y="130794"/>
                </a:lnTo>
                <a:lnTo>
                  <a:pt x="774619" y="131857"/>
                </a:lnTo>
                <a:lnTo>
                  <a:pt x="774828" y="132899"/>
                </a:lnTo>
                <a:lnTo>
                  <a:pt x="775069" y="133922"/>
                </a:lnTo>
                <a:lnTo>
                  <a:pt x="775343" y="134924"/>
                </a:lnTo>
                <a:lnTo>
                  <a:pt x="775649" y="135906"/>
                </a:lnTo>
                <a:lnTo>
                  <a:pt x="775987" y="136867"/>
                </a:lnTo>
                <a:lnTo>
                  <a:pt x="776357" y="137808"/>
                </a:lnTo>
                <a:lnTo>
                  <a:pt x="776759" y="138729"/>
                </a:lnTo>
                <a:lnTo>
                  <a:pt x="777194" y="139630"/>
                </a:lnTo>
                <a:lnTo>
                  <a:pt x="777660" y="140510"/>
                </a:lnTo>
                <a:lnTo>
                  <a:pt x="778159" y="141370"/>
                </a:lnTo>
                <a:lnTo>
                  <a:pt x="778690" y="142210"/>
                </a:lnTo>
                <a:lnTo>
                  <a:pt x="779254" y="143030"/>
                </a:lnTo>
                <a:lnTo>
                  <a:pt x="779849" y="143829"/>
                </a:lnTo>
                <a:lnTo>
                  <a:pt x="780477" y="144608"/>
                </a:lnTo>
                <a:lnTo>
                  <a:pt x="781137" y="145366"/>
                </a:lnTo>
                <a:lnTo>
                  <a:pt x="781829" y="146105"/>
                </a:lnTo>
                <a:lnTo>
                  <a:pt x="782553" y="146823"/>
                </a:lnTo>
                <a:lnTo>
                  <a:pt x="783309" y="147520"/>
                </a:lnTo>
                <a:lnTo>
                  <a:pt x="784094" y="148194"/>
                </a:lnTo>
                <a:lnTo>
                  <a:pt x="784902" y="148838"/>
                </a:lnTo>
                <a:lnTo>
                  <a:pt x="785735" y="149454"/>
                </a:lnTo>
                <a:lnTo>
                  <a:pt x="786591" y="150042"/>
                </a:lnTo>
                <a:lnTo>
                  <a:pt x="787471" y="150600"/>
                </a:lnTo>
                <a:lnTo>
                  <a:pt x="788374" y="151130"/>
                </a:lnTo>
                <a:lnTo>
                  <a:pt x="789302" y="151632"/>
                </a:lnTo>
                <a:lnTo>
                  <a:pt x="790253" y="152104"/>
                </a:lnTo>
                <a:lnTo>
                  <a:pt x="791229" y="152549"/>
                </a:lnTo>
                <a:lnTo>
                  <a:pt x="792228" y="152964"/>
                </a:lnTo>
                <a:lnTo>
                  <a:pt x="793251" y="153351"/>
                </a:lnTo>
                <a:lnTo>
                  <a:pt x="794297" y="153709"/>
                </a:lnTo>
                <a:lnTo>
                  <a:pt x="795368" y="154038"/>
                </a:lnTo>
                <a:lnTo>
                  <a:pt x="796462" y="154339"/>
                </a:lnTo>
                <a:lnTo>
                  <a:pt x="797581" y="154611"/>
                </a:lnTo>
                <a:lnTo>
                  <a:pt x="798723" y="154855"/>
                </a:lnTo>
                <a:lnTo>
                  <a:pt x="799888" y="155070"/>
                </a:lnTo>
                <a:lnTo>
                  <a:pt x="801078" y="155256"/>
                </a:lnTo>
                <a:lnTo>
                  <a:pt x="802292" y="155414"/>
                </a:lnTo>
                <a:lnTo>
                  <a:pt x="803529" y="155542"/>
                </a:lnTo>
                <a:lnTo>
                  <a:pt x="804790" y="155643"/>
                </a:lnTo>
                <a:lnTo>
                  <a:pt x="806075" y="155714"/>
                </a:lnTo>
                <a:lnTo>
                  <a:pt x="807384" y="155757"/>
                </a:lnTo>
                <a:lnTo>
                  <a:pt x="808717" y="155772"/>
                </a:lnTo>
                <a:lnTo>
                  <a:pt x="809897" y="155760"/>
                </a:lnTo>
                <a:lnTo>
                  <a:pt x="811057" y="155727"/>
                </a:lnTo>
                <a:lnTo>
                  <a:pt x="812198" y="155670"/>
                </a:lnTo>
                <a:lnTo>
                  <a:pt x="813319" y="155591"/>
                </a:lnTo>
                <a:lnTo>
                  <a:pt x="814420" y="155490"/>
                </a:lnTo>
                <a:lnTo>
                  <a:pt x="815502" y="155366"/>
                </a:lnTo>
                <a:lnTo>
                  <a:pt x="816564" y="155220"/>
                </a:lnTo>
                <a:lnTo>
                  <a:pt x="817607" y="155051"/>
                </a:lnTo>
                <a:lnTo>
                  <a:pt x="818630" y="154859"/>
                </a:lnTo>
                <a:lnTo>
                  <a:pt x="819633" y="154645"/>
                </a:lnTo>
                <a:lnTo>
                  <a:pt x="820617" y="154409"/>
                </a:lnTo>
                <a:lnTo>
                  <a:pt x="821581" y="154150"/>
                </a:lnTo>
                <a:lnTo>
                  <a:pt x="822525" y="153868"/>
                </a:lnTo>
                <a:lnTo>
                  <a:pt x="823450" y="153564"/>
                </a:lnTo>
                <a:lnTo>
                  <a:pt x="824355" y="153237"/>
                </a:lnTo>
                <a:lnTo>
                  <a:pt x="825240" y="152888"/>
                </a:lnTo>
                <a:lnTo>
                  <a:pt x="826106" y="152516"/>
                </a:lnTo>
                <a:lnTo>
                  <a:pt x="826952" y="152122"/>
                </a:lnTo>
                <a:lnTo>
                  <a:pt x="827779" y="151705"/>
                </a:lnTo>
                <a:lnTo>
                  <a:pt x="828586" y="151266"/>
                </a:lnTo>
                <a:lnTo>
                  <a:pt x="829373" y="150804"/>
                </a:lnTo>
                <a:lnTo>
                  <a:pt x="830141" y="150320"/>
                </a:lnTo>
                <a:lnTo>
                  <a:pt x="830888" y="149813"/>
                </a:lnTo>
                <a:lnTo>
                  <a:pt x="831617" y="149283"/>
                </a:lnTo>
                <a:lnTo>
                  <a:pt x="832321" y="148734"/>
                </a:lnTo>
                <a:lnTo>
                  <a:pt x="832994" y="148169"/>
                </a:lnTo>
                <a:lnTo>
                  <a:pt x="833638" y="147588"/>
                </a:lnTo>
                <a:lnTo>
                  <a:pt x="834252" y="146991"/>
                </a:lnTo>
                <a:lnTo>
                  <a:pt x="834836" y="146377"/>
                </a:lnTo>
                <a:lnTo>
                  <a:pt x="835390" y="145748"/>
                </a:lnTo>
                <a:lnTo>
                  <a:pt x="835914" y="145102"/>
                </a:lnTo>
                <a:lnTo>
                  <a:pt x="836408" y="144441"/>
                </a:lnTo>
                <a:lnTo>
                  <a:pt x="836873" y="143763"/>
                </a:lnTo>
                <a:lnTo>
                  <a:pt x="837307" y="143069"/>
                </a:lnTo>
                <a:lnTo>
                  <a:pt x="837711" y="142359"/>
                </a:lnTo>
                <a:lnTo>
                  <a:pt x="838085" y="141633"/>
                </a:lnTo>
                <a:lnTo>
                  <a:pt x="838430" y="140891"/>
                </a:lnTo>
                <a:lnTo>
                  <a:pt x="838744" y="140133"/>
                </a:lnTo>
                <a:lnTo>
                  <a:pt x="839029" y="139359"/>
                </a:lnTo>
                <a:lnTo>
                  <a:pt x="839283" y="138568"/>
                </a:lnTo>
                <a:lnTo>
                  <a:pt x="839508" y="137762"/>
                </a:lnTo>
                <a:lnTo>
                  <a:pt x="839703" y="136939"/>
                </a:lnTo>
                <a:lnTo>
                  <a:pt x="839867" y="136101"/>
                </a:lnTo>
                <a:lnTo>
                  <a:pt x="840002" y="135246"/>
                </a:lnTo>
                <a:lnTo>
                  <a:pt x="840098" y="134448"/>
                </a:lnTo>
                <a:lnTo>
                  <a:pt x="840242" y="134448"/>
                </a:lnTo>
                <a:lnTo>
                  <a:pt x="840242" y="153918"/>
                </a:lnTo>
                <a:lnTo>
                  <a:pt x="856560" y="153918"/>
                </a:lnTo>
                <a:lnTo>
                  <a:pt x="856560" y="83820"/>
                </a:lnTo>
                <a:close/>
                <a:moveTo>
                  <a:pt x="809461" y="142469"/>
                </a:moveTo>
                <a:lnTo>
                  <a:pt x="808667" y="142392"/>
                </a:lnTo>
                <a:lnTo>
                  <a:pt x="807888" y="142298"/>
                </a:lnTo>
                <a:lnTo>
                  <a:pt x="807125" y="142187"/>
                </a:lnTo>
                <a:lnTo>
                  <a:pt x="806378" y="142060"/>
                </a:lnTo>
                <a:lnTo>
                  <a:pt x="805647" y="141915"/>
                </a:lnTo>
                <a:lnTo>
                  <a:pt x="804931" y="141753"/>
                </a:lnTo>
                <a:lnTo>
                  <a:pt x="804232" y="141573"/>
                </a:lnTo>
                <a:lnTo>
                  <a:pt x="803547" y="141377"/>
                </a:lnTo>
                <a:lnTo>
                  <a:pt x="802879" y="141164"/>
                </a:lnTo>
                <a:lnTo>
                  <a:pt x="802227" y="140934"/>
                </a:lnTo>
                <a:lnTo>
                  <a:pt x="801590" y="140687"/>
                </a:lnTo>
                <a:lnTo>
                  <a:pt x="800969" y="140422"/>
                </a:lnTo>
                <a:lnTo>
                  <a:pt x="800364" y="140141"/>
                </a:lnTo>
                <a:lnTo>
                  <a:pt x="799774" y="139842"/>
                </a:lnTo>
                <a:lnTo>
                  <a:pt x="799201" y="139527"/>
                </a:lnTo>
                <a:lnTo>
                  <a:pt x="798643" y="139194"/>
                </a:lnTo>
                <a:lnTo>
                  <a:pt x="798101" y="138844"/>
                </a:lnTo>
                <a:lnTo>
                  <a:pt x="797574" y="138478"/>
                </a:lnTo>
                <a:lnTo>
                  <a:pt x="797064" y="138094"/>
                </a:lnTo>
                <a:lnTo>
                  <a:pt x="796569" y="137693"/>
                </a:lnTo>
                <a:lnTo>
                  <a:pt x="796092" y="137277"/>
                </a:lnTo>
                <a:lnTo>
                  <a:pt x="795636" y="136849"/>
                </a:lnTo>
                <a:lnTo>
                  <a:pt x="795200" y="136408"/>
                </a:lnTo>
                <a:lnTo>
                  <a:pt x="794784" y="135954"/>
                </a:lnTo>
                <a:lnTo>
                  <a:pt x="794389" y="135488"/>
                </a:lnTo>
                <a:lnTo>
                  <a:pt x="794014" y="135010"/>
                </a:lnTo>
                <a:lnTo>
                  <a:pt x="793659" y="134518"/>
                </a:lnTo>
                <a:lnTo>
                  <a:pt x="793324" y="134015"/>
                </a:lnTo>
                <a:lnTo>
                  <a:pt x="793010" y="133498"/>
                </a:lnTo>
                <a:lnTo>
                  <a:pt x="792716" y="132969"/>
                </a:lnTo>
                <a:lnTo>
                  <a:pt x="792442" y="132428"/>
                </a:lnTo>
                <a:lnTo>
                  <a:pt x="792189" y="131874"/>
                </a:lnTo>
                <a:lnTo>
                  <a:pt x="791955" y="131307"/>
                </a:lnTo>
                <a:lnTo>
                  <a:pt x="791742" y="130728"/>
                </a:lnTo>
                <a:lnTo>
                  <a:pt x="791550" y="130137"/>
                </a:lnTo>
                <a:lnTo>
                  <a:pt x="791377" y="129532"/>
                </a:lnTo>
                <a:lnTo>
                  <a:pt x="791225" y="128916"/>
                </a:lnTo>
                <a:lnTo>
                  <a:pt x="791094" y="128286"/>
                </a:lnTo>
                <a:lnTo>
                  <a:pt x="790982" y="127644"/>
                </a:lnTo>
                <a:lnTo>
                  <a:pt x="790891" y="126990"/>
                </a:lnTo>
                <a:lnTo>
                  <a:pt x="790820" y="126323"/>
                </a:lnTo>
                <a:lnTo>
                  <a:pt x="790769" y="125643"/>
                </a:lnTo>
                <a:lnTo>
                  <a:pt x="790739" y="124951"/>
                </a:lnTo>
                <a:lnTo>
                  <a:pt x="790729" y="124247"/>
                </a:lnTo>
                <a:lnTo>
                  <a:pt x="790737" y="123588"/>
                </a:lnTo>
                <a:lnTo>
                  <a:pt x="790762" y="122941"/>
                </a:lnTo>
                <a:lnTo>
                  <a:pt x="790804" y="122305"/>
                </a:lnTo>
                <a:lnTo>
                  <a:pt x="790862" y="121681"/>
                </a:lnTo>
                <a:lnTo>
                  <a:pt x="790938" y="121069"/>
                </a:lnTo>
                <a:lnTo>
                  <a:pt x="791030" y="120468"/>
                </a:lnTo>
                <a:lnTo>
                  <a:pt x="791139" y="119879"/>
                </a:lnTo>
                <a:lnTo>
                  <a:pt x="791264" y="119302"/>
                </a:lnTo>
                <a:lnTo>
                  <a:pt x="791407" y="118736"/>
                </a:lnTo>
                <a:lnTo>
                  <a:pt x="791566" y="118181"/>
                </a:lnTo>
                <a:lnTo>
                  <a:pt x="791741" y="117639"/>
                </a:lnTo>
                <a:lnTo>
                  <a:pt x="791934" y="117107"/>
                </a:lnTo>
                <a:lnTo>
                  <a:pt x="792143" y="116588"/>
                </a:lnTo>
                <a:lnTo>
                  <a:pt x="792369" y="116080"/>
                </a:lnTo>
                <a:lnTo>
                  <a:pt x="792612" y="115584"/>
                </a:lnTo>
                <a:lnTo>
                  <a:pt x="792871" y="115099"/>
                </a:lnTo>
                <a:lnTo>
                  <a:pt x="793148" y="114626"/>
                </a:lnTo>
                <a:lnTo>
                  <a:pt x="793441" y="114164"/>
                </a:lnTo>
                <a:lnTo>
                  <a:pt x="793750" y="113714"/>
                </a:lnTo>
                <a:lnTo>
                  <a:pt x="794077" y="113276"/>
                </a:lnTo>
                <a:lnTo>
                  <a:pt x="794420" y="112849"/>
                </a:lnTo>
                <a:lnTo>
                  <a:pt x="794780" y="112433"/>
                </a:lnTo>
                <a:lnTo>
                  <a:pt x="795157" y="112030"/>
                </a:lnTo>
                <a:lnTo>
                  <a:pt x="795550" y="111638"/>
                </a:lnTo>
                <a:lnTo>
                  <a:pt x="795958" y="111259"/>
                </a:lnTo>
                <a:lnTo>
                  <a:pt x="796378" y="110897"/>
                </a:lnTo>
                <a:lnTo>
                  <a:pt x="796811" y="110551"/>
                </a:lnTo>
                <a:lnTo>
                  <a:pt x="797255" y="110221"/>
                </a:lnTo>
                <a:lnTo>
                  <a:pt x="797712" y="109907"/>
                </a:lnTo>
                <a:lnTo>
                  <a:pt x="798181" y="109609"/>
                </a:lnTo>
                <a:lnTo>
                  <a:pt x="798663" y="109327"/>
                </a:lnTo>
                <a:lnTo>
                  <a:pt x="799156" y="109061"/>
                </a:lnTo>
                <a:lnTo>
                  <a:pt x="799662" y="108812"/>
                </a:lnTo>
                <a:lnTo>
                  <a:pt x="800180" y="108578"/>
                </a:lnTo>
                <a:lnTo>
                  <a:pt x="800710" y="108361"/>
                </a:lnTo>
                <a:lnTo>
                  <a:pt x="801253" y="108159"/>
                </a:lnTo>
                <a:lnTo>
                  <a:pt x="801807" y="107974"/>
                </a:lnTo>
                <a:lnTo>
                  <a:pt x="802374" y="107805"/>
                </a:lnTo>
                <a:lnTo>
                  <a:pt x="802953" y="107652"/>
                </a:lnTo>
                <a:lnTo>
                  <a:pt x="803545" y="107515"/>
                </a:lnTo>
                <a:lnTo>
                  <a:pt x="804149" y="107395"/>
                </a:lnTo>
                <a:lnTo>
                  <a:pt x="804764" y="107290"/>
                </a:lnTo>
                <a:lnTo>
                  <a:pt x="805393" y="107201"/>
                </a:lnTo>
                <a:lnTo>
                  <a:pt x="806033" y="107129"/>
                </a:lnTo>
                <a:lnTo>
                  <a:pt x="806685" y="107072"/>
                </a:lnTo>
                <a:lnTo>
                  <a:pt x="807350" y="107032"/>
                </a:lnTo>
                <a:lnTo>
                  <a:pt x="808027" y="107008"/>
                </a:lnTo>
                <a:lnTo>
                  <a:pt x="808717" y="107000"/>
                </a:lnTo>
                <a:lnTo>
                  <a:pt x="839871" y="107000"/>
                </a:lnTo>
                <a:lnTo>
                  <a:pt x="839871" y="121465"/>
                </a:lnTo>
                <a:lnTo>
                  <a:pt x="839858" y="122232"/>
                </a:lnTo>
                <a:lnTo>
                  <a:pt x="839818" y="122987"/>
                </a:lnTo>
                <a:lnTo>
                  <a:pt x="839752" y="123731"/>
                </a:lnTo>
                <a:lnTo>
                  <a:pt x="839660" y="124463"/>
                </a:lnTo>
                <a:lnTo>
                  <a:pt x="839541" y="125184"/>
                </a:lnTo>
                <a:lnTo>
                  <a:pt x="839396" y="125893"/>
                </a:lnTo>
                <a:lnTo>
                  <a:pt x="839224" y="126590"/>
                </a:lnTo>
                <a:lnTo>
                  <a:pt x="839026" y="127276"/>
                </a:lnTo>
                <a:lnTo>
                  <a:pt x="838802" y="127950"/>
                </a:lnTo>
                <a:lnTo>
                  <a:pt x="838551" y="128613"/>
                </a:lnTo>
                <a:lnTo>
                  <a:pt x="838274" y="129264"/>
                </a:lnTo>
                <a:lnTo>
                  <a:pt x="837970" y="129903"/>
                </a:lnTo>
                <a:lnTo>
                  <a:pt x="837640" y="130531"/>
                </a:lnTo>
                <a:lnTo>
                  <a:pt x="837284" y="131147"/>
                </a:lnTo>
                <a:lnTo>
                  <a:pt x="836901" y="131752"/>
                </a:lnTo>
                <a:lnTo>
                  <a:pt x="836492" y="132345"/>
                </a:lnTo>
                <a:lnTo>
                  <a:pt x="836056" y="132926"/>
                </a:lnTo>
                <a:lnTo>
                  <a:pt x="835594" y="133496"/>
                </a:lnTo>
                <a:lnTo>
                  <a:pt x="835106" y="134054"/>
                </a:lnTo>
                <a:lnTo>
                  <a:pt x="834591" y="134601"/>
                </a:lnTo>
                <a:lnTo>
                  <a:pt x="834050" y="135136"/>
                </a:lnTo>
                <a:lnTo>
                  <a:pt x="833482" y="135659"/>
                </a:lnTo>
                <a:lnTo>
                  <a:pt x="832888" y="136171"/>
                </a:lnTo>
                <a:lnTo>
                  <a:pt x="832268" y="136672"/>
                </a:lnTo>
                <a:lnTo>
                  <a:pt x="831627" y="137156"/>
                </a:lnTo>
                <a:lnTo>
                  <a:pt x="830971" y="137619"/>
                </a:lnTo>
                <a:lnTo>
                  <a:pt x="830300" y="138062"/>
                </a:lnTo>
                <a:lnTo>
                  <a:pt x="829615" y="138485"/>
                </a:lnTo>
                <a:lnTo>
                  <a:pt x="828915" y="138886"/>
                </a:lnTo>
                <a:lnTo>
                  <a:pt x="828199" y="139268"/>
                </a:lnTo>
                <a:lnTo>
                  <a:pt x="827470" y="139628"/>
                </a:lnTo>
                <a:lnTo>
                  <a:pt x="826725" y="139968"/>
                </a:lnTo>
                <a:lnTo>
                  <a:pt x="825966" y="140287"/>
                </a:lnTo>
                <a:lnTo>
                  <a:pt x="825191" y="140586"/>
                </a:lnTo>
                <a:lnTo>
                  <a:pt x="824402" y="140864"/>
                </a:lnTo>
                <a:lnTo>
                  <a:pt x="823598" y="141122"/>
                </a:lnTo>
                <a:lnTo>
                  <a:pt x="822780" y="141359"/>
                </a:lnTo>
                <a:lnTo>
                  <a:pt x="821946" y="141575"/>
                </a:lnTo>
                <a:lnTo>
                  <a:pt x="821098" y="141771"/>
                </a:lnTo>
                <a:lnTo>
                  <a:pt x="820235" y="141946"/>
                </a:lnTo>
                <a:lnTo>
                  <a:pt x="819357" y="142101"/>
                </a:lnTo>
                <a:lnTo>
                  <a:pt x="818464" y="142234"/>
                </a:lnTo>
                <a:lnTo>
                  <a:pt x="817557" y="142348"/>
                </a:lnTo>
                <a:lnTo>
                  <a:pt x="816634" y="142441"/>
                </a:lnTo>
                <a:lnTo>
                  <a:pt x="815697" y="142513"/>
                </a:lnTo>
                <a:lnTo>
                  <a:pt x="814745" y="142564"/>
                </a:lnTo>
                <a:lnTo>
                  <a:pt x="813778" y="142595"/>
                </a:lnTo>
                <a:lnTo>
                  <a:pt x="812797" y="142605"/>
                </a:lnTo>
                <a:lnTo>
                  <a:pt x="811939" y="142597"/>
                </a:lnTo>
                <a:lnTo>
                  <a:pt x="811098" y="142571"/>
                </a:lnTo>
                <a:lnTo>
                  <a:pt x="810272" y="142529"/>
                </a:lnTo>
                <a:lnTo>
                  <a:pt x="809461" y="1424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B698F-6FA3-4CD7-ABB7-84C424D6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96" y="2603378"/>
            <a:ext cx="339444" cy="170684"/>
          </a:xfrm>
          <a:custGeom xmlns:a="http://schemas.openxmlformats.org/drawingml/2006/main">
            <a:pathLst>
              <a:path w="339444" h="170684">
                <a:moveTo>
                  <a:pt x="25670" y="0"/>
                </a:moveTo>
                <a:lnTo>
                  <a:pt x="314430" y="0"/>
                </a:lnTo>
                <a:cubicBezTo>
                  <a:pt x="317621" y="0"/>
                  <a:pt x="320836" y="634"/>
                  <a:pt x="324050" y="1924"/>
                </a:cubicBezTo>
                <a:cubicBezTo>
                  <a:pt x="327265" y="3192"/>
                  <a:pt x="329823" y="5139"/>
                  <a:pt x="332381" y="7697"/>
                </a:cubicBezTo>
                <a:cubicBezTo>
                  <a:pt x="334305" y="10255"/>
                  <a:pt x="336229" y="12835"/>
                  <a:pt x="337519" y="16027"/>
                </a:cubicBezTo>
                <a:cubicBezTo>
                  <a:pt x="338810" y="19242"/>
                  <a:pt x="339444" y="22456"/>
                  <a:pt x="339444" y="25670"/>
                </a:cubicBezTo>
                <a:lnTo>
                  <a:pt x="339444" y="145013"/>
                </a:lnTo>
                <a:cubicBezTo>
                  <a:pt x="339444" y="148862"/>
                  <a:pt x="338810" y="152076"/>
                  <a:pt x="337519" y="155291"/>
                </a:cubicBezTo>
                <a:cubicBezTo>
                  <a:pt x="336229" y="157849"/>
                  <a:pt x="334305" y="161063"/>
                  <a:pt x="332381" y="162987"/>
                </a:cubicBezTo>
                <a:cubicBezTo>
                  <a:pt x="329823" y="165545"/>
                  <a:pt x="327265" y="167469"/>
                  <a:pt x="324050" y="168760"/>
                </a:cubicBezTo>
                <a:cubicBezTo>
                  <a:pt x="320836" y="170050"/>
                  <a:pt x="317621" y="170684"/>
                  <a:pt x="314430" y="170684"/>
                </a:cubicBezTo>
                <a:lnTo>
                  <a:pt x="25670" y="170684"/>
                </a:lnTo>
                <a:cubicBezTo>
                  <a:pt x="21822" y="170684"/>
                  <a:pt x="18608" y="170050"/>
                  <a:pt x="15393" y="168760"/>
                </a:cubicBezTo>
                <a:cubicBezTo>
                  <a:pt x="12201" y="167469"/>
                  <a:pt x="9621" y="165545"/>
                  <a:pt x="7063" y="162987"/>
                </a:cubicBezTo>
                <a:cubicBezTo>
                  <a:pt x="5139" y="161063"/>
                  <a:pt x="3214" y="157849"/>
                  <a:pt x="1924" y="155291"/>
                </a:cubicBezTo>
                <a:cubicBezTo>
                  <a:pt x="634" y="152076"/>
                  <a:pt x="0" y="148862"/>
                  <a:pt x="0" y="145013"/>
                </a:cubicBezTo>
                <a:lnTo>
                  <a:pt x="0" y="25670"/>
                </a:lnTo>
                <a:cubicBezTo>
                  <a:pt x="0" y="22456"/>
                  <a:pt x="634" y="19242"/>
                  <a:pt x="1924" y="16027"/>
                </a:cubicBezTo>
                <a:cubicBezTo>
                  <a:pt x="3214" y="12835"/>
                  <a:pt x="5139" y="10255"/>
                  <a:pt x="7063" y="7697"/>
                </a:cubicBezTo>
                <a:cubicBezTo>
                  <a:pt x="9621" y="5139"/>
                  <a:pt x="12201" y="3192"/>
                  <a:pt x="15393" y="1924"/>
                </a:cubicBezTo>
                <a:cubicBezTo>
                  <a:pt x="18608" y="634"/>
                  <a:pt x="21822" y="0"/>
                  <a:pt x="25670" y="0"/>
                </a:cubicBezTo>
                <a:close/>
              </a:path>
            </a:pathLst>
          </a:custGeom>
          <a:solidFill xmlns:a="http://schemas.openxmlformats.org/drawingml/2006/main">
            <a:srgbClr val="EA6B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6885D-5DE9-43E7-ACDF-881149C6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96" y="2603378"/>
            <a:ext cx="339444" cy="170684"/>
          </a:xfrm>
          <a:custGeom xmlns:a="http://schemas.openxmlformats.org/drawingml/2006/main">
            <a:pathLst>
              <a:path w="339444" h="170684" fill="none">
                <a:moveTo>
                  <a:pt x="25670" y="0"/>
                </a:moveTo>
                <a:lnTo>
                  <a:pt x="314430" y="0"/>
                </a:lnTo>
                <a:cubicBezTo>
                  <a:pt x="317621" y="0"/>
                  <a:pt x="320836" y="634"/>
                  <a:pt x="324050" y="1924"/>
                </a:cubicBezTo>
                <a:cubicBezTo>
                  <a:pt x="327265" y="3192"/>
                  <a:pt x="329823" y="5139"/>
                  <a:pt x="332381" y="7697"/>
                </a:cubicBezTo>
                <a:cubicBezTo>
                  <a:pt x="334305" y="10255"/>
                  <a:pt x="336229" y="12835"/>
                  <a:pt x="337519" y="16027"/>
                </a:cubicBezTo>
                <a:cubicBezTo>
                  <a:pt x="338810" y="19242"/>
                  <a:pt x="339444" y="22456"/>
                  <a:pt x="339444" y="25670"/>
                </a:cubicBezTo>
                <a:lnTo>
                  <a:pt x="339444" y="145013"/>
                </a:lnTo>
                <a:cubicBezTo>
                  <a:pt x="339444" y="148862"/>
                  <a:pt x="338810" y="152076"/>
                  <a:pt x="337519" y="155291"/>
                </a:cubicBezTo>
                <a:cubicBezTo>
                  <a:pt x="336229" y="157849"/>
                  <a:pt x="334305" y="161063"/>
                  <a:pt x="332381" y="162987"/>
                </a:cubicBezTo>
                <a:cubicBezTo>
                  <a:pt x="329823" y="165545"/>
                  <a:pt x="327265" y="167469"/>
                  <a:pt x="324050" y="168760"/>
                </a:cubicBezTo>
                <a:cubicBezTo>
                  <a:pt x="320836" y="170050"/>
                  <a:pt x="317621" y="170684"/>
                  <a:pt x="314430" y="170684"/>
                </a:cubicBezTo>
                <a:lnTo>
                  <a:pt x="25670" y="170684"/>
                </a:lnTo>
                <a:cubicBezTo>
                  <a:pt x="21822" y="170684"/>
                  <a:pt x="18608" y="170050"/>
                  <a:pt x="15393" y="168760"/>
                </a:cubicBezTo>
                <a:cubicBezTo>
                  <a:pt x="12201" y="167469"/>
                  <a:pt x="9621" y="165545"/>
                  <a:pt x="7063" y="162987"/>
                </a:cubicBezTo>
                <a:cubicBezTo>
                  <a:pt x="5139" y="161063"/>
                  <a:pt x="3214" y="157849"/>
                  <a:pt x="1924" y="155291"/>
                </a:cubicBezTo>
                <a:cubicBezTo>
                  <a:pt x="634" y="152076"/>
                  <a:pt x="0" y="148862"/>
                  <a:pt x="0" y="145013"/>
                </a:cubicBezTo>
                <a:lnTo>
                  <a:pt x="0" y="25670"/>
                </a:lnTo>
                <a:cubicBezTo>
                  <a:pt x="0" y="22456"/>
                  <a:pt x="634" y="19242"/>
                  <a:pt x="1924" y="16027"/>
                </a:cubicBezTo>
                <a:cubicBezTo>
                  <a:pt x="3214" y="12835"/>
                  <a:pt x="5139" y="10255"/>
                  <a:pt x="7063" y="7697"/>
                </a:cubicBezTo>
                <a:cubicBezTo>
                  <a:pt x="9621" y="5139"/>
                  <a:pt x="12201" y="3192"/>
                  <a:pt x="15393" y="1924"/>
                </a:cubicBezTo>
                <a:cubicBezTo>
                  <a:pt x="18608" y="634"/>
                  <a:pt x="21822" y="0"/>
                  <a:pt x="2567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EA6B66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B3B1B-ED37-4E8E-9D30-2102C0D0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77" y="2603378"/>
            <a:ext cx="260531" cy="170684"/>
          </a:xfrm>
          <a:custGeom xmlns:a="http://schemas.openxmlformats.org/drawingml/2006/main">
            <a:pathLst>
              <a:path w="260531" h="170684">
                <a:moveTo>
                  <a:pt x="25037" y="0"/>
                </a:moveTo>
                <a:lnTo>
                  <a:pt x="234860" y="0"/>
                </a:lnTo>
                <a:cubicBezTo>
                  <a:pt x="238708" y="0"/>
                  <a:pt x="241923" y="634"/>
                  <a:pt x="245137" y="1924"/>
                </a:cubicBezTo>
                <a:cubicBezTo>
                  <a:pt x="247695" y="3192"/>
                  <a:pt x="250910" y="5139"/>
                  <a:pt x="252834" y="7697"/>
                </a:cubicBezTo>
                <a:cubicBezTo>
                  <a:pt x="255392" y="10255"/>
                  <a:pt x="257316" y="12835"/>
                  <a:pt x="258606" y="16027"/>
                </a:cubicBezTo>
                <a:cubicBezTo>
                  <a:pt x="259874" y="19242"/>
                  <a:pt x="260531" y="22456"/>
                  <a:pt x="260531" y="25670"/>
                </a:cubicBezTo>
                <a:lnTo>
                  <a:pt x="260531" y="145013"/>
                </a:lnTo>
                <a:cubicBezTo>
                  <a:pt x="260531" y="148862"/>
                  <a:pt x="259874" y="152076"/>
                  <a:pt x="258606" y="155291"/>
                </a:cubicBezTo>
                <a:cubicBezTo>
                  <a:pt x="257316" y="157849"/>
                  <a:pt x="255392" y="161063"/>
                  <a:pt x="252834" y="162987"/>
                </a:cubicBezTo>
                <a:cubicBezTo>
                  <a:pt x="250910" y="165545"/>
                  <a:pt x="247695" y="167469"/>
                  <a:pt x="245137" y="168760"/>
                </a:cubicBezTo>
                <a:cubicBezTo>
                  <a:pt x="241923" y="170050"/>
                  <a:pt x="238708" y="170684"/>
                  <a:pt x="234860" y="170684"/>
                </a:cubicBezTo>
                <a:lnTo>
                  <a:pt x="25037" y="170684"/>
                </a:lnTo>
                <a:cubicBezTo>
                  <a:pt x="21822" y="170684"/>
                  <a:pt x="18608" y="170050"/>
                  <a:pt x="15393" y="168760"/>
                </a:cubicBezTo>
                <a:cubicBezTo>
                  <a:pt x="12201" y="167469"/>
                  <a:pt x="9621" y="165545"/>
                  <a:pt x="7063" y="162987"/>
                </a:cubicBezTo>
                <a:cubicBezTo>
                  <a:pt x="5139" y="161063"/>
                  <a:pt x="3214" y="157849"/>
                  <a:pt x="1924" y="155291"/>
                </a:cubicBezTo>
                <a:cubicBezTo>
                  <a:pt x="656" y="152076"/>
                  <a:pt x="0" y="148862"/>
                  <a:pt x="0" y="145013"/>
                </a:cubicBezTo>
                <a:lnTo>
                  <a:pt x="0" y="25670"/>
                </a:lnTo>
                <a:cubicBezTo>
                  <a:pt x="0" y="22456"/>
                  <a:pt x="656" y="19242"/>
                  <a:pt x="1924" y="16027"/>
                </a:cubicBezTo>
                <a:cubicBezTo>
                  <a:pt x="3214" y="12835"/>
                  <a:pt x="5139" y="10255"/>
                  <a:pt x="7063" y="7697"/>
                </a:cubicBezTo>
                <a:cubicBezTo>
                  <a:pt x="9621" y="5139"/>
                  <a:pt x="12201" y="3192"/>
                  <a:pt x="15393" y="1924"/>
                </a:cubicBezTo>
                <a:cubicBezTo>
                  <a:pt x="18608" y="634"/>
                  <a:pt x="21822" y="0"/>
                  <a:pt x="25037" y="0"/>
                </a:cubicBezTo>
                <a:close/>
              </a:path>
            </a:pathLst>
          </a:custGeom>
          <a:solidFill xmlns:a="http://schemas.openxmlformats.org/drawingml/2006/main">
            <a:srgbClr val="EA6B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452960-70F9-4EE1-8D31-C0E58AF9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77" y="2603378"/>
            <a:ext cx="260531" cy="170684"/>
          </a:xfrm>
          <a:custGeom xmlns:a="http://schemas.openxmlformats.org/drawingml/2006/main">
            <a:pathLst>
              <a:path w="260531" h="170684" fill="none">
                <a:moveTo>
                  <a:pt x="25037" y="0"/>
                </a:moveTo>
                <a:lnTo>
                  <a:pt x="234860" y="0"/>
                </a:lnTo>
                <a:cubicBezTo>
                  <a:pt x="238708" y="0"/>
                  <a:pt x="241923" y="634"/>
                  <a:pt x="245137" y="1924"/>
                </a:cubicBezTo>
                <a:cubicBezTo>
                  <a:pt x="247695" y="3192"/>
                  <a:pt x="250910" y="5139"/>
                  <a:pt x="252834" y="7697"/>
                </a:cubicBezTo>
                <a:cubicBezTo>
                  <a:pt x="255392" y="10255"/>
                  <a:pt x="257316" y="12835"/>
                  <a:pt x="258606" y="16027"/>
                </a:cubicBezTo>
                <a:cubicBezTo>
                  <a:pt x="259874" y="19242"/>
                  <a:pt x="260531" y="22456"/>
                  <a:pt x="260531" y="25670"/>
                </a:cubicBezTo>
                <a:lnTo>
                  <a:pt x="260531" y="145013"/>
                </a:lnTo>
                <a:cubicBezTo>
                  <a:pt x="260531" y="148862"/>
                  <a:pt x="259874" y="152076"/>
                  <a:pt x="258606" y="155291"/>
                </a:cubicBezTo>
                <a:cubicBezTo>
                  <a:pt x="257316" y="157849"/>
                  <a:pt x="255392" y="161063"/>
                  <a:pt x="252834" y="162987"/>
                </a:cubicBezTo>
                <a:cubicBezTo>
                  <a:pt x="250910" y="165545"/>
                  <a:pt x="247695" y="167469"/>
                  <a:pt x="245137" y="168760"/>
                </a:cubicBezTo>
                <a:cubicBezTo>
                  <a:pt x="241923" y="170050"/>
                  <a:pt x="238708" y="170684"/>
                  <a:pt x="234860" y="170684"/>
                </a:cubicBezTo>
                <a:lnTo>
                  <a:pt x="25037" y="170684"/>
                </a:lnTo>
                <a:cubicBezTo>
                  <a:pt x="21822" y="170684"/>
                  <a:pt x="18608" y="170050"/>
                  <a:pt x="15393" y="168760"/>
                </a:cubicBezTo>
                <a:cubicBezTo>
                  <a:pt x="12201" y="167469"/>
                  <a:pt x="9621" y="165545"/>
                  <a:pt x="7063" y="162987"/>
                </a:cubicBezTo>
                <a:cubicBezTo>
                  <a:pt x="5139" y="161063"/>
                  <a:pt x="3214" y="157849"/>
                  <a:pt x="1924" y="155291"/>
                </a:cubicBezTo>
                <a:cubicBezTo>
                  <a:pt x="656" y="152076"/>
                  <a:pt x="0" y="148862"/>
                  <a:pt x="0" y="145013"/>
                </a:cubicBezTo>
                <a:lnTo>
                  <a:pt x="0" y="25670"/>
                </a:lnTo>
                <a:cubicBezTo>
                  <a:pt x="0" y="22456"/>
                  <a:pt x="656" y="19242"/>
                  <a:pt x="1924" y="16027"/>
                </a:cubicBezTo>
                <a:cubicBezTo>
                  <a:pt x="3214" y="12835"/>
                  <a:pt x="5139" y="10255"/>
                  <a:pt x="7063" y="7697"/>
                </a:cubicBezTo>
                <a:cubicBezTo>
                  <a:pt x="9621" y="5139"/>
                  <a:pt x="12201" y="3192"/>
                  <a:pt x="15393" y="1924"/>
                </a:cubicBezTo>
                <a:cubicBezTo>
                  <a:pt x="18608" y="634"/>
                  <a:pt x="21822" y="0"/>
                  <a:pt x="2503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EA6B66"/>
            </a:solidFill>
            <a:miter/>
          </a:ln>
        </p:spPr>
      </p:sp>
      <p:sp>
        <p:nvSpPr>
          <p:cNvPr id="88" name="Text &lt;prctl&gt;">
            <a:extLst xmlns:a="http://schemas.openxmlformats.org/drawingml/2006/main">
              <a:ext uri="{FF2B5EF4-FFF2-40B4-BE49-F238E27FC236}">
                <a16:creationId xmlns:a16="http://schemas.microsoft.com/office/drawing/2014/main" id="{190A9D99-B20A-4BAD-8D25-B94DD53A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7" y="1839036"/>
            <a:ext cx="782657" cy="156287"/>
          </a:xfrm>
          <a:custGeom xmlns:a="http://schemas.openxmlformats.org/drawingml/2006/main">
            <a:pathLst>
              <a:path w="782657" h="156287">
                <a:moveTo>
                  <a:pt x="38574" y="64609"/>
                </a:moveTo>
                <a:lnTo>
                  <a:pt x="98698" y="98067"/>
                </a:lnTo>
                <a:cubicBezTo>
                  <a:pt x="101716" y="99750"/>
                  <a:pt x="103723" y="101252"/>
                  <a:pt x="104719" y="102574"/>
                </a:cubicBezTo>
                <a:cubicBezTo>
                  <a:pt x="105715" y="103895"/>
                  <a:pt x="106213" y="105576"/>
                  <a:pt x="106213" y="107617"/>
                </a:cubicBezTo>
                <a:cubicBezTo>
                  <a:pt x="106213" y="110201"/>
                  <a:pt x="105278" y="112440"/>
                  <a:pt x="103406" y="114332"/>
                </a:cubicBezTo>
                <a:cubicBezTo>
                  <a:pt x="101535" y="116224"/>
                  <a:pt x="99362" y="117170"/>
                  <a:pt x="96887" y="117170"/>
                </a:cubicBezTo>
                <a:cubicBezTo>
                  <a:pt x="95257" y="117170"/>
                  <a:pt x="92812" y="116262"/>
                  <a:pt x="89552" y="114448"/>
                </a:cubicBezTo>
                <a:lnTo>
                  <a:pt x="0" y="64561"/>
                </a:lnTo>
                <a:lnTo>
                  <a:pt x="89552" y="14759"/>
                </a:lnTo>
                <a:cubicBezTo>
                  <a:pt x="92812" y="13009"/>
                  <a:pt x="95227" y="12133"/>
                  <a:pt x="96796" y="12133"/>
                </a:cubicBezTo>
                <a:cubicBezTo>
                  <a:pt x="99332" y="12133"/>
                  <a:pt x="101535" y="13063"/>
                  <a:pt x="103406" y="14921"/>
                </a:cubicBezTo>
                <a:cubicBezTo>
                  <a:pt x="105278" y="16779"/>
                  <a:pt x="106213" y="18996"/>
                  <a:pt x="106213" y="21573"/>
                </a:cubicBezTo>
                <a:cubicBezTo>
                  <a:pt x="106213" y="23611"/>
                  <a:pt x="105715" y="25288"/>
                  <a:pt x="104719" y="26607"/>
                </a:cubicBezTo>
                <a:cubicBezTo>
                  <a:pt x="103723" y="27926"/>
                  <a:pt x="101716" y="29424"/>
                  <a:pt x="98698" y="31101"/>
                </a:cubicBezTo>
                <a:lnTo>
                  <a:pt x="38574" y="64609"/>
                </a:lnTo>
                <a:close/>
                <a:moveTo>
                  <a:pt x="146218" y="107209"/>
                </a:moveTo>
                <a:lnTo>
                  <a:pt x="146218" y="137634"/>
                </a:lnTo>
                <a:lnTo>
                  <a:pt x="157355" y="137634"/>
                </a:lnTo>
                <a:cubicBezTo>
                  <a:pt x="161822" y="137634"/>
                  <a:pt x="165006" y="138509"/>
                  <a:pt x="166908" y="140260"/>
                </a:cubicBezTo>
                <a:cubicBezTo>
                  <a:pt x="168810" y="142010"/>
                  <a:pt x="169760" y="144274"/>
                  <a:pt x="169760" y="147051"/>
                </a:cubicBezTo>
                <a:cubicBezTo>
                  <a:pt x="169760" y="149828"/>
                  <a:pt x="168810" y="152061"/>
                  <a:pt x="166908" y="153751"/>
                </a:cubicBezTo>
                <a:cubicBezTo>
                  <a:pt x="165006" y="155442"/>
                  <a:pt x="161822" y="156287"/>
                  <a:pt x="157355" y="156287"/>
                </a:cubicBezTo>
                <a:lnTo>
                  <a:pt x="124486" y="156287"/>
                </a:lnTo>
                <a:cubicBezTo>
                  <a:pt x="120019" y="156287"/>
                  <a:pt x="116835" y="155442"/>
                  <a:pt x="114933" y="153751"/>
                </a:cubicBezTo>
                <a:cubicBezTo>
                  <a:pt x="113032" y="152061"/>
                  <a:pt x="112081" y="149828"/>
                  <a:pt x="112081" y="147051"/>
                </a:cubicBezTo>
                <a:cubicBezTo>
                  <a:pt x="112081" y="144274"/>
                  <a:pt x="113047" y="142010"/>
                  <a:pt x="114978" y="140260"/>
                </a:cubicBezTo>
                <a:cubicBezTo>
                  <a:pt x="116910" y="138509"/>
                  <a:pt x="120079" y="137634"/>
                  <a:pt x="124486" y="137634"/>
                </a:cubicBezTo>
                <a:lnTo>
                  <a:pt x="127655" y="137634"/>
                </a:lnTo>
                <a:lnTo>
                  <a:pt x="127655" y="53967"/>
                </a:lnTo>
                <a:lnTo>
                  <a:pt x="124486" y="53967"/>
                </a:lnTo>
                <a:cubicBezTo>
                  <a:pt x="120019" y="53967"/>
                  <a:pt x="116835" y="53092"/>
                  <a:pt x="114933" y="51341"/>
                </a:cubicBezTo>
                <a:cubicBezTo>
                  <a:pt x="113032" y="49590"/>
                  <a:pt x="112081" y="47327"/>
                  <a:pt x="112081" y="44550"/>
                </a:cubicBezTo>
                <a:cubicBezTo>
                  <a:pt x="112081" y="41773"/>
                  <a:pt x="113032" y="39540"/>
                  <a:pt x="114933" y="37849"/>
                </a:cubicBezTo>
                <a:cubicBezTo>
                  <a:pt x="116835" y="36159"/>
                  <a:pt x="120019" y="35314"/>
                  <a:pt x="124486" y="35314"/>
                </a:cubicBezTo>
                <a:lnTo>
                  <a:pt x="146218" y="35314"/>
                </a:lnTo>
                <a:lnTo>
                  <a:pt x="146218" y="41652"/>
                </a:lnTo>
                <a:cubicBezTo>
                  <a:pt x="150564" y="38664"/>
                  <a:pt x="155061" y="36438"/>
                  <a:pt x="159709" y="34974"/>
                </a:cubicBezTo>
                <a:cubicBezTo>
                  <a:pt x="164358" y="33510"/>
                  <a:pt x="169126" y="32779"/>
                  <a:pt x="174016" y="32779"/>
                </a:cubicBezTo>
                <a:cubicBezTo>
                  <a:pt x="186693" y="32779"/>
                  <a:pt x="197498" y="37080"/>
                  <a:pt x="206432" y="45682"/>
                </a:cubicBezTo>
                <a:cubicBezTo>
                  <a:pt x="215367" y="54284"/>
                  <a:pt x="219834" y="64138"/>
                  <a:pt x="219834" y="75246"/>
                </a:cubicBezTo>
                <a:cubicBezTo>
                  <a:pt x="219834" y="87500"/>
                  <a:pt x="214552" y="97611"/>
                  <a:pt x="203988" y="105580"/>
                </a:cubicBezTo>
                <a:cubicBezTo>
                  <a:pt x="195174" y="112220"/>
                  <a:pt x="185244" y="115540"/>
                  <a:pt x="174197" y="115540"/>
                </a:cubicBezTo>
                <a:cubicBezTo>
                  <a:pt x="169428" y="115540"/>
                  <a:pt x="164720" y="114846"/>
                  <a:pt x="160072" y="113457"/>
                </a:cubicBezTo>
                <a:cubicBezTo>
                  <a:pt x="155423" y="112069"/>
                  <a:pt x="150805" y="109986"/>
                  <a:pt x="146218" y="107209"/>
                </a:cubicBezTo>
                <a:moveTo>
                  <a:pt x="201271" y="75331"/>
                </a:moveTo>
                <a:cubicBezTo>
                  <a:pt x="201271" y="72746"/>
                  <a:pt x="200245" y="69455"/>
                  <a:pt x="198192" y="65458"/>
                </a:cubicBezTo>
                <a:cubicBezTo>
                  <a:pt x="196140" y="61459"/>
                  <a:pt x="192986" y="58122"/>
                  <a:pt x="188730" y="55447"/>
                </a:cubicBezTo>
                <a:cubicBezTo>
                  <a:pt x="184474" y="52770"/>
                  <a:pt x="179479" y="51432"/>
                  <a:pt x="173744" y="51432"/>
                </a:cubicBezTo>
                <a:cubicBezTo>
                  <a:pt x="164508" y="51432"/>
                  <a:pt x="157174" y="54888"/>
                  <a:pt x="151741" y="61802"/>
                </a:cubicBezTo>
                <a:cubicBezTo>
                  <a:pt x="148059" y="66552"/>
                  <a:pt x="146218" y="71122"/>
                  <a:pt x="146218" y="75512"/>
                </a:cubicBezTo>
                <a:cubicBezTo>
                  <a:pt x="146218" y="80443"/>
                  <a:pt x="148859" y="85238"/>
                  <a:pt x="154141" y="89898"/>
                </a:cubicBezTo>
                <a:cubicBezTo>
                  <a:pt x="159423" y="94557"/>
                  <a:pt x="165957" y="96887"/>
                  <a:pt x="173744" y="96887"/>
                </a:cubicBezTo>
                <a:cubicBezTo>
                  <a:pt x="181592" y="96887"/>
                  <a:pt x="188142" y="94572"/>
                  <a:pt x="193393" y="89943"/>
                </a:cubicBezTo>
                <a:cubicBezTo>
                  <a:pt x="198645" y="85314"/>
                  <a:pt x="201271" y="80443"/>
                  <a:pt x="201271" y="75331"/>
                </a:cubicBezTo>
                <a:close/>
                <a:moveTo>
                  <a:pt x="276309" y="35314"/>
                </a:moveTo>
                <a:lnTo>
                  <a:pt x="276309" y="46904"/>
                </a:lnTo>
                <a:cubicBezTo>
                  <a:pt x="284096" y="41254"/>
                  <a:pt x="290238" y="37488"/>
                  <a:pt x="294736" y="35605"/>
                </a:cubicBezTo>
                <a:cubicBezTo>
                  <a:pt x="299233" y="33721"/>
                  <a:pt x="303443" y="32779"/>
                  <a:pt x="307367" y="32779"/>
                </a:cubicBezTo>
                <a:cubicBezTo>
                  <a:pt x="313404" y="32779"/>
                  <a:pt x="319259" y="35020"/>
                  <a:pt x="324934" y="39502"/>
                </a:cubicBezTo>
                <a:cubicBezTo>
                  <a:pt x="328797" y="42531"/>
                  <a:pt x="330729" y="45621"/>
                  <a:pt x="330729" y="48772"/>
                </a:cubicBezTo>
                <a:cubicBezTo>
                  <a:pt x="330729" y="51437"/>
                  <a:pt x="329808" y="53694"/>
                  <a:pt x="327967" y="55543"/>
                </a:cubicBezTo>
                <a:cubicBezTo>
                  <a:pt x="326126" y="57390"/>
                  <a:pt x="323907" y="58313"/>
                  <a:pt x="321312" y="58313"/>
                </a:cubicBezTo>
                <a:cubicBezTo>
                  <a:pt x="319018" y="58313"/>
                  <a:pt x="316603" y="57166"/>
                  <a:pt x="314068" y="54872"/>
                </a:cubicBezTo>
                <a:cubicBezTo>
                  <a:pt x="311532" y="52578"/>
                  <a:pt x="309269" y="51432"/>
                  <a:pt x="307277" y="51432"/>
                </a:cubicBezTo>
                <a:cubicBezTo>
                  <a:pt x="304681" y="51432"/>
                  <a:pt x="300802" y="53061"/>
                  <a:pt x="295641" y="56321"/>
                </a:cubicBezTo>
                <a:cubicBezTo>
                  <a:pt x="290480" y="59581"/>
                  <a:pt x="284036" y="64471"/>
                  <a:pt x="276309" y="70990"/>
                </a:cubicBezTo>
                <a:lnTo>
                  <a:pt x="276309" y="98879"/>
                </a:lnTo>
                <a:lnTo>
                  <a:pt x="302749" y="98879"/>
                </a:lnTo>
                <a:cubicBezTo>
                  <a:pt x="307216" y="98879"/>
                  <a:pt x="310400" y="99739"/>
                  <a:pt x="312302" y="101460"/>
                </a:cubicBezTo>
                <a:cubicBezTo>
                  <a:pt x="314204" y="103180"/>
                  <a:pt x="315154" y="105429"/>
                  <a:pt x="315154" y="108205"/>
                </a:cubicBezTo>
                <a:cubicBezTo>
                  <a:pt x="315154" y="110982"/>
                  <a:pt x="314204" y="113231"/>
                  <a:pt x="312302" y="114951"/>
                </a:cubicBezTo>
                <a:cubicBezTo>
                  <a:pt x="310400" y="116672"/>
                  <a:pt x="307216" y="117532"/>
                  <a:pt x="302749" y="117532"/>
                </a:cubicBezTo>
                <a:lnTo>
                  <a:pt x="246700" y="117532"/>
                </a:lnTo>
                <a:cubicBezTo>
                  <a:pt x="242233" y="117532"/>
                  <a:pt x="239048" y="116657"/>
                  <a:pt x="237147" y="114906"/>
                </a:cubicBezTo>
                <a:cubicBezTo>
                  <a:pt x="235245" y="113155"/>
                  <a:pt x="234295" y="110892"/>
                  <a:pt x="234295" y="108115"/>
                </a:cubicBezTo>
                <a:cubicBezTo>
                  <a:pt x="234295" y="105338"/>
                  <a:pt x="235245" y="103105"/>
                  <a:pt x="237147" y="101414"/>
                </a:cubicBezTo>
                <a:cubicBezTo>
                  <a:pt x="239048" y="99724"/>
                  <a:pt x="242233" y="98879"/>
                  <a:pt x="246700" y="98879"/>
                </a:cubicBezTo>
                <a:lnTo>
                  <a:pt x="257747" y="98879"/>
                </a:lnTo>
                <a:lnTo>
                  <a:pt x="257747" y="53967"/>
                </a:lnTo>
                <a:lnTo>
                  <a:pt x="251046" y="53967"/>
                </a:lnTo>
                <a:cubicBezTo>
                  <a:pt x="246579" y="53967"/>
                  <a:pt x="243395" y="53092"/>
                  <a:pt x="241493" y="51341"/>
                </a:cubicBezTo>
                <a:cubicBezTo>
                  <a:pt x="239592" y="49590"/>
                  <a:pt x="238641" y="47327"/>
                  <a:pt x="238641" y="44550"/>
                </a:cubicBezTo>
                <a:cubicBezTo>
                  <a:pt x="238641" y="41773"/>
                  <a:pt x="239592" y="39540"/>
                  <a:pt x="241493" y="37849"/>
                </a:cubicBezTo>
                <a:cubicBezTo>
                  <a:pt x="243395" y="36159"/>
                  <a:pt x="246579" y="35314"/>
                  <a:pt x="251046" y="35314"/>
                </a:cubicBezTo>
                <a:lnTo>
                  <a:pt x="276309" y="35314"/>
                </a:lnTo>
                <a:close/>
                <a:moveTo>
                  <a:pt x="420354" y="38574"/>
                </a:moveTo>
                <a:cubicBezTo>
                  <a:pt x="422587" y="36521"/>
                  <a:pt x="424881" y="35495"/>
                  <a:pt x="427235" y="35495"/>
                </a:cubicBezTo>
                <a:cubicBezTo>
                  <a:pt x="429891" y="35495"/>
                  <a:pt x="432080" y="36446"/>
                  <a:pt x="433800" y="38347"/>
                </a:cubicBezTo>
                <a:cubicBezTo>
                  <a:pt x="435520" y="40249"/>
                  <a:pt x="436381" y="43403"/>
                  <a:pt x="436381" y="47810"/>
                </a:cubicBezTo>
                <a:lnTo>
                  <a:pt x="436381" y="59762"/>
                </a:lnTo>
                <a:cubicBezTo>
                  <a:pt x="436381" y="64229"/>
                  <a:pt x="435520" y="67398"/>
                  <a:pt x="433800" y="69270"/>
                </a:cubicBezTo>
                <a:cubicBezTo>
                  <a:pt x="432080" y="71141"/>
                  <a:pt x="429831" y="72077"/>
                  <a:pt x="427054" y="72077"/>
                </a:cubicBezTo>
                <a:cubicBezTo>
                  <a:pt x="424519" y="72077"/>
                  <a:pt x="422376" y="71352"/>
                  <a:pt x="420625" y="69903"/>
                </a:cubicBezTo>
                <a:cubicBezTo>
                  <a:pt x="419357" y="68817"/>
                  <a:pt x="418361" y="66598"/>
                  <a:pt x="417637" y="63248"/>
                </a:cubicBezTo>
                <a:cubicBezTo>
                  <a:pt x="416913" y="59898"/>
                  <a:pt x="415162" y="57408"/>
                  <a:pt x="412385" y="55778"/>
                </a:cubicBezTo>
                <a:cubicBezTo>
                  <a:pt x="407496" y="52880"/>
                  <a:pt x="401248" y="51432"/>
                  <a:pt x="393642" y="51432"/>
                </a:cubicBezTo>
                <a:cubicBezTo>
                  <a:pt x="384889" y="51432"/>
                  <a:pt x="377871" y="53984"/>
                  <a:pt x="372589" y="59089"/>
                </a:cubicBezTo>
                <a:cubicBezTo>
                  <a:pt x="367307" y="64191"/>
                  <a:pt x="364666" y="70645"/>
                  <a:pt x="364666" y="78449"/>
                </a:cubicBezTo>
                <a:cubicBezTo>
                  <a:pt x="364666" y="85655"/>
                  <a:pt x="367202" y="91345"/>
                  <a:pt x="372272" y="95517"/>
                </a:cubicBezTo>
                <a:cubicBezTo>
                  <a:pt x="377343" y="99690"/>
                  <a:pt x="385764" y="101776"/>
                  <a:pt x="397535" y="101776"/>
                </a:cubicBezTo>
                <a:cubicBezTo>
                  <a:pt x="405262" y="101776"/>
                  <a:pt x="411570" y="100998"/>
                  <a:pt x="416460" y="99442"/>
                </a:cubicBezTo>
                <a:cubicBezTo>
                  <a:pt x="419357" y="98484"/>
                  <a:pt x="422104" y="96853"/>
                  <a:pt x="424700" y="94550"/>
                </a:cubicBezTo>
                <a:cubicBezTo>
                  <a:pt x="427296" y="92244"/>
                  <a:pt x="429650" y="91092"/>
                  <a:pt x="431763" y="91092"/>
                </a:cubicBezTo>
                <a:cubicBezTo>
                  <a:pt x="434298" y="91092"/>
                  <a:pt x="436486" y="92027"/>
                  <a:pt x="438327" y="93899"/>
                </a:cubicBezTo>
                <a:cubicBezTo>
                  <a:pt x="440169" y="95770"/>
                  <a:pt x="441089" y="97973"/>
                  <a:pt x="441089" y="100509"/>
                </a:cubicBezTo>
                <a:cubicBezTo>
                  <a:pt x="441089" y="104614"/>
                  <a:pt x="438282" y="108507"/>
                  <a:pt x="432668" y="112190"/>
                </a:cubicBezTo>
                <a:cubicBezTo>
                  <a:pt x="424338" y="117683"/>
                  <a:pt x="412144" y="120429"/>
                  <a:pt x="396087" y="120429"/>
                </a:cubicBezTo>
                <a:cubicBezTo>
                  <a:pt x="381659" y="120429"/>
                  <a:pt x="370431" y="117444"/>
                  <a:pt x="362402" y="111474"/>
                </a:cubicBezTo>
                <a:cubicBezTo>
                  <a:pt x="351537" y="103454"/>
                  <a:pt x="346104" y="92479"/>
                  <a:pt x="346104" y="78548"/>
                </a:cubicBezTo>
                <a:cubicBezTo>
                  <a:pt x="346104" y="65343"/>
                  <a:pt x="350510" y="54414"/>
                  <a:pt x="359324" y="45761"/>
                </a:cubicBezTo>
                <a:cubicBezTo>
                  <a:pt x="368137" y="37106"/>
                  <a:pt x="379637" y="32779"/>
                  <a:pt x="393823" y="32779"/>
                </a:cubicBezTo>
                <a:cubicBezTo>
                  <a:pt x="398954" y="32779"/>
                  <a:pt x="403723" y="33261"/>
                  <a:pt x="408129" y="34227"/>
                </a:cubicBezTo>
                <a:cubicBezTo>
                  <a:pt x="412536" y="35193"/>
                  <a:pt x="416611" y="36642"/>
                  <a:pt x="420354" y="38574"/>
                </a:cubicBezTo>
                <a:close/>
                <a:moveTo>
                  <a:pt x="497746" y="53967"/>
                </a:moveTo>
                <a:lnTo>
                  <a:pt x="497746" y="90973"/>
                </a:lnTo>
                <a:cubicBezTo>
                  <a:pt x="497746" y="94934"/>
                  <a:pt x="498561" y="97545"/>
                  <a:pt x="500190" y="98805"/>
                </a:cubicBezTo>
                <a:cubicBezTo>
                  <a:pt x="502726" y="100786"/>
                  <a:pt x="507253" y="101776"/>
                  <a:pt x="513773" y="101776"/>
                </a:cubicBezTo>
                <a:cubicBezTo>
                  <a:pt x="523250" y="101776"/>
                  <a:pt x="532003" y="99733"/>
                  <a:pt x="540032" y="95645"/>
                </a:cubicBezTo>
                <a:cubicBezTo>
                  <a:pt x="543110" y="94058"/>
                  <a:pt x="545525" y="93265"/>
                  <a:pt x="547276" y="93265"/>
                </a:cubicBezTo>
                <a:cubicBezTo>
                  <a:pt x="549690" y="93265"/>
                  <a:pt x="551788" y="94177"/>
                  <a:pt x="553569" y="96001"/>
                </a:cubicBezTo>
                <a:cubicBezTo>
                  <a:pt x="555350" y="97823"/>
                  <a:pt x="556240" y="100041"/>
                  <a:pt x="556240" y="102654"/>
                </a:cubicBezTo>
                <a:cubicBezTo>
                  <a:pt x="556240" y="105085"/>
                  <a:pt x="555274" y="107182"/>
                  <a:pt x="553342" y="108944"/>
                </a:cubicBezTo>
                <a:cubicBezTo>
                  <a:pt x="550384" y="111800"/>
                  <a:pt x="544544" y="114429"/>
                  <a:pt x="535821" y="116830"/>
                </a:cubicBezTo>
                <a:cubicBezTo>
                  <a:pt x="527098" y="119230"/>
                  <a:pt x="519749" y="120429"/>
                  <a:pt x="513773" y="120429"/>
                </a:cubicBezTo>
                <a:cubicBezTo>
                  <a:pt x="502243" y="120429"/>
                  <a:pt x="493595" y="117946"/>
                  <a:pt x="487831" y="112979"/>
                </a:cubicBezTo>
                <a:cubicBezTo>
                  <a:pt x="482066" y="108012"/>
                  <a:pt x="479183" y="101917"/>
                  <a:pt x="479183" y="94694"/>
                </a:cubicBezTo>
                <a:lnTo>
                  <a:pt x="479183" y="53967"/>
                </a:lnTo>
                <a:lnTo>
                  <a:pt x="472483" y="53967"/>
                </a:lnTo>
                <a:cubicBezTo>
                  <a:pt x="468016" y="53967"/>
                  <a:pt x="464831" y="53103"/>
                  <a:pt x="462930" y="51375"/>
                </a:cubicBezTo>
                <a:cubicBezTo>
                  <a:pt x="461028" y="49645"/>
                  <a:pt x="460077" y="47385"/>
                  <a:pt x="460077" y="44595"/>
                </a:cubicBezTo>
                <a:cubicBezTo>
                  <a:pt x="460077" y="41865"/>
                  <a:pt x="461028" y="39637"/>
                  <a:pt x="462930" y="37909"/>
                </a:cubicBezTo>
                <a:cubicBezTo>
                  <a:pt x="464831" y="36179"/>
                  <a:pt x="468016" y="35314"/>
                  <a:pt x="472483" y="35314"/>
                </a:cubicBezTo>
                <a:lnTo>
                  <a:pt x="479183" y="35314"/>
                </a:lnTo>
                <a:lnTo>
                  <a:pt x="479183" y="18562"/>
                </a:lnTo>
                <a:cubicBezTo>
                  <a:pt x="479183" y="14095"/>
                  <a:pt x="480043" y="10911"/>
                  <a:pt x="481764" y="9010"/>
                </a:cubicBezTo>
                <a:cubicBezTo>
                  <a:pt x="483484" y="7108"/>
                  <a:pt x="485733" y="6157"/>
                  <a:pt x="488510" y="6157"/>
                </a:cubicBezTo>
                <a:cubicBezTo>
                  <a:pt x="491226" y="6157"/>
                  <a:pt x="493445" y="7108"/>
                  <a:pt x="495165" y="9010"/>
                </a:cubicBezTo>
                <a:cubicBezTo>
                  <a:pt x="496885" y="10911"/>
                  <a:pt x="497746" y="14095"/>
                  <a:pt x="497746" y="18562"/>
                </a:cubicBezTo>
                <a:lnTo>
                  <a:pt x="497746" y="35314"/>
                </a:lnTo>
                <a:lnTo>
                  <a:pt x="532064" y="35314"/>
                </a:lnTo>
                <a:cubicBezTo>
                  <a:pt x="536531" y="35314"/>
                  <a:pt x="539715" y="36179"/>
                  <a:pt x="541616" y="37909"/>
                </a:cubicBezTo>
                <a:cubicBezTo>
                  <a:pt x="543518" y="39637"/>
                  <a:pt x="544469" y="41896"/>
                  <a:pt x="544469" y="44686"/>
                </a:cubicBezTo>
                <a:cubicBezTo>
                  <a:pt x="544469" y="47415"/>
                  <a:pt x="543518" y="49645"/>
                  <a:pt x="541616" y="51375"/>
                </a:cubicBezTo>
                <a:cubicBezTo>
                  <a:pt x="539715" y="53103"/>
                  <a:pt x="536531" y="53967"/>
                  <a:pt x="532064" y="53967"/>
                </a:cubicBezTo>
                <a:lnTo>
                  <a:pt x="497746" y="53967"/>
                </a:lnTo>
                <a:close/>
                <a:moveTo>
                  <a:pt x="622865" y="0"/>
                </a:moveTo>
                <a:lnTo>
                  <a:pt x="622865" y="98879"/>
                </a:lnTo>
                <a:lnTo>
                  <a:pt x="645140" y="98879"/>
                </a:lnTo>
                <a:cubicBezTo>
                  <a:pt x="649607" y="98879"/>
                  <a:pt x="652792" y="99739"/>
                  <a:pt x="654693" y="101460"/>
                </a:cubicBezTo>
                <a:cubicBezTo>
                  <a:pt x="656595" y="103180"/>
                  <a:pt x="657546" y="105429"/>
                  <a:pt x="657546" y="108205"/>
                </a:cubicBezTo>
                <a:cubicBezTo>
                  <a:pt x="657546" y="110982"/>
                  <a:pt x="656595" y="113231"/>
                  <a:pt x="654693" y="114951"/>
                </a:cubicBezTo>
                <a:cubicBezTo>
                  <a:pt x="652792" y="116672"/>
                  <a:pt x="649607" y="117532"/>
                  <a:pt x="645140" y="117532"/>
                </a:cubicBezTo>
                <a:lnTo>
                  <a:pt x="582028" y="117532"/>
                </a:lnTo>
                <a:cubicBezTo>
                  <a:pt x="577561" y="117532"/>
                  <a:pt x="574377" y="116657"/>
                  <a:pt x="572475" y="114906"/>
                </a:cubicBezTo>
                <a:cubicBezTo>
                  <a:pt x="570574" y="113155"/>
                  <a:pt x="569623" y="110892"/>
                  <a:pt x="569623" y="108115"/>
                </a:cubicBezTo>
                <a:cubicBezTo>
                  <a:pt x="569623" y="105338"/>
                  <a:pt x="570574" y="103105"/>
                  <a:pt x="572475" y="101414"/>
                </a:cubicBezTo>
                <a:cubicBezTo>
                  <a:pt x="574377" y="99724"/>
                  <a:pt x="577561" y="98879"/>
                  <a:pt x="582028" y="98879"/>
                </a:cubicBezTo>
                <a:lnTo>
                  <a:pt x="604303" y="98879"/>
                </a:lnTo>
                <a:lnTo>
                  <a:pt x="604303" y="18653"/>
                </a:lnTo>
                <a:lnTo>
                  <a:pt x="589363" y="18653"/>
                </a:lnTo>
                <a:cubicBezTo>
                  <a:pt x="584956" y="18653"/>
                  <a:pt x="581787" y="17778"/>
                  <a:pt x="579855" y="16027"/>
                </a:cubicBezTo>
                <a:cubicBezTo>
                  <a:pt x="577923" y="14276"/>
                  <a:pt x="576957" y="12013"/>
                  <a:pt x="576957" y="9236"/>
                </a:cubicBezTo>
                <a:cubicBezTo>
                  <a:pt x="576957" y="6459"/>
                  <a:pt x="577908" y="4226"/>
                  <a:pt x="579810" y="2535"/>
                </a:cubicBezTo>
                <a:cubicBezTo>
                  <a:pt x="581711" y="845"/>
                  <a:pt x="584895" y="0"/>
                  <a:pt x="589363" y="0"/>
                </a:cubicBezTo>
                <a:lnTo>
                  <a:pt x="622865" y="0"/>
                </a:lnTo>
                <a:close/>
                <a:moveTo>
                  <a:pt x="744083" y="64536"/>
                </a:moveTo>
                <a:lnTo>
                  <a:pt x="683959" y="31132"/>
                </a:lnTo>
                <a:cubicBezTo>
                  <a:pt x="680941" y="29451"/>
                  <a:pt x="678933" y="27950"/>
                  <a:pt x="677937" y="26630"/>
                </a:cubicBezTo>
                <a:cubicBezTo>
                  <a:pt x="676941" y="25309"/>
                  <a:pt x="676443" y="23628"/>
                  <a:pt x="676443" y="21587"/>
                </a:cubicBezTo>
                <a:cubicBezTo>
                  <a:pt x="676443" y="19007"/>
                  <a:pt x="677379" y="16786"/>
                  <a:pt x="679250" y="14926"/>
                </a:cubicBezTo>
                <a:cubicBezTo>
                  <a:pt x="681122" y="13064"/>
                  <a:pt x="683325" y="12133"/>
                  <a:pt x="685860" y="12133"/>
                </a:cubicBezTo>
                <a:cubicBezTo>
                  <a:pt x="687430" y="12133"/>
                  <a:pt x="689845" y="13009"/>
                  <a:pt x="693104" y="14759"/>
                </a:cubicBezTo>
                <a:lnTo>
                  <a:pt x="782657" y="64561"/>
                </a:lnTo>
                <a:lnTo>
                  <a:pt x="693104" y="114448"/>
                </a:lnTo>
                <a:cubicBezTo>
                  <a:pt x="689845" y="116262"/>
                  <a:pt x="687430" y="117170"/>
                  <a:pt x="685860" y="117170"/>
                </a:cubicBezTo>
                <a:cubicBezTo>
                  <a:pt x="683325" y="117170"/>
                  <a:pt x="681122" y="116240"/>
                  <a:pt x="679250" y="114380"/>
                </a:cubicBezTo>
                <a:cubicBezTo>
                  <a:pt x="677379" y="112520"/>
                  <a:pt x="676443" y="110269"/>
                  <a:pt x="676443" y="107628"/>
                </a:cubicBezTo>
                <a:cubicBezTo>
                  <a:pt x="676443" y="105589"/>
                  <a:pt x="676941" y="103910"/>
                  <a:pt x="677937" y="102591"/>
                </a:cubicBezTo>
                <a:cubicBezTo>
                  <a:pt x="678933" y="101271"/>
                  <a:pt x="680941" y="99770"/>
                  <a:pt x="683959" y="98089"/>
                </a:cubicBezTo>
                <a:lnTo>
                  <a:pt x="744083" y="64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rsirdxr8">
            <a:extLst xmlns:a="http://schemas.openxmlformats.org/drawingml/2006/main">
              <a:ext uri="{FF2B5EF4-FFF2-40B4-BE49-F238E27FC236}">
                <a16:creationId xmlns:a16="http://schemas.microsoft.com/office/drawing/2014/main" id="{26D64C73-1C5E-440A-AA35-89B5F729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08" y="2641410"/>
            <a:ext cx="953411" cy="107051"/>
          </a:xfrm>
          <a:custGeom xmlns:a="http://schemas.openxmlformats.org/drawingml/2006/main">
            <a:pathLst>
              <a:path w="953411" h="107051">
                <a:moveTo>
                  <a:pt x="192425" y="17346"/>
                </a:moveTo>
                <a:lnTo>
                  <a:pt x="192770" y="17310"/>
                </a:lnTo>
                <a:lnTo>
                  <a:pt x="193107" y="17266"/>
                </a:lnTo>
                <a:lnTo>
                  <a:pt x="193438" y="17213"/>
                </a:lnTo>
                <a:lnTo>
                  <a:pt x="193763" y="17153"/>
                </a:lnTo>
                <a:lnTo>
                  <a:pt x="194080" y="17085"/>
                </a:lnTo>
                <a:lnTo>
                  <a:pt x="194392" y="17009"/>
                </a:lnTo>
                <a:lnTo>
                  <a:pt x="194696" y="16924"/>
                </a:lnTo>
                <a:lnTo>
                  <a:pt x="194994" y="16832"/>
                </a:lnTo>
                <a:lnTo>
                  <a:pt x="195285" y="16732"/>
                </a:lnTo>
                <a:lnTo>
                  <a:pt x="195570" y="16623"/>
                </a:lnTo>
                <a:lnTo>
                  <a:pt x="195848" y="16507"/>
                </a:lnTo>
                <a:lnTo>
                  <a:pt x="196120" y="16382"/>
                </a:lnTo>
                <a:lnTo>
                  <a:pt x="196385" y="16250"/>
                </a:lnTo>
                <a:lnTo>
                  <a:pt x="196643" y="16109"/>
                </a:lnTo>
                <a:lnTo>
                  <a:pt x="196895" y="15961"/>
                </a:lnTo>
                <a:lnTo>
                  <a:pt x="197140" y="15804"/>
                </a:lnTo>
                <a:lnTo>
                  <a:pt x="197378" y="15640"/>
                </a:lnTo>
                <a:lnTo>
                  <a:pt x="197610" y="15467"/>
                </a:lnTo>
                <a:lnTo>
                  <a:pt x="197835" y="15287"/>
                </a:lnTo>
                <a:lnTo>
                  <a:pt x="198054" y="15098"/>
                </a:lnTo>
                <a:lnTo>
                  <a:pt x="198265" y="14902"/>
                </a:lnTo>
                <a:lnTo>
                  <a:pt x="198467" y="14701"/>
                </a:lnTo>
                <a:lnTo>
                  <a:pt x="198660" y="14494"/>
                </a:lnTo>
                <a:lnTo>
                  <a:pt x="198844" y="14282"/>
                </a:lnTo>
                <a:lnTo>
                  <a:pt x="199019" y="14064"/>
                </a:lnTo>
                <a:lnTo>
                  <a:pt x="199186" y="13840"/>
                </a:lnTo>
                <a:lnTo>
                  <a:pt x="199343" y="13610"/>
                </a:lnTo>
                <a:lnTo>
                  <a:pt x="199491" y="13375"/>
                </a:lnTo>
                <a:lnTo>
                  <a:pt x="199630" y="13134"/>
                </a:lnTo>
                <a:lnTo>
                  <a:pt x="199760" y="12887"/>
                </a:lnTo>
                <a:lnTo>
                  <a:pt x="199881" y="12635"/>
                </a:lnTo>
                <a:lnTo>
                  <a:pt x="199994" y="12377"/>
                </a:lnTo>
                <a:lnTo>
                  <a:pt x="200097" y="12114"/>
                </a:lnTo>
                <a:lnTo>
                  <a:pt x="200191" y="11844"/>
                </a:lnTo>
                <a:lnTo>
                  <a:pt x="200277" y="11570"/>
                </a:lnTo>
                <a:lnTo>
                  <a:pt x="200353" y="11289"/>
                </a:lnTo>
                <a:lnTo>
                  <a:pt x="200420" y="11003"/>
                </a:lnTo>
                <a:lnTo>
                  <a:pt x="200479" y="10711"/>
                </a:lnTo>
                <a:lnTo>
                  <a:pt x="200528" y="10413"/>
                </a:lnTo>
                <a:lnTo>
                  <a:pt x="200568" y="10110"/>
                </a:lnTo>
                <a:lnTo>
                  <a:pt x="200600" y="9801"/>
                </a:lnTo>
                <a:lnTo>
                  <a:pt x="200622" y="9486"/>
                </a:lnTo>
                <a:lnTo>
                  <a:pt x="200636" y="9166"/>
                </a:lnTo>
                <a:lnTo>
                  <a:pt x="200640" y="8840"/>
                </a:lnTo>
                <a:lnTo>
                  <a:pt x="200636" y="8503"/>
                </a:lnTo>
                <a:lnTo>
                  <a:pt x="200622" y="8172"/>
                </a:lnTo>
                <a:lnTo>
                  <a:pt x="200600" y="7846"/>
                </a:lnTo>
                <a:lnTo>
                  <a:pt x="200568" y="7527"/>
                </a:lnTo>
                <a:lnTo>
                  <a:pt x="200528" y="7214"/>
                </a:lnTo>
                <a:lnTo>
                  <a:pt x="200479" y="6906"/>
                </a:lnTo>
                <a:lnTo>
                  <a:pt x="200420" y="6604"/>
                </a:lnTo>
                <a:lnTo>
                  <a:pt x="200353" y="6309"/>
                </a:lnTo>
                <a:lnTo>
                  <a:pt x="200277" y="6019"/>
                </a:lnTo>
                <a:lnTo>
                  <a:pt x="200191" y="5735"/>
                </a:lnTo>
                <a:lnTo>
                  <a:pt x="200097" y="5457"/>
                </a:lnTo>
                <a:lnTo>
                  <a:pt x="199994" y="5185"/>
                </a:lnTo>
                <a:lnTo>
                  <a:pt x="199881" y="4919"/>
                </a:lnTo>
                <a:lnTo>
                  <a:pt x="199760" y="4658"/>
                </a:lnTo>
                <a:lnTo>
                  <a:pt x="199630" y="4404"/>
                </a:lnTo>
                <a:lnTo>
                  <a:pt x="199491" y="4156"/>
                </a:lnTo>
                <a:lnTo>
                  <a:pt x="199343" y="3913"/>
                </a:lnTo>
                <a:lnTo>
                  <a:pt x="199186" y="3676"/>
                </a:lnTo>
                <a:lnTo>
                  <a:pt x="199019" y="3446"/>
                </a:lnTo>
                <a:lnTo>
                  <a:pt x="198844" y="3221"/>
                </a:lnTo>
                <a:lnTo>
                  <a:pt x="198660" y="3002"/>
                </a:lnTo>
                <a:lnTo>
                  <a:pt x="198467" y="2789"/>
                </a:lnTo>
                <a:lnTo>
                  <a:pt x="198265" y="2582"/>
                </a:lnTo>
                <a:lnTo>
                  <a:pt x="198054" y="2381"/>
                </a:lnTo>
                <a:lnTo>
                  <a:pt x="197835" y="2186"/>
                </a:lnTo>
                <a:lnTo>
                  <a:pt x="197610" y="2000"/>
                </a:lnTo>
                <a:lnTo>
                  <a:pt x="197378" y="1823"/>
                </a:lnTo>
                <a:lnTo>
                  <a:pt x="197140" y="1653"/>
                </a:lnTo>
                <a:lnTo>
                  <a:pt x="196895" y="1492"/>
                </a:lnTo>
                <a:lnTo>
                  <a:pt x="196643" y="1339"/>
                </a:lnTo>
                <a:lnTo>
                  <a:pt x="196385" y="1194"/>
                </a:lnTo>
                <a:lnTo>
                  <a:pt x="196120" y="1058"/>
                </a:lnTo>
                <a:lnTo>
                  <a:pt x="195848" y="930"/>
                </a:lnTo>
                <a:lnTo>
                  <a:pt x="195570" y="810"/>
                </a:lnTo>
                <a:lnTo>
                  <a:pt x="195285" y="699"/>
                </a:lnTo>
                <a:lnTo>
                  <a:pt x="194994" y="595"/>
                </a:lnTo>
                <a:lnTo>
                  <a:pt x="194696" y="500"/>
                </a:lnTo>
                <a:lnTo>
                  <a:pt x="194392" y="413"/>
                </a:lnTo>
                <a:lnTo>
                  <a:pt x="194080" y="335"/>
                </a:lnTo>
                <a:lnTo>
                  <a:pt x="193763" y="265"/>
                </a:lnTo>
                <a:lnTo>
                  <a:pt x="193438" y="203"/>
                </a:lnTo>
                <a:lnTo>
                  <a:pt x="193107" y="149"/>
                </a:lnTo>
                <a:lnTo>
                  <a:pt x="192770" y="103"/>
                </a:lnTo>
                <a:lnTo>
                  <a:pt x="192425" y="66"/>
                </a:lnTo>
                <a:lnTo>
                  <a:pt x="192075" y="37"/>
                </a:lnTo>
                <a:lnTo>
                  <a:pt x="191717" y="17"/>
                </a:lnTo>
                <a:lnTo>
                  <a:pt x="191353" y="4"/>
                </a:lnTo>
                <a:lnTo>
                  <a:pt x="190982" y="0"/>
                </a:lnTo>
                <a:lnTo>
                  <a:pt x="190612" y="4"/>
                </a:lnTo>
                <a:lnTo>
                  <a:pt x="190247" y="17"/>
                </a:lnTo>
                <a:lnTo>
                  <a:pt x="189890" y="37"/>
                </a:lnTo>
                <a:lnTo>
                  <a:pt x="189539" y="66"/>
                </a:lnTo>
                <a:lnTo>
                  <a:pt x="189195" y="103"/>
                </a:lnTo>
                <a:lnTo>
                  <a:pt x="188857" y="149"/>
                </a:lnTo>
                <a:lnTo>
                  <a:pt x="188526" y="203"/>
                </a:lnTo>
                <a:lnTo>
                  <a:pt x="188201" y="265"/>
                </a:lnTo>
                <a:lnTo>
                  <a:pt x="187883" y="335"/>
                </a:lnTo>
                <a:lnTo>
                  <a:pt x="187572" y="413"/>
                </a:lnTo>
                <a:lnTo>
                  <a:pt x="187267" y="500"/>
                </a:lnTo>
                <a:lnTo>
                  <a:pt x="186969" y="595"/>
                </a:lnTo>
                <a:lnTo>
                  <a:pt x="186678" y="699"/>
                </a:lnTo>
                <a:lnTo>
                  <a:pt x="186393" y="810"/>
                </a:lnTo>
                <a:lnTo>
                  <a:pt x="186115" y="930"/>
                </a:lnTo>
                <a:lnTo>
                  <a:pt x="185843" y="1058"/>
                </a:lnTo>
                <a:lnTo>
                  <a:pt x="185578" y="1194"/>
                </a:lnTo>
                <a:lnTo>
                  <a:pt x="185320" y="1339"/>
                </a:lnTo>
                <a:lnTo>
                  <a:pt x="185068" y="1492"/>
                </a:lnTo>
                <a:lnTo>
                  <a:pt x="184823" y="1653"/>
                </a:lnTo>
                <a:lnTo>
                  <a:pt x="184585" y="1823"/>
                </a:lnTo>
                <a:lnTo>
                  <a:pt x="184353" y="2000"/>
                </a:lnTo>
                <a:lnTo>
                  <a:pt x="184128" y="2186"/>
                </a:lnTo>
                <a:lnTo>
                  <a:pt x="183909" y="2381"/>
                </a:lnTo>
                <a:lnTo>
                  <a:pt x="183698" y="2582"/>
                </a:lnTo>
                <a:lnTo>
                  <a:pt x="183496" y="2789"/>
                </a:lnTo>
                <a:lnTo>
                  <a:pt x="183303" y="3002"/>
                </a:lnTo>
                <a:lnTo>
                  <a:pt x="183119" y="3221"/>
                </a:lnTo>
                <a:lnTo>
                  <a:pt x="182944" y="3446"/>
                </a:lnTo>
                <a:lnTo>
                  <a:pt x="182778" y="3676"/>
                </a:lnTo>
                <a:lnTo>
                  <a:pt x="182621" y="3913"/>
                </a:lnTo>
                <a:lnTo>
                  <a:pt x="182473" y="4156"/>
                </a:lnTo>
                <a:lnTo>
                  <a:pt x="182334" y="4404"/>
                </a:lnTo>
                <a:lnTo>
                  <a:pt x="182204" y="4658"/>
                </a:lnTo>
                <a:lnTo>
                  <a:pt x="182083" y="4919"/>
                </a:lnTo>
                <a:lnTo>
                  <a:pt x="181971" y="5185"/>
                </a:lnTo>
                <a:lnTo>
                  <a:pt x="181868" y="5457"/>
                </a:lnTo>
                <a:lnTo>
                  <a:pt x="181773" y="5735"/>
                </a:lnTo>
                <a:lnTo>
                  <a:pt x="181688" y="6019"/>
                </a:lnTo>
                <a:lnTo>
                  <a:pt x="181612" y="6309"/>
                </a:lnTo>
                <a:lnTo>
                  <a:pt x="181545" y="6604"/>
                </a:lnTo>
                <a:lnTo>
                  <a:pt x="181486" y="6906"/>
                </a:lnTo>
                <a:lnTo>
                  <a:pt x="181437" y="7214"/>
                </a:lnTo>
                <a:lnTo>
                  <a:pt x="181397" y="7527"/>
                </a:lnTo>
                <a:lnTo>
                  <a:pt x="181365" y="7846"/>
                </a:lnTo>
                <a:lnTo>
                  <a:pt x="181343" y="8172"/>
                </a:lnTo>
                <a:lnTo>
                  <a:pt x="181329" y="8503"/>
                </a:lnTo>
                <a:lnTo>
                  <a:pt x="181325" y="8840"/>
                </a:lnTo>
                <a:lnTo>
                  <a:pt x="181329" y="9166"/>
                </a:lnTo>
                <a:lnTo>
                  <a:pt x="181343" y="9486"/>
                </a:lnTo>
                <a:lnTo>
                  <a:pt x="181365" y="9801"/>
                </a:lnTo>
                <a:lnTo>
                  <a:pt x="181397" y="10110"/>
                </a:lnTo>
                <a:lnTo>
                  <a:pt x="181437" y="10413"/>
                </a:lnTo>
                <a:lnTo>
                  <a:pt x="181486" y="10711"/>
                </a:lnTo>
                <a:lnTo>
                  <a:pt x="181545" y="11003"/>
                </a:lnTo>
                <a:lnTo>
                  <a:pt x="181612" y="11289"/>
                </a:lnTo>
                <a:lnTo>
                  <a:pt x="181688" y="11570"/>
                </a:lnTo>
                <a:lnTo>
                  <a:pt x="181773" y="11844"/>
                </a:lnTo>
                <a:lnTo>
                  <a:pt x="181868" y="12114"/>
                </a:lnTo>
                <a:lnTo>
                  <a:pt x="181971" y="12377"/>
                </a:lnTo>
                <a:lnTo>
                  <a:pt x="182083" y="12635"/>
                </a:lnTo>
                <a:lnTo>
                  <a:pt x="182204" y="12887"/>
                </a:lnTo>
                <a:lnTo>
                  <a:pt x="182334" y="13134"/>
                </a:lnTo>
                <a:lnTo>
                  <a:pt x="182473" y="13375"/>
                </a:lnTo>
                <a:lnTo>
                  <a:pt x="182621" y="13610"/>
                </a:lnTo>
                <a:lnTo>
                  <a:pt x="182778" y="13840"/>
                </a:lnTo>
                <a:lnTo>
                  <a:pt x="182944" y="14064"/>
                </a:lnTo>
                <a:lnTo>
                  <a:pt x="183119" y="14282"/>
                </a:lnTo>
                <a:lnTo>
                  <a:pt x="183303" y="14494"/>
                </a:lnTo>
                <a:lnTo>
                  <a:pt x="183496" y="14701"/>
                </a:lnTo>
                <a:lnTo>
                  <a:pt x="183698" y="14902"/>
                </a:lnTo>
                <a:lnTo>
                  <a:pt x="183909" y="15098"/>
                </a:lnTo>
                <a:lnTo>
                  <a:pt x="184128" y="15287"/>
                </a:lnTo>
                <a:lnTo>
                  <a:pt x="184353" y="15467"/>
                </a:lnTo>
                <a:lnTo>
                  <a:pt x="184585" y="15640"/>
                </a:lnTo>
                <a:lnTo>
                  <a:pt x="184823" y="15804"/>
                </a:lnTo>
                <a:lnTo>
                  <a:pt x="185068" y="15961"/>
                </a:lnTo>
                <a:lnTo>
                  <a:pt x="185320" y="16109"/>
                </a:lnTo>
                <a:lnTo>
                  <a:pt x="185578" y="16250"/>
                </a:lnTo>
                <a:lnTo>
                  <a:pt x="185843" y="16382"/>
                </a:lnTo>
                <a:lnTo>
                  <a:pt x="186115" y="16507"/>
                </a:lnTo>
                <a:lnTo>
                  <a:pt x="186393" y="16623"/>
                </a:lnTo>
                <a:lnTo>
                  <a:pt x="186678" y="16732"/>
                </a:lnTo>
                <a:lnTo>
                  <a:pt x="186969" y="16832"/>
                </a:lnTo>
                <a:lnTo>
                  <a:pt x="187267" y="16924"/>
                </a:lnTo>
                <a:lnTo>
                  <a:pt x="187572" y="17009"/>
                </a:lnTo>
                <a:lnTo>
                  <a:pt x="187883" y="17085"/>
                </a:lnTo>
                <a:lnTo>
                  <a:pt x="188201" y="17153"/>
                </a:lnTo>
                <a:lnTo>
                  <a:pt x="188526" y="17213"/>
                </a:lnTo>
                <a:lnTo>
                  <a:pt x="188857" y="17266"/>
                </a:lnTo>
                <a:lnTo>
                  <a:pt x="189195" y="17310"/>
                </a:lnTo>
                <a:lnTo>
                  <a:pt x="189539" y="17346"/>
                </a:lnTo>
                <a:lnTo>
                  <a:pt x="189890" y="17374"/>
                </a:lnTo>
                <a:lnTo>
                  <a:pt x="190247" y="17394"/>
                </a:lnTo>
                <a:lnTo>
                  <a:pt x="190612" y="17406"/>
                </a:lnTo>
                <a:lnTo>
                  <a:pt x="190982" y="17410"/>
                </a:lnTo>
                <a:lnTo>
                  <a:pt x="191353" y="17406"/>
                </a:lnTo>
                <a:lnTo>
                  <a:pt x="191717" y="17394"/>
                </a:lnTo>
                <a:lnTo>
                  <a:pt x="192075" y="17374"/>
                </a:lnTo>
                <a:lnTo>
                  <a:pt x="192425" y="17346"/>
                </a:lnTo>
                <a:close/>
                <a:moveTo>
                  <a:pt x="530837" y="42773"/>
                </a:moveTo>
                <a:lnTo>
                  <a:pt x="530672" y="42170"/>
                </a:lnTo>
                <a:lnTo>
                  <a:pt x="530488" y="41580"/>
                </a:lnTo>
                <a:lnTo>
                  <a:pt x="530285" y="41001"/>
                </a:lnTo>
                <a:lnTo>
                  <a:pt x="530062" y="40434"/>
                </a:lnTo>
                <a:lnTo>
                  <a:pt x="529820" y="39878"/>
                </a:lnTo>
                <a:lnTo>
                  <a:pt x="529558" y="39335"/>
                </a:lnTo>
                <a:lnTo>
                  <a:pt x="529278" y="38804"/>
                </a:lnTo>
                <a:lnTo>
                  <a:pt x="528977" y="38284"/>
                </a:lnTo>
                <a:lnTo>
                  <a:pt x="528658" y="37776"/>
                </a:lnTo>
                <a:lnTo>
                  <a:pt x="528319" y="37280"/>
                </a:lnTo>
                <a:lnTo>
                  <a:pt x="527961" y="36795"/>
                </a:lnTo>
                <a:lnTo>
                  <a:pt x="527583" y="36323"/>
                </a:lnTo>
                <a:lnTo>
                  <a:pt x="527186" y="35862"/>
                </a:lnTo>
                <a:lnTo>
                  <a:pt x="526770" y="35413"/>
                </a:lnTo>
                <a:lnTo>
                  <a:pt x="526334" y="34976"/>
                </a:lnTo>
                <a:lnTo>
                  <a:pt x="525879" y="34550"/>
                </a:lnTo>
                <a:lnTo>
                  <a:pt x="525408" y="34140"/>
                </a:lnTo>
                <a:lnTo>
                  <a:pt x="524924" y="33746"/>
                </a:lnTo>
                <a:lnTo>
                  <a:pt x="524427" y="33371"/>
                </a:lnTo>
                <a:lnTo>
                  <a:pt x="523918" y="33012"/>
                </a:lnTo>
                <a:lnTo>
                  <a:pt x="523396" y="32672"/>
                </a:lnTo>
                <a:lnTo>
                  <a:pt x="522861" y="32348"/>
                </a:lnTo>
                <a:lnTo>
                  <a:pt x="522313" y="32042"/>
                </a:lnTo>
                <a:lnTo>
                  <a:pt x="521753" y="31754"/>
                </a:lnTo>
                <a:lnTo>
                  <a:pt x="521180" y="31483"/>
                </a:lnTo>
                <a:lnTo>
                  <a:pt x="520594" y="31230"/>
                </a:lnTo>
                <a:lnTo>
                  <a:pt x="519995" y="30994"/>
                </a:lnTo>
                <a:lnTo>
                  <a:pt x="519384" y="30775"/>
                </a:lnTo>
                <a:lnTo>
                  <a:pt x="518760" y="30574"/>
                </a:lnTo>
                <a:lnTo>
                  <a:pt x="518123" y="30391"/>
                </a:lnTo>
                <a:lnTo>
                  <a:pt x="517473" y="30225"/>
                </a:lnTo>
                <a:lnTo>
                  <a:pt x="516811" y="30076"/>
                </a:lnTo>
                <a:lnTo>
                  <a:pt x="516136" y="29945"/>
                </a:lnTo>
                <a:lnTo>
                  <a:pt x="515448" y="29832"/>
                </a:lnTo>
                <a:lnTo>
                  <a:pt x="514747" y="29736"/>
                </a:lnTo>
                <a:lnTo>
                  <a:pt x="514034" y="29657"/>
                </a:lnTo>
                <a:lnTo>
                  <a:pt x="513308" y="29596"/>
                </a:lnTo>
                <a:lnTo>
                  <a:pt x="512569" y="29552"/>
                </a:lnTo>
                <a:lnTo>
                  <a:pt x="511817" y="29526"/>
                </a:lnTo>
                <a:lnTo>
                  <a:pt x="511053" y="29517"/>
                </a:lnTo>
                <a:lnTo>
                  <a:pt x="510120" y="29530"/>
                </a:lnTo>
                <a:lnTo>
                  <a:pt x="509202" y="29569"/>
                </a:lnTo>
                <a:lnTo>
                  <a:pt x="508300" y="29634"/>
                </a:lnTo>
                <a:lnTo>
                  <a:pt x="507414" y="29725"/>
                </a:lnTo>
                <a:lnTo>
                  <a:pt x="506543" y="29842"/>
                </a:lnTo>
                <a:lnTo>
                  <a:pt x="505688" y="29985"/>
                </a:lnTo>
                <a:lnTo>
                  <a:pt x="504848" y="30154"/>
                </a:lnTo>
                <a:lnTo>
                  <a:pt x="504024" y="30348"/>
                </a:lnTo>
                <a:lnTo>
                  <a:pt x="503216" y="30569"/>
                </a:lnTo>
                <a:lnTo>
                  <a:pt x="502423" y="30816"/>
                </a:lnTo>
                <a:lnTo>
                  <a:pt x="501646" y="31089"/>
                </a:lnTo>
                <a:lnTo>
                  <a:pt x="500884" y="31388"/>
                </a:lnTo>
                <a:lnTo>
                  <a:pt x="500138" y="31712"/>
                </a:lnTo>
                <a:lnTo>
                  <a:pt x="499408" y="32063"/>
                </a:lnTo>
                <a:lnTo>
                  <a:pt x="498693" y="32440"/>
                </a:lnTo>
                <a:lnTo>
                  <a:pt x="497993" y="32843"/>
                </a:lnTo>
                <a:lnTo>
                  <a:pt x="497310" y="33271"/>
                </a:lnTo>
                <a:lnTo>
                  <a:pt x="496642" y="33726"/>
                </a:lnTo>
                <a:lnTo>
                  <a:pt x="495989" y="34207"/>
                </a:lnTo>
                <a:lnTo>
                  <a:pt x="495352" y="34713"/>
                </a:lnTo>
                <a:lnTo>
                  <a:pt x="494731" y="35246"/>
                </a:lnTo>
                <a:lnTo>
                  <a:pt x="494125" y="35804"/>
                </a:lnTo>
                <a:lnTo>
                  <a:pt x="493535" y="36389"/>
                </a:lnTo>
                <a:lnTo>
                  <a:pt x="492960" y="37000"/>
                </a:lnTo>
                <a:lnTo>
                  <a:pt x="492405" y="37632"/>
                </a:lnTo>
                <a:lnTo>
                  <a:pt x="491874" y="38284"/>
                </a:lnTo>
                <a:lnTo>
                  <a:pt x="491366" y="38955"/>
                </a:lnTo>
                <a:lnTo>
                  <a:pt x="490882" y="39644"/>
                </a:lnTo>
                <a:lnTo>
                  <a:pt x="490422" y="40353"/>
                </a:lnTo>
                <a:lnTo>
                  <a:pt x="489985" y="41080"/>
                </a:lnTo>
                <a:lnTo>
                  <a:pt x="489572" y="41826"/>
                </a:lnTo>
                <a:lnTo>
                  <a:pt x="489182" y="42591"/>
                </a:lnTo>
                <a:lnTo>
                  <a:pt x="488817" y="43375"/>
                </a:lnTo>
                <a:lnTo>
                  <a:pt x="488474" y="44178"/>
                </a:lnTo>
                <a:lnTo>
                  <a:pt x="488155" y="45000"/>
                </a:lnTo>
                <a:lnTo>
                  <a:pt x="487860" y="45841"/>
                </a:lnTo>
                <a:lnTo>
                  <a:pt x="487589" y="46700"/>
                </a:lnTo>
                <a:lnTo>
                  <a:pt x="487341" y="47579"/>
                </a:lnTo>
                <a:lnTo>
                  <a:pt x="487117" y="48476"/>
                </a:lnTo>
                <a:lnTo>
                  <a:pt x="486916" y="49392"/>
                </a:lnTo>
                <a:lnTo>
                  <a:pt x="486739" y="50327"/>
                </a:lnTo>
                <a:lnTo>
                  <a:pt x="486585" y="51282"/>
                </a:lnTo>
                <a:lnTo>
                  <a:pt x="486456" y="52255"/>
                </a:lnTo>
                <a:lnTo>
                  <a:pt x="486349" y="53246"/>
                </a:lnTo>
                <a:lnTo>
                  <a:pt x="486267" y="54257"/>
                </a:lnTo>
                <a:lnTo>
                  <a:pt x="486208" y="55287"/>
                </a:lnTo>
                <a:lnTo>
                  <a:pt x="486172" y="56335"/>
                </a:lnTo>
                <a:lnTo>
                  <a:pt x="486160" y="57403"/>
                </a:lnTo>
                <a:lnTo>
                  <a:pt x="486160" y="79302"/>
                </a:lnTo>
                <a:lnTo>
                  <a:pt x="486172" y="80359"/>
                </a:lnTo>
                <a:lnTo>
                  <a:pt x="486208" y="81397"/>
                </a:lnTo>
                <a:lnTo>
                  <a:pt x="486268" y="82416"/>
                </a:lnTo>
                <a:lnTo>
                  <a:pt x="486351" y="83417"/>
                </a:lnTo>
                <a:lnTo>
                  <a:pt x="486459" y="84400"/>
                </a:lnTo>
                <a:lnTo>
                  <a:pt x="486590" y="85364"/>
                </a:lnTo>
                <a:lnTo>
                  <a:pt x="486745" y="86310"/>
                </a:lnTo>
                <a:lnTo>
                  <a:pt x="486924" y="87237"/>
                </a:lnTo>
                <a:lnTo>
                  <a:pt x="487126" y="88146"/>
                </a:lnTo>
                <a:lnTo>
                  <a:pt x="487353" y="89036"/>
                </a:lnTo>
                <a:lnTo>
                  <a:pt x="487603" y="89909"/>
                </a:lnTo>
                <a:lnTo>
                  <a:pt x="487877" y="90762"/>
                </a:lnTo>
                <a:lnTo>
                  <a:pt x="488176" y="91598"/>
                </a:lnTo>
                <a:lnTo>
                  <a:pt x="488497" y="92414"/>
                </a:lnTo>
                <a:lnTo>
                  <a:pt x="488843" y="93213"/>
                </a:lnTo>
                <a:lnTo>
                  <a:pt x="489213" y="93993"/>
                </a:lnTo>
                <a:lnTo>
                  <a:pt x="489606" y="94755"/>
                </a:lnTo>
                <a:lnTo>
                  <a:pt x="490024" y="95498"/>
                </a:lnTo>
                <a:lnTo>
                  <a:pt x="490465" y="96223"/>
                </a:lnTo>
                <a:lnTo>
                  <a:pt x="490930" y="96929"/>
                </a:lnTo>
                <a:lnTo>
                  <a:pt x="491419" y="97617"/>
                </a:lnTo>
                <a:lnTo>
                  <a:pt x="491932" y="98287"/>
                </a:lnTo>
                <a:lnTo>
                  <a:pt x="492468" y="98938"/>
                </a:lnTo>
                <a:lnTo>
                  <a:pt x="493029" y="99571"/>
                </a:lnTo>
                <a:lnTo>
                  <a:pt x="493609" y="100181"/>
                </a:lnTo>
                <a:lnTo>
                  <a:pt x="494203" y="100765"/>
                </a:lnTo>
                <a:lnTo>
                  <a:pt x="494813" y="101324"/>
                </a:lnTo>
                <a:lnTo>
                  <a:pt x="495438" y="101856"/>
                </a:lnTo>
                <a:lnTo>
                  <a:pt x="496077" y="102363"/>
                </a:lnTo>
                <a:lnTo>
                  <a:pt x="496731" y="102843"/>
                </a:lnTo>
                <a:lnTo>
                  <a:pt x="497401" y="103298"/>
                </a:lnTo>
                <a:lnTo>
                  <a:pt x="498085" y="103726"/>
                </a:lnTo>
                <a:lnTo>
                  <a:pt x="498784" y="104129"/>
                </a:lnTo>
                <a:lnTo>
                  <a:pt x="499498" y="104506"/>
                </a:lnTo>
                <a:lnTo>
                  <a:pt x="500226" y="104856"/>
                </a:lnTo>
                <a:lnTo>
                  <a:pt x="500970" y="105181"/>
                </a:lnTo>
                <a:lnTo>
                  <a:pt x="501728" y="105480"/>
                </a:lnTo>
                <a:lnTo>
                  <a:pt x="502502" y="105752"/>
                </a:lnTo>
                <a:lnTo>
                  <a:pt x="503290" y="105999"/>
                </a:lnTo>
                <a:lnTo>
                  <a:pt x="504093" y="106220"/>
                </a:lnTo>
                <a:lnTo>
                  <a:pt x="504911" y="106415"/>
                </a:lnTo>
                <a:lnTo>
                  <a:pt x="505744" y="106584"/>
                </a:lnTo>
                <a:lnTo>
                  <a:pt x="506591" y="106726"/>
                </a:lnTo>
                <a:lnTo>
                  <a:pt x="507454" y="106843"/>
                </a:lnTo>
                <a:lnTo>
                  <a:pt x="508331" y="106934"/>
                </a:lnTo>
                <a:lnTo>
                  <a:pt x="509224" y="106999"/>
                </a:lnTo>
                <a:lnTo>
                  <a:pt x="510131" y="107038"/>
                </a:lnTo>
                <a:lnTo>
                  <a:pt x="511053" y="107051"/>
                </a:lnTo>
                <a:lnTo>
                  <a:pt x="511817" y="107042"/>
                </a:lnTo>
                <a:lnTo>
                  <a:pt x="512569" y="107017"/>
                </a:lnTo>
                <a:lnTo>
                  <a:pt x="513308" y="106973"/>
                </a:lnTo>
                <a:lnTo>
                  <a:pt x="514034" y="106913"/>
                </a:lnTo>
                <a:lnTo>
                  <a:pt x="514747" y="106836"/>
                </a:lnTo>
                <a:lnTo>
                  <a:pt x="515448" y="106741"/>
                </a:lnTo>
                <a:lnTo>
                  <a:pt x="516136" y="106629"/>
                </a:lnTo>
                <a:lnTo>
                  <a:pt x="516811" y="106499"/>
                </a:lnTo>
                <a:lnTo>
                  <a:pt x="517473" y="106353"/>
                </a:lnTo>
                <a:lnTo>
                  <a:pt x="518123" y="106189"/>
                </a:lnTo>
                <a:lnTo>
                  <a:pt x="518760" y="106008"/>
                </a:lnTo>
                <a:lnTo>
                  <a:pt x="519384" y="105810"/>
                </a:lnTo>
                <a:lnTo>
                  <a:pt x="519995" y="105594"/>
                </a:lnTo>
                <a:lnTo>
                  <a:pt x="520594" y="105362"/>
                </a:lnTo>
                <a:lnTo>
                  <a:pt x="521180" y="105112"/>
                </a:lnTo>
                <a:lnTo>
                  <a:pt x="521753" y="104844"/>
                </a:lnTo>
                <a:lnTo>
                  <a:pt x="522313" y="104560"/>
                </a:lnTo>
                <a:lnTo>
                  <a:pt x="522861" y="104258"/>
                </a:lnTo>
                <a:lnTo>
                  <a:pt x="523396" y="103939"/>
                </a:lnTo>
                <a:lnTo>
                  <a:pt x="523918" y="103603"/>
                </a:lnTo>
                <a:lnTo>
                  <a:pt x="524427" y="103250"/>
                </a:lnTo>
                <a:lnTo>
                  <a:pt x="524924" y="102879"/>
                </a:lnTo>
                <a:lnTo>
                  <a:pt x="525408" y="102491"/>
                </a:lnTo>
                <a:lnTo>
                  <a:pt x="525879" y="102086"/>
                </a:lnTo>
                <a:lnTo>
                  <a:pt x="526334" y="101666"/>
                </a:lnTo>
                <a:lnTo>
                  <a:pt x="526770" y="101234"/>
                </a:lnTo>
                <a:lnTo>
                  <a:pt x="527186" y="100789"/>
                </a:lnTo>
                <a:lnTo>
                  <a:pt x="527583" y="100331"/>
                </a:lnTo>
                <a:lnTo>
                  <a:pt x="527961" y="99861"/>
                </a:lnTo>
                <a:lnTo>
                  <a:pt x="528319" y="99378"/>
                </a:lnTo>
                <a:lnTo>
                  <a:pt x="528658" y="98883"/>
                </a:lnTo>
                <a:lnTo>
                  <a:pt x="528977" y="98376"/>
                </a:lnTo>
                <a:lnTo>
                  <a:pt x="529278" y="97856"/>
                </a:lnTo>
                <a:lnTo>
                  <a:pt x="529558" y="97323"/>
                </a:lnTo>
                <a:lnTo>
                  <a:pt x="529820" y="96778"/>
                </a:lnTo>
                <a:lnTo>
                  <a:pt x="530062" y="96220"/>
                </a:lnTo>
                <a:lnTo>
                  <a:pt x="530285" y="95650"/>
                </a:lnTo>
                <a:lnTo>
                  <a:pt x="530488" y="95067"/>
                </a:lnTo>
                <a:lnTo>
                  <a:pt x="530672" y="94472"/>
                </a:lnTo>
                <a:lnTo>
                  <a:pt x="530837" y="93864"/>
                </a:lnTo>
                <a:lnTo>
                  <a:pt x="530982" y="93244"/>
                </a:lnTo>
                <a:lnTo>
                  <a:pt x="531108" y="92611"/>
                </a:lnTo>
                <a:lnTo>
                  <a:pt x="531214" y="91966"/>
                </a:lnTo>
                <a:lnTo>
                  <a:pt x="531288" y="91409"/>
                </a:lnTo>
                <a:lnTo>
                  <a:pt x="531456" y="91409"/>
                </a:lnTo>
                <a:lnTo>
                  <a:pt x="531456" y="105692"/>
                </a:lnTo>
                <a:lnTo>
                  <a:pt x="543698" y="105692"/>
                </a:lnTo>
                <a:lnTo>
                  <a:pt x="543698" y="6393"/>
                </a:lnTo>
                <a:lnTo>
                  <a:pt x="531456" y="6393"/>
                </a:lnTo>
                <a:lnTo>
                  <a:pt x="531456" y="28155"/>
                </a:lnTo>
                <a:lnTo>
                  <a:pt x="531728" y="45159"/>
                </a:lnTo>
                <a:lnTo>
                  <a:pt x="531282" y="45159"/>
                </a:lnTo>
                <a:lnTo>
                  <a:pt x="531214" y="44651"/>
                </a:lnTo>
                <a:lnTo>
                  <a:pt x="531108" y="44013"/>
                </a:lnTo>
                <a:lnTo>
                  <a:pt x="530982" y="43387"/>
                </a:lnTo>
                <a:lnTo>
                  <a:pt x="530837" y="42773"/>
                </a:lnTo>
                <a:close/>
                <a:moveTo>
                  <a:pt x="512640" y="96314"/>
                </a:moveTo>
                <a:lnTo>
                  <a:pt x="512044" y="96242"/>
                </a:lnTo>
                <a:lnTo>
                  <a:pt x="511461" y="96154"/>
                </a:lnTo>
                <a:lnTo>
                  <a:pt x="510888" y="96049"/>
                </a:lnTo>
                <a:lnTo>
                  <a:pt x="510327" y="95929"/>
                </a:lnTo>
                <a:lnTo>
                  <a:pt x="509777" y="95792"/>
                </a:lnTo>
                <a:lnTo>
                  <a:pt x="509238" y="95640"/>
                </a:lnTo>
                <a:lnTo>
                  <a:pt x="508711" y="95471"/>
                </a:lnTo>
                <a:lnTo>
                  <a:pt x="508195" y="95287"/>
                </a:lnTo>
                <a:lnTo>
                  <a:pt x="507691" y="95086"/>
                </a:lnTo>
                <a:lnTo>
                  <a:pt x="507198" y="94869"/>
                </a:lnTo>
                <a:lnTo>
                  <a:pt x="506716" y="94636"/>
                </a:lnTo>
                <a:lnTo>
                  <a:pt x="506246" y="94387"/>
                </a:lnTo>
                <a:lnTo>
                  <a:pt x="505786" y="94122"/>
                </a:lnTo>
                <a:lnTo>
                  <a:pt x="505339" y="93841"/>
                </a:lnTo>
                <a:lnTo>
                  <a:pt x="504902" y="93544"/>
                </a:lnTo>
                <a:lnTo>
                  <a:pt x="504477" y="93231"/>
                </a:lnTo>
                <a:lnTo>
                  <a:pt x="504063" y="92902"/>
                </a:lnTo>
                <a:lnTo>
                  <a:pt x="503661" y="92557"/>
                </a:lnTo>
                <a:lnTo>
                  <a:pt x="503270" y="92196"/>
                </a:lnTo>
                <a:lnTo>
                  <a:pt x="502890" y="91818"/>
                </a:lnTo>
                <a:lnTo>
                  <a:pt x="502524" y="91426"/>
                </a:lnTo>
                <a:lnTo>
                  <a:pt x="502173" y="91019"/>
                </a:lnTo>
                <a:lnTo>
                  <a:pt x="501838" y="90598"/>
                </a:lnTo>
                <a:lnTo>
                  <a:pt x="501519" y="90163"/>
                </a:lnTo>
                <a:lnTo>
                  <a:pt x="501215" y="89714"/>
                </a:lnTo>
                <a:lnTo>
                  <a:pt x="500926" y="89250"/>
                </a:lnTo>
                <a:lnTo>
                  <a:pt x="500654" y="88772"/>
                </a:lnTo>
                <a:lnTo>
                  <a:pt x="500397" y="88281"/>
                </a:lnTo>
                <a:lnTo>
                  <a:pt x="500155" y="87775"/>
                </a:lnTo>
                <a:lnTo>
                  <a:pt x="499929" y="87255"/>
                </a:lnTo>
                <a:lnTo>
                  <a:pt x="499719" y="86721"/>
                </a:lnTo>
                <a:lnTo>
                  <a:pt x="499524" y="86172"/>
                </a:lnTo>
                <a:lnTo>
                  <a:pt x="499345" y="85610"/>
                </a:lnTo>
                <a:lnTo>
                  <a:pt x="499181" y="85033"/>
                </a:lnTo>
                <a:lnTo>
                  <a:pt x="499033" y="84442"/>
                </a:lnTo>
                <a:lnTo>
                  <a:pt x="498901" y="83837"/>
                </a:lnTo>
                <a:lnTo>
                  <a:pt x="498784" y="83218"/>
                </a:lnTo>
                <a:lnTo>
                  <a:pt x="498683" y="82584"/>
                </a:lnTo>
                <a:lnTo>
                  <a:pt x="498597" y="81937"/>
                </a:lnTo>
                <a:lnTo>
                  <a:pt x="498527" y="81275"/>
                </a:lnTo>
                <a:lnTo>
                  <a:pt x="498472" y="80599"/>
                </a:lnTo>
                <a:lnTo>
                  <a:pt x="498433" y="79909"/>
                </a:lnTo>
                <a:lnTo>
                  <a:pt x="498410" y="79205"/>
                </a:lnTo>
                <a:lnTo>
                  <a:pt x="498402" y="78487"/>
                </a:lnTo>
                <a:lnTo>
                  <a:pt x="498402" y="58081"/>
                </a:lnTo>
                <a:lnTo>
                  <a:pt x="498410" y="57363"/>
                </a:lnTo>
                <a:lnTo>
                  <a:pt x="498433" y="56659"/>
                </a:lnTo>
                <a:lnTo>
                  <a:pt x="498472" y="55969"/>
                </a:lnTo>
                <a:lnTo>
                  <a:pt x="498527" y="55293"/>
                </a:lnTo>
                <a:lnTo>
                  <a:pt x="498597" y="54631"/>
                </a:lnTo>
                <a:lnTo>
                  <a:pt x="498683" y="53984"/>
                </a:lnTo>
                <a:lnTo>
                  <a:pt x="498784" y="53351"/>
                </a:lnTo>
                <a:lnTo>
                  <a:pt x="498901" y="52732"/>
                </a:lnTo>
                <a:lnTo>
                  <a:pt x="499033" y="52127"/>
                </a:lnTo>
                <a:lnTo>
                  <a:pt x="499181" y="51536"/>
                </a:lnTo>
                <a:lnTo>
                  <a:pt x="499345" y="50959"/>
                </a:lnTo>
                <a:lnTo>
                  <a:pt x="499524" y="50397"/>
                </a:lnTo>
                <a:lnTo>
                  <a:pt x="499719" y="49848"/>
                </a:lnTo>
                <a:lnTo>
                  <a:pt x="499929" y="49314"/>
                </a:lnTo>
                <a:lnTo>
                  <a:pt x="500155" y="48794"/>
                </a:lnTo>
                <a:lnTo>
                  <a:pt x="500397" y="48288"/>
                </a:lnTo>
                <a:lnTo>
                  <a:pt x="500654" y="47797"/>
                </a:lnTo>
                <a:lnTo>
                  <a:pt x="500926" y="47319"/>
                </a:lnTo>
                <a:lnTo>
                  <a:pt x="501215" y="46856"/>
                </a:lnTo>
                <a:lnTo>
                  <a:pt x="501519" y="46407"/>
                </a:lnTo>
                <a:lnTo>
                  <a:pt x="501838" y="45972"/>
                </a:lnTo>
                <a:lnTo>
                  <a:pt x="502173" y="45551"/>
                </a:lnTo>
                <a:lnTo>
                  <a:pt x="502524" y="45144"/>
                </a:lnTo>
                <a:lnTo>
                  <a:pt x="502890" y="44752"/>
                </a:lnTo>
                <a:lnTo>
                  <a:pt x="503270" y="44375"/>
                </a:lnTo>
                <a:lnTo>
                  <a:pt x="503661" y="44013"/>
                </a:lnTo>
                <a:lnTo>
                  <a:pt x="504063" y="43668"/>
                </a:lnTo>
                <a:lnTo>
                  <a:pt x="504477" y="43339"/>
                </a:lnTo>
                <a:lnTo>
                  <a:pt x="504902" y="43026"/>
                </a:lnTo>
                <a:lnTo>
                  <a:pt x="505339" y="42729"/>
                </a:lnTo>
                <a:lnTo>
                  <a:pt x="505786" y="42448"/>
                </a:lnTo>
                <a:lnTo>
                  <a:pt x="506246" y="42183"/>
                </a:lnTo>
                <a:lnTo>
                  <a:pt x="506716" y="41934"/>
                </a:lnTo>
                <a:lnTo>
                  <a:pt x="507198" y="41701"/>
                </a:lnTo>
                <a:lnTo>
                  <a:pt x="507691" y="41484"/>
                </a:lnTo>
                <a:lnTo>
                  <a:pt x="508195" y="41284"/>
                </a:lnTo>
                <a:lnTo>
                  <a:pt x="508711" y="41099"/>
                </a:lnTo>
                <a:lnTo>
                  <a:pt x="509238" y="40930"/>
                </a:lnTo>
                <a:lnTo>
                  <a:pt x="509777" y="40778"/>
                </a:lnTo>
                <a:lnTo>
                  <a:pt x="510327" y="40641"/>
                </a:lnTo>
                <a:lnTo>
                  <a:pt x="510888" y="40521"/>
                </a:lnTo>
                <a:lnTo>
                  <a:pt x="511461" y="40417"/>
                </a:lnTo>
                <a:lnTo>
                  <a:pt x="512044" y="40328"/>
                </a:lnTo>
                <a:lnTo>
                  <a:pt x="512640" y="40256"/>
                </a:lnTo>
                <a:lnTo>
                  <a:pt x="513246" y="40200"/>
                </a:lnTo>
                <a:lnTo>
                  <a:pt x="513864" y="40160"/>
                </a:lnTo>
                <a:lnTo>
                  <a:pt x="514493" y="40136"/>
                </a:lnTo>
                <a:lnTo>
                  <a:pt x="515134" y="40128"/>
                </a:lnTo>
                <a:lnTo>
                  <a:pt x="515763" y="40136"/>
                </a:lnTo>
                <a:lnTo>
                  <a:pt x="516381" y="40161"/>
                </a:lnTo>
                <a:lnTo>
                  <a:pt x="516987" y="40202"/>
                </a:lnTo>
                <a:lnTo>
                  <a:pt x="517582" y="40260"/>
                </a:lnTo>
                <a:lnTo>
                  <a:pt x="518166" y="40334"/>
                </a:lnTo>
                <a:lnTo>
                  <a:pt x="518738" y="40425"/>
                </a:lnTo>
                <a:lnTo>
                  <a:pt x="519299" y="40533"/>
                </a:lnTo>
                <a:lnTo>
                  <a:pt x="519849" y="40657"/>
                </a:lnTo>
                <a:lnTo>
                  <a:pt x="520388" y="40797"/>
                </a:lnTo>
                <a:lnTo>
                  <a:pt x="520915" y="40954"/>
                </a:lnTo>
                <a:lnTo>
                  <a:pt x="521430" y="41128"/>
                </a:lnTo>
                <a:lnTo>
                  <a:pt x="521935" y="41318"/>
                </a:lnTo>
                <a:lnTo>
                  <a:pt x="522428" y="41525"/>
                </a:lnTo>
                <a:lnTo>
                  <a:pt x="522910" y="41748"/>
                </a:lnTo>
                <a:lnTo>
                  <a:pt x="523380" y="41987"/>
                </a:lnTo>
                <a:lnTo>
                  <a:pt x="523839" y="42244"/>
                </a:lnTo>
                <a:lnTo>
                  <a:pt x="524287" y="42517"/>
                </a:lnTo>
                <a:lnTo>
                  <a:pt x="524723" y="42806"/>
                </a:lnTo>
                <a:lnTo>
                  <a:pt x="525148" y="43112"/>
                </a:lnTo>
                <a:lnTo>
                  <a:pt x="525562" y="43434"/>
                </a:lnTo>
                <a:lnTo>
                  <a:pt x="525965" y="43773"/>
                </a:lnTo>
                <a:lnTo>
                  <a:pt x="526356" y="44128"/>
                </a:lnTo>
                <a:lnTo>
                  <a:pt x="526735" y="44500"/>
                </a:lnTo>
                <a:lnTo>
                  <a:pt x="527104" y="44889"/>
                </a:lnTo>
                <a:lnTo>
                  <a:pt x="527459" y="45292"/>
                </a:lnTo>
                <a:lnTo>
                  <a:pt x="527799" y="45708"/>
                </a:lnTo>
                <a:lnTo>
                  <a:pt x="528124" y="46136"/>
                </a:lnTo>
                <a:lnTo>
                  <a:pt x="528434" y="46577"/>
                </a:lnTo>
                <a:lnTo>
                  <a:pt x="528728" y="47031"/>
                </a:lnTo>
                <a:lnTo>
                  <a:pt x="529008" y="47498"/>
                </a:lnTo>
                <a:lnTo>
                  <a:pt x="529272" y="47978"/>
                </a:lnTo>
                <a:lnTo>
                  <a:pt x="529522" y="48470"/>
                </a:lnTo>
                <a:lnTo>
                  <a:pt x="529756" y="48975"/>
                </a:lnTo>
                <a:lnTo>
                  <a:pt x="529975" y="49493"/>
                </a:lnTo>
                <a:lnTo>
                  <a:pt x="530179" y="50023"/>
                </a:lnTo>
                <a:lnTo>
                  <a:pt x="530368" y="50567"/>
                </a:lnTo>
                <a:lnTo>
                  <a:pt x="530542" y="51123"/>
                </a:lnTo>
                <a:lnTo>
                  <a:pt x="530701" y="51692"/>
                </a:lnTo>
                <a:lnTo>
                  <a:pt x="530844" y="52273"/>
                </a:lnTo>
                <a:lnTo>
                  <a:pt x="530973" y="52868"/>
                </a:lnTo>
                <a:lnTo>
                  <a:pt x="531086" y="53475"/>
                </a:lnTo>
                <a:lnTo>
                  <a:pt x="531184" y="54095"/>
                </a:lnTo>
                <a:lnTo>
                  <a:pt x="531267" y="54727"/>
                </a:lnTo>
                <a:lnTo>
                  <a:pt x="531335" y="55372"/>
                </a:lnTo>
                <a:lnTo>
                  <a:pt x="531388" y="56031"/>
                </a:lnTo>
                <a:lnTo>
                  <a:pt x="531426" y="56701"/>
                </a:lnTo>
                <a:lnTo>
                  <a:pt x="531449" y="57385"/>
                </a:lnTo>
                <a:lnTo>
                  <a:pt x="531456" y="58081"/>
                </a:lnTo>
                <a:lnTo>
                  <a:pt x="531456" y="78487"/>
                </a:lnTo>
                <a:lnTo>
                  <a:pt x="531449" y="79183"/>
                </a:lnTo>
                <a:lnTo>
                  <a:pt x="531426" y="79867"/>
                </a:lnTo>
                <a:lnTo>
                  <a:pt x="531388" y="80538"/>
                </a:lnTo>
                <a:lnTo>
                  <a:pt x="531335" y="81196"/>
                </a:lnTo>
                <a:lnTo>
                  <a:pt x="531267" y="81841"/>
                </a:lnTo>
                <a:lnTo>
                  <a:pt x="531184" y="82474"/>
                </a:lnTo>
                <a:lnTo>
                  <a:pt x="531086" y="83094"/>
                </a:lnTo>
                <a:lnTo>
                  <a:pt x="530973" y="83701"/>
                </a:lnTo>
                <a:lnTo>
                  <a:pt x="530844" y="84295"/>
                </a:lnTo>
                <a:lnTo>
                  <a:pt x="530701" y="84877"/>
                </a:lnTo>
                <a:lnTo>
                  <a:pt x="530542" y="85446"/>
                </a:lnTo>
                <a:lnTo>
                  <a:pt x="530368" y="86002"/>
                </a:lnTo>
                <a:lnTo>
                  <a:pt x="530179" y="86545"/>
                </a:lnTo>
                <a:lnTo>
                  <a:pt x="529975" y="87076"/>
                </a:lnTo>
                <a:lnTo>
                  <a:pt x="529756" y="87594"/>
                </a:lnTo>
                <a:lnTo>
                  <a:pt x="529522" y="88099"/>
                </a:lnTo>
                <a:lnTo>
                  <a:pt x="529272" y="88591"/>
                </a:lnTo>
                <a:lnTo>
                  <a:pt x="529008" y="89071"/>
                </a:lnTo>
                <a:lnTo>
                  <a:pt x="528728" y="89538"/>
                </a:lnTo>
                <a:lnTo>
                  <a:pt x="528434" y="89992"/>
                </a:lnTo>
                <a:lnTo>
                  <a:pt x="528124" y="90434"/>
                </a:lnTo>
                <a:lnTo>
                  <a:pt x="527799" y="90862"/>
                </a:lnTo>
                <a:lnTo>
                  <a:pt x="527459" y="91278"/>
                </a:lnTo>
                <a:lnTo>
                  <a:pt x="527104" y="91681"/>
                </a:lnTo>
                <a:lnTo>
                  <a:pt x="526735" y="92070"/>
                </a:lnTo>
                <a:lnTo>
                  <a:pt x="526356" y="92442"/>
                </a:lnTo>
                <a:lnTo>
                  <a:pt x="525965" y="92797"/>
                </a:lnTo>
                <a:lnTo>
                  <a:pt x="525562" y="93136"/>
                </a:lnTo>
                <a:lnTo>
                  <a:pt x="525148" y="93459"/>
                </a:lnTo>
                <a:lnTo>
                  <a:pt x="524723" y="93764"/>
                </a:lnTo>
                <a:lnTo>
                  <a:pt x="524287" y="94054"/>
                </a:lnTo>
                <a:lnTo>
                  <a:pt x="523839" y="94326"/>
                </a:lnTo>
                <a:lnTo>
                  <a:pt x="523380" y="94583"/>
                </a:lnTo>
                <a:lnTo>
                  <a:pt x="522910" y="94822"/>
                </a:lnTo>
                <a:lnTo>
                  <a:pt x="522428" y="95046"/>
                </a:lnTo>
                <a:lnTo>
                  <a:pt x="521935" y="95252"/>
                </a:lnTo>
                <a:lnTo>
                  <a:pt x="521430" y="95442"/>
                </a:lnTo>
                <a:lnTo>
                  <a:pt x="520915" y="95616"/>
                </a:lnTo>
                <a:lnTo>
                  <a:pt x="520388" y="95773"/>
                </a:lnTo>
                <a:lnTo>
                  <a:pt x="519849" y="95914"/>
                </a:lnTo>
                <a:lnTo>
                  <a:pt x="519299" y="96038"/>
                </a:lnTo>
                <a:lnTo>
                  <a:pt x="518738" y="96145"/>
                </a:lnTo>
                <a:lnTo>
                  <a:pt x="518166" y="96236"/>
                </a:lnTo>
                <a:lnTo>
                  <a:pt x="517582" y="96310"/>
                </a:lnTo>
                <a:lnTo>
                  <a:pt x="516987" y="96368"/>
                </a:lnTo>
                <a:lnTo>
                  <a:pt x="516381" y="96410"/>
                </a:lnTo>
                <a:lnTo>
                  <a:pt x="515763" y="96434"/>
                </a:lnTo>
                <a:lnTo>
                  <a:pt x="515134" y="96443"/>
                </a:lnTo>
                <a:lnTo>
                  <a:pt x="514493" y="96435"/>
                </a:lnTo>
                <a:lnTo>
                  <a:pt x="513864" y="96411"/>
                </a:lnTo>
                <a:lnTo>
                  <a:pt x="513246" y="96370"/>
                </a:lnTo>
                <a:lnTo>
                  <a:pt x="512640" y="96314"/>
                </a:lnTo>
                <a:close/>
                <a:moveTo>
                  <a:pt x="12244" y="105692"/>
                </a:moveTo>
                <a:lnTo>
                  <a:pt x="12244" y="58081"/>
                </a:lnTo>
                <a:lnTo>
                  <a:pt x="12252" y="57363"/>
                </a:lnTo>
                <a:lnTo>
                  <a:pt x="12275" y="56658"/>
                </a:lnTo>
                <a:lnTo>
                  <a:pt x="12313" y="55967"/>
                </a:lnTo>
                <a:lnTo>
                  <a:pt x="12367" y="55289"/>
                </a:lnTo>
                <a:lnTo>
                  <a:pt x="12436" y="54626"/>
                </a:lnTo>
                <a:lnTo>
                  <a:pt x="12520" y="53976"/>
                </a:lnTo>
                <a:lnTo>
                  <a:pt x="12620" y="53339"/>
                </a:lnTo>
                <a:lnTo>
                  <a:pt x="12735" y="52717"/>
                </a:lnTo>
                <a:lnTo>
                  <a:pt x="12866" y="52108"/>
                </a:lnTo>
                <a:lnTo>
                  <a:pt x="13011" y="51512"/>
                </a:lnTo>
                <a:lnTo>
                  <a:pt x="13173" y="50931"/>
                </a:lnTo>
                <a:lnTo>
                  <a:pt x="13349" y="50363"/>
                </a:lnTo>
                <a:lnTo>
                  <a:pt x="13541" y="49809"/>
                </a:lnTo>
                <a:lnTo>
                  <a:pt x="13748" y="49268"/>
                </a:lnTo>
                <a:lnTo>
                  <a:pt x="13971" y="48741"/>
                </a:lnTo>
                <a:lnTo>
                  <a:pt x="14209" y="48228"/>
                </a:lnTo>
                <a:lnTo>
                  <a:pt x="14462" y="47729"/>
                </a:lnTo>
                <a:lnTo>
                  <a:pt x="14731" y="47243"/>
                </a:lnTo>
                <a:lnTo>
                  <a:pt x="15015" y="46771"/>
                </a:lnTo>
                <a:lnTo>
                  <a:pt x="15314" y="46313"/>
                </a:lnTo>
                <a:lnTo>
                  <a:pt x="15629" y="45869"/>
                </a:lnTo>
                <a:lnTo>
                  <a:pt x="15959" y="45438"/>
                </a:lnTo>
                <a:lnTo>
                  <a:pt x="16304" y="45021"/>
                </a:lnTo>
                <a:lnTo>
                  <a:pt x="16665" y="44617"/>
                </a:lnTo>
                <a:lnTo>
                  <a:pt x="17039" y="44229"/>
                </a:lnTo>
                <a:lnTo>
                  <a:pt x="17425" y="43857"/>
                </a:lnTo>
                <a:lnTo>
                  <a:pt x="17822" y="43501"/>
                </a:lnTo>
                <a:lnTo>
                  <a:pt x="18231" y="43162"/>
                </a:lnTo>
                <a:lnTo>
                  <a:pt x="18652" y="42840"/>
                </a:lnTo>
                <a:lnTo>
                  <a:pt x="19084" y="42534"/>
                </a:lnTo>
                <a:lnTo>
                  <a:pt x="19527" y="42245"/>
                </a:lnTo>
                <a:lnTo>
                  <a:pt x="19982" y="41972"/>
                </a:lnTo>
                <a:lnTo>
                  <a:pt x="20449" y="41716"/>
                </a:lnTo>
                <a:lnTo>
                  <a:pt x="20928" y="41476"/>
                </a:lnTo>
                <a:lnTo>
                  <a:pt x="21417" y="41253"/>
                </a:lnTo>
                <a:lnTo>
                  <a:pt x="21919" y="41046"/>
                </a:lnTo>
                <a:lnTo>
                  <a:pt x="22432" y="40856"/>
                </a:lnTo>
                <a:lnTo>
                  <a:pt x="22956" y="40682"/>
                </a:lnTo>
                <a:lnTo>
                  <a:pt x="23493" y="40525"/>
                </a:lnTo>
                <a:lnTo>
                  <a:pt x="24040" y="40385"/>
                </a:lnTo>
                <a:lnTo>
                  <a:pt x="24600" y="40261"/>
                </a:lnTo>
                <a:lnTo>
                  <a:pt x="25170" y="40153"/>
                </a:lnTo>
                <a:lnTo>
                  <a:pt x="25753" y="40062"/>
                </a:lnTo>
                <a:lnTo>
                  <a:pt x="26347" y="39988"/>
                </a:lnTo>
                <a:lnTo>
                  <a:pt x="26952" y="39930"/>
                </a:lnTo>
                <a:lnTo>
                  <a:pt x="27569" y="39889"/>
                </a:lnTo>
                <a:lnTo>
                  <a:pt x="28198" y="39864"/>
                </a:lnTo>
                <a:lnTo>
                  <a:pt x="28838" y="39856"/>
                </a:lnTo>
                <a:lnTo>
                  <a:pt x="29490" y="39864"/>
                </a:lnTo>
                <a:lnTo>
                  <a:pt x="30128" y="39888"/>
                </a:lnTo>
                <a:lnTo>
                  <a:pt x="30754" y="39929"/>
                </a:lnTo>
                <a:lnTo>
                  <a:pt x="31368" y="39986"/>
                </a:lnTo>
                <a:lnTo>
                  <a:pt x="31969" y="40059"/>
                </a:lnTo>
                <a:lnTo>
                  <a:pt x="32558" y="40149"/>
                </a:lnTo>
                <a:lnTo>
                  <a:pt x="33134" y="40255"/>
                </a:lnTo>
                <a:lnTo>
                  <a:pt x="33697" y="40377"/>
                </a:lnTo>
                <a:lnTo>
                  <a:pt x="34248" y="40516"/>
                </a:lnTo>
                <a:lnTo>
                  <a:pt x="34787" y="40670"/>
                </a:lnTo>
                <a:lnTo>
                  <a:pt x="35313" y="40841"/>
                </a:lnTo>
                <a:lnTo>
                  <a:pt x="35826" y="41029"/>
                </a:lnTo>
                <a:lnTo>
                  <a:pt x="36327" y="41233"/>
                </a:lnTo>
                <a:lnTo>
                  <a:pt x="36816" y="41453"/>
                </a:lnTo>
                <a:lnTo>
                  <a:pt x="37292" y="41689"/>
                </a:lnTo>
                <a:lnTo>
                  <a:pt x="37755" y="41941"/>
                </a:lnTo>
                <a:lnTo>
                  <a:pt x="38206" y="42210"/>
                </a:lnTo>
                <a:lnTo>
                  <a:pt x="38644" y="42495"/>
                </a:lnTo>
                <a:lnTo>
                  <a:pt x="39070" y="42797"/>
                </a:lnTo>
                <a:lnTo>
                  <a:pt x="39484" y="43115"/>
                </a:lnTo>
                <a:lnTo>
                  <a:pt x="39884" y="43449"/>
                </a:lnTo>
                <a:lnTo>
                  <a:pt x="40273" y="43799"/>
                </a:lnTo>
                <a:lnTo>
                  <a:pt x="40648" y="44166"/>
                </a:lnTo>
                <a:lnTo>
                  <a:pt x="41012" y="44549"/>
                </a:lnTo>
                <a:lnTo>
                  <a:pt x="41361" y="44947"/>
                </a:lnTo>
                <a:lnTo>
                  <a:pt x="41696" y="45360"/>
                </a:lnTo>
                <a:lnTo>
                  <a:pt x="42016" y="45787"/>
                </a:lnTo>
                <a:lnTo>
                  <a:pt x="42321" y="46228"/>
                </a:lnTo>
                <a:lnTo>
                  <a:pt x="42612" y="46684"/>
                </a:lnTo>
                <a:lnTo>
                  <a:pt x="42887" y="47154"/>
                </a:lnTo>
                <a:lnTo>
                  <a:pt x="43147" y="47639"/>
                </a:lnTo>
                <a:lnTo>
                  <a:pt x="43393" y="48138"/>
                </a:lnTo>
                <a:lnTo>
                  <a:pt x="43624" y="48651"/>
                </a:lnTo>
                <a:lnTo>
                  <a:pt x="43839" y="49179"/>
                </a:lnTo>
                <a:lnTo>
                  <a:pt x="44040" y="49722"/>
                </a:lnTo>
                <a:lnTo>
                  <a:pt x="44226" y="50278"/>
                </a:lnTo>
                <a:lnTo>
                  <a:pt x="44397" y="50849"/>
                </a:lnTo>
                <a:lnTo>
                  <a:pt x="44554" y="51435"/>
                </a:lnTo>
                <a:lnTo>
                  <a:pt x="44695" y="52035"/>
                </a:lnTo>
                <a:lnTo>
                  <a:pt x="44822" y="52649"/>
                </a:lnTo>
                <a:lnTo>
                  <a:pt x="44933" y="53278"/>
                </a:lnTo>
                <a:lnTo>
                  <a:pt x="45030" y="53921"/>
                </a:lnTo>
                <a:lnTo>
                  <a:pt x="45112" y="54578"/>
                </a:lnTo>
                <a:lnTo>
                  <a:pt x="45179" y="55250"/>
                </a:lnTo>
                <a:lnTo>
                  <a:pt x="45231" y="55936"/>
                </a:lnTo>
                <a:lnTo>
                  <a:pt x="45268" y="56637"/>
                </a:lnTo>
                <a:lnTo>
                  <a:pt x="45290" y="57352"/>
                </a:lnTo>
                <a:lnTo>
                  <a:pt x="45298" y="58081"/>
                </a:lnTo>
                <a:lnTo>
                  <a:pt x="45298" y="61483"/>
                </a:lnTo>
                <a:lnTo>
                  <a:pt x="57540" y="61483"/>
                </a:lnTo>
                <a:lnTo>
                  <a:pt x="57540" y="56994"/>
                </a:lnTo>
                <a:lnTo>
                  <a:pt x="57528" y="55949"/>
                </a:lnTo>
                <a:lnTo>
                  <a:pt x="57491" y="54922"/>
                </a:lnTo>
                <a:lnTo>
                  <a:pt x="57430" y="53913"/>
                </a:lnTo>
                <a:lnTo>
                  <a:pt x="57345" y="52922"/>
                </a:lnTo>
                <a:lnTo>
                  <a:pt x="57236" y="51950"/>
                </a:lnTo>
                <a:lnTo>
                  <a:pt x="57102" y="50996"/>
                </a:lnTo>
                <a:lnTo>
                  <a:pt x="56944" y="50060"/>
                </a:lnTo>
                <a:lnTo>
                  <a:pt x="56761" y="49142"/>
                </a:lnTo>
                <a:lnTo>
                  <a:pt x="56555" y="48242"/>
                </a:lnTo>
                <a:lnTo>
                  <a:pt x="56324" y="47361"/>
                </a:lnTo>
                <a:lnTo>
                  <a:pt x="56068" y="46498"/>
                </a:lnTo>
                <a:lnTo>
                  <a:pt x="55788" y="45653"/>
                </a:lnTo>
                <a:lnTo>
                  <a:pt x="55484" y="44826"/>
                </a:lnTo>
                <a:lnTo>
                  <a:pt x="55156" y="44017"/>
                </a:lnTo>
                <a:lnTo>
                  <a:pt x="54803" y="43227"/>
                </a:lnTo>
                <a:lnTo>
                  <a:pt x="54426" y="42455"/>
                </a:lnTo>
                <a:lnTo>
                  <a:pt x="54025" y="41700"/>
                </a:lnTo>
                <a:lnTo>
                  <a:pt x="53599" y="40965"/>
                </a:lnTo>
                <a:lnTo>
                  <a:pt x="53149" y="40247"/>
                </a:lnTo>
                <a:lnTo>
                  <a:pt x="52675" y="39547"/>
                </a:lnTo>
                <a:lnTo>
                  <a:pt x="52176" y="38866"/>
                </a:lnTo>
                <a:lnTo>
                  <a:pt x="51653" y="38203"/>
                </a:lnTo>
                <a:lnTo>
                  <a:pt x="51106" y="37558"/>
                </a:lnTo>
                <a:lnTo>
                  <a:pt x="50535" y="36931"/>
                </a:lnTo>
                <a:lnTo>
                  <a:pt x="49942" y="36326"/>
                </a:lnTo>
                <a:lnTo>
                  <a:pt x="49334" y="35747"/>
                </a:lnTo>
                <a:lnTo>
                  <a:pt x="48708" y="35193"/>
                </a:lnTo>
                <a:lnTo>
                  <a:pt x="48065" y="34666"/>
                </a:lnTo>
                <a:lnTo>
                  <a:pt x="47406" y="34164"/>
                </a:lnTo>
                <a:lnTo>
                  <a:pt x="46730" y="33687"/>
                </a:lnTo>
                <a:lnTo>
                  <a:pt x="46037" y="33237"/>
                </a:lnTo>
                <a:lnTo>
                  <a:pt x="45328" y="32812"/>
                </a:lnTo>
                <a:lnTo>
                  <a:pt x="44602" y="32413"/>
                </a:lnTo>
                <a:lnTo>
                  <a:pt x="43858" y="32040"/>
                </a:lnTo>
                <a:lnTo>
                  <a:pt x="43099" y="31692"/>
                </a:lnTo>
                <a:lnTo>
                  <a:pt x="42322" y="31371"/>
                </a:lnTo>
                <a:lnTo>
                  <a:pt x="41529" y="31075"/>
                </a:lnTo>
                <a:lnTo>
                  <a:pt x="40718" y="30804"/>
                </a:lnTo>
                <a:lnTo>
                  <a:pt x="39891" y="30560"/>
                </a:lnTo>
                <a:lnTo>
                  <a:pt x="39048" y="30341"/>
                </a:lnTo>
                <a:lnTo>
                  <a:pt x="38187" y="30148"/>
                </a:lnTo>
                <a:lnTo>
                  <a:pt x="37310" y="29980"/>
                </a:lnTo>
                <a:lnTo>
                  <a:pt x="36416" y="29839"/>
                </a:lnTo>
                <a:lnTo>
                  <a:pt x="35505" y="29723"/>
                </a:lnTo>
                <a:lnTo>
                  <a:pt x="34578" y="29633"/>
                </a:lnTo>
                <a:lnTo>
                  <a:pt x="33633" y="29569"/>
                </a:lnTo>
                <a:lnTo>
                  <a:pt x="32672" y="29530"/>
                </a:lnTo>
                <a:lnTo>
                  <a:pt x="31694" y="29517"/>
                </a:lnTo>
                <a:lnTo>
                  <a:pt x="30842" y="29528"/>
                </a:lnTo>
                <a:lnTo>
                  <a:pt x="30007" y="29560"/>
                </a:lnTo>
                <a:lnTo>
                  <a:pt x="29190" y="29614"/>
                </a:lnTo>
                <a:lnTo>
                  <a:pt x="28390" y="29689"/>
                </a:lnTo>
                <a:lnTo>
                  <a:pt x="27609" y="29786"/>
                </a:lnTo>
                <a:lnTo>
                  <a:pt x="26845" y="29904"/>
                </a:lnTo>
                <a:lnTo>
                  <a:pt x="26098" y="30044"/>
                </a:lnTo>
                <a:lnTo>
                  <a:pt x="25370" y="30205"/>
                </a:lnTo>
                <a:lnTo>
                  <a:pt x="24659" y="30387"/>
                </a:lnTo>
                <a:lnTo>
                  <a:pt x="23966" y="30592"/>
                </a:lnTo>
                <a:lnTo>
                  <a:pt x="23290" y="30817"/>
                </a:lnTo>
                <a:lnTo>
                  <a:pt x="22632" y="31064"/>
                </a:lnTo>
                <a:lnTo>
                  <a:pt x="21992" y="31333"/>
                </a:lnTo>
                <a:lnTo>
                  <a:pt x="21370" y="31623"/>
                </a:lnTo>
                <a:lnTo>
                  <a:pt x="20765" y="31935"/>
                </a:lnTo>
                <a:lnTo>
                  <a:pt x="20178" y="32268"/>
                </a:lnTo>
                <a:lnTo>
                  <a:pt x="19609" y="32623"/>
                </a:lnTo>
                <a:lnTo>
                  <a:pt x="19057" y="32999"/>
                </a:lnTo>
                <a:lnTo>
                  <a:pt x="18523" y="33396"/>
                </a:lnTo>
                <a:lnTo>
                  <a:pt x="18007" y="33815"/>
                </a:lnTo>
                <a:lnTo>
                  <a:pt x="17508" y="34256"/>
                </a:lnTo>
                <a:lnTo>
                  <a:pt x="17028" y="34718"/>
                </a:lnTo>
                <a:lnTo>
                  <a:pt x="16565" y="35201"/>
                </a:lnTo>
                <a:lnTo>
                  <a:pt x="16119" y="35707"/>
                </a:lnTo>
                <a:lnTo>
                  <a:pt x="15692" y="36233"/>
                </a:lnTo>
                <a:lnTo>
                  <a:pt x="15283" y="36779"/>
                </a:lnTo>
                <a:lnTo>
                  <a:pt x="14892" y="37346"/>
                </a:lnTo>
                <a:lnTo>
                  <a:pt x="14519" y="37934"/>
                </a:lnTo>
                <a:lnTo>
                  <a:pt x="14164" y="38542"/>
                </a:lnTo>
                <a:lnTo>
                  <a:pt x="13828" y="39171"/>
                </a:lnTo>
                <a:lnTo>
                  <a:pt x="13510" y="39820"/>
                </a:lnTo>
                <a:lnTo>
                  <a:pt x="13210" y="40490"/>
                </a:lnTo>
                <a:lnTo>
                  <a:pt x="12928" y="41180"/>
                </a:lnTo>
                <a:lnTo>
                  <a:pt x="12664" y="41891"/>
                </a:lnTo>
                <a:lnTo>
                  <a:pt x="12419" y="42623"/>
                </a:lnTo>
                <a:lnTo>
                  <a:pt x="12192" y="43375"/>
                </a:lnTo>
                <a:lnTo>
                  <a:pt x="11982" y="44147"/>
                </a:lnTo>
                <a:lnTo>
                  <a:pt x="11972" y="44191"/>
                </a:lnTo>
                <a:lnTo>
                  <a:pt x="11972" y="30877"/>
                </a:lnTo>
                <a:lnTo>
                  <a:pt x="0" y="30877"/>
                </a:lnTo>
                <a:lnTo>
                  <a:pt x="0" y="105692"/>
                </a:lnTo>
                <a:lnTo>
                  <a:pt x="12244" y="105692"/>
                </a:lnTo>
                <a:close/>
                <a:moveTo>
                  <a:pt x="420323" y="105692"/>
                </a:moveTo>
                <a:lnTo>
                  <a:pt x="420323" y="58081"/>
                </a:lnTo>
                <a:lnTo>
                  <a:pt x="420331" y="57363"/>
                </a:lnTo>
                <a:lnTo>
                  <a:pt x="420354" y="56658"/>
                </a:lnTo>
                <a:lnTo>
                  <a:pt x="420392" y="55967"/>
                </a:lnTo>
                <a:lnTo>
                  <a:pt x="420446" y="55289"/>
                </a:lnTo>
                <a:lnTo>
                  <a:pt x="420515" y="54626"/>
                </a:lnTo>
                <a:lnTo>
                  <a:pt x="420600" y="53976"/>
                </a:lnTo>
                <a:lnTo>
                  <a:pt x="420699" y="53339"/>
                </a:lnTo>
                <a:lnTo>
                  <a:pt x="420814" y="52717"/>
                </a:lnTo>
                <a:lnTo>
                  <a:pt x="420945" y="52108"/>
                </a:lnTo>
                <a:lnTo>
                  <a:pt x="421091" y="51512"/>
                </a:lnTo>
                <a:lnTo>
                  <a:pt x="421252" y="50931"/>
                </a:lnTo>
                <a:lnTo>
                  <a:pt x="421429" y="50363"/>
                </a:lnTo>
                <a:lnTo>
                  <a:pt x="421620" y="49809"/>
                </a:lnTo>
                <a:lnTo>
                  <a:pt x="421828" y="49268"/>
                </a:lnTo>
                <a:lnTo>
                  <a:pt x="422050" y="48741"/>
                </a:lnTo>
                <a:lnTo>
                  <a:pt x="422288" y="48228"/>
                </a:lnTo>
                <a:lnTo>
                  <a:pt x="422541" y="47729"/>
                </a:lnTo>
                <a:lnTo>
                  <a:pt x="422810" y="47243"/>
                </a:lnTo>
                <a:lnTo>
                  <a:pt x="423094" y="46771"/>
                </a:lnTo>
                <a:lnTo>
                  <a:pt x="423393" y="46313"/>
                </a:lnTo>
                <a:lnTo>
                  <a:pt x="423708" y="45869"/>
                </a:lnTo>
                <a:lnTo>
                  <a:pt x="424038" y="45438"/>
                </a:lnTo>
                <a:lnTo>
                  <a:pt x="424384" y="45021"/>
                </a:lnTo>
                <a:lnTo>
                  <a:pt x="424744" y="44617"/>
                </a:lnTo>
                <a:lnTo>
                  <a:pt x="425119" y="44229"/>
                </a:lnTo>
                <a:lnTo>
                  <a:pt x="425504" y="43857"/>
                </a:lnTo>
                <a:lnTo>
                  <a:pt x="425902" y="43501"/>
                </a:lnTo>
                <a:lnTo>
                  <a:pt x="426311" y="43162"/>
                </a:lnTo>
                <a:lnTo>
                  <a:pt x="426731" y="42840"/>
                </a:lnTo>
                <a:lnTo>
                  <a:pt x="427163" y="42534"/>
                </a:lnTo>
                <a:lnTo>
                  <a:pt x="427607" y="42245"/>
                </a:lnTo>
                <a:lnTo>
                  <a:pt x="428062" y="41972"/>
                </a:lnTo>
                <a:lnTo>
                  <a:pt x="428529" y="41716"/>
                </a:lnTo>
                <a:lnTo>
                  <a:pt x="429007" y="41476"/>
                </a:lnTo>
                <a:lnTo>
                  <a:pt x="429497" y="41253"/>
                </a:lnTo>
                <a:lnTo>
                  <a:pt x="429998" y="41046"/>
                </a:lnTo>
                <a:lnTo>
                  <a:pt x="430511" y="40856"/>
                </a:lnTo>
                <a:lnTo>
                  <a:pt x="431036" y="40682"/>
                </a:lnTo>
                <a:lnTo>
                  <a:pt x="431572" y="40525"/>
                </a:lnTo>
                <a:lnTo>
                  <a:pt x="432120" y="40385"/>
                </a:lnTo>
                <a:lnTo>
                  <a:pt x="432679" y="40261"/>
                </a:lnTo>
                <a:lnTo>
                  <a:pt x="433250" y="40153"/>
                </a:lnTo>
                <a:lnTo>
                  <a:pt x="433832" y="40062"/>
                </a:lnTo>
                <a:lnTo>
                  <a:pt x="434426" y="39988"/>
                </a:lnTo>
                <a:lnTo>
                  <a:pt x="435032" y="39930"/>
                </a:lnTo>
                <a:lnTo>
                  <a:pt x="435649" y="39889"/>
                </a:lnTo>
                <a:lnTo>
                  <a:pt x="436277" y="39864"/>
                </a:lnTo>
                <a:lnTo>
                  <a:pt x="436918" y="39856"/>
                </a:lnTo>
                <a:lnTo>
                  <a:pt x="437569" y="39864"/>
                </a:lnTo>
                <a:lnTo>
                  <a:pt x="438208" y="39888"/>
                </a:lnTo>
                <a:lnTo>
                  <a:pt x="438834" y="39929"/>
                </a:lnTo>
                <a:lnTo>
                  <a:pt x="439447" y="39986"/>
                </a:lnTo>
                <a:lnTo>
                  <a:pt x="440048" y="40059"/>
                </a:lnTo>
                <a:lnTo>
                  <a:pt x="440637" y="40149"/>
                </a:lnTo>
                <a:lnTo>
                  <a:pt x="441213" y="40255"/>
                </a:lnTo>
                <a:lnTo>
                  <a:pt x="441777" y="40377"/>
                </a:lnTo>
                <a:lnTo>
                  <a:pt x="442328" y="40516"/>
                </a:lnTo>
                <a:lnTo>
                  <a:pt x="442866" y="40670"/>
                </a:lnTo>
                <a:lnTo>
                  <a:pt x="443392" y="40841"/>
                </a:lnTo>
                <a:lnTo>
                  <a:pt x="443906" y="41029"/>
                </a:lnTo>
                <a:lnTo>
                  <a:pt x="444407" y="41233"/>
                </a:lnTo>
                <a:lnTo>
                  <a:pt x="444895" y="41453"/>
                </a:lnTo>
                <a:lnTo>
                  <a:pt x="445371" y="41689"/>
                </a:lnTo>
                <a:lnTo>
                  <a:pt x="445834" y="41941"/>
                </a:lnTo>
                <a:lnTo>
                  <a:pt x="446285" y="42210"/>
                </a:lnTo>
                <a:lnTo>
                  <a:pt x="446724" y="42495"/>
                </a:lnTo>
                <a:lnTo>
                  <a:pt x="447150" y="42797"/>
                </a:lnTo>
                <a:lnTo>
                  <a:pt x="447563" y="43115"/>
                </a:lnTo>
                <a:lnTo>
                  <a:pt x="447964" y="43449"/>
                </a:lnTo>
                <a:lnTo>
                  <a:pt x="448352" y="43799"/>
                </a:lnTo>
                <a:lnTo>
                  <a:pt x="448728" y="44166"/>
                </a:lnTo>
                <a:lnTo>
                  <a:pt x="449091" y="44549"/>
                </a:lnTo>
                <a:lnTo>
                  <a:pt x="449441" y="44947"/>
                </a:lnTo>
                <a:lnTo>
                  <a:pt x="449776" y="45360"/>
                </a:lnTo>
                <a:lnTo>
                  <a:pt x="450096" y="45787"/>
                </a:lnTo>
                <a:lnTo>
                  <a:pt x="450401" y="46228"/>
                </a:lnTo>
                <a:lnTo>
                  <a:pt x="450691" y="46684"/>
                </a:lnTo>
                <a:lnTo>
                  <a:pt x="450966" y="47154"/>
                </a:lnTo>
                <a:lnTo>
                  <a:pt x="451227" y="47639"/>
                </a:lnTo>
                <a:lnTo>
                  <a:pt x="451472" y="48138"/>
                </a:lnTo>
                <a:lnTo>
                  <a:pt x="451703" y="48651"/>
                </a:lnTo>
                <a:lnTo>
                  <a:pt x="451919" y="49179"/>
                </a:lnTo>
                <a:lnTo>
                  <a:pt x="452120" y="49722"/>
                </a:lnTo>
                <a:lnTo>
                  <a:pt x="452306" y="50278"/>
                </a:lnTo>
                <a:lnTo>
                  <a:pt x="452477" y="50849"/>
                </a:lnTo>
                <a:lnTo>
                  <a:pt x="452633" y="51435"/>
                </a:lnTo>
                <a:lnTo>
                  <a:pt x="452774" y="52035"/>
                </a:lnTo>
                <a:lnTo>
                  <a:pt x="452901" y="52649"/>
                </a:lnTo>
                <a:lnTo>
                  <a:pt x="453013" y="53278"/>
                </a:lnTo>
                <a:lnTo>
                  <a:pt x="453109" y="53921"/>
                </a:lnTo>
                <a:lnTo>
                  <a:pt x="453191" y="54578"/>
                </a:lnTo>
                <a:lnTo>
                  <a:pt x="453258" y="55250"/>
                </a:lnTo>
                <a:lnTo>
                  <a:pt x="453310" y="55936"/>
                </a:lnTo>
                <a:lnTo>
                  <a:pt x="453347" y="56637"/>
                </a:lnTo>
                <a:lnTo>
                  <a:pt x="453370" y="57352"/>
                </a:lnTo>
                <a:lnTo>
                  <a:pt x="453377" y="58081"/>
                </a:lnTo>
                <a:lnTo>
                  <a:pt x="453377" y="61483"/>
                </a:lnTo>
                <a:lnTo>
                  <a:pt x="465619" y="61483"/>
                </a:lnTo>
                <a:lnTo>
                  <a:pt x="465619" y="56994"/>
                </a:lnTo>
                <a:lnTo>
                  <a:pt x="465607" y="55949"/>
                </a:lnTo>
                <a:lnTo>
                  <a:pt x="465570" y="54922"/>
                </a:lnTo>
                <a:lnTo>
                  <a:pt x="465510" y="53913"/>
                </a:lnTo>
                <a:lnTo>
                  <a:pt x="465424" y="52922"/>
                </a:lnTo>
                <a:lnTo>
                  <a:pt x="465315" y="51950"/>
                </a:lnTo>
                <a:lnTo>
                  <a:pt x="465181" y="50996"/>
                </a:lnTo>
                <a:lnTo>
                  <a:pt x="465023" y="50060"/>
                </a:lnTo>
                <a:lnTo>
                  <a:pt x="464841" y="49142"/>
                </a:lnTo>
                <a:lnTo>
                  <a:pt x="464634" y="48242"/>
                </a:lnTo>
                <a:lnTo>
                  <a:pt x="464403" y="47361"/>
                </a:lnTo>
                <a:lnTo>
                  <a:pt x="464147" y="46498"/>
                </a:lnTo>
                <a:lnTo>
                  <a:pt x="463868" y="45653"/>
                </a:lnTo>
                <a:lnTo>
                  <a:pt x="463564" y="44826"/>
                </a:lnTo>
                <a:lnTo>
                  <a:pt x="463235" y="44017"/>
                </a:lnTo>
                <a:lnTo>
                  <a:pt x="462883" y="43227"/>
                </a:lnTo>
                <a:lnTo>
                  <a:pt x="462506" y="42455"/>
                </a:lnTo>
                <a:lnTo>
                  <a:pt x="462104" y="41700"/>
                </a:lnTo>
                <a:lnTo>
                  <a:pt x="461679" y="40965"/>
                </a:lnTo>
                <a:lnTo>
                  <a:pt x="461229" y="40247"/>
                </a:lnTo>
                <a:lnTo>
                  <a:pt x="460754" y="39547"/>
                </a:lnTo>
                <a:lnTo>
                  <a:pt x="460256" y="38866"/>
                </a:lnTo>
                <a:lnTo>
                  <a:pt x="459733" y="38203"/>
                </a:lnTo>
                <a:lnTo>
                  <a:pt x="459186" y="37558"/>
                </a:lnTo>
                <a:lnTo>
                  <a:pt x="458614" y="36931"/>
                </a:lnTo>
                <a:lnTo>
                  <a:pt x="458022" y="36326"/>
                </a:lnTo>
                <a:lnTo>
                  <a:pt x="457413" y="35747"/>
                </a:lnTo>
                <a:lnTo>
                  <a:pt x="456787" y="35193"/>
                </a:lnTo>
                <a:lnTo>
                  <a:pt x="456145" y="34666"/>
                </a:lnTo>
                <a:lnTo>
                  <a:pt x="455485" y="34164"/>
                </a:lnTo>
                <a:lnTo>
                  <a:pt x="454809" y="33687"/>
                </a:lnTo>
                <a:lnTo>
                  <a:pt x="454117" y="33237"/>
                </a:lnTo>
                <a:lnTo>
                  <a:pt x="453407" y="32812"/>
                </a:lnTo>
                <a:lnTo>
                  <a:pt x="452681" y="32413"/>
                </a:lnTo>
                <a:lnTo>
                  <a:pt x="451938" y="32040"/>
                </a:lnTo>
                <a:lnTo>
                  <a:pt x="451178" y="31692"/>
                </a:lnTo>
                <a:lnTo>
                  <a:pt x="450401" y="31371"/>
                </a:lnTo>
                <a:lnTo>
                  <a:pt x="449608" y="31075"/>
                </a:lnTo>
                <a:lnTo>
                  <a:pt x="448798" y="30804"/>
                </a:lnTo>
                <a:lnTo>
                  <a:pt x="447971" y="30560"/>
                </a:lnTo>
                <a:lnTo>
                  <a:pt x="447127" y="30341"/>
                </a:lnTo>
                <a:lnTo>
                  <a:pt x="446267" y="30148"/>
                </a:lnTo>
                <a:lnTo>
                  <a:pt x="445389" y="29980"/>
                </a:lnTo>
                <a:lnTo>
                  <a:pt x="444495" y="29839"/>
                </a:lnTo>
                <a:lnTo>
                  <a:pt x="443585" y="29723"/>
                </a:lnTo>
                <a:lnTo>
                  <a:pt x="442657" y="29633"/>
                </a:lnTo>
                <a:lnTo>
                  <a:pt x="441713" y="29569"/>
                </a:lnTo>
                <a:lnTo>
                  <a:pt x="440752" y="29530"/>
                </a:lnTo>
                <a:lnTo>
                  <a:pt x="439774" y="29517"/>
                </a:lnTo>
                <a:lnTo>
                  <a:pt x="438921" y="29528"/>
                </a:lnTo>
                <a:lnTo>
                  <a:pt x="438086" y="29560"/>
                </a:lnTo>
                <a:lnTo>
                  <a:pt x="437269" y="29614"/>
                </a:lnTo>
                <a:lnTo>
                  <a:pt x="436470" y="29689"/>
                </a:lnTo>
                <a:lnTo>
                  <a:pt x="435688" y="29786"/>
                </a:lnTo>
                <a:lnTo>
                  <a:pt x="434924" y="29904"/>
                </a:lnTo>
                <a:lnTo>
                  <a:pt x="434178" y="30044"/>
                </a:lnTo>
                <a:lnTo>
                  <a:pt x="433449" y="30205"/>
                </a:lnTo>
                <a:lnTo>
                  <a:pt x="432738" y="30387"/>
                </a:lnTo>
                <a:lnTo>
                  <a:pt x="432045" y="30592"/>
                </a:lnTo>
                <a:lnTo>
                  <a:pt x="431369" y="30817"/>
                </a:lnTo>
                <a:lnTo>
                  <a:pt x="430712" y="31064"/>
                </a:lnTo>
                <a:lnTo>
                  <a:pt x="430072" y="31333"/>
                </a:lnTo>
                <a:lnTo>
                  <a:pt x="429449" y="31623"/>
                </a:lnTo>
                <a:lnTo>
                  <a:pt x="428844" y="31935"/>
                </a:lnTo>
                <a:lnTo>
                  <a:pt x="428257" y="32268"/>
                </a:lnTo>
                <a:lnTo>
                  <a:pt x="427688" y="32623"/>
                </a:lnTo>
                <a:lnTo>
                  <a:pt x="427136" y="32999"/>
                </a:lnTo>
                <a:lnTo>
                  <a:pt x="426603" y="33396"/>
                </a:lnTo>
                <a:lnTo>
                  <a:pt x="426086" y="33815"/>
                </a:lnTo>
                <a:lnTo>
                  <a:pt x="425588" y="34256"/>
                </a:lnTo>
                <a:lnTo>
                  <a:pt x="425107" y="34718"/>
                </a:lnTo>
                <a:lnTo>
                  <a:pt x="424644" y="35201"/>
                </a:lnTo>
                <a:lnTo>
                  <a:pt x="424198" y="35707"/>
                </a:lnTo>
                <a:lnTo>
                  <a:pt x="423771" y="36233"/>
                </a:lnTo>
                <a:lnTo>
                  <a:pt x="423362" y="36779"/>
                </a:lnTo>
                <a:lnTo>
                  <a:pt x="422971" y="37346"/>
                </a:lnTo>
                <a:lnTo>
                  <a:pt x="422598" y="37934"/>
                </a:lnTo>
                <a:lnTo>
                  <a:pt x="422244" y="38542"/>
                </a:lnTo>
                <a:lnTo>
                  <a:pt x="421907" y="39171"/>
                </a:lnTo>
                <a:lnTo>
                  <a:pt x="421589" y="39820"/>
                </a:lnTo>
                <a:lnTo>
                  <a:pt x="421289" y="40490"/>
                </a:lnTo>
                <a:lnTo>
                  <a:pt x="421007" y="41180"/>
                </a:lnTo>
                <a:lnTo>
                  <a:pt x="420744" y="41891"/>
                </a:lnTo>
                <a:lnTo>
                  <a:pt x="420498" y="42623"/>
                </a:lnTo>
                <a:lnTo>
                  <a:pt x="420271" y="43375"/>
                </a:lnTo>
                <a:lnTo>
                  <a:pt x="420062" y="44147"/>
                </a:lnTo>
                <a:lnTo>
                  <a:pt x="420051" y="44191"/>
                </a:lnTo>
                <a:lnTo>
                  <a:pt x="420051" y="30877"/>
                </a:lnTo>
                <a:lnTo>
                  <a:pt x="408079" y="30877"/>
                </a:lnTo>
                <a:lnTo>
                  <a:pt x="408079" y="105692"/>
                </a:lnTo>
                <a:lnTo>
                  <a:pt x="420323" y="105692"/>
                </a:lnTo>
                <a:close/>
                <a:moveTo>
                  <a:pt x="198463" y="30877"/>
                </a:moveTo>
                <a:lnTo>
                  <a:pt x="163097" y="30877"/>
                </a:lnTo>
                <a:lnTo>
                  <a:pt x="163097" y="42031"/>
                </a:lnTo>
                <a:lnTo>
                  <a:pt x="186221" y="42031"/>
                </a:lnTo>
                <a:lnTo>
                  <a:pt x="186221" y="94537"/>
                </a:lnTo>
                <a:lnTo>
                  <a:pt x="159697" y="94537"/>
                </a:lnTo>
                <a:lnTo>
                  <a:pt x="159697" y="105692"/>
                </a:lnTo>
                <a:lnTo>
                  <a:pt x="223628" y="105692"/>
                </a:lnTo>
                <a:lnTo>
                  <a:pt x="223628" y="94537"/>
                </a:lnTo>
                <a:lnTo>
                  <a:pt x="198463" y="94537"/>
                </a:lnTo>
                <a:lnTo>
                  <a:pt x="198463" y="30877"/>
                </a:lnTo>
                <a:close/>
                <a:moveTo>
                  <a:pt x="113954" y="106687"/>
                </a:moveTo>
                <a:lnTo>
                  <a:pt x="114983" y="106615"/>
                </a:lnTo>
                <a:lnTo>
                  <a:pt x="115989" y="106522"/>
                </a:lnTo>
                <a:lnTo>
                  <a:pt x="116971" y="106409"/>
                </a:lnTo>
                <a:lnTo>
                  <a:pt x="117930" y="106276"/>
                </a:lnTo>
                <a:lnTo>
                  <a:pt x="118865" y="106122"/>
                </a:lnTo>
                <a:lnTo>
                  <a:pt x="119778" y="105947"/>
                </a:lnTo>
                <a:lnTo>
                  <a:pt x="120666" y="105752"/>
                </a:lnTo>
                <a:lnTo>
                  <a:pt x="121532" y="105537"/>
                </a:lnTo>
                <a:lnTo>
                  <a:pt x="122374" y="105300"/>
                </a:lnTo>
                <a:lnTo>
                  <a:pt x="123193" y="105044"/>
                </a:lnTo>
                <a:lnTo>
                  <a:pt x="123988" y="104766"/>
                </a:lnTo>
                <a:lnTo>
                  <a:pt x="124760" y="104468"/>
                </a:lnTo>
                <a:lnTo>
                  <a:pt x="125508" y="104150"/>
                </a:lnTo>
                <a:lnTo>
                  <a:pt x="126233" y="103811"/>
                </a:lnTo>
                <a:lnTo>
                  <a:pt x="126935" y="103452"/>
                </a:lnTo>
                <a:lnTo>
                  <a:pt x="127613" y="103072"/>
                </a:lnTo>
                <a:lnTo>
                  <a:pt x="128268" y="102671"/>
                </a:lnTo>
                <a:lnTo>
                  <a:pt x="128900" y="102250"/>
                </a:lnTo>
                <a:lnTo>
                  <a:pt x="129508" y="101809"/>
                </a:lnTo>
                <a:lnTo>
                  <a:pt x="130093" y="101346"/>
                </a:lnTo>
                <a:lnTo>
                  <a:pt x="130654" y="100864"/>
                </a:lnTo>
                <a:lnTo>
                  <a:pt x="131192" y="100363"/>
                </a:lnTo>
                <a:lnTo>
                  <a:pt x="131708" y="99847"/>
                </a:lnTo>
                <a:lnTo>
                  <a:pt x="132200" y="99315"/>
                </a:lnTo>
                <a:lnTo>
                  <a:pt x="132670" y="98768"/>
                </a:lnTo>
                <a:lnTo>
                  <a:pt x="133117" y="98206"/>
                </a:lnTo>
                <a:lnTo>
                  <a:pt x="133541" y="97629"/>
                </a:lnTo>
                <a:lnTo>
                  <a:pt x="133942" y="97036"/>
                </a:lnTo>
                <a:lnTo>
                  <a:pt x="134320" y="96427"/>
                </a:lnTo>
                <a:lnTo>
                  <a:pt x="134675" y="95804"/>
                </a:lnTo>
                <a:lnTo>
                  <a:pt x="135007" y="95165"/>
                </a:lnTo>
                <a:lnTo>
                  <a:pt x="135316" y="94511"/>
                </a:lnTo>
                <a:lnTo>
                  <a:pt x="135603" y="93841"/>
                </a:lnTo>
                <a:lnTo>
                  <a:pt x="135866" y="93156"/>
                </a:lnTo>
                <a:lnTo>
                  <a:pt x="136107" y="92456"/>
                </a:lnTo>
                <a:lnTo>
                  <a:pt x="136324" y="91740"/>
                </a:lnTo>
                <a:lnTo>
                  <a:pt x="136519" y="91009"/>
                </a:lnTo>
                <a:lnTo>
                  <a:pt x="136691" y="90262"/>
                </a:lnTo>
                <a:lnTo>
                  <a:pt x="136840" y="89501"/>
                </a:lnTo>
                <a:lnTo>
                  <a:pt x="136966" y="88723"/>
                </a:lnTo>
                <a:lnTo>
                  <a:pt x="137069" y="87931"/>
                </a:lnTo>
                <a:lnTo>
                  <a:pt x="137149" y="87123"/>
                </a:lnTo>
                <a:lnTo>
                  <a:pt x="137206" y="86300"/>
                </a:lnTo>
                <a:lnTo>
                  <a:pt x="137241" y="85461"/>
                </a:lnTo>
                <a:lnTo>
                  <a:pt x="137252" y="84608"/>
                </a:lnTo>
                <a:lnTo>
                  <a:pt x="137243" y="83799"/>
                </a:lnTo>
                <a:lnTo>
                  <a:pt x="137214" y="83007"/>
                </a:lnTo>
                <a:lnTo>
                  <a:pt x="137166" y="82231"/>
                </a:lnTo>
                <a:lnTo>
                  <a:pt x="137099" y="81471"/>
                </a:lnTo>
                <a:lnTo>
                  <a:pt x="137013" y="80727"/>
                </a:lnTo>
                <a:lnTo>
                  <a:pt x="136908" y="79999"/>
                </a:lnTo>
                <a:lnTo>
                  <a:pt x="136783" y="79288"/>
                </a:lnTo>
                <a:lnTo>
                  <a:pt x="136640" y="78592"/>
                </a:lnTo>
                <a:lnTo>
                  <a:pt x="136477" y="77912"/>
                </a:lnTo>
                <a:lnTo>
                  <a:pt x="136296" y="77249"/>
                </a:lnTo>
                <a:lnTo>
                  <a:pt x="136095" y="76601"/>
                </a:lnTo>
                <a:lnTo>
                  <a:pt x="135875" y="75970"/>
                </a:lnTo>
                <a:lnTo>
                  <a:pt x="135635" y="75354"/>
                </a:lnTo>
                <a:lnTo>
                  <a:pt x="135377" y="74755"/>
                </a:lnTo>
                <a:lnTo>
                  <a:pt x="135100" y="74171"/>
                </a:lnTo>
                <a:lnTo>
                  <a:pt x="134803" y="73604"/>
                </a:lnTo>
                <a:lnTo>
                  <a:pt x="134487" y="73053"/>
                </a:lnTo>
                <a:lnTo>
                  <a:pt x="134153" y="72518"/>
                </a:lnTo>
                <a:lnTo>
                  <a:pt x="133799" y="71999"/>
                </a:lnTo>
                <a:lnTo>
                  <a:pt x="133425" y="71496"/>
                </a:lnTo>
                <a:lnTo>
                  <a:pt x="133033" y="71009"/>
                </a:lnTo>
                <a:lnTo>
                  <a:pt x="132622" y="70538"/>
                </a:lnTo>
                <a:lnTo>
                  <a:pt x="132191" y="70083"/>
                </a:lnTo>
                <a:lnTo>
                  <a:pt x="131742" y="69645"/>
                </a:lnTo>
                <a:lnTo>
                  <a:pt x="131271" y="69220"/>
                </a:lnTo>
                <a:lnTo>
                  <a:pt x="130778" y="68806"/>
                </a:lnTo>
                <a:lnTo>
                  <a:pt x="130261" y="68404"/>
                </a:lnTo>
                <a:lnTo>
                  <a:pt x="129722" y="68013"/>
                </a:lnTo>
                <a:lnTo>
                  <a:pt x="129160" y="67633"/>
                </a:lnTo>
                <a:lnTo>
                  <a:pt x="128575" y="67264"/>
                </a:lnTo>
                <a:lnTo>
                  <a:pt x="127967" y="66907"/>
                </a:lnTo>
                <a:lnTo>
                  <a:pt x="127336" y="66562"/>
                </a:lnTo>
                <a:lnTo>
                  <a:pt x="126682" y="66227"/>
                </a:lnTo>
                <a:lnTo>
                  <a:pt x="126006" y="65904"/>
                </a:lnTo>
                <a:lnTo>
                  <a:pt x="125306" y="65593"/>
                </a:lnTo>
                <a:lnTo>
                  <a:pt x="124584" y="65292"/>
                </a:lnTo>
                <a:lnTo>
                  <a:pt x="123839" y="65003"/>
                </a:lnTo>
                <a:lnTo>
                  <a:pt x="123070" y="64725"/>
                </a:lnTo>
                <a:lnTo>
                  <a:pt x="122279" y="64459"/>
                </a:lnTo>
                <a:lnTo>
                  <a:pt x="121465" y="64204"/>
                </a:lnTo>
                <a:lnTo>
                  <a:pt x="120628" y="63960"/>
                </a:lnTo>
                <a:lnTo>
                  <a:pt x="119768" y="63728"/>
                </a:lnTo>
                <a:lnTo>
                  <a:pt x="118885" y="63507"/>
                </a:lnTo>
                <a:lnTo>
                  <a:pt x="117980" y="63297"/>
                </a:lnTo>
                <a:lnTo>
                  <a:pt x="117051" y="63098"/>
                </a:lnTo>
                <a:lnTo>
                  <a:pt x="116100" y="62911"/>
                </a:lnTo>
                <a:lnTo>
                  <a:pt x="115125" y="62735"/>
                </a:lnTo>
                <a:lnTo>
                  <a:pt x="114128" y="62571"/>
                </a:lnTo>
                <a:lnTo>
                  <a:pt x="104061" y="60940"/>
                </a:lnTo>
                <a:lnTo>
                  <a:pt x="103579" y="60858"/>
                </a:lnTo>
                <a:lnTo>
                  <a:pt x="103108" y="60772"/>
                </a:lnTo>
                <a:lnTo>
                  <a:pt x="102648" y="60682"/>
                </a:lnTo>
                <a:lnTo>
                  <a:pt x="102199" y="60588"/>
                </a:lnTo>
                <a:lnTo>
                  <a:pt x="101760" y="60490"/>
                </a:lnTo>
                <a:lnTo>
                  <a:pt x="101332" y="60387"/>
                </a:lnTo>
                <a:lnTo>
                  <a:pt x="100916" y="60280"/>
                </a:lnTo>
                <a:lnTo>
                  <a:pt x="100510" y="60169"/>
                </a:lnTo>
                <a:lnTo>
                  <a:pt x="100114" y="60053"/>
                </a:lnTo>
                <a:lnTo>
                  <a:pt x="99730" y="59933"/>
                </a:lnTo>
                <a:lnTo>
                  <a:pt x="99357" y="59809"/>
                </a:lnTo>
                <a:lnTo>
                  <a:pt x="98994" y="59681"/>
                </a:lnTo>
                <a:lnTo>
                  <a:pt x="98643" y="59549"/>
                </a:lnTo>
                <a:lnTo>
                  <a:pt x="98302" y="59412"/>
                </a:lnTo>
                <a:lnTo>
                  <a:pt x="97972" y="59271"/>
                </a:lnTo>
                <a:lnTo>
                  <a:pt x="97653" y="59126"/>
                </a:lnTo>
                <a:lnTo>
                  <a:pt x="97345" y="58977"/>
                </a:lnTo>
                <a:lnTo>
                  <a:pt x="97047" y="58823"/>
                </a:lnTo>
                <a:lnTo>
                  <a:pt x="96761" y="58665"/>
                </a:lnTo>
                <a:lnTo>
                  <a:pt x="96485" y="58503"/>
                </a:lnTo>
                <a:lnTo>
                  <a:pt x="96220" y="58336"/>
                </a:lnTo>
                <a:lnTo>
                  <a:pt x="95966" y="58166"/>
                </a:lnTo>
                <a:lnTo>
                  <a:pt x="95723" y="57991"/>
                </a:lnTo>
                <a:lnTo>
                  <a:pt x="95491" y="57812"/>
                </a:lnTo>
                <a:lnTo>
                  <a:pt x="95269" y="57626"/>
                </a:lnTo>
                <a:lnTo>
                  <a:pt x="95057" y="57432"/>
                </a:lnTo>
                <a:lnTo>
                  <a:pt x="94853" y="57229"/>
                </a:lnTo>
                <a:lnTo>
                  <a:pt x="94660" y="57018"/>
                </a:lnTo>
                <a:lnTo>
                  <a:pt x="94476" y="56798"/>
                </a:lnTo>
                <a:lnTo>
                  <a:pt x="94301" y="56570"/>
                </a:lnTo>
                <a:lnTo>
                  <a:pt x="94135" y="56333"/>
                </a:lnTo>
                <a:lnTo>
                  <a:pt x="93980" y="56088"/>
                </a:lnTo>
                <a:lnTo>
                  <a:pt x="93833" y="55835"/>
                </a:lnTo>
                <a:lnTo>
                  <a:pt x="93696" y="55572"/>
                </a:lnTo>
                <a:lnTo>
                  <a:pt x="93569" y="55302"/>
                </a:lnTo>
                <a:lnTo>
                  <a:pt x="93450" y="55023"/>
                </a:lnTo>
                <a:lnTo>
                  <a:pt x="93342" y="54735"/>
                </a:lnTo>
                <a:lnTo>
                  <a:pt x="93243" y="54439"/>
                </a:lnTo>
                <a:lnTo>
                  <a:pt x="93153" y="54134"/>
                </a:lnTo>
                <a:lnTo>
                  <a:pt x="93072" y="53821"/>
                </a:lnTo>
                <a:lnTo>
                  <a:pt x="93002" y="53499"/>
                </a:lnTo>
                <a:lnTo>
                  <a:pt x="92940" y="53169"/>
                </a:lnTo>
                <a:lnTo>
                  <a:pt x="92888" y="52831"/>
                </a:lnTo>
                <a:lnTo>
                  <a:pt x="92846" y="52483"/>
                </a:lnTo>
                <a:lnTo>
                  <a:pt x="92813" y="52128"/>
                </a:lnTo>
                <a:lnTo>
                  <a:pt x="92789" y="51764"/>
                </a:lnTo>
                <a:lnTo>
                  <a:pt x="92775" y="51391"/>
                </a:lnTo>
                <a:lnTo>
                  <a:pt x="92770" y="51010"/>
                </a:lnTo>
                <a:lnTo>
                  <a:pt x="92776" y="50584"/>
                </a:lnTo>
                <a:lnTo>
                  <a:pt x="92792" y="50166"/>
                </a:lnTo>
                <a:lnTo>
                  <a:pt x="92820" y="49758"/>
                </a:lnTo>
                <a:lnTo>
                  <a:pt x="92859" y="49358"/>
                </a:lnTo>
                <a:lnTo>
                  <a:pt x="92909" y="48968"/>
                </a:lnTo>
                <a:lnTo>
                  <a:pt x="92970" y="48586"/>
                </a:lnTo>
                <a:lnTo>
                  <a:pt x="93042" y="48214"/>
                </a:lnTo>
                <a:lnTo>
                  <a:pt x="93125" y="47850"/>
                </a:lnTo>
                <a:lnTo>
                  <a:pt x="93220" y="47496"/>
                </a:lnTo>
                <a:lnTo>
                  <a:pt x="93325" y="47150"/>
                </a:lnTo>
                <a:lnTo>
                  <a:pt x="93442" y="46814"/>
                </a:lnTo>
                <a:lnTo>
                  <a:pt x="93569" y="46486"/>
                </a:lnTo>
                <a:lnTo>
                  <a:pt x="93708" y="46168"/>
                </a:lnTo>
                <a:lnTo>
                  <a:pt x="93858" y="45858"/>
                </a:lnTo>
                <a:lnTo>
                  <a:pt x="94019" y="45557"/>
                </a:lnTo>
                <a:lnTo>
                  <a:pt x="94191" y="45266"/>
                </a:lnTo>
                <a:lnTo>
                  <a:pt x="94374" y="44983"/>
                </a:lnTo>
                <a:lnTo>
                  <a:pt x="94568" y="44709"/>
                </a:lnTo>
                <a:lnTo>
                  <a:pt x="94773" y="44444"/>
                </a:lnTo>
                <a:lnTo>
                  <a:pt x="94990" y="44189"/>
                </a:lnTo>
                <a:lnTo>
                  <a:pt x="95217" y="43942"/>
                </a:lnTo>
                <a:lnTo>
                  <a:pt x="95456" y="43704"/>
                </a:lnTo>
                <a:lnTo>
                  <a:pt x="95706" y="43475"/>
                </a:lnTo>
                <a:lnTo>
                  <a:pt x="95967" y="43255"/>
                </a:lnTo>
                <a:lnTo>
                  <a:pt x="96240" y="43045"/>
                </a:lnTo>
                <a:lnTo>
                  <a:pt x="96526" y="42843"/>
                </a:lnTo>
                <a:lnTo>
                  <a:pt x="96825" y="42650"/>
                </a:lnTo>
                <a:lnTo>
                  <a:pt x="97137" y="42466"/>
                </a:lnTo>
                <a:lnTo>
                  <a:pt x="97461" y="42291"/>
                </a:lnTo>
                <a:lnTo>
                  <a:pt x="97799" y="42125"/>
                </a:lnTo>
                <a:lnTo>
                  <a:pt x="98150" y="41968"/>
                </a:lnTo>
                <a:lnTo>
                  <a:pt x="98514" y="41820"/>
                </a:lnTo>
                <a:lnTo>
                  <a:pt x="98891" y="41681"/>
                </a:lnTo>
                <a:lnTo>
                  <a:pt x="99281" y="41551"/>
                </a:lnTo>
                <a:lnTo>
                  <a:pt x="99684" y="41430"/>
                </a:lnTo>
                <a:lnTo>
                  <a:pt x="100100" y="41317"/>
                </a:lnTo>
                <a:lnTo>
                  <a:pt x="100528" y="41214"/>
                </a:lnTo>
                <a:lnTo>
                  <a:pt x="100970" y="41120"/>
                </a:lnTo>
                <a:lnTo>
                  <a:pt x="101425" y="41035"/>
                </a:lnTo>
                <a:lnTo>
                  <a:pt x="101893" y="40958"/>
                </a:lnTo>
                <a:lnTo>
                  <a:pt x="102373" y="40891"/>
                </a:lnTo>
                <a:lnTo>
                  <a:pt x="102867" y="40833"/>
                </a:lnTo>
                <a:lnTo>
                  <a:pt x="103374" y="40784"/>
                </a:lnTo>
                <a:lnTo>
                  <a:pt x="103893" y="40743"/>
                </a:lnTo>
                <a:lnTo>
                  <a:pt x="104426" y="40712"/>
                </a:lnTo>
                <a:lnTo>
                  <a:pt x="104972" y="40689"/>
                </a:lnTo>
                <a:lnTo>
                  <a:pt x="105530" y="40676"/>
                </a:lnTo>
                <a:lnTo>
                  <a:pt x="106102" y="40671"/>
                </a:lnTo>
                <a:lnTo>
                  <a:pt x="111270" y="40671"/>
                </a:lnTo>
                <a:lnTo>
                  <a:pt x="111731" y="40675"/>
                </a:lnTo>
                <a:lnTo>
                  <a:pt x="112183" y="40686"/>
                </a:lnTo>
                <a:lnTo>
                  <a:pt x="112628" y="40704"/>
                </a:lnTo>
                <a:lnTo>
                  <a:pt x="113065" y="40730"/>
                </a:lnTo>
                <a:lnTo>
                  <a:pt x="113493" y="40763"/>
                </a:lnTo>
                <a:lnTo>
                  <a:pt x="113914" y="40803"/>
                </a:lnTo>
                <a:lnTo>
                  <a:pt x="114327" y="40851"/>
                </a:lnTo>
                <a:lnTo>
                  <a:pt x="114731" y="40906"/>
                </a:lnTo>
                <a:lnTo>
                  <a:pt x="115128" y="40968"/>
                </a:lnTo>
                <a:lnTo>
                  <a:pt x="115516" y="41037"/>
                </a:lnTo>
                <a:lnTo>
                  <a:pt x="115897" y="41114"/>
                </a:lnTo>
                <a:lnTo>
                  <a:pt x="116269" y="41199"/>
                </a:lnTo>
                <a:lnTo>
                  <a:pt x="116633" y="41290"/>
                </a:lnTo>
                <a:lnTo>
                  <a:pt x="116990" y="41389"/>
                </a:lnTo>
                <a:lnTo>
                  <a:pt x="117338" y="41495"/>
                </a:lnTo>
                <a:lnTo>
                  <a:pt x="117678" y="41609"/>
                </a:lnTo>
                <a:lnTo>
                  <a:pt x="118011" y="41729"/>
                </a:lnTo>
                <a:lnTo>
                  <a:pt x="118335" y="41858"/>
                </a:lnTo>
                <a:lnTo>
                  <a:pt x="118651" y="41993"/>
                </a:lnTo>
                <a:lnTo>
                  <a:pt x="118959" y="42136"/>
                </a:lnTo>
                <a:lnTo>
                  <a:pt x="119260" y="42286"/>
                </a:lnTo>
                <a:lnTo>
                  <a:pt x="119552" y="42443"/>
                </a:lnTo>
                <a:lnTo>
                  <a:pt x="119836" y="42608"/>
                </a:lnTo>
                <a:lnTo>
                  <a:pt x="120112" y="42780"/>
                </a:lnTo>
                <a:lnTo>
                  <a:pt x="120380" y="42958"/>
                </a:lnTo>
                <a:lnTo>
                  <a:pt x="120639" y="43141"/>
                </a:lnTo>
                <a:lnTo>
                  <a:pt x="120890" y="43329"/>
                </a:lnTo>
                <a:lnTo>
                  <a:pt x="121132" y="43522"/>
                </a:lnTo>
                <a:lnTo>
                  <a:pt x="121366" y="43720"/>
                </a:lnTo>
                <a:lnTo>
                  <a:pt x="121591" y="43923"/>
                </a:lnTo>
                <a:lnTo>
                  <a:pt x="121808" y="44131"/>
                </a:lnTo>
                <a:lnTo>
                  <a:pt x="122016" y="44344"/>
                </a:lnTo>
                <a:lnTo>
                  <a:pt x="122216" y="44561"/>
                </a:lnTo>
                <a:lnTo>
                  <a:pt x="122408" y="44784"/>
                </a:lnTo>
                <a:lnTo>
                  <a:pt x="122590" y="45012"/>
                </a:lnTo>
                <a:lnTo>
                  <a:pt x="122765" y="45244"/>
                </a:lnTo>
                <a:lnTo>
                  <a:pt x="122930" y="45482"/>
                </a:lnTo>
                <a:lnTo>
                  <a:pt x="123088" y="45725"/>
                </a:lnTo>
                <a:lnTo>
                  <a:pt x="123236" y="45972"/>
                </a:lnTo>
                <a:lnTo>
                  <a:pt x="123377" y="46225"/>
                </a:lnTo>
                <a:lnTo>
                  <a:pt x="123508" y="46482"/>
                </a:lnTo>
                <a:lnTo>
                  <a:pt x="123632" y="46745"/>
                </a:lnTo>
                <a:lnTo>
                  <a:pt x="123746" y="47012"/>
                </a:lnTo>
                <a:lnTo>
                  <a:pt x="123853" y="47284"/>
                </a:lnTo>
                <a:lnTo>
                  <a:pt x="123950" y="47562"/>
                </a:lnTo>
                <a:lnTo>
                  <a:pt x="124040" y="47844"/>
                </a:lnTo>
                <a:lnTo>
                  <a:pt x="124120" y="48131"/>
                </a:lnTo>
                <a:lnTo>
                  <a:pt x="124193" y="48424"/>
                </a:lnTo>
                <a:lnTo>
                  <a:pt x="136437" y="48424"/>
                </a:lnTo>
                <a:lnTo>
                  <a:pt x="136314" y="47716"/>
                </a:lnTo>
                <a:lnTo>
                  <a:pt x="136174" y="47020"/>
                </a:lnTo>
                <a:lnTo>
                  <a:pt x="136015" y="46337"/>
                </a:lnTo>
                <a:lnTo>
                  <a:pt x="135839" y="45666"/>
                </a:lnTo>
                <a:lnTo>
                  <a:pt x="135645" y="45007"/>
                </a:lnTo>
                <a:lnTo>
                  <a:pt x="135433" y="44361"/>
                </a:lnTo>
                <a:lnTo>
                  <a:pt x="135203" y="43726"/>
                </a:lnTo>
                <a:lnTo>
                  <a:pt x="134955" y="43104"/>
                </a:lnTo>
                <a:lnTo>
                  <a:pt x="134689" y="42495"/>
                </a:lnTo>
                <a:lnTo>
                  <a:pt x="134405" y="41897"/>
                </a:lnTo>
                <a:lnTo>
                  <a:pt x="134103" y="41312"/>
                </a:lnTo>
                <a:lnTo>
                  <a:pt x="133783" y="40739"/>
                </a:lnTo>
                <a:lnTo>
                  <a:pt x="133445" y="40179"/>
                </a:lnTo>
                <a:lnTo>
                  <a:pt x="133089" y="39630"/>
                </a:lnTo>
                <a:lnTo>
                  <a:pt x="132716" y="39094"/>
                </a:lnTo>
                <a:lnTo>
                  <a:pt x="132324" y="38571"/>
                </a:lnTo>
                <a:lnTo>
                  <a:pt x="131915" y="38059"/>
                </a:lnTo>
                <a:lnTo>
                  <a:pt x="131487" y="37560"/>
                </a:lnTo>
                <a:lnTo>
                  <a:pt x="131042" y="37073"/>
                </a:lnTo>
                <a:lnTo>
                  <a:pt x="130578" y="36598"/>
                </a:lnTo>
                <a:lnTo>
                  <a:pt x="130097" y="36136"/>
                </a:lnTo>
                <a:lnTo>
                  <a:pt x="129598" y="35686"/>
                </a:lnTo>
                <a:lnTo>
                  <a:pt x="129080" y="35248"/>
                </a:lnTo>
                <a:lnTo>
                  <a:pt x="128545" y="34822"/>
                </a:lnTo>
                <a:lnTo>
                  <a:pt x="127994" y="34412"/>
                </a:lnTo>
                <a:lnTo>
                  <a:pt x="127428" y="34018"/>
                </a:lnTo>
                <a:lnTo>
                  <a:pt x="126847" y="33643"/>
                </a:lnTo>
                <a:lnTo>
                  <a:pt x="126252" y="33284"/>
                </a:lnTo>
                <a:lnTo>
                  <a:pt x="125642" y="32944"/>
                </a:lnTo>
                <a:lnTo>
                  <a:pt x="125018" y="32620"/>
                </a:lnTo>
                <a:lnTo>
                  <a:pt x="124378" y="32314"/>
                </a:lnTo>
                <a:lnTo>
                  <a:pt x="123724" y="32026"/>
                </a:lnTo>
                <a:lnTo>
                  <a:pt x="123056" y="31755"/>
                </a:lnTo>
                <a:lnTo>
                  <a:pt x="122373" y="31502"/>
                </a:lnTo>
                <a:lnTo>
                  <a:pt x="121675" y="31266"/>
                </a:lnTo>
                <a:lnTo>
                  <a:pt x="120962" y="31047"/>
                </a:lnTo>
                <a:lnTo>
                  <a:pt x="120235" y="30846"/>
                </a:lnTo>
                <a:lnTo>
                  <a:pt x="119494" y="30663"/>
                </a:lnTo>
                <a:lnTo>
                  <a:pt x="118737" y="30497"/>
                </a:lnTo>
                <a:lnTo>
                  <a:pt x="117966" y="30348"/>
                </a:lnTo>
                <a:lnTo>
                  <a:pt x="117180" y="30217"/>
                </a:lnTo>
                <a:lnTo>
                  <a:pt x="116380" y="30104"/>
                </a:lnTo>
                <a:lnTo>
                  <a:pt x="115565" y="30007"/>
                </a:lnTo>
                <a:lnTo>
                  <a:pt x="114735" y="29929"/>
                </a:lnTo>
                <a:lnTo>
                  <a:pt x="113891" y="29868"/>
                </a:lnTo>
                <a:lnTo>
                  <a:pt x="113032" y="29824"/>
                </a:lnTo>
                <a:lnTo>
                  <a:pt x="112158" y="29798"/>
                </a:lnTo>
                <a:lnTo>
                  <a:pt x="111270" y="29789"/>
                </a:lnTo>
                <a:lnTo>
                  <a:pt x="106102" y="29789"/>
                </a:lnTo>
                <a:lnTo>
                  <a:pt x="105047" y="29799"/>
                </a:lnTo>
                <a:lnTo>
                  <a:pt x="104015" y="29827"/>
                </a:lnTo>
                <a:lnTo>
                  <a:pt x="103005" y="29875"/>
                </a:lnTo>
                <a:lnTo>
                  <a:pt x="102017" y="29942"/>
                </a:lnTo>
                <a:lnTo>
                  <a:pt x="101052" y="30028"/>
                </a:lnTo>
                <a:lnTo>
                  <a:pt x="100108" y="30133"/>
                </a:lnTo>
                <a:lnTo>
                  <a:pt x="99187" y="30258"/>
                </a:lnTo>
                <a:lnTo>
                  <a:pt x="98288" y="30401"/>
                </a:lnTo>
                <a:lnTo>
                  <a:pt x="97411" y="30564"/>
                </a:lnTo>
                <a:lnTo>
                  <a:pt x="96556" y="30745"/>
                </a:lnTo>
                <a:lnTo>
                  <a:pt x="95724" y="30946"/>
                </a:lnTo>
                <a:lnTo>
                  <a:pt x="94914" y="31166"/>
                </a:lnTo>
                <a:lnTo>
                  <a:pt x="94126" y="31405"/>
                </a:lnTo>
                <a:lnTo>
                  <a:pt x="93360" y="31663"/>
                </a:lnTo>
                <a:lnTo>
                  <a:pt x="92616" y="31941"/>
                </a:lnTo>
                <a:lnTo>
                  <a:pt x="91894" y="32237"/>
                </a:lnTo>
                <a:lnTo>
                  <a:pt x="91195" y="32553"/>
                </a:lnTo>
                <a:lnTo>
                  <a:pt x="90518" y="32888"/>
                </a:lnTo>
                <a:lnTo>
                  <a:pt x="89863" y="33241"/>
                </a:lnTo>
                <a:lnTo>
                  <a:pt x="89230" y="33614"/>
                </a:lnTo>
                <a:lnTo>
                  <a:pt x="88620" y="34007"/>
                </a:lnTo>
                <a:lnTo>
                  <a:pt x="88031" y="34418"/>
                </a:lnTo>
                <a:lnTo>
                  <a:pt x="87465" y="34848"/>
                </a:lnTo>
                <a:lnTo>
                  <a:pt x="86921" y="35298"/>
                </a:lnTo>
                <a:lnTo>
                  <a:pt x="86399" y="35765"/>
                </a:lnTo>
                <a:lnTo>
                  <a:pt x="85900" y="36247"/>
                </a:lnTo>
                <a:lnTo>
                  <a:pt x="85423" y="36746"/>
                </a:lnTo>
                <a:lnTo>
                  <a:pt x="84968" y="37260"/>
                </a:lnTo>
                <a:lnTo>
                  <a:pt x="84535" y="37791"/>
                </a:lnTo>
                <a:lnTo>
                  <a:pt x="84124" y="38337"/>
                </a:lnTo>
                <a:lnTo>
                  <a:pt x="83736" y="38899"/>
                </a:lnTo>
                <a:lnTo>
                  <a:pt x="83370" y="39476"/>
                </a:lnTo>
                <a:lnTo>
                  <a:pt x="83025" y="40070"/>
                </a:lnTo>
                <a:lnTo>
                  <a:pt x="82704" y="40679"/>
                </a:lnTo>
                <a:lnTo>
                  <a:pt x="82404" y="41305"/>
                </a:lnTo>
                <a:lnTo>
                  <a:pt x="82126" y="41946"/>
                </a:lnTo>
                <a:lnTo>
                  <a:pt x="81871" y="42603"/>
                </a:lnTo>
                <a:lnTo>
                  <a:pt x="81638" y="43275"/>
                </a:lnTo>
                <a:lnTo>
                  <a:pt x="81427" y="43964"/>
                </a:lnTo>
                <a:lnTo>
                  <a:pt x="81239" y="44668"/>
                </a:lnTo>
                <a:lnTo>
                  <a:pt x="81072" y="45388"/>
                </a:lnTo>
                <a:lnTo>
                  <a:pt x="80928" y="46124"/>
                </a:lnTo>
                <a:lnTo>
                  <a:pt x="80806" y="46876"/>
                </a:lnTo>
                <a:lnTo>
                  <a:pt x="80706" y="47644"/>
                </a:lnTo>
                <a:lnTo>
                  <a:pt x="80628" y="48427"/>
                </a:lnTo>
                <a:lnTo>
                  <a:pt x="80573" y="49227"/>
                </a:lnTo>
                <a:lnTo>
                  <a:pt x="80539" y="50042"/>
                </a:lnTo>
                <a:lnTo>
                  <a:pt x="80528" y="50873"/>
                </a:lnTo>
                <a:lnTo>
                  <a:pt x="80538" y="51659"/>
                </a:lnTo>
                <a:lnTo>
                  <a:pt x="80566" y="52428"/>
                </a:lnTo>
                <a:lnTo>
                  <a:pt x="80612" y="53182"/>
                </a:lnTo>
                <a:lnTo>
                  <a:pt x="80678" y="53921"/>
                </a:lnTo>
                <a:lnTo>
                  <a:pt x="80761" y="54643"/>
                </a:lnTo>
                <a:lnTo>
                  <a:pt x="80864" y="55349"/>
                </a:lnTo>
                <a:lnTo>
                  <a:pt x="80985" y="56040"/>
                </a:lnTo>
                <a:lnTo>
                  <a:pt x="81125" y="56715"/>
                </a:lnTo>
                <a:lnTo>
                  <a:pt x="81284" y="57374"/>
                </a:lnTo>
                <a:lnTo>
                  <a:pt x="81461" y="58017"/>
                </a:lnTo>
                <a:lnTo>
                  <a:pt x="81657" y="58645"/>
                </a:lnTo>
                <a:lnTo>
                  <a:pt x="81872" y="59256"/>
                </a:lnTo>
                <a:lnTo>
                  <a:pt x="82105" y="59852"/>
                </a:lnTo>
                <a:lnTo>
                  <a:pt x="82357" y="60432"/>
                </a:lnTo>
                <a:lnTo>
                  <a:pt x="82627" y="60996"/>
                </a:lnTo>
                <a:lnTo>
                  <a:pt x="82917" y="61544"/>
                </a:lnTo>
                <a:lnTo>
                  <a:pt x="83224" y="62077"/>
                </a:lnTo>
                <a:lnTo>
                  <a:pt x="83551" y="62593"/>
                </a:lnTo>
                <a:lnTo>
                  <a:pt x="83896" y="63094"/>
                </a:lnTo>
                <a:lnTo>
                  <a:pt x="84260" y="63579"/>
                </a:lnTo>
                <a:lnTo>
                  <a:pt x="84643" y="64048"/>
                </a:lnTo>
                <a:lnTo>
                  <a:pt x="85044" y="64501"/>
                </a:lnTo>
                <a:lnTo>
                  <a:pt x="85463" y="64939"/>
                </a:lnTo>
                <a:lnTo>
                  <a:pt x="85902" y="65361"/>
                </a:lnTo>
                <a:lnTo>
                  <a:pt x="86360" y="65769"/>
                </a:lnTo>
                <a:lnTo>
                  <a:pt x="86837" y="66167"/>
                </a:lnTo>
                <a:lnTo>
                  <a:pt x="87334" y="66554"/>
                </a:lnTo>
                <a:lnTo>
                  <a:pt x="87850" y="66930"/>
                </a:lnTo>
                <a:lnTo>
                  <a:pt x="88386" y="67296"/>
                </a:lnTo>
                <a:lnTo>
                  <a:pt x="88942" y="67652"/>
                </a:lnTo>
                <a:lnTo>
                  <a:pt x="89517" y="67996"/>
                </a:lnTo>
                <a:lnTo>
                  <a:pt x="90112" y="68330"/>
                </a:lnTo>
                <a:lnTo>
                  <a:pt x="90726" y="68654"/>
                </a:lnTo>
                <a:lnTo>
                  <a:pt x="91360" y="68966"/>
                </a:lnTo>
                <a:lnTo>
                  <a:pt x="92013" y="69269"/>
                </a:lnTo>
                <a:lnTo>
                  <a:pt x="92687" y="69560"/>
                </a:lnTo>
                <a:lnTo>
                  <a:pt x="93379" y="69841"/>
                </a:lnTo>
                <a:lnTo>
                  <a:pt x="94092" y="70111"/>
                </a:lnTo>
                <a:lnTo>
                  <a:pt x="94824" y="70371"/>
                </a:lnTo>
                <a:lnTo>
                  <a:pt x="95575" y="70620"/>
                </a:lnTo>
                <a:lnTo>
                  <a:pt x="96346" y="70858"/>
                </a:lnTo>
                <a:lnTo>
                  <a:pt x="97137" y="71086"/>
                </a:lnTo>
                <a:lnTo>
                  <a:pt x="97947" y="71303"/>
                </a:lnTo>
                <a:lnTo>
                  <a:pt x="98777" y="71509"/>
                </a:lnTo>
                <a:lnTo>
                  <a:pt x="99627" y="71705"/>
                </a:lnTo>
                <a:lnTo>
                  <a:pt x="100496" y="71890"/>
                </a:lnTo>
                <a:lnTo>
                  <a:pt x="101385" y="72065"/>
                </a:lnTo>
                <a:lnTo>
                  <a:pt x="102293" y="72229"/>
                </a:lnTo>
                <a:lnTo>
                  <a:pt x="112360" y="73862"/>
                </a:lnTo>
                <a:lnTo>
                  <a:pt x="112876" y="73945"/>
                </a:lnTo>
                <a:lnTo>
                  <a:pt x="113381" y="74033"/>
                </a:lnTo>
                <a:lnTo>
                  <a:pt x="113876" y="74129"/>
                </a:lnTo>
                <a:lnTo>
                  <a:pt x="114360" y="74230"/>
                </a:lnTo>
                <a:lnTo>
                  <a:pt x="114833" y="74338"/>
                </a:lnTo>
                <a:lnTo>
                  <a:pt x="115296" y="74452"/>
                </a:lnTo>
                <a:lnTo>
                  <a:pt x="115749" y="74573"/>
                </a:lnTo>
                <a:lnTo>
                  <a:pt x="116190" y="74700"/>
                </a:lnTo>
                <a:lnTo>
                  <a:pt x="116621" y="74834"/>
                </a:lnTo>
                <a:lnTo>
                  <a:pt x="117042" y="74974"/>
                </a:lnTo>
                <a:lnTo>
                  <a:pt x="117451" y="75120"/>
                </a:lnTo>
                <a:lnTo>
                  <a:pt x="117851" y="75273"/>
                </a:lnTo>
                <a:lnTo>
                  <a:pt x="118239" y="75432"/>
                </a:lnTo>
                <a:lnTo>
                  <a:pt x="118617" y="75597"/>
                </a:lnTo>
                <a:lnTo>
                  <a:pt x="118984" y="75769"/>
                </a:lnTo>
                <a:lnTo>
                  <a:pt x="119341" y="75947"/>
                </a:lnTo>
                <a:lnTo>
                  <a:pt x="119687" y="76132"/>
                </a:lnTo>
                <a:lnTo>
                  <a:pt x="120022" y="76323"/>
                </a:lnTo>
                <a:lnTo>
                  <a:pt x="120347" y="76520"/>
                </a:lnTo>
                <a:lnTo>
                  <a:pt x="120661" y="76724"/>
                </a:lnTo>
                <a:lnTo>
                  <a:pt x="120965" y="76934"/>
                </a:lnTo>
                <a:lnTo>
                  <a:pt x="121258" y="77150"/>
                </a:lnTo>
                <a:lnTo>
                  <a:pt x="121540" y="77373"/>
                </a:lnTo>
                <a:lnTo>
                  <a:pt x="121812" y="77602"/>
                </a:lnTo>
                <a:lnTo>
                  <a:pt x="122073" y="77838"/>
                </a:lnTo>
                <a:lnTo>
                  <a:pt x="122322" y="78081"/>
                </a:lnTo>
                <a:lnTo>
                  <a:pt x="122561" y="78330"/>
                </a:lnTo>
                <a:lnTo>
                  <a:pt x="122789" y="78586"/>
                </a:lnTo>
                <a:lnTo>
                  <a:pt x="123005" y="78850"/>
                </a:lnTo>
                <a:lnTo>
                  <a:pt x="123210" y="79120"/>
                </a:lnTo>
                <a:lnTo>
                  <a:pt x="123405" y="79396"/>
                </a:lnTo>
                <a:lnTo>
                  <a:pt x="123588" y="79680"/>
                </a:lnTo>
                <a:lnTo>
                  <a:pt x="123760" y="79971"/>
                </a:lnTo>
                <a:lnTo>
                  <a:pt x="123921" y="80268"/>
                </a:lnTo>
                <a:lnTo>
                  <a:pt x="124070" y="80572"/>
                </a:lnTo>
                <a:lnTo>
                  <a:pt x="124209" y="80883"/>
                </a:lnTo>
                <a:lnTo>
                  <a:pt x="124337" y="81201"/>
                </a:lnTo>
                <a:lnTo>
                  <a:pt x="124453" y="81526"/>
                </a:lnTo>
                <a:lnTo>
                  <a:pt x="124559" y="81858"/>
                </a:lnTo>
                <a:lnTo>
                  <a:pt x="124653" y="82196"/>
                </a:lnTo>
                <a:lnTo>
                  <a:pt x="124736" y="82542"/>
                </a:lnTo>
                <a:lnTo>
                  <a:pt x="124809" y="82894"/>
                </a:lnTo>
                <a:lnTo>
                  <a:pt x="124870" y="83253"/>
                </a:lnTo>
                <a:lnTo>
                  <a:pt x="124920" y="83619"/>
                </a:lnTo>
                <a:lnTo>
                  <a:pt x="124958" y="83992"/>
                </a:lnTo>
                <a:lnTo>
                  <a:pt x="124986" y="84372"/>
                </a:lnTo>
                <a:lnTo>
                  <a:pt x="125003" y="84758"/>
                </a:lnTo>
                <a:lnTo>
                  <a:pt x="125008" y="85151"/>
                </a:lnTo>
                <a:lnTo>
                  <a:pt x="125002" y="85556"/>
                </a:lnTo>
                <a:lnTo>
                  <a:pt x="124984" y="85954"/>
                </a:lnTo>
                <a:lnTo>
                  <a:pt x="124953" y="86345"/>
                </a:lnTo>
                <a:lnTo>
                  <a:pt x="124910" y="86729"/>
                </a:lnTo>
                <a:lnTo>
                  <a:pt x="124855" y="87106"/>
                </a:lnTo>
                <a:lnTo>
                  <a:pt x="124787" y="87476"/>
                </a:lnTo>
                <a:lnTo>
                  <a:pt x="124707" y="87840"/>
                </a:lnTo>
                <a:lnTo>
                  <a:pt x="124615" y="88197"/>
                </a:lnTo>
                <a:lnTo>
                  <a:pt x="124511" y="88546"/>
                </a:lnTo>
                <a:lnTo>
                  <a:pt x="124394" y="88889"/>
                </a:lnTo>
                <a:lnTo>
                  <a:pt x="124265" y="89226"/>
                </a:lnTo>
                <a:lnTo>
                  <a:pt x="124124" y="89555"/>
                </a:lnTo>
                <a:lnTo>
                  <a:pt x="123971" y="89877"/>
                </a:lnTo>
                <a:lnTo>
                  <a:pt x="123805" y="90193"/>
                </a:lnTo>
                <a:lnTo>
                  <a:pt x="123627" y="90502"/>
                </a:lnTo>
                <a:lnTo>
                  <a:pt x="123436" y="90804"/>
                </a:lnTo>
                <a:lnTo>
                  <a:pt x="123234" y="91099"/>
                </a:lnTo>
                <a:lnTo>
                  <a:pt x="123019" y="91387"/>
                </a:lnTo>
                <a:lnTo>
                  <a:pt x="122792" y="91668"/>
                </a:lnTo>
                <a:lnTo>
                  <a:pt x="122552" y="91943"/>
                </a:lnTo>
                <a:lnTo>
                  <a:pt x="122300" y="92210"/>
                </a:lnTo>
                <a:lnTo>
                  <a:pt x="122036" y="92471"/>
                </a:lnTo>
                <a:lnTo>
                  <a:pt x="121760" y="92725"/>
                </a:lnTo>
                <a:lnTo>
                  <a:pt x="121472" y="92972"/>
                </a:lnTo>
                <a:lnTo>
                  <a:pt x="121171" y="93211"/>
                </a:lnTo>
                <a:lnTo>
                  <a:pt x="120857" y="93439"/>
                </a:lnTo>
                <a:lnTo>
                  <a:pt x="120530" y="93658"/>
                </a:lnTo>
                <a:lnTo>
                  <a:pt x="120191" y="93866"/>
                </a:lnTo>
                <a:lnTo>
                  <a:pt x="119839" y="94064"/>
                </a:lnTo>
                <a:lnTo>
                  <a:pt x="119474" y="94252"/>
                </a:lnTo>
                <a:lnTo>
                  <a:pt x="119097" y="94429"/>
                </a:lnTo>
                <a:lnTo>
                  <a:pt x="118707" y="94597"/>
                </a:lnTo>
                <a:lnTo>
                  <a:pt x="118304" y="94754"/>
                </a:lnTo>
                <a:lnTo>
                  <a:pt x="117888" y="94902"/>
                </a:lnTo>
                <a:lnTo>
                  <a:pt x="117459" y="95039"/>
                </a:lnTo>
                <a:lnTo>
                  <a:pt x="117018" y="95166"/>
                </a:lnTo>
                <a:lnTo>
                  <a:pt x="116564" y="95282"/>
                </a:lnTo>
                <a:lnTo>
                  <a:pt x="116097" y="95389"/>
                </a:lnTo>
                <a:lnTo>
                  <a:pt x="115617" y="95486"/>
                </a:lnTo>
                <a:lnTo>
                  <a:pt x="115125" y="95572"/>
                </a:lnTo>
                <a:lnTo>
                  <a:pt x="114620" y="95648"/>
                </a:lnTo>
                <a:lnTo>
                  <a:pt x="114102" y="95714"/>
                </a:lnTo>
                <a:lnTo>
                  <a:pt x="113571" y="95770"/>
                </a:lnTo>
                <a:lnTo>
                  <a:pt x="113028" y="95816"/>
                </a:lnTo>
                <a:lnTo>
                  <a:pt x="112471" y="95851"/>
                </a:lnTo>
                <a:lnTo>
                  <a:pt x="111902" y="95876"/>
                </a:lnTo>
                <a:lnTo>
                  <a:pt x="111321" y="95892"/>
                </a:lnTo>
                <a:lnTo>
                  <a:pt x="110726" y="95897"/>
                </a:lnTo>
                <a:lnTo>
                  <a:pt x="105014" y="95897"/>
                </a:lnTo>
                <a:lnTo>
                  <a:pt x="104519" y="95893"/>
                </a:lnTo>
                <a:lnTo>
                  <a:pt x="104033" y="95881"/>
                </a:lnTo>
                <a:lnTo>
                  <a:pt x="103555" y="95861"/>
                </a:lnTo>
                <a:lnTo>
                  <a:pt x="103085" y="95833"/>
                </a:lnTo>
                <a:lnTo>
                  <a:pt x="102623" y="95796"/>
                </a:lnTo>
                <a:lnTo>
                  <a:pt x="102170" y="95752"/>
                </a:lnTo>
                <a:lnTo>
                  <a:pt x="101725" y="95700"/>
                </a:lnTo>
                <a:lnTo>
                  <a:pt x="101288" y="95640"/>
                </a:lnTo>
                <a:lnTo>
                  <a:pt x="100859" y="95572"/>
                </a:lnTo>
                <a:lnTo>
                  <a:pt x="100439" y="95495"/>
                </a:lnTo>
                <a:lnTo>
                  <a:pt x="100027" y="95411"/>
                </a:lnTo>
                <a:lnTo>
                  <a:pt x="99623" y="95319"/>
                </a:lnTo>
                <a:lnTo>
                  <a:pt x="99228" y="95218"/>
                </a:lnTo>
                <a:lnTo>
                  <a:pt x="98840" y="95110"/>
                </a:lnTo>
                <a:lnTo>
                  <a:pt x="98462" y="94994"/>
                </a:lnTo>
                <a:lnTo>
                  <a:pt x="98091" y="94869"/>
                </a:lnTo>
                <a:lnTo>
                  <a:pt x="97728" y="94737"/>
                </a:lnTo>
                <a:lnTo>
                  <a:pt x="97374" y="94596"/>
                </a:lnTo>
                <a:lnTo>
                  <a:pt x="97028" y="94448"/>
                </a:lnTo>
                <a:lnTo>
                  <a:pt x="96691" y="94291"/>
                </a:lnTo>
                <a:lnTo>
                  <a:pt x="96361" y="94127"/>
                </a:lnTo>
                <a:lnTo>
                  <a:pt x="96040" y="93954"/>
                </a:lnTo>
                <a:lnTo>
                  <a:pt x="95727" y="93773"/>
                </a:lnTo>
                <a:lnTo>
                  <a:pt x="95423" y="93585"/>
                </a:lnTo>
                <a:lnTo>
                  <a:pt x="95127" y="93389"/>
                </a:lnTo>
                <a:lnTo>
                  <a:pt x="94842" y="93188"/>
                </a:lnTo>
                <a:lnTo>
                  <a:pt x="94565" y="92981"/>
                </a:lnTo>
                <a:lnTo>
                  <a:pt x="94299" y="92769"/>
                </a:lnTo>
                <a:lnTo>
                  <a:pt x="94042" y="92550"/>
                </a:lnTo>
                <a:lnTo>
                  <a:pt x="93795" y="92327"/>
                </a:lnTo>
                <a:lnTo>
                  <a:pt x="93558" y="92097"/>
                </a:lnTo>
                <a:lnTo>
                  <a:pt x="93330" y="91862"/>
                </a:lnTo>
                <a:lnTo>
                  <a:pt x="93112" y="91621"/>
                </a:lnTo>
                <a:lnTo>
                  <a:pt x="92904" y="91375"/>
                </a:lnTo>
                <a:lnTo>
                  <a:pt x="92705" y="91122"/>
                </a:lnTo>
                <a:lnTo>
                  <a:pt x="92516" y="90865"/>
                </a:lnTo>
                <a:lnTo>
                  <a:pt x="92336" y="90601"/>
                </a:lnTo>
                <a:lnTo>
                  <a:pt x="92167" y="90332"/>
                </a:lnTo>
                <a:lnTo>
                  <a:pt x="92007" y="90057"/>
                </a:lnTo>
                <a:lnTo>
                  <a:pt x="91856" y="89777"/>
                </a:lnTo>
                <a:lnTo>
                  <a:pt x="91716" y="89490"/>
                </a:lnTo>
                <a:lnTo>
                  <a:pt x="91585" y="89199"/>
                </a:lnTo>
                <a:lnTo>
                  <a:pt x="91463" y="88901"/>
                </a:lnTo>
                <a:lnTo>
                  <a:pt x="91352" y="88598"/>
                </a:lnTo>
                <a:lnTo>
                  <a:pt x="91250" y="88289"/>
                </a:lnTo>
                <a:lnTo>
                  <a:pt x="91157" y="87975"/>
                </a:lnTo>
                <a:lnTo>
                  <a:pt x="91075" y="87655"/>
                </a:lnTo>
                <a:lnTo>
                  <a:pt x="91002" y="87329"/>
                </a:lnTo>
                <a:lnTo>
                  <a:pt x="78760" y="87329"/>
                </a:lnTo>
                <a:lnTo>
                  <a:pt x="78821" y="87825"/>
                </a:lnTo>
                <a:lnTo>
                  <a:pt x="78892" y="88315"/>
                </a:lnTo>
                <a:lnTo>
                  <a:pt x="78971" y="88799"/>
                </a:lnTo>
                <a:lnTo>
                  <a:pt x="79060" y="89278"/>
                </a:lnTo>
                <a:lnTo>
                  <a:pt x="79159" y="89751"/>
                </a:lnTo>
                <a:lnTo>
                  <a:pt x="79266" y="90219"/>
                </a:lnTo>
                <a:lnTo>
                  <a:pt x="79382" y="90681"/>
                </a:lnTo>
                <a:lnTo>
                  <a:pt x="79508" y="91137"/>
                </a:lnTo>
                <a:lnTo>
                  <a:pt x="79643" y="91588"/>
                </a:lnTo>
                <a:lnTo>
                  <a:pt x="79787" y="92032"/>
                </a:lnTo>
                <a:lnTo>
                  <a:pt x="79941" y="92472"/>
                </a:lnTo>
                <a:lnTo>
                  <a:pt x="80103" y="92905"/>
                </a:lnTo>
                <a:lnTo>
                  <a:pt x="80275" y="93333"/>
                </a:lnTo>
                <a:lnTo>
                  <a:pt x="80456" y="93756"/>
                </a:lnTo>
                <a:lnTo>
                  <a:pt x="80646" y="94172"/>
                </a:lnTo>
                <a:lnTo>
                  <a:pt x="80846" y="94583"/>
                </a:lnTo>
                <a:lnTo>
                  <a:pt x="81054" y="94988"/>
                </a:lnTo>
                <a:lnTo>
                  <a:pt x="81272" y="95388"/>
                </a:lnTo>
                <a:lnTo>
                  <a:pt x="81499" y="95782"/>
                </a:lnTo>
                <a:lnTo>
                  <a:pt x="81735" y="96170"/>
                </a:lnTo>
                <a:lnTo>
                  <a:pt x="81981" y="96553"/>
                </a:lnTo>
                <a:lnTo>
                  <a:pt x="82235" y="96930"/>
                </a:lnTo>
                <a:lnTo>
                  <a:pt x="82499" y="97302"/>
                </a:lnTo>
                <a:lnTo>
                  <a:pt x="82772" y="97667"/>
                </a:lnTo>
                <a:lnTo>
                  <a:pt x="83054" y="98027"/>
                </a:lnTo>
                <a:lnTo>
                  <a:pt x="83344" y="98379"/>
                </a:lnTo>
                <a:lnTo>
                  <a:pt x="83641" y="98725"/>
                </a:lnTo>
                <a:lnTo>
                  <a:pt x="83947" y="99063"/>
                </a:lnTo>
                <a:lnTo>
                  <a:pt x="84261" y="99395"/>
                </a:lnTo>
                <a:lnTo>
                  <a:pt x="84583" y="99720"/>
                </a:lnTo>
                <a:lnTo>
                  <a:pt x="84913" y="100039"/>
                </a:lnTo>
                <a:lnTo>
                  <a:pt x="85251" y="100350"/>
                </a:lnTo>
                <a:lnTo>
                  <a:pt x="85597" y="100654"/>
                </a:lnTo>
                <a:lnTo>
                  <a:pt x="85951" y="100952"/>
                </a:lnTo>
                <a:lnTo>
                  <a:pt x="86313" y="101243"/>
                </a:lnTo>
                <a:lnTo>
                  <a:pt x="86683" y="101527"/>
                </a:lnTo>
                <a:lnTo>
                  <a:pt x="87062" y="101804"/>
                </a:lnTo>
                <a:lnTo>
                  <a:pt x="87448" y="102074"/>
                </a:lnTo>
                <a:lnTo>
                  <a:pt x="87842" y="102338"/>
                </a:lnTo>
                <a:lnTo>
                  <a:pt x="88244" y="102594"/>
                </a:lnTo>
                <a:lnTo>
                  <a:pt x="88654" y="102844"/>
                </a:lnTo>
                <a:lnTo>
                  <a:pt x="89073" y="103087"/>
                </a:lnTo>
                <a:lnTo>
                  <a:pt x="89499" y="103323"/>
                </a:lnTo>
                <a:lnTo>
                  <a:pt x="89933" y="103552"/>
                </a:lnTo>
                <a:lnTo>
                  <a:pt x="90376" y="103775"/>
                </a:lnTo>
                <a:lnTo>
                  <a:pt x="90826" y="103990"/>
                </a:lnTo>
                <a:lnTo>
                  <a:pt x="91285" y="104199"/>
                </a:lnTo>
                <a:lnTo>
                  <a:pt x="91751" y="104401"/>
                </a:lnTo>
                <a:lnTo>
                  <a:pt x="92225" y="104595"/>
                </a:lnTo>
                <a:lnTo>
                  <a:pt x="92706" y="104780"/>
                </a:lnTo>
                <a:lnTo>
                  <a:pt x="93193" y="104958"/>
                </a:lnTo>
                <a:lnTo>
                  <a:pt x="93688" y="105127"/>
                </a:lnTo>
                <a:lnTo>
                  <a:pt x="94189" y="105288"/>
                </a:lnTo>
                <a:lnTo>
                  <a:pt x="94697" y="105441"/>
                </a:lnTo>
                <a:lnTo>
                  <a:pt x="95212" y="105586"/>
                </a:lnTo>
                <a:lnTo>
                  <a:pt x="95734" y="105722"/>
                </a:lnTo>
                <a:lnTo>
                  <a:pt x="96263" y="105850"/>
                </a:lnTo>
                <a:lnTo>
                  <a:pt x="96798" y="105970"/>
                </a:lnTo>
                <a:lnTo>
                  <a:pt x="97340" y="106081"/>
                </a:lnTo>
                <a:lnTo>
                  <a:pt x="97890" y="106185"/>
                </a:lnTo>
                <a:lnTo>
                  <a:pt x="98446" y="106279"/>
                </a:lnTo>
                <a:lnTo>
                  <a:pt x="99009" y="106366"/>
                </a:lnTo>
                <a:lnTo>
                  <a:pt x="99578" y="106445"/>
                </a:lnTo>
                <a:lnTo>
                  <a:pt x="100155" y="106515"/>
                </a:lnTo>
                <a:lnTo>
                  <a:pt x="100738" y="106577"/>
                </a:lnTo>
                <a:lnTo>
                  <a:pt x="101329" y="106631"/>
                </a:lnTo>
                <a:lnTo>
                  <a:pt x="101926" y="106676"/>
                </a:lnTo>
                <a:lnTo>
                  <a:pt x="102530" y="106713"/>
                </a:lnTo>
                <a:lnTo>
                  <a:pt x="103141" y="106742"/>
                </a:lnTo>
                <a:lnTo>
                  <a:pt x="103758" y="106763"/>
                </a:lnTo>
                <a:lnTo>
                  <a:pt x="104383" y="106775"/>
                </a:lnTo>
                <a:lnTo>
                  <a:pt x="105014" y="106779"/>
                </a:lnTo>
                <a:lnTo>
                  <a:pt x="110726" y="106779"/>
                </a:lnTo>
                <a:lnTo>
                  <a:pt x="111825" y="106769"/>
                </a:lnTo>
                <a:lnTo>
                  <a:pt x="112901" y="106738"/>
                </a:lnTo>
                <a:lnTo>
                  <a:pt x="113954" y="106687"/>
                </a:lnTo>
                <a:close/>
                <a:moveTo>
                  <a:pt x="935532" y="53088"/>
                </a:moveTo>
                <a:lnTo>
                  <a:pt x="936328" y="52612"/>
                </a:lnTo>
                <a:lnTo>
                  <a:pt x="937103" y="52135"/>
                </a:lnTo>
                <a:lnTo>
                  <a:pt x="937855" y="51657"/>
                </a:lnTo>
                <a:lnTo>
                  <a:pt x="938585" y="51176"/>
                </a:lnTo>
                <a:lnTo>
                  <a:pt x="939292" y="50694"/>
                </a:lnTo>
                <a:lnTo>
                  <a:pt x="939978" y="50210"/>
                </a:lnTo>
                <a:lnTo>
                  <a:pt x="940641" y="49725"/>
                </a:lnTo>
                <a:lnTo>
                  <a:pt x="941282" y="49238"/>
                </a:lnTo>
                <a:lnTo>
                  <a:pt x="941901" y="48749"/>
                </a:lnTo>
                <a:lnTo>
                  <a:pt x="942498" y="48259"/>
                </a:lnTo>
                <a:lnTo>
                  <a:pt x="943072" y="47767"/>
                </a:lnTo>
                <a:lnTo>
                  <a:pt x="943625" y="47273"/>
                </a:lnTo>
                <a:lnTo>
                  <a:pt x="944155" y="46778"/>
                </a:lnTo>
                <a:lnTo>
                  <a:pt x="944663" y="46281"/>
                </a:lnTo>
                <a:lnTo>
                  <a:pt x="945148" y="45782"/>
                </a:lnTo>
                <a:lnTo>
                  <a:pt x="945612" y="45282"/>
                </a:lnTo>
                <a:lnTo>
                  <a:pt x="946053" y="44780"/>
                </a:lnTo>
                <a:lnTo>
                  <a:pt x="946472" y="44277"/>
                </a:lnTo>
                <a:lnTo>
                  <a:pt x="946872" y="43768"/>
                </a:lnTo>
                <a:lnTo>
                  <a:pt x="947255" y="43250"/>
                </a:lnTo>
                <a:lnTo>
                  <a:pt x="947620" y="42724"/>
                </a:lnTo>
                <a:lnTo>
                  <a:pt x="947969" y="42189"/>
                </a:lnTo>
                <a:lnTo>
                  <a:pt x="948301" y="41645"/>
                </a:lnTo>
                <a:lnTo>
                  <a:pt x="948615" y="41092"/>
                </a:lnTo>
                <a:lnTo>
                  <a:pt x="948913" y="40531"/>
                </a:lnTo>
                <a:lnTo>
                  <a:pt x="949194" y="39961"/>
                </a:lnTo>
                <a:lnTo>
                  <a:pt x="949457" y="39382"/>
                </a:lnTo>
                <a:lnTo>
                  <a:pt x="949704" y="38794"/>
                </a:lnTo>
                <a:lnTo>
                  <a:pt x="949934" y="38198"/>
                </a:lnTo>
                <a:lnTo>
                  <a:pt x="950146" y="37593"/>
                </a:lnTo>
                <a:lnTo>
                  <a:pt x="950342" y="36980"/>
                </a:lnTo>
                <a:lnTo>
                  <a:pt x="950520" y="36357"/>
                </a:lnTo>
                <a:lnTo>
                  <a:pt x="950682" y="35726"/>
                </a:lnTo>
                <a:lnTo>
                  <a:pt x="950826" y="35086"/>
                </a:lnTo>
                <a:lnTo>
                  <a:pt x="950954" y="34437"/>
                </a:lnTo>
                <a:lnTo>
                  <a:pt x="951065" y="33780"/>
                </a:lnTo>
                <a:lnTo>
                  <a:pt x="951158" y="33114"/>
                </a:lnTo>
                <a:lnTo>
                  <a:pt x="951235" y="32439"/>
                </a:lnTo>
                <a:lnTo>
                  <a:pt x="951294" y="31755"/>
                </a:lnTo>
                <a:lnTo>
                  <a:pt x="951337" y="31063"/>
                </a:lnTo>
                <a:lnTo>
                  <a:pt x="951362" y="30362"/>
                </a:lnTo>
                <a:lnTo>
                  <a:pt x="951371" y="29652"/>
                </a:lnTo>
                <a:lnTo>
                  <a:pt x="951365" y="29021"/>
                </a:lnTo>
                <a:lnTo>
                  <a:pt x="951347" y="28397"/>
                </a:lnTo>
                <a:lnTo>
                  <a:pt x="951318" y="27780"/>
                </a:lnTo>
                <a:lnTo>
                  <a:pt x="951276" y="27170"/>
                </a:lnTo>
                <a:lnTo>
                  <a:pt x="951223" y="26567"/>
                </a:lnTo>
                <a:lnTo>
                  <a:pt x="951158" y="25971"/>
                </a:lnTo>
                <a:lnTo>
                  <a:pt x="951081" y="25382"/>
                </a:lnTo>
                <a:lnTo>
                  <a:pt x="950993" y="24800"/>
                </a:lnTo>
                <a:lnTo>
                  <a:pt x="950892" y="24226"/>
                </a:lnTo>
                <a:lnTo>
                  <a:pt x="950780" y="23658"/>
                </a:lnTo>
                <a:lnTo>
                  <a:pt x="950656" y="23098"/>
                </a:lnTo>
                <a:lnTo>
                  <a:pt x="950520" y="22545"/>
                </a:lnTo>
                <a:lnTo>
                  <a:pt x="950373" y="21998"/>
                </a:lnTo>
                <a:lnTo>
                  <a:pt x="950213" y="21459"/>
                </a:lnTo>
                <a:lnTo>
                  <a:pt x="950042" y="20927"/>
                </a:lnTo>
                <a:lnTo>
                  <a:pt x="949859" y="20402"/>
                </a:lnTo>
                <a:lnTo>
                  <a:pt x="949664" y="19884"/>
                </a:lnTo>
                <a:lnTo>
                  <a:pt x="949457" y="19374"/>
                </a:lnTo>
                <a:lnTo>
                  <a:pt x="949239" y="18870"/>
                </a:lnTo>
                <a:lnTo>
                  <a:pt x="949008" y="18373"/>
                </a:lnTo>
                <a:lnTo>
                  <a:pt x="948766" y="17884"/>
                </a:lnTo>
                <a:lnTo>
                  <a:pt x="948512" y="17401"/>
                </a:lnTo>
                <a:lnTo>
                  <a:pt x="948246" y="16926"/>
                </a:lnTo>
                <a:lnTo>
                  <a:pt x="947969" y="16457"/>
                </a:lnTo>
                <a:lnTo>
                  <a:pt x="947681" y="15997"/>
                </a:lnTo>
                <a:lnTo>
                  <a:pt x="947382" y="15546"/>
                </a:lnTo>
                <a:lnTo>
                  <a:pt x="947074" y="15104"/>
                </a:lnTo>
                <a:lnTo>
                  <a:pt x="946756" y="14670"/>
                </a:lnTo>
                <a:lnTo>
                  <a:pt x="946428" y="14246"/>
                </a:lnTo>
                <a:lnTo>
                  <a:pt x="946090" y="13830"/>
                </a:lnTo>
                <a:lnTo>
                  <a:pt x="945742" y="13424"/>
                </a:lnTo>
                <a:lnTo>
                  <a:pt x="945385" y="13027"/>
                </a:lnTo>
                <a:lnTo>
                  <a:pt x="945017" y="12638"/>
                </a:lnTo>
                <a:lnTo>
                  <a:pt x="944639" y="12259"/>
                </a:lnTo>
                <a:lnTo>
                  <a:pt x="944252" y="11888"/>
                </a:lnTo>
                <a:lnTo>
                  <a:pt x="943854" y="11527"/>
                </a:lnTo>
                <a:lnTo>
                  <a:pt x="943447" y="11174"/>
                </a:lnTo>
                <a:lnTo>
                  <a:pt x="943030" y="10831"/>
                </a:lnTo>
                <a:lnTo>
                  <a:pt x="942603" y="10496"/>
                </a:lnTo>
                <a:lnTo>
                  <a:pt x="942165" y="10171"/>
                </a:lnTo>
                <a:lnTo>
                  <a:pt x="941718" y="9854"/>
                </a:lnTo>
                <a:lnTo>
                  <a:pt x="941261" y="9546"/>
                </a:lnTo>
                <a:lnTo>
                  <a:pt x="940794" y="9248"/>
                </a:lnTo>
                <a:lnTo>
                  <a:pt x="940318" y="8958"/>
                </a:lnTo>
                <a:lnTo>
                  <a:pt x="939831" y="8677"/>
                </a:lnTo>
                <a:lnTo>
                  <a:pt x="939334" y="8406"/>
                </a:lnTo>
                <a:lnTo>
                  <a:pt x="938828" y="8143"/>
                </a:lnTo>
                <a:lnTo>
                  <a:pt x="938311" y="7889"/>
                </a:lnTo>
                <a:lnTo>
                  <a:pt x="937786" y="7645"/>
                </a:lnTo>
                <a:lnTo>
                  <a:pt x="937252" y="7411"/>
                </a:lnTo>
                <a:lnTo>
                  <a:pt x="936711" y="7188"/>
                </a:lnTo>
                <a:lnTo>
                  <a:pt x="936161" y="6975"/>
                </a:lnTo>
                <a:lnTo>
                  <a:pt x="935604" y="6772"/>
                </a:lnTo>
                <a:lnTo>
                  <a:pt x="935038" y="6580"/>
                </a:lnTo>
                <a:lnTo>
                  <a:pt x="934465" y="6398"/>
                </a:lnTo>
                <a:lnTo>
                  <a:pt x="933883" y="6227"/>
                </a:lnTo>
                <a:lnTo>
                  <a:pt x="933294" y="6065"/>
                </a:lnTo>
                <a:lnTo>
                  <a:pt x="932696" y="5915"/>
                </a:lnTo>
                <a:lnTo>
                  <a:pt x="932090" y="5774"/>
                </a:lnTo>
                <a:lnTo>
                  <a:pt x="931477" y="5645"/>
                </a:lnTo>
                <a:lnTo>
                  <a:pt x="930855" y="5525"/>
                </a:lnTo>
                <a:lnTo>
                  <a:pt x="930225" y="5416"/>
                </a:lnTo>
                <a:lnTo>
                  <a:pt x="929587" y="5317"/>
                </a:lnTo>
                <a:lnTo>
                  <a:pt x="928941" y="5229"/>
                </a:lnTo>
                <a:lnTo>
                  <a:pt x="928287" y="5151"/>
                </a:lnTo>
                <a:lnTo>
                  <a:pt x="927625" y="5083"/>
                </a:lnTo>
                <a:lnTo>
                  <a:pt x="926955" y="5026"/>
                </a:lnTo>
                <a:lnTo>
                  <a:pt x="926277" y="4979"/>
                </a:lnTo>
                <a:lnTo>
                  <a:pt x="925591" y="4943"/>
                </a:lnTo>
                <a:lnTo>
                  <a:pt x="924897" y="4917"/>
                </a:lnTo>
                <a:lnTo>
                  <a:pt x="924195" y="4902"/>
                </a:lnTo>
                <a:lnTo>
                  <a:pt x="923485" y="4896"/>
                </a:lnTo>
                <a:lnTo>
                  <a:pt x="922775" y="4902"/>
                </a:lnTo>
                <a:lnTo>
                  <a:pt x="922073" y="4917"/>
                </a:lnTo>
                <a:lnTo>
                  <a:pt x="921379" y="4943"/>
                </a:lnTo>
                <a:lnTo>
                  <a:pt x="920693" y="4979"/>
                </a:lnTo>
                <a:lnTo>
                  <a:pt x="920015" y="5026"/>
                </a:lnTo>
                <a:lnTo>
                  <a:pt x="919344" y="5083"/>
                </a:lnTo>
                <a:lnTo>
                  <a:pt x="918682" y="5151"/>
                </a:lnTo>
                <a:lnTo>
                  <a:pt x="918029" y="5229"/>
                </a:lnTo>
                <a:lnTo>
                  <a:pt x="917383" y="5317"/>
                </a:lnTo>
                <a:lnTo>
                  <a:pt x="916745" y="5416"/>
                </a:lnTo>
                <a:lnTo>
                  <a:pt x="916115" y="5525"/>
                </a:lnTo>
                <a:lnTo>
                  <a:pt x="915493" y="5645"/>
                </a:lnTo>
                <a:lnTo>
                  <a:pt x="914879" y="5774"/>
                </a:lnTo>
                <a:lnTo>
                  <a:pt x="914273" y="5915"/>
                </a:lnTo>
                <a:lnTo>
                  <a:pt x="913676" y="6065"/>
                </a:lnTo>
                <a:lnTo>
                  <a:pt x="913086" y="6227"/>
                </a:lnTo>
                <a:lnTo>
                  <a:pt x="912504" y="6398"/>
                </a:lnTo>
                <a:lnTo>
                  <a:pt x="911930" y="6580"/>
                </a:lnTo>
                <a:lnTo>
                  <a:pt x="911365" y="6772"/>
                </a:lnTo>
                <a:lnTo>
                  <a:pt x="910807" y="6975"/>
                </a:lnTo>
                <a:lnTo>
                  <a:pt x="910258" y="7188"/>
                </a:lnTo>
                <a:lnTo>
                  <a:pt x="909716" y="7411"/>
                </a:lnTo>
                <a:lnTo>
                  <a:pt x="909182" y="7645"/>
                </a:lnTo>
                <a:lnTo>
                  <a:pt x="908657" y="7889"/>
                </a:lnTo>
                <a:lnTo>
                  <a:pt x="908141" y="8143"/>
                </a:lnTo>
                <a:lnTo>
                  <a:pt x="907634" y="8406"/>
                </a:lnTo>
                <a:lnTo>
                  <a:pt x="907138" y="8677"/>
                </a:lnTo>
                <a:lnTo>
                  <a:pt x="906651" y="8958"/>
                </a:lnTo>
                <a:lnTo>
                  <a:pt x="906174" y="9248"/>
                </a:lnTo>
                <a:lnTo>
                  <a:pt x="905707" y="9546"/>
                </a:lnTo>
                <a:lnTo>
                  <a:pt x="905251" y="9854"/>
                </a:lnTo>
                <a:lnTo>
                  <a:pt x="904804" y="10171"/>
                </a:lnTo>
                <a:lnTo>
                  <a:pt x="904366" y="10496"/>
                </a:lnTo>
                <a:lnTo>
                  <a:pt x="903939" y="10831"/>
                </a:lnTo>
                <a:lnTo>
                  <a:pt x="903522" y="11174"/>
                </a:lnTo>
                <a:lnTo>
                  <a:pt x="903115" y="11527"/>
                </a:lnTo>
                <a:lnTo>
                  <a:pt x="902717" y="11888"/>
                </a:lnTo>
                <a:lnTo>
                  <a:pt x="902330" y="12259"/>
                </a:lnTo>
                <a:lnTo>
                  <a:pt x="901952" y="12638"/>
                </a:lnTo>
                <a:lnTo>
                  <a:pt x="901584" y="13027"/>
                </a:lnTo>
                <a:lnTo>
                  <a:pt x="901226" y="13424"/>
                </a:lnTo>
                <a:lnTo>
                  <a:pt x="900879" y="13830"/>
                </a:lnTo>
                <a:lnTo>
                  <a:pt x="900541" y="14246"/>
                </a:lnTo>
                <a:lnTo>
                  <a:pt x="900212" y="14670"/>
                </a:lnTo>
                <a:lnTo>
                  <a:pt x="899894" y="15104"/>
                </a:lnTo>
                <a:lnTo>
                  <a:pt x="899586" y="15546"/>
                </a:lnTo>
                <a:lnTo>
                  <a:pt x="899288" y="15997"/>
                </a:lnTo>
                <a:lnTo>
                  <a:pt x="898999" y="16457"/>
                </a:lnTo>
                <a:lnTo>
                  <a:pt x="898722" y="16926"/>
                </a:lnTo>
                <a:lnTo>
                  <a:pt x="898456" y="17401"/>
                </a:lnTo>
                <a:lnTo>
                  <a:pt x="898202" y="17884"/>
                </a:lnTo>
                <a:lnTo>
                  <a:pt x="897960" y="18373"/>
                </a:lnTo>
                <a:lnTo>
                  <a:pt x="897730" y="18870"/>
                </a:lnTo>
                <a:lnTo>
                  <a:pt x="897512" y="19374"/>
                </a:lnTo>
                <a:lnTo>
                  <a:pt x="897305" y="19884"/>
                </a:lnTo>
                <a:lnTo>
                  <a:pt x="897110" y="20402"/>
                </a:lnTo>
                <a:lnTo>
                  <a:pt x="896927" y="20927"/>
                </a:lnTo>
                <a:lnTo>
                  <a:pt x="896756" y="21459"/>
                </a:lnTo>
                <a:lnTo>
                  <a:pt x="896597" y="21998"/>
                </a:lnTo>
                <a:lnTo>
                  <a:pt x="896449" y="22545"/>
                </a:lnTo>
                <a:lnTo>
                  <a:pt x="896314" y="23098"/>
                </a:lnTo>
                <a:lnTo>
                  <a:pt x="896190" y="23658"/>
                </a:lnTo>
                <a:lnTo>
                  <a:pt x="896077" y="24226"/>
                </a:lnTo>
                <a:lnTo>
                  <a:pt x="895977" y="24800"/>
                </a:lnTo>
                <a:lnTo>
                  <a:pt x="895889" y="25382"/>
                </a:lnTo>
                <a:lnTo>
                  <a:pt x="895812" y="25971"/>
                </a:lnTo>
                <a:lnTo>
                  <a:pt x="895747" y="26567"/>
                </a:lnTo>
                <a:lnTo>
                  <a:pt x="895694" y="27170"/>
                </a:lnTo>
                <a:lnTo>
                  <a:pt x="895653" y="27780"/>
                </a:lnTo>
                <a:lnTo>
                  <a:pt x="895623" y="28397"/>
                </a:lnTo>
                <a:lnTo>
                  <a:pt x="895605" y="29021"/>
                </a:lnTo>
                <a:lnTo>
                  <a:pt x="895599" y="29652"/>
                </a:lnTo>
                <a:lnTo>
                  <a:pt x="895608" y="30362"/>
                </a:lnTo>
                <a:lnTo>
                  <a:pt x="895633" y="31063"/>
                </a:lnTo>
                <a:lnTo>
                  <a:pt x="895676" y="31756"/>
                </a:lnTo>
                <a:lnTo>
                  <a:pt x="895735" y="32441"/>
                </a:lnTo>
                <a:lnTo>
                  <a:pt x="895812" y="33117"/>
                </a:lnTo>
                <a:lnTo>
                  <a:pt x="895905" y="33784"/>
                </a:lnTo>
                <a:lnTo>
                  <a:pt x="896016" y="34443"/>
                </a:lnTo>
                <a:lnTo>
                  <a:pt x="896143" y="35093"/>
                </a:lnTo>
                <a:lnTo>
                  <a:pt x="896288" y="35735"/>
                </a:lnTo>
                <a:lnTo>
                  <a:pt x="896449" y="36369"/>
                </a:lnTo>
                <a:lnTo>
                  <a:pt x="896628" y="36993"/>
                </a:lnTo>
                <a:lnTo>
                  <a:pt x="896823" y="37610"/>
                </a:lnTo>
                <a:lnTo>
                  <a:pt x="897036" y="38218"/>
                </a:lnTo>
                <a:lnTo>
                  <a:pt x="897265" y="38817"/>
                </a:lnTo>
                <a:lnTo>
                  <a:pt x="897512" y="39408"/>
                </a:lnTo>
                <a:lnTo>
                  <a:pt x="897776" y="39990"/>
                </a:lnTo>
                <a:lnTo>
                  <a:pt x="898056" y="40564"/>
                </a:lnTo>
                <a:lnTo>
                  <a:pt x="898354" y="41130"/>
                </a:lnTo>
                <a:lnTo>
                  <a:pt x="898668" y="41686"/>
                </a:lnTo>
                <a:lnTo>
                  <a:pt x="899000" y="42235"/>
                </a:lnTo>
                <a:lnTo>
                  <a:pt x="899348" y="42775"/>
                </a:lnTo>
                <a:lnTo>
                  <a:pt x="899714" y="43306"/>
                </a:lnTo>
                <a:lnTo>
                  <a:pt x="900096" y="43829"/>
                </a:lnTo>
                <a:lnTo>
                  <a:pt x="900496" y="44343"/>
                </a:lnTo>
                <a:lnTo>
                  <a:pt x="900914" y="44852"/>
                </a:lnTo>
                <a:lnTo>
                  <a:pt x="901354" y="45358"/>
                </a:lnTo>
                <a:lnTo>
                  <a:pt x="901814" y="45861"/>
                </a:lnTo>
                <a:lnTo>
                  <a:pt x="902295" y="46361"/>
                </a:lnTo>
                <a:lnTo>
                  <a:pt x="902796" y="46858"/>
                </a:lnTo>
                <a:lnTo>
                  <a:pt x="903319" y="47353"/>
                </a:lnTo>
                <a:lnTo>
                  <a:pt x="903862" y="47844"/>
                </a:lnTo>
                <a:lnTo>
                  <a:pt x="904426" y="48333"/>
                </a:lnTo>
                <a:lnTo>
                  <a:pt x="905011" y="48819"/>
                </a:lnTo>
                <a:lnTo>
                  <a:pt x="905616" y="49302"/>
                </a:lnTo>
                <a:lnTo>
                  <a:pt x="906243" y="49783"/>
                </a:lnTo>
                <a:lnTo>
                  <a:pt x="906890" y="50260"/>
                </a:lnTo>
                <a:lnTo>
                  <a:pt x="907557" y="50735"/>
                </a:lnTo>
                <a:lnTo>
                  <a:pt x="908246" y="51207"/>
                </a:lnTo>
                <a:lnTo>
                  <a:pt x="908955" y="51676"/>
                </a:lnTo>
                <a:lnTo>
                  <a:pt x="909686" y="52142"/>
                </a:lnTo>
                <a:lnTo>
                  <a:pt x="910436" y="52605"/>
                </a:lnTo>
                <a:lnTo>
                  <a:pt x="911208" y="53066"/>
                </a:lnTo>
                <a:lnTo>
                  <a:pt x="912001" y="53523"/>
                </a:lnTo>
                <a:lnTo>
                  <a:pt x="912814" y="53978"/>
                </a:lnTo>
                <a:lnTo>
                  <a:pt x="913251" y="54215"/>
                </a:lnTo>
                <a:lnTo>
                  <a:pt x="912827" y="54423"/>
                </a:lnTo>
                <a:lnTo>
                  <a:pt x="911984" y="54849"/>
                </a:lnTo>
                <a:lnTo>
                  <a:pt x="911160" y="55280"/>
                </a:lnTo>
                <a:lnTo>
                  <a:pt x="910356" y="55716"/>
                </a:lnTo>
                <a:lnTo>
                  <a:pt x="909571" y="56157"/>
                </a:lnTo>
                <a:lnTo>
                  <a:pt x="908806" y="56603"/>
                </a:lnTo>
                <a:lnTo>
                  <a:pt x="908061" y="57053"/>
                </a:lnTo>
                <a:lnTo>
                  <a:pt x="907335" y="57508"/>
                </a:lnTo>
                <a:lnTo>
                  <a:pt x="906629" y="57967"/>
                </a:lnTo>
                <a:lnTo>
                  <a:pt x="905942" y="58432"/>
                </a:lnTo>
                <a:lnTo>
                  <a:pt x="905275" y="58901"/>
                </a:lnTo>
                <a:lnTo>
                  <a:pt x="904628" y="59375"/>
                </a:lnTo>
                <a:lnTo>
                  <a:pt x="904000" y="59853"/>
                </a:lnTo>
                <a:lnTo>
                  <a:pt x="903392" y="60336"/>
                </a:lnTo>
                <a:lnTo>
                  <a:pt x="902803" y="60824"/>
                </a:lnTo>
                <a:lnTo>
                  <a:pt x="902234" y="61317"/>
                </a:lnTo>
                <a:lnTo>
                  <a:pt x="901684" y="61815"/>
                </a:lnTo>
                <a:lnTo>
                  <a:pt x="901155" y="62317"/>
                </a:lnTo>
                <a:lnTo>
                  <a:pt x="900644" y="62824"/>
                </a:lnTo>
                <a:lnTo>
                  <a:pt x="900154" y="63335"/>
                </a:lnTo>
                <a:lnTo>
                  <a:pt x="899683" y="63852"/>
                </a:lnTo>
                <a:lnTo>
                  <a:pt x="899231" y="64373"/>
                </a:lnTo>
                <a:lnTo>
                  <a:pt x="898799" y="64899"/>
                </a:lnTo>
                <a:lnTo>
                  <a:pt x="898387" y="65429"/>
                </a:lnTo>
                <a:lnTo>
                  <a:pt x="897993" y="65966"/>
                </a:lnTo>
                <a:lnTo>
                  <a:pt x="897616" y="66512"/>
                </a:lnTo>
                <a:lnTo>
                  <a:pt x="897255" y="67066"/>
                </a:lnTo>
                <a:lnTo>
                  <a:pt x="896912" y="67628"/>
                </a:lnTo>
                <a:lnTo>
                  <a:pt x="896585" y="68199"/>
                </a:lnTo>
                <a:lnTo>
                  <a:pt x="896275" y="68778"/>
                </a:lnTo>
                <a:lnTo>
                  <a:pt x="895981" y="69366"/>
                </a:lnTo>
                <a:lnTo>
                  <a:pt x="895705" y="69963"/>
                </a:lnTo>
                <a:lnTo>
                  <a:pt x="895445" y="70568"/>
                </a:lnTo>
                <a:lnTo>
                  <a:pt x="895202" y="71181"/>
                </a:lnTo>
                <a:lnTo>
                  <a:pt x="894976" y="71803"/>
                </a:lnTo>
                <a:lnTo>
                  <a:pt x="894766" y="72434"/>
                </a:lnTo>
                <a:lnTo>
                  <a:pt x="894573" y="73073"/>
                </a:lnTo>
                <a:lnTo>
                  <a:pt x="894397" y="73720"/>
                </a:lnTo>
                <a:lnTo>
                  <a:pt x="894238" y="74376"/>
                </a:lnTo>
                <a:lnTo>
                  <a:pt x="894095" y="75040"/>
                </a:lnTo>
                <a:lnTo>
                  <a:pt x="893970" y="75713"/>
                </a:lnTo>
                <a:lnTo>
                  <a:pt x="893861" y="76395"/>
                </a:lnTo>
                <a:lnTo>
                  <a:pt x="893769" y="77085"/>
                </a:lnTo>
                <a:lnTo>
                  <a:pt x="893693" y="77783"/>
                </a:lnTo>
                <a:lnTo>
                  <a:pt x="893635" y="78490"/>
                </a:lnTo>
                <a:lnTo>
                  <a:pt x="893593" y="79206"/>
                </a:lnTo>
                <a:lnTo>
                  <a:pt x="893567" y="79929"/>
                </a:lnTo>
                <a:lnTo>
                  <a:pt x="893559" y="80662"/>
                </a:lnTo>
                <a:lnTo>
                  <a:pt x="893565" y="81327"/>
                </a:lnTo>
                <a:lnTo>
                  <a:pt x="893585" y="81985"/>
                </a:lnTo>
                <a:lnTo>
                  <a:pt x="893616" y="82637"/>
                </a:lnTo>
                <a:lnTo>
                  <a:pt x="893661" y="83281"/>
                </a:lnTo>
                <a:lnTo>
                  <a:pt x="893718" y="83918"/>
                </a:lnTo>
                <a:lnTo>
                  <a:pt x="893789" y="84548"/>
                </a:lnTo>
                <a:lnTo>
                  <a:pt x="893871" y="85170"/>
                </a:lnTo>
                <a:lnTo>
                  <a:pt x="893967" y="85786"/>
                </a:lnTo>
                <a:lnTo>
                  <a:pt x="894075" y="86395"/>
                </a:lnTo>
                <a:lnTo>
                  <a:pt x="894197" y="86996"/>
                </a:lnTo>
                <a:lnTo>
                  <a:pt x="894330" y="87591"/>
                </a:lnTo>
                <a:lnTo>
                  <a:pt x="894477" y="88178"/>
                </a:lnTo>
                <a:lnTo>
                  <a:pt x="894636" y="88758"/>
                </a:lnTo>
                <a:lnTo>
                  <a:pt x="894808" y="89332"/>
                </a:lnTo>
                <a:lnTo>
                  <a:pt x="894993" y="89898"/>
                </a:lnTo>
                <a:lnTo>
                  <a:pt x="895191" y="90457"/>
                </a:lnTo>
                <a:lnTo>
                  <a:pt x="895401" y="91009"/>
                </a:lnTo>
                <a:lnTo>
                  <a:pt x="895624" y="91554"/>
                </a:lnTo>
                <a:lnTo>
                  <a:pt x="895860" y="92092"/>
                </a:lnTo>
                <a:lnTo>
                  <a:pt x="896109" y="92622"/>
                </a:lnTo>
                <a:lnTo>
                  <a:pt x="896370" y="93146"/>
                </a:lnTo>
                <a:lnTo>
                  <a:pt x="896644" y="93662"/>
                </a:lnTo>
                <a:lnTo>
                  <a:pt x="896931" y="94172"/>
                </a:lnTo>
                <a:lnTo>
                  <a:pt x="897231" y="94674"/>
                </a:lnTo>
                <a:lnTo>
                  <a:pt x="897542" y="95168"/>
                </a:lnTo>
                <a:lnTo>
                  <a:pt x="897864" y="95652"/>
                </a:lnTo>
                <a:lnTo>
                  <a:pt x="898197" y="96127"/>
                </a:lnTo>
                <a:lnTo>
                  <a:pt x="898540" y="96591"/>
                </a:lnTo>
                <a:lnTo>
                  <a:pt x="898894" y="97047"/>
                </a:lnTo>
                <a:lnTo>
                  <a:pt x="899259" y="97492"/>
                </a:lnTo>
                <a:lnTo>
                  <a:pt x="899634" y="97928"/>
                </a:lnTo>
                <a:lnTo>
                  <a:pt x="900020" y="98354"/>
                </a:lnTo>
                <a:lnTo>
                  <a:pt x="900416" y="98770"/>
                </a:lnTo>
                <a:lnTo>
                  <a:pt x="900823" y="99177"/>
                </a:lnTo>
                <a:lnTo>
                  <a:pt x="901241" y="99574"/>
                </a:lnTo>
                <a:lnTo>
                  <a:pt x="901669" y="99961"/>
                </a:lnTo>
                <a:lnTo>
                  <a:pt x="902108" y="100339"/>
                </a:lnTo>
                <a:lnTo>
                  <a:pt x="902558" y="100707"/>
                </a:lnTo>
                <a:lnTo>
                  <a:pt x="903018" y="101065"/>
                </a:lnTo>
                <a:lnTo>
                  <a:pt x="903489" y="101414"/>
                </a:lnTo>
                <a:lnTo>
                  <a:pt x="903970" y="101753"/>
                </a:lnTo>
                <a:lnTo>
                  <a:pt x="904462" y="102082"/>
                </a:lnTo>
                <a:lnTo>
                  <a:pt x="904965" y="102402"/>
                </a:lnTo>
                <a:lnTo>
                  <a:pt x="905478" y="102712"/>
                </a:lnTo>
                <a:lnTo>
                  <a:pt x="906002" y="103012"/>
                </a:lnTo>
                <a:lnTo>
                  <a:pt x="906537" y="103303"/>
                </a:lnTo>
                <a:lnTo>
                  <a:pt x="907082" y="103583"/>
                </a:lnTo>
                <a:lnTo>
                  <a:pt x="907638" y="103855"/>
                </a:lnTo>
                <a:lnTo>
                  <a:pt x="908203" y="104115"/>
                </a:lnTo>
                <a:lnTo>
                  <a:pt x="908777" y="104365"/>
                </a:lnTo>
                <a:lnTo>
                  <a:pt x="909358" y="104604"/>
                </a:lnTo>
                <a:lnTo>
                  <a:pt x="909948" y="104831"/>
                </a:lnTo>
                <a:lnTo>
                  <a:pt x="910547" y="105048"/>
                </a:lnTo>
                <a:lnTo>
                  <a:pt x="911153" y="105253"/>
                </a:lnTo>
                <a:lnTo>
                  <a:pt x="911768" y="105447"/>
                </a:lnTo>
                <a:lnTo>
                  <a:pt x="912391" y="105630"/>
                </a:lnTo>
                <a:lnTo>
                  <a:pt x="913023" y="105802"/>
                </a:lnTo>
                <a:lnTo>
                  <a:pt x="913662" y="105963"/>
                </a:lnTo>
                <a:lnTo>
                  <a:pt x="914310" y="106113"/>
                </a:lnTo>
                <a:lnTo>
                  <a:pt x="914966" y="106252"/>
                </a:lnTo>
                <a:lnTo>
                  <a:pt x="915631" y="106380"/>
                </a:lnTo>
                <a:lnTo>
                  <a:pt x="916303" y="106496"/>
                </a:lnTo>
                <a:lnTo>
                  <a:pt x="916984" y="106602"/>
                </a:lnTo>
                <a:lnTo>
                  <a:pt x="917674" y="106696"/>
                </a:lnTo>
                <a:lnTo>
                  <a:pt x="918371" y="106779"/>
                </a:lnTo>
                <a:lnTo>
                  <a:pt x="919077" y="106851"/>
                </a:lnTo>
                <a:lnTo>
                  <a:pt x="919791" y="106912"/>
                </a:lnTo>
                <a:lnTo>
                  <a:pt x="920513" y="106962"/>
                </a:lnTo>
                <a:lnTo>
                  <a:pt x="921244" y="107001"/>
                </a:lnTo>
                <a:lnTo>
                  <a:pt x="921983" y="107029"/>
                </a:lnTo>
                <a:lnTo>
                  <a:pt x="922730" y="107046"/>
                </a:lnTo>
                <a:lnTo>
                  <a:pt x="923485" y="107051"/>
                </a:lnTo>
                <a:lnTo>
                  <a:pt x="924620" y="107039"/>
                </a:lnTo>
                <a:lnTo>
                  <a:pt x="925736" y="107001"/>
                </a:lnTo>
                <a:lnTo>
                  <a:pt x="926831" y="106940"/>
                </a:lnTo>
                <a:lnTo>
                  <a:pt x="927908" y="106853"/>
                </a:lnTo>
                <a:lnTo>
                  <a:pt x="928964" y="106741"/>
                </a:lnTo>
                <a:lnTo>
                  <a:pt x="930001" y="106605"/>
                </a:lnTo>
                <a:lnTo>
                  <a:pt x="931019" y="106444"/>
                </a:lnTo>
                <a:lnTo>
                  <a:pt x="932017" y="106258"/>
                </a:lnTo>
                <a:lnTo>
                  <a:pt x="932995" y="106047"/>
                </a:lnTo>
                <a:lnTo>
                  <a:pt x="933954" y="105811"/>
                </a:lnTo>
                <a:lnTo>
                  <a:pt x="934893" y="105551"/>
                </a:lnTo>
                <a:lnTo>
                  <a:pt x="935812" y="105266"/>
                </a:lnTo>
                <a:lnTo>
                  <a:pt x="936712" y="104956"/>
                </a:lnTo>
                <a:lnTo>
                  <a:pt x="937592" y="104621"/>
                </a:lnTo>
                <a:lnTo>
                  <a:pt x="938453" y="104262"/>
                </a:lnTo>
                <a:lnTo>
                  <a:pt x="939294" y="103878"/>
                </a:lnTo>
                <a:lnTo>
                  <a:pt x="940115" y="103469"/>
                </a:lnTo>
                <a:lnTo>
                  <a:pt x="940917" y="103035"/>
                </a:lnTo>
                <a:lnTo>
                  <a:pt x="941699" y="102576"/>
                </a:lnTo>
                <a:lnTo>
                  <a:pt x="942462" y="102093"/>
                </a:lnTo>
                <a:lnTo>
                  <a:pt x="943205" y="101584"/>
                </a:lnTo>
                <a:lnTo>
                  <a:pt x="943928" y="101051"/>
                </a:lnTo>
                <a:lnTo>
                  <a:pt x="944632" y="100494"/>
                </a:lnTo>
                <a:lnTo>
                  <a:pt x="945316" y="99911"/>
                </a:lnTo>
                <a:lnTo>
                  <a:pt x="945977" y="99307"/>
                </a:lnTo>
                <a:lnTo>
                  <a:pt x="946609" y="98686"/>
                </a:lnTo>
                <a:lnTo>
                  <a:pt x="947213" y="98048"/>
                </a:lnTo>
                <a:lnTo>
                  <a:pt x="947790" y="97392"/>
                </a:lnTo>
                <a:lnTo>
                  <a:pt x="948338" y="96720"/>
                </a:lnTo>
                <a:lnTo>
                  <a:pt x="948858" y="96030"/>
                </a:lnTo>
                <a:lnTo>
                  <a:pt x="949350" y="95322"/>
                </a:lnTo>
                <a:lnTo>
                  <a:pt x="949813" y="94598"/>
                </a:lnTo>
                <a:lnTo>
                  <a:pt x="950249" y="93856"/>
                </a:lnTo>
                <a:lnTo>
                  <a:pt x="950657" y="93097"/>
                </a:lnTo>
                <a:lnTo>
                  <a:pt x="951036" y="92321"/>
                </a:lnTo>
                <a:lnTo>
                  <a:pt x="951387" y="91528"/>
                </a:lnTo>
                <a:lnTo>
                  <a:pt x="951711" y="90717"/>
                </a:lnTo>
                <a:lnTo>
                  <a:pt x="952006" y="89889"/>
                </a:lnTo>
                <a:lnTo>
                  <a:pt x="952273" y="89044"/>
                </a:lnTo>
                <a:lnTo>
                  <a:pt x="952512" y="88182"/>
                </a:lnTo>
                <a:lnTo>
                  <a:pt x="952722" y="87302"/>
                </a:lnTo>
                <a:lnTo>
                  <a:pt x="952905" y="86405"/>
                </a:lnTo>
                <a:lnTo>
                  <a:pt x="953060" y="85491"/>
                </a:lnTo>
                <a:lnTo>
                  <a:pt x="953186" y="84560"/>
                </a:lnTo>
                <a:lnTo>
                  <a:pt x="953285" y="83611"/>
                </a:lnTo>
                <a:lnTo>
                  <a:pt x="953355" y="82645"/>
                </a:lnTo>
                <a:lnTo>
                  <a:pt x="953397" y="81662"/>
                </a:lnTo>
                <a:lnTo>
                  <a:pt x="953411" y="80662"/>
                </a:lnTo>
                <a:lnTo>
                  <a:pt x="953403" y="79918"/>
                </a:lnTo>
                <a:lnTo>
                  <a:pt x="953377" y="79183"/>
                </a:lnTo>
                <a:lnTo>
                  <a:pt x="953334" y="78457"/>
                </a:lnTo>
                <a:lnTo>
                  <a:pt x="953275" y="77739"/>
                </a:lnTo>
                <a:lnTo>
                  <a:pt x="953198" y="77031"/>
                </a:lnTo>
                <a:lnTo>
                  <a:pt x="953105" y="76331"/>
                </a:lnTo>
                <a:lnTo>
                  <a:pt x="952994" y="75639"/>
                </a:lnTo>
                <a:lnTo>
                  <a:pt x="952867" y="74957"/>
                </a:lnTo>
                <a:lnTo>
                  <a:pt x="952722" y="74283"/>
                </a:lnTo>
                <a:lnTo>
                  <a:pt x="952561" y="73618"/>
                </a:lnTo>
                <a:lnTo>
                  <a:pt x="952382" y="72961"/>
                </a:lnTo>
                <a:lnTo>
                  <a:pt x="952186" y="72314"/>
                </a:lnTo>
                <a:lnTo>
                  <a:pt x="951974" y="71675"/>
                </a:lnTo>
                <a:lnTo>
                  <a:pt x="951744" y="71045"/>
                </a:lnTo>
                <a:lnTo>
                  <a:pt x="951498" y="70423"/>
                </a:lnTo>
                <a:lnTo>
                  <a:pt x="951234" y="69811"/>
                </a:lnTo>
                <a:lnTo>
                  <a:pt x="950953" y="69207"/>
                </a:lnTo>
                <a:lnTo>
                  <a:pt x="950656" y="68612"/>
                </a:lnTo>
                <a:lnTo>
                  <a:pt x="950341" y="68025"/>
                </a:lnTo>
                <a:lnTo>
                  <a:pt x="950009" y="67447"/>
                </a:lnTo>
                <a:lnTo>
                  <a:pt x="949661" y="66878"/>
                </a:lnTo>
                <a:lnTo>
                  <a:pt x="949295" y="66318"/>
                </a:lnTo>
                <a:lnTo>
                  <a:pt x="948912" y="65766"/>
                </a:lnTo>
                <a:lnTo>
                  <a:pt x="948513" y="65224"/>
                </a:lnTo>
                <a:lnTo>
                  <a:pt x="948094" y="64688"/>
                </a:lnTo>
                <a:lnTo>
                  <a:pt x="947655" y="64157"/>
                </a:lnTo>
                <a:lnTo>
                  <a:pt x="947195" y="63631"/>
                </a:lnTo>
                <a:lnTo>
                  <a:pt x="946714" y="63109"/>
                </a:lnTo>
                <a:lnTo>
                  <a:pt x="946213" y="62593"/>
                </a:lnTo>
                <a:lnTo>
                  <a:pt x="945690" y="62082"/>
                </a:lnTo>
                <a:lnTo>
                  <a:pt x="945147" y="61576"/>
                </a:lnTo>
                <a:lnTo>
                  <a:pt x="944583" y="61075"/>
                </a:lnTo>
                <a:lnTo>
                  <a:pt x="943999" y="60578"/>
                </a:lnTo>
                <a:lnTo>
                  <a:pt x="943393" y="60087"/>
                </a:lnTo>
                <a:lnTo>
                  <a:pt x="942767" y="59601"/>
                </a:lnTo>
                <a:lnTo>
                  <a:pt x="942120" y="59119"/>
                </a:lnTo>
                <a:lnTo>
                  <a:pt x="941452" y="58643"/>
                </a:lnTo>
                <a:lnTo>
                  <a:pt x="940763" y="58171"/>
                </a:lnTo>
                <a:lnTo>
                  <a:pt x="940054" y="57705"/>
                </a:lnTo>
                <a:lnTo>
                  <a:pt x="939324" y="57243"/>
                </a:lnTo>
                <a:lnTo>
                  <a:pt x="938573" y="56787"/>
                </a:lnTo>
                <a:lnTo>
                  <a:pt x="937801" y="56335"/>
                </a:lnTo>
                <a:lnTo>
                  <a:pt x="937008" y="55888"/>
                </a:lnTo>
                <a:lnTo>
                  <a:pt x="936195" y="55446"/>
                </a:lnTo>
                <a:lnTo>
                  <a:pt x="935361" y="55010"/>
                </a:lnTo>
                <a:lnTo>
                  <a:pt x="934506" y="54578"/>
                </a:lnTo>
                <a:lnTo>
                  <a:pt x="933645" y="54158"/>
                </a:lnTo>
                <a:lnTo>
                  <a:pt x="933872" y="54034"/>
                </a:lnTo>
                <a:lnTo>
                  <a:pt x="934713" y="53562"/>
                </a:lnTo>
                <a:lnTo>
                  <a:pt x="935532" y="53088"/>
                </a:lnTo>
                <a:close/>
                <a:moveTo>
                  <a:pt x="918182" y="46763"/>
                </a:moveTo>
                <a:lnTo>
                  <a:pt x="917746" y="46513"/>
                </a:lnTo>
                <a:lnTo>
                  <a:pt x="917319" y="46257"/>
                </a:lnTo>
                <a:lnTo>
                  <a:pt x="916900" y="45994"/>
                </a:lnTo>
                <a:lnTo>
                  <a:pt x="916489" y="45724"/>
                </a:lnTo>
                <a:lnTo>
                  <a:pt x="916086" y="45448"/>
                </a:lnTo>
                <a:lnTo>
                  <a:pt x="915691" y="45165"/>
                </a:lnTo>
                <a:lnTo>
                  <a:pt x="915305" y="44875"/>
                </a:lnTo>
                <a:lnTo>
                  <a:pt x="914927" y="44579"/>
                </a:lnTo>
                <a:lnTo>
                  <a:pt x="914557" y="44276"/>
                </a:lnTo>
                <a:lnTo>
                  <a:pt x="914196" y="43967"/>
                </a:lnTo>
                <a:lnTo>
                  <a:pt x="913843" y="43651"/>
                </a:lnTo>
                <a:lnTo>
                  <a:pt x="913498" y="43328"/>
                </a:lnTo>
                <a:lnTo>
                  <a:pt x="913161" y="42999"/>
                </a:lnTo>
                <a:lnTo>
                  <a:pt x="912833" y="42663"/>
                </a:lnTo>
                <a:lnTo>
                  <a:pt x="912513" y="42321"/>
                </a:lnTo>
                <a:lnTo>
                  <a:pt x="912201" y="41972"/>
                </a:lnTo>
                <a:lnTo>
                  <a:pt x="911897" y="41616"/>
                </a:lnTo>
                <a:lnTo>
                  <a:pt x="911602" y="41254"/>
                </a:lnTo>
                <a:lnTo>
                  <a:pt x="911315" y="40885"/>
                </a:lnTo>
                <a:lnTo>
                  <a:pt x="911036" y="40510"/>
                </a:lnTo>
                <a:lnTo>
                  <a:pt x="910766" y="40128"/>
                </a:lnTo>
                <a:lnTo>
                  <a:pt x="910505" y="39741"/>
                </a:lnTo>
                <a:lnTo>
                  <a:pt x="910255" y="39351"/>
                </a:lnTo>
                <a:lnTo>
                  <a:pt x="910017" y="38958"/>
                </a:lnTo>
                <a:lnTo>
                  <a:pt x="909789" y="38563"/>
                </a:lnTo>
                <a:lnTo>
                  <a:pt x="909573" y="38165"/>
                </a:lnTo>
                <a:lnTo>
                  <a:pt x="909367" y="37763"/>
                </a:lnTo>
                <a:lnTo>
                  <a:pt x="909173" y="37360"/>
                </a:lnTo>
                <a:lnTo>
                  <a:pt x="908990" y="36953"/>
                </a:lnTo>
                <a:lnTo>
                  <a:pt x="908818" y="36543"/>
                </a:lnTo>
                <a:lnTo>
                  <a:pt x="908657" y="36131"/>
                </a:lnTo>
                <a:lnTo>
                  <a:pt x="908507" y="35716"/>
                </a:lnTo>
                <a:lnTo>
                  <a:pt x="908368" y="35298"/>
                </a:lnTo>
                <a:lnTo>
                  <a:pt x="908241" y="34877"/>
                </a:lnTo>
                <a:lnTo>
                  <a:pt x="908124" y="34453"/>
                </a:lnTo>
                <a:lnTo>
                  <a:pt x="908019" y="34027"/>
                </a:lnTo>
                <a:lnTo>
                  <a:pt x="907925" y="33597"/>
                </a:lnTo>
                <a:lnTo>
                  <a:pt x="907841" y="33165"/>
                </a:lnTo>
                <a:lnTo>
                  <a:pt x="907769" y="32730"/>
                </a:lnTo>
                <a:lnTo>
                  <a:pt x="907708" y="32292"/>
                </a:lnTo>
                <a:lnTo>
                  <a:pt x="907658" y="31852"/>
                </a:lnTo>
                <a:lnTo>
                  <a:pt x="907619" y="31408"/>
                </a:lnTo>
                <a:lnTo>
                  <a:pt x="907592" y="30962"/>
                </a:lnTo>
                <a:lnTo>
                  <a:pt x="907575" y="30513"/>
                </a:lnTo>
                <a:lnTo>
                  <a:pt x="907569" y="30061"/>
                </a:lnTo>
                <a:lnTo>
                  <a:pt x="907577" y="29521"/>
                </a:lnTo>
                <a:lnTo>
                  <a:pt x="907599" y="28991"/>
                </a:lnTo>
                <a:lnTo>
                  <a:pt x="907636" y="28470"/>
                </a:lnTo>
                <a:lnTo>
                  <a:pt x="907688" y="27958"/>
                </a:lnTo>
                <a:lnTo>
                  <a:pt x="907755" y="27455"/>
                </a:lnTo>
                <a:lnTo>
                  <a:pt x="907837" y="26962"/>
                </a:lnTo>
                <a:lnTo>
                  <a:pt x="907934" y="26478"/>
                </a:lnTo>
                <a:lnTo>
                  <a:pt x="908045" y="26003"/>
                </a:lnTo>
                <a:lnTo>
                  <a:pt x="908172" y="25537"/>
                </a:lnTo>
                <a:lnTo>
                  <a:pt x="908313" y="25080"/>
                </a:lnTo>
                <a:lnTo>
                  <a:pt x="908469" y="24633"/>
                </a:lnTo>
                <a:lnTo>
                  <a:pt x="908640" y="24195"/>
                </a:lnTo>
                <a:lnTo>
                  <a:pt x="908826" y="23766"/>
                </a:lnTo>
                <a:lnTo>
                  <a:pt x="909027" y="23346"/>
                </a:lnTo>
                <a:lnTo>
                  <a:pt x="909243" y="22936"/>
                </a:lnTo>
                <a:lnTo>
                  <a:pt x="909473" y="22534"/>
                </a:lnTo>
                <a:lnTo>
                  <a:pt x="909719" y="22142"/>
                </a:lnTo>
                <a:lnTo>
                  <a:pt x="909979" y="21759"/>
                </a:lnTo>
                <a:lnTo>
                  <a:pt x="910254" y="21386"/>
                </a:lnTo>
                <a:lnTo>
                  <a:pt x="910544" y="21021"/>
                </a:lnTo>
                <a:lnTo>
                  <a:pt x="910849" y="20666"/>
                </a:lnTo>
                <a:lnTo>
                  <a:pt x="911169" y="20320"/>
                </a:lnTo>
                <a:lnTo>
                  <a:pt x="911504" y="19983"/>
                </a:lnTo>
                <a:lnTo>
                  <a:pt x="911853" y="19656"/>
                </a:lnTo>
                <a:lnTo>
                  <a:pt x="912216" y="19340"/>
                </a:lnTo>
                <a:lnTo>
                  <a:pt x="912589" y="19037"/>
                </a:lnTo>
                <a:lnTo>
                  <a:pt x="912973" y="18747"/>
                </a:lnTo>
                <a:lnTo>
                  <a:pt x="913367" y="18471"/>
                </a:lnTo>
                <a:lnTo>
                  <a:pt x="913772" y="18209"/>
                </a:lnTo>
                <a:lnTo>
                  <a:pt x="914188" y="17960"/>
                </a:lnTo>
                <a:lnTo>
                  <a:pt x="914614" y="17724"/>
                </a:lnTo>
                <a:lnTo>
                  <a:pt x="915051" y="17502"/>
                </a:lnTo>
                <a:lnTo>
                  <a:pt x="915498" y="17293"/>
                </a:lnTo>
                <a:lnTo>
                  <a:pt x="915956" y="17098"/>
                </a:lnTo>
                <a:lnTo>
                  <a:pt x="916425" y="16916"/>
                </a:lnTo>
                <a:lnTo>
                  <a:pt x="916904" y="16748"/>
                </a:lnTo>
                <a:lnTo>
                  <a:pt x="917394" y="16593"/>
                </a:lnTo>
                <a:lnTo>
                  <a:pt x="917895" y="16452"/>
                </a:lnTo>
                <a:lnTo>
                  <a:pt x="918406" y="16324"/>
                </a:lnTo>
                <a:lnTo>
                  <a:pt x="918928" y="16210"/>
                </a:lnTo>
                <a:lnTo>
                  <a:pt x="919460" y="16109"/>
                </a:lnTo>
                <a:lnTo>
                  <a:pt x="920003" y="16021"/>
                </a:lnTo>
                <a:lnTo>
                  <a:pt x="920557" y="15947"/>
                </a:lnTo>
                <a:lnTo>
                  <a:pt x="921122" y="15886"/>
                </a:lnTo>
                <a:lnTo>
                  <a:pt x="921696" y="15839"/>
                </a:lnTo>
                <a:lnTo>
                  <a:pt x="922282" y="15806"/>
                </a:lnTo>
                <a:lnTo>
                  <a:pt x="922878" y="15785"/>
                </a:lnTo>
                <a:lnTo>
                  <a:pt x="923485" y="15779"/>
                </a:lnTo>
                <a:lnTo>
                  <a:pt x="924092" y="15785"/>
                </a:lnTo>
                <a:lnTo>
                  <a:pt x="924688" y="15805"/>
                </a:lnTo>
                <a:lnTo>
                  <a:pt x="925274" y="15838"/>
                </a:lnTo>
                <a:lnTo>
                  <a:pt x="925849" y="15884"/>
                </a:lnTo>
                <a:lnTo>
                  <a:pt x="926413" y="15944"/>
                </a:lnTo>
                <a:lnTo>
                  <a:pt x="926966" y="16017"/>
                </a:lnTo>
                <a:lnTo>
                  <a:pt x="927510" y="16103"/>
                </a:lnTo>
                <a:lnTo>
                  <a:pt x="928042" y="16202"/>
                </a:lnTo>
                <a:lnTo>
                  <a:pt x="928564" y="16314"/>
                </a:lnTo>
                <a:lnTo>
                  <a:pt x="929075" y="16440"/>
                </a:lnTo>
                <a:lnTo>
                  <a:pt x="929575" y="16579"/>
                </a:lnTo>
                <a:lnTo>
                  <a:pt x="930065" y="16731"/>
                </a:lnTo>
                <a:lnTo>
                  <a:pt x="930544" y="16896"/>
                </a:lnTo>
                <a:lnTo>
                  <a:pt x="931013" y="17075"/>
                </a:lnTo>
                <a:lnTo>
                  <a:pt x="931471" y="17266"/>
                </a:lnTo>
                <a:lnTo>
                  <a:pt x="931918" y="17471"/>
                </a:lnTo>
                <a:lnTo>
                  <a:pt x="932355" y="17690"/>
                </a:lnTo>
                <a:lnTo>
                  <a:pt x="932781" y="17921"/>
                </a:lnTo>
                <a:lnTo>
                  <a:pt x="933197" y="18166"/>
                </a:lnTo>
                <a:lnTo>
                  <a:pt x="933602" y="18424"/>
                </a:lnTo>
                <a:lnTo>
                  <a:pt x="933996" y="18695"/>
                </a:lnTo>
                <a:lnTo>
                  <a:pt x="934379" y="18979"/>
                </a:lnTo>
                <a:lnTo>
                  <a:pt x="934752" y="19277"/>
                </a:lnTo>
                <a:lnTo>
                  <a:pt x="935115" y="19587"/>
                </a:lnTo>
                <a:lnTo>
                  <a:pt x="935464" y="19910"/>
                </a:lnTo>
                <a:lnTo>
                  <a:pt x="935799" y="20241"/>
                </a:lnTo>
                <a:lnTo>
                  <a:pt x="936119" y="20582"/>
                </a:lnTo>
                <a:lnTo>
                  <a:pt x="936424" y="20933"/>
                </a:lnTo>
                <a:lnTo>
                  <a:pt x="936714" y="21292"/>
                </a:lnTo>
                <a:lnTo>
                  <a:pt x="936990" y="21662"/>
                </a:lnTo>
                <a:lnTo>
                  <a:pt x="937250" y="22040"/>
                </a:lnTo>
                <a:lnTo>
                  <a:pt x="937496" y="22429"/>
                </a:lnTo>
                <a:lnTo>
                  <a:pt x="937726" y="22826"/>
                </a:lnTo>
                <a:lnTo>
                  <a:pt x="937942" y="23233"/>
                </a:lnTo>
                <a:lnTo>
                  <a:pt x="938143" y="23650"/>
                </a:lnTo>
                <a:lnTo>
                  <a:pt x="938329" y="24076"/>
                </a:lnTo>
                <a:lnTo>
                  <a:pt x="938500" y="24511"/>
                </a:lnTo>
                <a:lnTo>
                  <a:pt x="938657" y="24956"/>
                </a:lnTo>
                <a:lnTo>
                  <a:pt x="938798" y="25410"/>
                </a:lnTo>
                <a:lnTo>
                  <a:pt x="938925" y="25874"/>
                </a:lnTo>
                <a:lnTo>
                  <a:pt x="939036" y="26347"/>
                </a:lnTo>
                <a:lnTo>
                  <a:pt x="939133" y="26830"/>
                </a:lnTo>
                <a:lnTo>
                  <a:pt x="939215" y="27322"/>
                </a:lnTo>
                <a:lnTo>
                  <a:pt x="939282" y="27824"/>
                </a:lnTo>
                <a:lnTo>
                  <a:pt x="939334" y="28334"/>
                </a:lnTo>
                <a:lnTo>
                  <a:pt x="939371" y="28855"/>
                </a:lnTo>
                <a:lnTo>
                  <a:pt x="939393" y="29385"/>
                </a:lnTo>
                <a:lnTo>
                  <a:pt x="939401" y="29924"/>
                </a:lnTo>
                <a:lnTo>
                  <a:pt x="939395" y="30387"/>
                </a:lnTo>
                <a:lnTo>
                  <a:pt x="939378" y="30847"/>
                </a:lnTo>
                <a:lnTo>
                  <a:pt x="939350" y="31303"/>
                </a:lnTo>
                <a:lnTo>
                  <a:pt x="939310" y="31757"/>
                </a:lnTo>
                <a:lnTo>
                  <a:pt x="939259" y="32206"/>
                </a:lnTo>
                <a:lnTo>
                  <a:pt x="939197" y="32653"/>
                </a:lnTo>
                <a:lnTo>
                  <a:pt x="939123" y="33096"/>
                </a:lnTo>
                <a:lnTo>
                  <a:pt x="939038" y="33536"/>
                </a:lnTo>
                <a:lnTo>
                  <a:pt x="938942" y="33973"/>
                </a:lnTo>
                <a:lnTo>
                  <a:pt x="938834" y="34406"/>
                </a:lnTo>
                <a:lnTo>
                  <a:pt x="938715" y="34837"/>
                </a:lnTo>
                <a:lnTo>
                  <a:pt x="938585" y="35263"/>
                </a:lnTo>
                <a:lnTo>
                  <a:pt x="938443" y="35687"/>
                </a:lnTo>
                <a:lnTo>
                  <a:pt x="938290" y="36107"/>
                </a:lnTo>
                <a:lnTo>
                  <a:pt x="938125" y="36524"/>
                </a:lnTo>
                <a:lnTo>
                  <a:pt x="937950" y="36938"/>
                </a:lnTo>
                <a:lnTo>
                  <a:pt x="937763" y="37348"/>
                </a:lnTo>
                <a:lnTo>
                  <a:pt x="937564" y="37755"/>
                </a:lnTo>
                <a:lnTo>
                  <a:pt x="937354" y="38159"/>
                </a:lnTo>
                <a:lnTo>
                  <a:pt x="937133" y="38559"/>
                </a:lnTo>
                <a:lnTo>
                  <a:pt x="936901" y="38956"/>
                </a:lnTo>
                <a:lnTo>
                  <a:pt x="936657" y="39350"/>
                </a:lnTo>
                <a:lnTo>
                  <a:pt x="936402" y="39740"/>
                </a:lnTo>
                <a:lnTo>
                  <a:pt x="936136" y="40128"/>
                </a:lnTo>
                <a:lnTo>
                  <a:pt x="935859" y="40510"/>
                </a:lnTo>
                <a:lnTo>
                  <a:pt x="935573" y="40886"/>
                </a:lnTo>
                <a:lnTo>
                  <a:pt x="935277" y="41256"/>
                </a:lnTo>
                <a:lnTo>
                  <a:pt x="934972" y="41620"/>
                </a:lnTo>
                <a:lnTo>
                  <a:pt x="934657" y="41978"/>
                </a:lnTo>
                <a:lnTo>
                  <a:pt x="934333" y="42329"/>
                </a:lnTo>
                <a:lnTo>
                  <a:pt x="934000" y="42675"/>
                </a:lnTo>
                <a:lnTo>
                  <a:pt x="933657" y="43014"/>
                </a:lnTo>
                <a:lnTo>
                  <a:pt x="933304" y="43347"/>
                </a:lnTo>
                <a:lnTo>
                  <a:pt x="932943" y="43674"/>
                </a:lnTo>
                <a:lnTo>
                  <a:pt x="932571" y="43995"/>
                </a:lnTo>
                <a:lnTo>
                  <a:pt x="932191" y="44310"/>
                </a:lnTo>
                <a:lnTo>
                  <a:pt x="931800" y="44618"/>
                </a:lnTo>
                <a:lnTo>
                  <a:pt x="931401" y="44921"/>
                </a:lnTo>
                <a:lnTo>
                  <a:pt x="930992" y="45217"/>
                </a:lnTo>
                <a:lnTo>
                  <a:pt x="930573" y="45507"/>
                </a:lnTo>
                <a:lnTo>
                  <a:pt x="930145" y="45792"/>
                </a:lnTo>
                <a:lnTo>
                  <a:pt x="929708" y="46069"/>
                </a:lnTo>
                <a:lnTo>
                  <a:pt x="929261" y="46341"/>
                </a:lnTo>
                <a:lnTo>
                  <a:pt x="928805" y="46607"/>
                </a:lnTo>
                <a:lnTo>
                  <a:pt x="928339" y="46866"/>
                </a:lnTo>
                <a:lnTo>
                  <a:pt x="927864" y="47120"/>
                </a:lnTo>
                <a:lnTo>
                  <a:pt x="927379" y="47367"/>
                </a:lnTo>
                <a:lnTo>
                  <a:pt x="926885" y="47608"/>
                </a:lnTo>
                <a:lnTo>
                  <a:pt x="923393" y="49300"/>
                </a:lnTo>
                <a:lnTo>
                  <a:pt x="919539" y="47473"/>
                </a:lnTo>
                <a:lnTo>
                  <a:pt x="919079" y="47243"/>
                </a:lnTo>
                <a:lnTo>
                  <a:pt x="918626" y="47006"/>
                </a:lnTo>
                <a:lnTo>
                  <a:pt x="918182" y="46763"/>
                </a:lnTo>
                <a:close/>
                <a:moveTo>
                  <a:pt x="930290" y="62652"/>
                </a:moveTo>
                <a:lnTo>
                  <a:pt x="930754" y="62906"/>
                </a:lnTo>
                <a:lnTo>
                  <a:pt x="931208" y="63168"/>
                </a:lnTo>
                <a:lnTo>
                  <a:pt x="931653" y="63436"/>
                </a:lnTo>
                <a:lnTo>
                  <a:pt x="932089" y="63710"/>
                </a:lnTo>
                <a:lnTo>
                  <a:pt x="932515" y="63991"/>
                </a:lnTo>
                <a:lnTo>
                  <a:pt x="932931" y="64279"/>
                </a:lnTo>
                <a:lnTo>
                  <a:pt x="933338" y="64573"/>
                </a:lnTo>
                <a:lnTo>
                  <a:pt x="933736" y="64874"/>
                </a:lnTo>
                <a:lnTo>
                  <a:pt x="934124" y="65182"/>
                </a:lnTo>
                <a:lnTo>
                  <a:pt x="934503" y="65496"/>
                </a:lnTo>
                <a:lnTo>
                  <a:pt x="934872" y="65817"/>
                </a:lnTo>
                <a:lnTo>
                  <a:pt x="935232" y="66144"/>
                </a:lnTo>
                <a:lnTo>
                  <a:pt x="935582" y="66478"/>
                </a:lnTo>
                <a:lnTo>
                  <a:pt x="935923" y="66819"/>
                </a:lnTo>
                <a:lnTo>
                  <a:pt x="936255" y="67166"/>
                </a:lnTo>
                <a:lnTo>
                  <a:pt x="936577" y="67520"/>
                </a:lnTo>
                <a:lnTo>
                  <a:pt x="936890" y="67880"/>
                </a:lnTo>
                <a:lnTo>
                  <a:pt x="937193" y="68247"/>
                </a:lnTo>
                <a:lnTo>
                  <a:pt x="937487" y="68621"/>
                </a:lnTo>
                <a:lnTo>
                  <a:pt x="937771" y="69001"/>
                </a:lnTo>
                <a:lnTo>
                  <a:pt x="938046" y="69388"/>
                </a:lnTo>
                <a:lnTo>
                  <a:pt x="938311" y="69782"/>
                </a:lnTo>
                <a:lnTo>
                  <a:pt x="938566" y="70180"/>
                </a:lnTo>
                <a:lnTo>
                  <a:pt x="938811" y="70582"/>
                </a:lnTo>
                <a:lnTo>
                  <a:pt x="939045" y="70988"/>
                </a:lnTo>
                <a:lnTo>
                  <a:pt x="939267" y="71398"/>
                </a:lnTo>
                <a:lnTo>
                  <a:pt x="939479" y="71812"/>
                </a:lnTo>
                <a:lnTo>
                  <a:pt x="939680" y="72229"/>
                </a:lnTo>
                <a:lnTo>
                  <a:pt x="939871" y="72651"/>
                </a:lnTo>
                <a:lnTo>
                  <a:pt x="940050" y="73076"/>
                </a:lnTo>
                <a:lnTo>
                  <a:pt x="940218" y="73504"/>
                </a:lnTo>
                <a:lnTo>
                  <a:pt x="940376" y="73937"/>
                </a:lnTo>
                <a:lnTo>
                  <a:pt x="940523" y="74373"/>
                </a:lnTo>
                <a:lnTo>
                  <a:pt x="940659" y="74813"/>
                </a:lnTo>
                <a:lnTo>
                  <a:pt x="940784" y="75257"/>
                </a:lnTo>
                <a:lnTo>
                  <a:pt x="940898" y="75705"/>
                </a:lnTo>
                <a:lnTo>
                  <a:pt x="941001" y="76156"/>
                </a:lnTo>
                <a:lnTo>
                  <a:pt x="941093" y="76612"/>
                </a:lnTo>
                <a:lnTo>
                  <a:pt x="941175" y="77071"/>
                </a:lnTo>
                <a:lnTo>
                  <a:pt x="941245" y="77534"/>
                </a:lnTo>
                <a:lnTo>
                  <a:pt x="941305" y="78000"/>
                </a:lnTo>
                <a:lnTo>
                  <a:pt x="941354" y="78471"/>
                </a:lnTo>
                <a:lnTo>
                  <a:pt x="941392" y="78945"/>
                </a:lnTo>
                <a:lnTo>
                  <a:pt x="941419" y="79423"/>
                </a:lnTo>
                <a:lnTo>
                  <a:pt x="941436" y="79904"/>
                </a:lnTo>
                <a:lnTo>
                  <a:pt x="941441" y="80390"/>
                </a:lnTo>
                <a:lnTo>
                  <a:pt x="941433" y="80986"/>
                </a:lnTo>
                <a:lnTo>
                  <a:pt x="941408" y="81571"/>
                </a:lnTo>
                <a:lnTo>
                  <a:pt x="941366" y="82147"/>
                </a:lnTo>
                <a:lnTo>
                  <a:pt x="941307" y="82712"/>
                </a:lnTo>
                <a:lnTo>
                  <a:pt x="941231" y="83267"/>
                </a:lnTo>
                <a:lnTo>
                  <a:pt x="941139" y="83812"/>
                </a:lnTo>
                <a:lnTo>
                  <a:pt x="941030" y="84347"/>
                </a:lnTo>
                <a:lnTo>
                  <a:pt x="940904" y="84872"/>
                </a:lnTo>
                <a:lnTo>
                  <a:pt x="940762" y="85386"/>
                </a:lnTo>
                <a:lnTo>
                  <a:pt x="940603" y="85891"/>
                </a:lnTo>
                <a:lnTo>
                  <a:pt x="940426" y="86385"/>
                </a:lnTo>
                <a:lnTo>
                  <a:pt x="940234" y="86869"/>
                </a:lnTo>
                <a:lnTo>
                  <a:pt x="940024" y="87343"/>
                </a:lnTo>
                <a:lnTo>
                  <a:pt x="939798" y="87807"/>
                </a:lnTo>
                <a:lnTo>
                  <a:pt x="939554" y="88260"/>
                </a:lnTo>
                <a:lnTo>
                  <a:pt x="939294" y="88703"/>
                </a:lnTo>
                <a:lnTo>
                  <a:pt x="939018" y="89137"/>
                </a:lnTo>
                <a:lnTo>
                  <a:pt x="938724" y="89560"/>
                </a:lnTo>
                <a:lnTo>
                  <a:pt x="938414" y="89973"/>
                </a:lnTo>
                <a:lnTo>
                  <a:pt x="938087" y="90375"/>
                </a:lnTo>
                <a:lnTo>
                  <a:pt x="937743" y="90768"/>
                </a:lnTo>
                <a:lnTo>
                  <a:pt x="937383" y="91150"/>
                </a:lnTo>
                <a:lnTo>
                  <a:pt x="937005" y="91523"/>
                </a:lnTo>
                <a:lnTo>
                  <a:pt x="936611" y="91885"/>
                </a:lnTo>
                <a:lnTo>
                  <a:pt x="936203" y="92234"/>
                </a:lnTo>
                <a:lnTo>
                  <a:pt x="935782" y="92569"/>
                </a:lnTo>
                <a:lnTo>
                  <a:pt x="935349" y="92889"/>
                </a:lnTo>
                <a:lnTo>
                  <a:pt x="934905" y="93194"/>
                </a:lnTo>
                <a:lnTo>
                  <a:pt x="934448" y="93484"/>
                </a:lnTo>
                <a:lnTo>
                  <a:pt x="933980" y="93759"/>
                </a:lnTo>
                <a:lnTo>
                  <a:pt x="933499" y="94019"/>
                </a:lnTo>
                <a:lnTo>
                  <a:pt x="933006" y="94265"/>
                </a:lnTo>
                <a:lnTo>
                  <a:pt x="932501" y="94495"/>
                </a:lnTo>
                <a:lnTo>
                  <a:pt x="931984" y="94711"/>
                </a:lnTo>
                <a:lnTo>
                  <a:pt x="931456" y="94912"/>
                </a:lnTo>
                <a:lnTo>
                  <a:pt x="930915" y="95098"/>
                </a:lnTo>
                <a:lnTo>
                  <a:pt x="930362" y="95269"/>
                </a:lnTo>
                <a:lnTo>
                  <a:pt x="929797" y="95425"/>
                </a:lnTo>
                <a:lnTo>
                  <a:pt x="929220" y="95566"/>
                </a:lnTo>
                <a:lnTo>
                  <a:pt x="928631" y="95693"/>
                </a:lnTo>
                <a:lnTo>
                  <a:pt x="928030" y="95804"/>
                </a:lnTo>
                <a:lnTo>
                  <a:pt x="927416" y="95901"/>
                </a:lnTo>
                <a:lnTo>
                  <a:pt x="926791" y="95983"/>
                </a:lnTo>
                <a:lnTo>
                  <a:pt x="926154" y="96050"/>
                </a:lnTo>
                <a:lnTo>
                  <a:pt x="925505" y="96102"/>
                </a:lnTo>
                <a:lnTo>
                  <a:pt x="924844" y="96139"/>
                </a:lnTo>
                <a:lnTo>
                  <a:pt x="924170" y="96161"/>
                </a:lnTo>
                <a:lnTo>
                  <a:pt x="923485" y="96169"/>
                </a:lnTo>
                <a:lnTo>
                  <a:pt x="922800" y="96161"/>
                </a:lnTo>
                <a:lnTo>
                  <a:pt x="922126" y="96138"/>
                </a:lnTo>
                <a:lnTo>
                  <a:pt x="921465" y="96101"/>
                </a:lnTo>
                <a:lnTo>
                  <a:pt x="920815" y="96048"/>
                </a:lnTo>
                <a:lnTo>
                  <a:pt x="920178" y="95980"/>
                </a:lnTo>
                <a:lnTo>
                  <a:pt x="919553" y="95897"/>
                </a:lnTo>
                <a:lnTo>
                  <a:pt x="918939" y="95798"/>
                </a:lnTo>
                <a:lnTo>
                  <a:pt x="918338" y="95685"/>
                </a:lnTo>
                <a:lnTo>
                  <a:pt x="917749" y="95557"/>
                </a:lnTo>
                <a:lnTo>
                  <a:pt x="917172" y="95413"/>
                </a:lnTo>
                <a:lnTo>
                  <a:pt x="916607" y="95254"/>
                </a:lnTo>
                <a:lnTo>
                  <a:pt x="916054" y="95081"/>
                </a:lnTo>
                <a:lnTo>
                  <a:pt x="915513" y="94892"/>
                </a:lnTo>
                <a:lnTo>
                  <a:pt x="914984" y="94688"/>
                </a:lnTo>
                <a:lnTo>
                  <a:pt x="914467" y="94469"/>
                </a:lnTo>
                <a:lnTo>
                  <a:pt x="913962" y="94234"/>
                </a:lnTo>
                <a:lnTo>
                  <a:pt x="913469" y="93985"/>
                </a:lnTo>
                <a:lnTo>
                  <a:pt x="912989" y="93720"/>
                </a:lnTo>
                <a:lnTo>
                  <a:pt x="912520" y="93441"/>
                </a:lnTo>
                <a:lnTo>
                  <a:pt x="912063" y="93146"/>
                </a:lnTo>
                <a:lnTo>
                  <a:pt x="911619" y="92836"/>
                </a:lnTo>
                <a:lnTo>
                  <a:pt x="911186" y="92511"/>
                </a:lnTo>
                <a:lnTo>
                  <a:pt x="910765" y="92171"/>
                </a:lnTo>
                <a:lnTo>
                  <a:pt x="910357" y="91816"/>
                </a:lnTo>
                <a:lnTo>
                  <a:pt x="909963" y="91448"/>
                </a:lnTo>
                <a:lnTo>
                  <a:pt x="909586" y="91070"/>
                </a:lnTo>
                <a:lnTo>
                  <a:pt x="909225" y="90681"/>
                </a:lnTo>
                <a:lnTo>
                  <a:pt x="908882" y="90282"/>
                </a:lnTo>
                <a:lnTo>
                  <a:pt x="908555" y="89873"/>
                </a:lnTo>
                <a:lnTo>
                  <a:pt x="908245" y="89453"/>
                </a:lnTo>
                <a:lnTo>
                  <a:pt x="907951" y="89023"/>
                </a:lnTo>
                <a:lnTo>
                  <a:pt x="907675" y="88582"/>
                </a:lnTo>
                <a:lnTo>
                  <a:pt x="907415" y="88131"/>
                </a:lnTo>
                <a:lnTo>
                  <a:pt x="907172" y="87669"/>
                </a:lnTo>
                <a:lnTo>
                  <a:pt x="906946" y="87198"/>
                </a:lnTo>
                <a:lnTo>
                  <a:pt x="906736" y="86715"/>
                </a:lnTo>
                <a:lnTo>
                  <a:pt x="906543" y="86223"/>
                </a:lnTo>
                <a:lnTo>
                  <a:pt x="906367" y="85720"/>
                </a:lnTo>
                <a:lnTo>
                  <a:pt x="906208" y="85206"/>
                </a:lnTo>
                <a:lnTo>
                  <a:pt x="906065" y="84683"/>
                </a:lnTo>
                <a:lnTo>
                  <a:pt x="905940" y="84148"/>
                </a:lnTo>
                <a:lnTo>
                  <a:pt x="905831" y="83604"/>
                </a:lnTo>
                <a:lnTo>
                  <a:pt x="905739" y="83049"/>
                </a:lnTo>
                <a:lnTo>
                  <a:pt x="905663" y="82483"/>
                </a:lnTo>
                <a:lnTo>
                  <a:pt x="905604" y="81908"/>
                </a:lnTo>
                <a:lnTo>
                  <a:pt x="905563" y="81322"/>
                </a:lnTo>
                <a:lnTo>
                  <a:pt x="905537" y="80725"/>
                </a:lnTo>
                <a:lnTo>
                  <a:pt x="905529" y="80118"/>
                </a:lnTo>
                <a:lnTo>
                  <a:pt x="905534" y="79644"/>
                </a:lnTo>
                <a:lnTo>
                  <a:pt x="905550" y="79173"/>
                </a:lnTo>
                <a:lnTo>
                  <a:pt x="905577" y="78706"/>
                </a:lnTo>
                <a:lnTo>
                  <a:pt x="905614" y="78242"/>
                </a:lnTo>
                <a:lnTo>
                  <a:pt x="905662" y="77782"/>
                </a:lnTo>
                <a:lnTo>
                  <a:pt x="905720" y="77326"/>
                </a:lnTo>
                <a:lnTo>
                  <a:pt x="905789" y="76873"/>
                </a:lnTo>
                <a:lnTo>
                  <a:pt x="905869" y="76423"/>
                </a:lnTo>
                <a:lnTo>
                  <a:pt x="905959" y="75977"/>
                </a:lnTo>
                <a:lnTo>
                  <a:pt x="906060" y="75535"/>
                </a:lnTo>
                <a:lnTo>
                  <a:pt x="906172" y="75096"/>
                </a:lnTo>
                <a:lnTo>
                  <a:pt x="906294" y="74661"/>
                </a:lnTo>
                <a:lnTo>
                  <a:pt x="906427" y="74229"/>
                </a:lnTo>
                <a:lnTo>
                  <a:pt x="906570" y="73801"/>
                </a:lnTo>
                <a:lnTo>
                  <a:pt x="906724" y="73376"/>
                </a:lnTo>
                <a:lnTo>
                  <a:pt x="906889" y="72955"/>
                </a:lnTo>
                <a:lnTo>
                  <a:pt x="907064" y="72537"/>
                </a:lnTo>
                <a:lnTo>
                  <a:pt x="907250" y="72123"/>
                </a:lnTo>
                <a:lnTo>
                  <a:pt x="907447" y="71713"/>
                </a:lnTo>
                <a:lnTo>
                  <a:pt x="907654" y="71306"/>
                </a:lnTo>
                <a:lnTo>
                  <a:pt x="907871" y="70902"/>
                </a:lnTo>
                <a:lnTo>
                  <a:pt x="908100" y="70502"/>
                </a:lnTo>
                <a:lnTo>
                  <a:pt x="908339" y="70106"/>
                </a:lnTo>
                <a:lnTo>
                  <a:pt x="908588" y="69713"/>
                </a:lnTo>
                <a:lnTo>
                  <a:pt x="908848" y="69325"/>
                </a:lnTo>
                <a:lnTo>
                  <a:pt x="909116" y="68945"/>
                </a:lnTo>
                <a:lnTo>
                  <a:pt x="909393" y="68571"/>
                </a:lnTo>
                <a:lnTo>
                  <a:pt x="909679" y="68204"/>
                </a:lnTo>
                <a:lnTo>
                  <a:pt x="909973" y="67843"/>
                </a:lnTo>
                <a:lnTo>
                  <a:pt x="910276" y="67490"/>
                </a:lnTo>
                <a:lnTo>
                  <a:pt x="910588" y="67143"/>
                </a:lnTo>
                <a:lnTo>
                  <a:pt x="910909" y="66804"/>
                </a:lnTo>
                <a:lnTo>
                  <a:pt x="911238" y="66471"/>
                </a:lnTo>
                <a:lnTo>
                  <a:pt x="911576" y="66145"/>
                </a:lnTo>
                <a:lnTo>
                  <a:pt x="911923" y="65825"/>
                </a:lnTo>
                <a:lnTo>
                  <a:pt x="912279" y="65513"/>
                </a:lnTo>
                <a:lnTo>
                  <a:pt x="912643" y="65208"/>
                </a:lnTo>
                <a:lnTo>
                  <a:pt x="913016" y="64909"/>
                </a:lnTo>
                <a:lnTo>
                  <a:pt x="913398" y="64617"/>
                </a:lnTo>
                <a:lnTo>
                  <a:pt x="913789" y="64332"/>
                </a:lnTo>
                <a:lnTo>
                  <a:pt x="914188" y="64054"/>
                </a:lnTo>
                <a:lnTo>
                  <a:pt x="914596" y="63783"/>
                </a:lnTo>
                <a:lnTo>
                  <a:pt x="915012" y="63518"/>
                </a:lnTo>
                <a:lnTo>
                  <a:pt x="915438" y="63261"/>
                </a:lnTo>
                <a:lnTo>
                  <a:pt x="915872" y="63010"/>
                </a:lnTo>
                <a:lnTo>
                  <a:pt x="916315" y="62766"/>
                </a:lnTo>
                <a:lnTo>
                  <a:pt x="916767" y="62529"/>
                </a:lnTo>
                <a:lnTo>
                  <a:pt x="917227" y="62299"/>
                </a:lnTo>
                <a:lnTo>
                  <a:pt x="923421" y="59267"/>
                </a:lnTo>
                <a:lnTo>
                  <a:pt x="929334" y="62162"/>
                </a:lnTo>
                <a:lnTo>
                  <a:pt x="929817" y="62404"/>
                </a:lnTo>
                <a:lnTo>
                  <a:pt x="930290" y="62652"/>
                </a:lnTo>
                <a:close/>
                <a:moveTo>
                  <a:pt x="828403" y="105692"/>
                </a:moveTo>
                <a:lnTo>
                  <a:pt x="828403" y="58081"/>
                </a:lnTo>
                <a:lnTo>
                  <a:pt x="828410" y="57363"/>
                </a:lnTo>
                <a:lnTo>
                  <a:pt x="828433" y="56658"/>
                </a:lnTo>
                <a:lnTo>
                  <a:pt x="828472" y="55967"/>
                </a:lnTo>
                <a:lnTo>
                  <a:pt x="828525" y="55289"/>
                </a:lnTo>
                <a:lnTo>
                  <a:pt x="828595" y="54626"/>
                </a:lnTo>
                <a:lnTo>
                  <a:pt x="828679" y="53976"/>
                </a:lnTo>
                <a:lnTo>
                  <a:pt x="828779" y="53339"/>
                </a:lnTo>
                <a:lnTo>
                  <a:pt x="828894" y="52717"/>
                </a:lnTo>
                <a:lnTo>
                  <a:pt x="829024" y="52108"/>
                </a:lnTo>
                <a:lnTo>
                  <a:pt x="829170" y="51512"/>
                </a:lnTo>
                <a:lnTo>
                  <a:pt x="829331" y="50931"/>
                </a:lnTo>
                <a:lnTo>
                  <a:pt x="829508" y="50363"/>
                </a:lnTo>
                <a:lnTo>
                  <a:pt x="829700" y="49809"/>
                </a:lnTo>
                <a:lnTo>
                  <a:pt x="829907" y="49268"/>
                </a:lnTo>
                <a:lnTo>
                  <a:pt x="830130" y="48741"/>
                </a:lnTo>
                <a:lnTo>
                  <a:pt x="830368" y="48228"/>
                </a:lnTo>
                <a:lnTo>
                  <a:pt x="830621" y="47729"/>
                </a:lnTo>
                <a:lnTo>
                  <a:pt x="830889" y="47243"/>
                </a:lnTo>
                <a:lnTo>
                  <a:pt x="831173" y="46771"/>
                </a:lnTo>
                <a:lnTo>
                  <a:pt x="831473" y="46313"/>
                </a:lnTo>
                <a:lnTo>
                  <a:pt x="831787" y="45869"/>
                </a:lnTo>
                <a:lnTo>
                  <a:pt x="832118" y="45438"/>
                </a:lnTo>
                <a:lnTo>
                  <a:pt x="832463" y="45021"/>
                </a:lnTo>
                <a:lnTo>
                  <a:pt x="832824" y="44617"/>
                </a:lnTo>
                <a:lnTo>
                  <a:pt x="833198" y="44229"/>
                </a:lnTo>
                <a:lnTo>
                  <a:pt x="833584" y="43857"/>
                </a:lnTo>
                <a:lnTo>
                  <a:pt x="833981" y="43501"/>
                </a:lnTo>
                <a:lnTo>
                  <a:pt x="834390" y="43162"/>
                </a:lnTo>
                <a:lnTo>
                  <a:pt x="834810" y="42840"/>
                </a:lnTo>
                <a:lnTo>
                  <a:pt x="835242" y="42534"/>
                </a:lnTo>
                <a:lnTo>
                  <a:pt x="835686" y="42245"/>
                </a:lnTo>
                <a:lnTo>
                  <a:pt x="836141" y="41972"/>
                </a:lnTo>
                <a:lnTo>
                  <a:pt x="836608" y="41716"/>
                </a:lnTo>
                <a:lnTo>
                  <a:pt x="837086" y="41476"/>
                </a:lnTo>
                <a:lnTo>
                  <a:pt x="837576" y="41253"/>
                </a:lnTo>
                <a:lnTo>
                  <a:pt x="838078" y="41046"/>
                </a:lnTo>
                <a:lnTo>
                  <a:pt x="838591" y="40856"/>
                </a:lnTo>
                <a:lnTo>
                  <a:pt x="839115" y="40682"/>
                </a:lnTo>
                <a:lnTo>
                  <a:pt x="839651" y="40525"/>
                </a:lnTo>
                <a:lnTo>
                  <a:pt x="840199" y="40385"/>
                </a:lnTo>
                <a:lnTo>
                  <a:pt x="840758" y="40261"/>
                </a:lnTo>
                <a:lnTo>
                  <a:pt x="841329" y="40153"/>
                </a:lnTo>
                <a:lnTo>
                  <a:pt x="841911" y="40062"/>
                </a:lnTo>
                <a:lnTo>
                  <a:pt x="842505" y="39988"/>
                </a:lnTo>
                <a:lnTo>
                  <a:pt x="843111" y="39930"/>
                </a:lnTo>
                <a:lnTo>
                  <a:pt x="843728" y="39889"/>
                </a:lnTo>
                <a:lnTo>
                  <a:pt x="844357" y="39864"/>
                </a:lnTo>
                <a:lnTo>
                  <a:pt x="844997" y="39856"/>
                </a:lnTo>
                <a:lnTo>
                  <a:pt x="845648" y="39864"/>
                </a:lnTo>
                <a:lnTo>
                  <a:pt x="846287" y="39888"/>
                </a:lnTo>
                <a:lnTo>
                  <a:pt x="846913" y="39929"/>
                </a:lnTo>
                <a:lnTo>
                  <a:pt x="847527" y="39986"/>
                </a:lnTo>
                <a:lnTo>
                  <a:pt x="848128" y="40059"/>
                </a:lnTo>
                <a:lnTo>
                  <a:pt x="848716" y="40149"/>
                </a:lnTo>
                <a:lnTo>
                  <a:pt x="849292" y="40255"/>
                </a:lnTo>
                <a:lnTo>
                  <a:pt x="849856" y="40377"/>
                </a:lnTo>
                <a:lnTo>
                  <a:pt x="850407" y="40516"/>
                </a:lnTo>
                <a:lnTo>
                  <a:pt x="850946" y="40670"/>
                </a:lnTo>
                <a:lnTo>
                  <a:pt x="851472" y="40841"/>
                </a:lnTo>
                <a:lnTo>
                  <a:pt x="851985" y="41029"/>
                </a:lnTo>
                <a:lnTo>
                  <a:pt x="852486" y="41233"/>
                </a:lnTo>
                <a:lnTo>
                  <a:pt x="852974" y="41453"/>
                </a:lnTo>
                <a:lnTo>
                  <a:pt x="853450" y="41689"/>
                </a:lnTo>
                <a:lnTo>
                  <a:pt x="853914" y="41941"/>
                </a:lnTo>
                <a:lnTo>
                  <a:pt x="854365" y="42210"/>
                </a:lnTo>
                <a:lnTo>
                  <a:pt x="854803" y="42495"/>
                </a:lnTo>
                <a:lnTo>
                  <a:pt x="855229" y="42797"/>
                </a:lnTo>
                <a:lnTo>
                  <a:pt x="855642" y="43115"/>
                </a:lnTo>
                <a:lnTo>
                  <a:pt x="856043" y="43449"/>
                </a:lnTo>
                <a:lnTo>
                  <a:pt x="856431" y="43799"/>
                </a:lnTo>
                <a:lnTo>
                  <a:pt x="856807" y="44166"/>
                </a:lnTo>
                <a:lnTo>
                  <a:pt x="857170" y="44549"/>
                </a:lnTo>
                <a:lnTo>
                  <a:pt x="857520" y="44947"/>
                </a:lnTo>
                <a:lnTo>
                  <a:pt x="857855" y="45360"/>
                </a:lnTo>
                <a:lnTo>
                  <a:pt x="858175" y="45787"/>
                </a:lnTo>
                <a:lnTo>
                  <a:pt x="858480" y="46228"/>
                </a:lnTo>
                <a:lnTo>
                  <a:pt x="858770" y="46684"/>
                </a:lnTo>
                <a:lnTo>
                  <a:pt x="859046" y="47154"/>
                </a:lnTo>
                <a:lnTo>
                  <a:pt x="859306" y="47639"/>
                </a:lnTo>
                <a:lnTo>
                  <a:pt x="859552" y="48138"/>
                </a:lnTo>
                <a:lnTo>
                  <a:pt x="859782" y="48651"/>
                </a:lnTo>
                <a:lnTo>
                  <a:pt x="859998" y="49179"/>
                </a:lnTo>
                <a:lnTo>
                  <a:pt x="860199" y="49722"/>
                </a:lnTo>
                <a:lnTo>
                  <a:pt x="860385" y="50278"/>
                </a:lnTo>
                <a:lnTo>
                  <a:pt x="860556" y="50849"/>
                </a:lnTo>
                <a:lnTo>
                  <a:pt x="860712" y="51435"/>
                </a:lnTo>
                <a:lnTo>
                  <a:pt x="860854" y="52035"/>
                </a:lnTo>
                <a:lnTo>
                  <a:pt x="860980" y="52649"/>
                </a:lnTo>
                <a:lnTo>
                  <a:pt x="861092" y="53278"/>
                </a:lnTo>
                <a:lnTo>
                  <a:pt x="861189" y="53921"/>
                </a:lnTo>
                <a:lnTo>
                  <a:pt x="861270" y="54578"/>
                </a:lnTo>
                <a:lnTo>
                  <a:pt x="861337" y="55250"/>
                </a:lnTo>
                <a:lnTo>
                  <a:pt x="861390" y="55936"/>
                </a:lnTo>
                <a:lnTo>
                  <a:pt x="861427" y="56637"/>
                </a:lnTo>
                <a:lnTo>
                  <a:pt x="861449" y="57352"/>
                </a:lnTo>
                <a:lnTo>
                  <a:pt x="861457" y="58081"/>
                </a:lnTo>
                <a:lnTo>
                  <a:pt x="861457" y="61483"/>
                </a:lnTo>
                <a:lnTo>
                  <a:pt x="873698" y="61483"/>
                </a:lnTo>
                <a:lnTo>
                  <a:pt x="873698" y="56994"/>
                </a:lnTo>
                <a:lnTo>
                  <a:pt x="873686" y="55949"/>
                </a:lnTo>
                <a:lnTo>
                  <a:pt x="873650" y="54922"/>
                </a:lnTo>
                <a:lnTo>
                  <a:pt x="873589" y="53913"/>
                </a:lnTo>
                <a:lnTo>
                  <a:pt x="873504" y="52922"/>
                </a:lnTo>
                <a:lnTo>
                  <a:pt x="873394" y="51950"/>
                </a:lnTo>
                <a:lnTo>
                  <a:pt x="873261" y="50996"/>
                </a:lnTo>
                <a:lnTo>
                  <a:pt x="873102" y="50060"/>
                </a:lnTo>
                <a:lnTo>
                  <a:pt x="872920" y="49142"/>
                </a:lnTo>
                <a:lnTo>
                  <a:pt x="872713" y="48242"/>
                </a:lnTo>
                <a:lnTo>
                  <a:pt x="872482" y="47361"/>
                </a:lnTo>
                <a:lnTo>
                  <a:pt x="872227" y="46498"/>
                </a:lnTo>
                <a:lnTo>
                  <a:pt x="871947" y="45653"/>
                </a:lnTo>
                <a:lnTo>
                  <a:pt x="871643" y="44826"/>
                </a:lnTo>
                <a:lnTo>
                  <a:pt x="871315" y="44017"/>
                </a:lnTo>
                <a:lnTo>
                  <a:pt x="870962" y="43227"/>
                </a:lnTo>
                <a:lnTo>
                  <a:pt x="870585" y="42455"/>
                </a:lnTo>
                <a:lnTo>
                  <a:pt x="870184" y="41700"/>
                </a:lnTo>
                <a:lnTo>
                  <a:pt x="869758" y="40965"/>
                </a:lnTo>
                <a:lnTo>
                  <a:pt x="869308" y="40247"/>
                </a:lnTo>
                <a:lnTo>
                  <a:pt x="868834" y="39547"/>
                </a:lnTo>
                <a:lnTo>
                  <a:pt x="868335" y="38866"/>
                </a:lnTo>
                <a:lnTo>
                  <a:pt x="867812" y="38203"/>
                </a:lnTo>
                <a:lnTo>
                  <a:pt x="867265" y="37558"/>
                </a:lnTo>
                <a:lnTo>
                  <a:pt x="866693" y="36931"/>
                </a:lnTo>
                <a:lnTo>
                  <a:pt x="866101" y="36326"/>
                </a:lnTo>
                <a:lnTo>
                  <a:pt x="865492" y="35747"/>
                </a:lnTo>
                <a:lnTo>
                  <a:pt x="864867" y="35193"/>
                </a:lnTo>
                <a:lnTo>
                  <a:pt x="864224" y="34666"/>
                </a:lnTo>
                <a:lnTo>
                  <a:pt x="863565" y="34164"/>
                </a:lnTo>
                <a:lnTo>
                  <a:pt x="862889" y="33687"/>
                </a:lnTo>
                <a:lnTo>
                  <a:pt x="862196" y="33237"/>
                </a:lnTo>
                <a:lnTo>
                  <a:pt x="861487" y="32812"/>
                </a:lnTo>
                <a:lnTo>
                  <a:pt x="860760" y="32413"/>
                </a:lnTo>
                <a:lnTo>
                  <a:pt x="860017" y="32040"/>
                </a:lnTo>
                <a:lnTo>
                  <a:pt x="859257" y="31692"/>
                </a:lnTo>
                <a:lnTo>
                  <a:pt x="858481" y="31371"/>
                </a:lnTo>
                <a:lnTo>
                  <a:pt x="857687" y="31075"/>
                </a:lnTo>
                <a:lnTo>
                  <a:pt x="856877" y="30804"/>
                </a:lnTo>
                <a:lnTo>
                  <a:pt x="856050" y="30560"/>
                </a:lnTo>
                <a:lnTo>
                  <a:pt x="855206" y="30341"/>
                </a:lnTo>
                <a:lnTo>
                  <a:pt x="854346" y="30148"/>
                </a:lnTo>
                <a:lnTo>
                  <a:pt x="853469" y="29980"/>
                </a:lnTo>
                <a:lnTo>
                  <a:pt x="852575" y="29839"/>
                </a:lnTo>
                <a:lnTo>
                  <a:pt x="851664" y="29723"/>
                </a:lnTo>
                <a:lnTo>
                  <a:pt x="850736" y="29633"/>
                </a:lnTo>
                <a:lnTo>
                  <a:pt x="849792" y="29569"/>
                </a:lnTo>
                <a:lnTo>
                  <a:pt x="848831" y="29530"/>
                </a:lnTo>
                <a:lnTo>
                  <a:pt x="847853" y="29517"/>
                </a:lnTo>
                <a:lnTo>
                  <a:pt x="847001" y="29528"/>
                </a:lnTo>
                <a:lnTo>
                  <a:pt x="846166" y="29560"/>
                </a:lnTo>
                <a:lnTo>
                  <a:pt x="845349" y="29614"/>
                </a:lnTo>
                <a:lnTo>
                  <a:pt x="844549" y="29689"/>
                </a:lnTo>
                <a:lnTo>
                  <a:pt x="843767" y="29786"/>
                </a:lnTo>
                <a:lnTo>
                  <a:pt x="843003" y="29904"/>
                </a:lnTo>
                <a:lnTo>
                  <a:pt x="842257" y="30044"/>
                </a:lnTo>
                <a:lnTo>
                  <a:pt x="841528" y="30205"/>
                </a:lnTo>
                <a:lnTo>
                  <a:pt x="840818" y="30387"/>
                </a:lnTo>
                <a:lnTo>
                  <a:pt x="840124" y="30592"/>
                </a:lnTo>
                <a:lnTo>
                  <a:pt x="839449" y="30817"/>
                </a:lnTo>
                <a:lnTo>
                  <a:pt x="838791" y="31064"/>
                </a:lnTo>
                <a:lnTo>
                  <a:pt x="838151" y="31333"/>
                </a:lnTo>
                <a:lnTo>
                  <a:pt x="837528" y="31623"/>
                </a:lnTo>
                <a:lnTo>
                  <a:pt x="836924" y="31935"/>
                </a:lnTo>
                <a:lnTo>
                  <a:pt x="836337" y="32268"/>
                </a:lnTo>
                <a:lnTo>
                  <a:pt x="835767" y="32623"/>
                </a:lnTo>
                <a:lnTo>
                  <a:pt x="835216" y="32999"/>
                </a:lnTo>
                <a:lnTo>
                  <a:pt x="834682" y="33396"/>
                </a:lnTo>
                <a:lnTo>
                  <a:pt x="834166" y="33815"/>
                </a:lnTo>
                <a:lnTo>
                  <a:pt x="833667" y="34256"/>
                </a:lnTo>
                <a:lnTo>
                  <a:pt x="833186" y="34718"/>
                </a:lnTo>
                <a:lnTo>
                  <a:pt x="832723" y="35201"/>
                </a:lnTo>
                <a:lnTo>
                  <a:pt x="832278" y="35707"/>
                </a:lnTo>
                <a:lnTo>
                  <a:pt x="831850" y="36233"/>
                </a:lnTo>
                <a:lnTo>
                  <a:pt x="831441" y="36779"/>
                </a:lnTo>
                <a:lnTo>
                  <a:pt x="831050" y="37346"/>
                </a:lnTo>
                <a:lnTo>
                  <a:pt x="830678" y="37934"/>
                </a:lnTo>
                <a:lnTo>
                  <a:pt x="830323" y="38542"/>
                </a:lnTo>
                <a:lnTo>
                  <a:pt x="829987" y="39171"/>
                </a:lnTo>
                <a:lnTo>
                  <a:pt x="829668" y="39820"/>
                </a:lnTo>
                <a:lnTo>
                  <a:pt x="829368" y="40490"/>
                </a:lnTo>
                <a:lnTo>
                  <a:pt x="829087" y="41180"/>
                </a:lnTo>
                <a:lnTo>
                  <a:pt x="828823" y="41891"/>
                </a:lnTo>
                <a:lnTo>
                  <a:pt x="828578" y="42623"/>
                </a:lnTo>
                <a:lnTo>
                  <a:pt x="828350" y="43375"/>
                </a:lnTo>
                <a:lnTo>
                  <a:pt x="828141" y="44147"/>
                </a:lnTo>
                <a:lnTo>
                  <a:pt x="828131" y="44191"/>
                </a:lnTo>
                <a:lnTo>
                  <a:pt x="828131" y="30877"/>
                </a:lnTo>
                <a:lnTo>
                  <a:pt x="816159" y="30877"/>
                </a:lnTo>
                <a:lnTo>
                  <a:pt x="816159" y="105692"/>
                </a:lnTo>
                <a:lnTo>
                  <a:pt x="828403" y="105692"/>
                </a:lnTo>
                <a:close/>
                <a:moveTo>
                  <a:pt x="593665" y="80955"/>
                </a:moveTo>
                <a:lnTo>
                  <a:pt x="593756" y="80826"/>
                </a:lnTo>
                <a:lnTo>
                  <a:pt x="593845" y="80696"/>
                </a:lnTo>
                <a:lnTo>
                  <a:pt x="593935" y="80564"/>
                </a:lnTo>
                <a:lnTo>
                  <a:pt x="594024" y="80430"/>
                </a:lnTo>
                <a:lnTo>
                  <a:pt x="594113" y="80294"/>
                </a:lnTo>
                <a:lnTo>
                  <a:pt x="594202" y="80157"/>
                </a:lnTo>
                <a:lnTo>
                  <a:pt x="594291" y="80019"/>
                </a:lnTo>
                <a:lnTo>
                  <a:pt x="594379" y="79878"/>
                </a:lnTo>
                <a:lnTo>
                  <a:pt x="594467" y="79736"/>
                </a:lnTo>
                <a:lnTo>
                  <a:pt x="594555" y="79592"/>
                </a:lnTo>
                <a:lnTo>
                  <a:pt x="594643" y="79447"/>
                </a:lnTo>
                <a:lnTo>
                  <a:pt x="594730" y="79300"/>
                </a:lnTo>
                <a:lnTo>
                  <a:pt x="594817" y="79151"/>
                </a:lnTo>
                <a:lnTo>
                  <a:pt x="594904" y="79001"/>
                </a:lnTo>
                <a:lnTo>
                  <a:pt x="594991" y="78849"/>
                </a:lnTo>
                <a:lnTo>
                  <a:pt x="595078" y="78696"/>
                </a:lnTo>
                <a:lnTo>
                  <a:pt x="595164" y="78540"/>
                </a:lnTo>
                <a:lnTo>
                  <a:pt x="595250" y="78384"/>
                </a:lnTo>
                <a:lnTo>
                  <a:pt x="595336" y="78225"/>
                </a:lnTo>
                <a:lnTo>
                  <a:pt x="595421" y="78065"/>
                </a:lnTo>
                <a:lnTo>
                  <a:pt x="595506" y="77903"/>
                </a:lnTo>
                <a:lnTo>
                  <a:pt x="595591" y="77739"/>
                </a:lnTo>
                <a:lnTo>
                  <a:pt x="595676" y="77576"/>
                </a:lnTo>
                <a:lnTo>
                  <a:pt x="595758" y="77416"/>
                </a:lnTo>
                <a:lnTo>
                  <a:pt x="595839" y="77258"/>
                </a:lnTo>
                <a:lnTo>
                  <a:pt x="595919" y="77102"/>
                </a:lnTo>
                <a:lnTo>
                  <a:pt x="595996" y="76950"/>
                </a:lnTo>
                <a:lnTo>
                  <a:pt x="596072" y="76799"/>
                </a:lnTo>
                <a:lnTo>
                  <a:pt x="596147" y="76652"/>
                </a:lnTo>
                <a:lnTo>
                  <a:pt x="596219" y="76507"/>
                </a:lnTo>
                <a:lnTo>
                  <a:pt x="596290" y="76364"/>
                </a:lnTo>
                <a:lnTo>
                  <a:pt x="596360" y="76225"/>
                </a:lnTo>
                <a:lnTo>
                  <a:pt x="596427" y="76087"/>
                </a:lnTo>
                <a:lnTo>
                  <a:pt x="596493" y="75953"/>
                </a:lnTo>
                <a:lnTo>
                  <a:pt x="596558" y="75821"/>
                </a:lnTo>
                <a:lnTo>
                  <a:pt x="596620" y="75692"/>
                </a:lnTo>
                <a:lnTo>
                  <a:pt x="596681" y="75565"/>
                </a:lnTo>
                <a:lnTo>
                  <a:pt x="596741" y="75441"/>
                </a:lnTo>
                <a:lnTo>
                  <a:pt x="596799" y="75319"/>
                </a:lnTo>
                <a:lnTo>
                  <a:pt x="596855" y="75200"/>
                </a:lnTo>
                <a:lnTo>
                  <a:pt x="596909" y="75084"/>
                </a:lnTo>
                <a:lnTo>
                  <a:pt x="596962" y="74970"/>
                </a:lnTo>
                <a:lnTo>
                  <a:pt x="597013" y="74859"/>
                </a:lnTo>
                <a:lnTo>
                  <a:pt x="597062" y="74750"/>
                </a:lnTo>
                <a:lnTo>
                  <a:pt x="597110" y="74644"/>
                </a:lnTo>
                <a:lnTo>
                  <a:pt x="597156" y="74541"/>
                </a:lnTo>
                <a:lnTo>
                  <a:pt x="597214" y="74644"/>
                </a:lnTo>
                <a:lnTo>
                  <a:pt x="597271" y="74750"/>
                </a:lnTo>
                <a:lnTo>
                  <a:pt x="597330" y="74859"/>
                </a:lnTo>
                <a:lnTo>
                  <a:pt x="597389" y="74970"/>
                </a:lnTo>
                <a:lnTo>
                  <a:pt x="597449" y="75084"/>
                </a:lnTo>
                <a:lnTo>
                  <a:pt x="597510" y="75200"/>
                </a:lnTo>
                <a:lnTo>
                  <a:pt x="597571" y="75319"/>
                </a:lnTo>
                <a:lnTo>
                  <a:pt x="597633" y="75441"/>
                </a:lnTo>
                <a:lnTo>
                  <a:pt x="597696" y="75565"/>
                </a:lnTo>
                <a:lnTo>
                  <a:pt x="597759" y="75692"/>
                </a:lnTo>
                <a:lnTo>
                  <a:pt x="597823" y="75821"/>
                </a:lnTo>
                <a:lnTo>
                  <a:pt x="597888" y="75953"/>
                </a:lnTo>
                <a:lnTo>
                  <a:pt x="597954" y="76087"/>
                </a:lnTo>
                <a:lnTo>
                  <a:pt x="598020" y="76225"/>
                </a:lnTo>
                <a:lnTo>
                  <a:pt x="598087" y="76364"/>
                </a:lnTo>
                <a:lnTo>
                  <a:pt x="598155" y="76507"/>
                </a:lnTo>
                <a:lnTo>
                  <a:pt x="598223" y="76652"/>
                </a:lnTo>
                <a:lnTo>
                  <a:pt x="598292" y="76799"/>
                </a:lnTo>
                <a:lnTo>
                  <a:pt x="598362" y="76950"/>
                </a:lnTo>
                <a:lnTo>
                  <a:pt x="598432" y="77102"/>
                </a:lnTo>
                <a:lnTo>
                  <a:pt x="598504" y="77258"/>
                </a:lnTo>
                <a:lnTo>
                  <a:pt x="598575" y="77416"/>
                </a:lnTo>
                <a:lnTo>
                  <a:pt x="598648" y="77576"/>
                </a:lnTo>
                <a:lnTo>
                  <a:pt x="598721" y="77739"/>
                </a:lnTo>
                <a:lnTo>
                  <a:pt x="598795" y="77903"/>
                </a:lnTo>
                <a:lnTo>
                  <a:pt x="598869" y="78065"/>
                </a:lnTo>
                <a:lnTo>
                  <a:pt x="598944" y="78225"/>
                </a:lnTo>
                <a:lnTo>
                  <a:pt x="599018" y="78384"/>
                </a:lnTo>
                <a:lnTo>
                  <a:pt x="599093" y="78540"/>
                </a:lnTo>
                <a:lnTo>
                  <a:pt x="599168" y="78696"/>
                </a:lnTo>
                <a:lnTo>
                  <a:pt x="599243" y="78849"/>
                </a:lnTo>
                <a:lnTo>
                  <a:pt x="599318" y="79001"/>
                </a:lnTo>
                <a:lnTo>
                  <a:pt x="599394" y="79151"/>
                </a:lnTo>
                <a:lnTo>
                  <a:pt x="599470" y="79300"/>
                </a:lnTo>
                <a:lnTo>
                  <a:pt x="599546" y="79447"/>
                </a:lnTo>
                <a:lnTo>
                  <a:pt x="599623" y="79592"/>
                </a:lnTo>
                <a:lnTo>
                  <a:pt x="599699" y="79736"/>
                </a:lnTo>
                <a:lnTo>
                  <a:pt x="599776" y="79878"/>
                </a:lnTo>
                <a:lnTo>
                  <a:pt x="599853" y="80019"/>
                </a:lnTo>
                <a:lnTo>
                  <a:pt x="599931" y="80157"/>
                </a:lnTo>
                <a:lnTo>
                  <a:pt x="600008" y="80294"/>
                </a:lnTo>
                <a:lnTo>
                  <a:pt x="600086" y="80430"/>
                </a:lnTo>
                <a:lnTo>
                  <a:pt x="600164" y="80564"/>
                </a:lnTo>
                <a:lnTo>
                  <a:pt x="600243" y="80696"/>
                </a:lnTo>
                <a:lnTo>
                  <a:pt x="600321" y="80826"/>
                </a:lnTo>
                <a:lnTo>
                  <a:pt x="600400" y="80955"/>
                </a:lnTo>
                <a:lnTo>
                  <a:pt x="600479" y="81082"/>
                </a:lnTo>
                <a:lnTo>
                  <a:pt x="600558" y="81208"/>
                </a:lnTo>
                <a:lnTo>
                  <a:pt x="616609" y="105692"/>
                </a:lnTo>
                <a:lnTo>
                  <a:pt x="631028" y="105692"/>
                </a:lnTo>
                <a:lnTo>
                  <a:pt x="604639" y="67332"/>
                </a:lnTo>
                <a:lnTo>
                  <a:pt x="629532" y="30877"/>
                </a:lnTo>
                <a:lnTo>
                  <a:pt x="615249" y="30877"/>
                </a:lnTo>
                <a:lnTo>
                  <a:pt x="600286" y="54001"/>
                </a:lnTo>
                <a:lnTo>
                  <a:pt x="600207" y="54126"/>
                </a:lnTo>
                <a:lnTo>
                  <a:pt x="600128" y="54252"/>
                </a:lnTo>
                <a:lnTo>
                  <a:pt x="600049" y="54379"/>
                </a:lnTo>
                <a:lnTo>
                  <a:pt x="599971" y="54507"/>
                </a:lnTo>
                <a:lnTo>
                  <a:pt x="599892" y="54636"/>
                </a:lnTo>
                <a:lnTo>
                  <a:pt x="599814" y="54766"/>
                </a:lnTo>
                <a:lnTo>
                  <a:pt x="599737" y="54897"/>
                </a:lnTo>
                <a:lnTo>
                  <a:pt x="599659" y="55029"/>
                </a:lnTo>
                <a:lnTo>
                  <a:pt x="599582" y="55161"/>
                </a:lnTo>
                <a:lnTo>
                  <a:pt x="599504" y="55295"/>
                </a:lnTo>
                <a:lnTo>
                  <a:pt x="599427" y="55430"/>
                </a:lnTo>
                <a:lnTo>
                  <a:pt x="599351" y="55565"/>
                </a:lnTo>
                <a:lnTo>
                  <a:pt x="599274" y="55702"/>
                </a:lnTo>
                <a:lnTo>
                  <a:pt x="599198" y="55839"/>
                </a:lnTo>
                <a:lnTo>
                  <a:pt x="599122" y="55978"/>
                </a:lnTo>
                <a:lnTo>
                  <a:pt x="599047" y="56117"/>
                </a:lnTo>
                <a:lnTo>
                  <a:pt x="598971" y="56257"/>
                </a:lnTo>
                <a:lnTo>
                  <a:pt x="598896" y="56399"/>
                </a:lnTo>
                <a:lnTo>
                  <a:pt x="598821" y="56541"/>
                </a:lnTo>
                <a:lnTo>
                  <a:pt x="598746" y="56684"/>
                </a:lnTo>
                <a:lnTo>
                  <a:pt x="598672" y="56828"/>
                </a:lnTo>
                <a:lnTo>
                  <a:pt x="598597" y="56973"/>
                </a:lnTo>
                <a:lnTo>
                  <a:pt x="598523" y="57119"/>
                </a:lnTo>
                <a:lnTo>
                  <a:pt x="598450" y="57266"/>
                </a:lnTo>
                <a:lnTo>
                  <a:pt x="598377" y="57412"/>
                </a:lnTo>
                <a:lnTo>
                  <a:pt x="598305" y="57556"/>
                </a:lnTo>
                <a:lnTo>
                  <a:pt x="598236" y="57697"/>
                </a:lnTo>
                <a:lnTo>
                  <a:pt x="598168" y="57836"/>
                </a:lnTo>
                <a:lnTo>
                  <a:pt x="598102" y="57973"/>
                </a:lnTo>
                <a:lnTo>
                  <a:pt x="598037" y="58107"/>
                </a:lnTo>
                <a:lnTo>
                  <a:pt x="597974" y="58239"/>
                </a:lnTo>
                <a:lnTo>
                  <a:pt x="597913" y="58369"/>
                </a:lnTo>
                <a:lnTo>
                  <a:pt x="597853" y="58496"/>
                </a:lnTo>
                <a:lnTo>
                  <a:pt x="597795" y="58621"/>
                </a:lnTo>
                <a:lnTo>
                  <a:pt x="597739" y="58744"/>
                </a:lnTo>
                <a:lnTo>
                  <a:pt x="597684" y="58864"/>
                </a:lnTo>
                <a:lnTo>
                  <a:pt x="597631" y="58982"/>
                </a:lnTo>
                <a:lnTo>
                  <a:pt x="597580" y="59097"/>
                </a:lnTo>
                <a:lnTo>
                  <a:pt x="597530" y="59210"/>
                </a:lnTo>
                <a:lnTo>
                  <a:pt x="597482" y="59321"/>
                </a:lnTo>
                <a:lnTo>
                  <a:pt x="597435" y="59429"/>
                </a:lnTo>
                <a:lnTo>
                  <a:pt x="597391" y="59535"/>
                </a:lnTo>
                <a:lnTo>
                  <a:pt x="597347" y="59639"/>
                </a:lnTo>
                <a:lnTo>
                  <a:pt x="597306" y="59740"/>
                </a:lnTo>
                <a:lnTo>
                  <a:pt x="597266" y="59839"/>
                </a:lnTo>
                <a:lnTo>
                  <a:pt x="597228" y="59936"/>
                </a:lnTo>
                <a:lnTo>
                  <a:pt x="597191" y="60030"/>
                </a:lnTo>
                <a:lnTo>
                  <a:pt x="597156" y="60122"/>
                </a:lnTo>
                <a:lnTo>
                  <a:pt x="597111" y="60030"/>
                </a:lnTo>
                <a:lnTo>
                  <a:pt x="597063" y="59936"/>
                </a:lnTo>
                <a:lnTo>
                  <a:pt x="597015" y="59839"/>
                </a:lnTo>
                <a:lnTo>
                  <a:pt x="596966" y="59740"/>
                </a:lnTo>
                <a:lnTo>
                  <a:pt x="596915" y="59639"/>
                </a:lnTo>
                <a:lnTo>
                  <a:pt x="596863" y="59535"/>
                </a:lnTo>
                <a:lnTo>
                  <a:pt x="596810" y="59429"/>
                </a:lnTo>
                <a:lnTo>
                  <a:pt x="596756" y="59321"/>
                </a:lnTo>
                <a:lnTo>
                  <a:pt x="596701" y="59210"/>
                </a:lnTo>
                <a:lnTo>
                  <a:pt x="596644" y="59097"/>
                </a:lnTo>
                <a:lnTo>
                  <a:pt x="596586" y="58982"/>
                </a:lnTo>
                <a:lnTo>
                  <a:pt x="596528" y="58864"/>
                </a:lnTo>
                <a:lnTo>
                  <a:pt x="596467" y="58744"/>
                </a:lnTo>
                <a:lnTo>
                  <a:pt x="596406" y="58621"/>
                </a:lnTo>
                <a:lnTo>
                  <a:pt x="596344" y="58496"/>
                </a:lnTo>
                <a:lnTo>
                  <a:pt x="596280" y="58369"/>
                </a:lnTo>
                <a:lnTo>
                  <a:pt x="596215" y="58239"/>
                </a:lnTo>
                <a:lnTo>
                  <a:pt x="596149" y="58107"/>
                </a:lnTo>
                <a:lnTo>
                  <a:pt x="596082" y="57973"/>
                </a:lnTo>
                <a:lnTo>
                  <a:pt x="596014" y="57836"/>
                </a:lnTo>
                <a:lnTo>
                  <a:pt x="595944" y="57697"/>
                </a:lnTo>
                <a:lnTo>
                  <a:pt x="595873" y="57556"/>
                </a:lnTo>
                <a:lnTo>
                  <a:pt x="595801" y="57412"/>
                </a:lnTo>
                <a:lnTo>
                  <a:pt x="595728" y="57266"/>
                </a:lnTo>
                <a:lnTo>
                  <a:pt x="595655" y="57119"/>
                </a:lnTo>
                <a:lnTo>
                  <a:pt x="595581" y="56973"/>
                </a:lnTo>
                <a:lnTo>
                  <a:pt x="595506" y="56828"/>
                </a:lnTo>
                <a:lnTo>
                  <a:pt x="595432" y="56684"/>
                </a:lnTo>
                <a:lnTo>
                  <a:pt x="595357" y="56541"/>
                </a:lnTo>
                <a:lnTo>
                  <a:pt x="595282" y="56399"/>
                </a:lnTo>
                <a:lnTo>
                  <a:pt x="595207" y="56257"/>
                </a:lnTo>
                <a:lnTo>
                  <a:pt x="595131" y="56117"/>
                </a:lnTo>
                <a:lnTo>
                  <a:pt x="595056" y="55978"/>
                </a:lnTo>
                <a:lnTo>
                  <a:pt x="594980" y="55839"/>
                </a:lnTo>
                <a:lnTo>
                  <a:pt x="594903" y="55702"/>
                </a:lnTo>
                <a:lnTo>
                  <a:pt x="594827" y="55565"/>
                </a:lnTo>
                <a:lnTo>
                  <a:pt x="594750" y="55430"/>
                </a:lnTo>
                <a:lnTo>
                  <a:pt x="594674" y="55295"/>
                </a:lnTo>
                <a:lnTo>
                  <a:pt x="594596" y="55161"/>
                </a:lnTo>
                <a:lnTo>
                  <a:pt x="594519" y="55029"/>
                </a:lnTo>
                <a:lnTo>
                  <a:pt x="594441" y="54897"/>
                </a:lnTo>
                <a:lnTo>
                  <a:pt x="594364" y="54766"/>
                </a:lnTo>
                <a:lnTo>
                  <a:pt x="594285" y="54636"/>
                </a:lnTo>
                <a:lnTo>
                  <a:pt x="594207" y="54507"/>
                </a:lnTo>
                <a:lnTo>
                  <a:pt x="594129" y="54379"/>
                </a:lnTo>
                <a:lnTo>
                  <a:pt x="594050" y="54252"/>
                </a:lnTo>
                <a:lnTo>
                  <a:pt x="593971" y="54126"/>
                </a:lnTo>
                <a:lnTo>
                  <a:pt x="593891" y="54001"/>
                </a:lnTo>
                <a:lnTo>
                  <a:pt x="579065" y="30877"/>
                </a:lnTo>
                <a:lnTo>
                  <a:pt x="564646" y="30877"/>
                </a:lnTo>
                <a:lnTo>
                  <a:pt x="589539" y="67195"/>
                </a:lnTo>
                <a:lnTo>
                  <a:pt x="563015" y="105692"/>
                </a:lnTo>
                <a:lnTo>
                  <a:pt x="577297" y="105692"/>
                </a:lnTo>
                <a:lnTo>
                  <a:pt x="593485" y="81208"/>
                </a:lnTo>
                <a:lnTo>
                  <a:pt x="593575" y="81082"/>
                </a:lnTo>
                <a:lnTo>
                  <a:pt x="593665" y="80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controlled">
            <a:extLst xmlns:a="http://schemas.openxmlformats.org/drawingml/2006/main">
              <a:ext uri="{FF2B5EF4-FFF2-40B4-BE49-F238E27FC236}">
                <a16:creationId xmlns:a16="http://schemas.microsoft.com/office/drawing/2014/main" id="{45461F4A-7744-4C0B-B231-B03B9119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260" y="2817852"/>
            <a:ext cx="792080" cy="100658"/>
          </a:xfrm>
          <a:custGeom xmlns:a="http://schemas.openxmlformats.org/drawingml/2006/main">
            <a:pathLst>
              <a:path w="792080" h="100658">
                <a:moveTo>
                  <a:pt x="281588" y="88130"/>
                </a:moveTo>
                <a:lnTo>
                  <a:pt x="280951" y="88085"/>
                </a:lnTo>
                <a:lnTo>
                  <a:pt x="280341" y="88011"/>
                </a:lnTo>
                <a:lnTo>
                  <a:pt x="279760" y="87906"/>
                </a:lnTo>
                <a:lnTo>
                  <a:pt x="279208" y="87772"/>
                </a:lnTo>
                <a:lnTo>
                  <a:pt x="278683" y="87609"/>
                </a:lnTo>
                <a:lnTo>
                  <a:pt x="278188" y="87415"/>
                </a:lnTo>
                <a:lnTo>
                  <a:pt x="277720" y="87192"/>
                </a:lnTo>
                <a:lnTo>
                  <a:pt x="277281" y="86939"/>
                </a:lnTo>
                <a:lnTo>
                  <a:pt x="276870" y="86657"/>
                </a:lnTo>
                <a:lnTo>
                  <a:pt x="276487" y="86344"/>
                </a:lnTo>
                <a:lnTo>
                  <a:pt x="276133" y="86002"/>
                </a:lnTo>
                <a:lnTo>
                  <a:pt x="275807" y="85630"/>
                </a:lnTo>
                <a:lnTo>
                  <a:pt x="275510" y="85228"/>
                </a:lnTo>
                <a:lnTo>
                  <a:pt x="275240" y="84797"/>
                </a:lnTo>
                <a:lnTo>
                  <a:pt x="275000" y="84335"/>
                </a:lnTo>
                <a:lnTo>
                  <a:pt x="274787" y="83844"/>
                </a:lnTo>
                <a:lnTo>
                  <a:pt x="274603" y="83324"/>
                </a:lnTo>
                <a:lnTo>
                  <a:pt x="274447" y="82773"/>
                </a:lnTo>
                <a:lnTo>
                  <a:pt x="274319" y="82193"/>
                </a:lnTo>
                <a:lnTo>
                  <a:pt x="274220" y="81583"/>
                </a:lnTo>
                <a:lnTo>
                  <a:pt x="274149" y="80943"/>
                </a:lnTo>
                <a:lnTo>
                  <a:pt x="274107" y="80274"/>
                </a:lnTo>
                <a:lnTo>
                  <a:pt x="274093" y="79574"/>
                </a:lnTo>
                <a:lnTo>
                  <a:pt x="274093" y="35638"/>
                </a:lnTo>
                <a:lnTo>
                  <a:pt x="304019" y="35638"/>
                </a:lnTo>
                <a:lnTo>
                  <a:pt x="304019" y="24484"/>
                </a:lnTo>
                <a:lnTo>
                  <a:pt x="274093" y="24484"/>
                </a:lnTo>
                <a:lnTo>
                  <a:pt x="274093" y="3400"/>
                </a:lnTo>
                <a:lnTo>
                  <a:pt x="261851" y="3400"/>
                </a:lnTo>
                <a:lnTo>
                  <a:pt x="261851" y="24484"/>
                </a:lnTo>
                <a:lnTo>
                  <a:pt x="240765" y="24484"/>
                </a:lnTo>
                <a:lnTo>
                  <a:pt x="240765" y="35638"/>
                </a:lnTo>
                <a:lnTo>
                  <a:pt x="261851" y="35638"/>
                </a:lnTo>
                <a:lnTo>
                  <a:pt x="261851" y="79574"/>
                </a:lnTo>
                <a:lnTo>
                  <a:pt x="261860" y="80349"/>
                </a:lnTo>
                <a:lnTo>
                  <a:pt x="261888" y="81109"/>
                </a:lnTo>
                <a:lnTo>
                  <a:pt x="261935" y="81855"/>
                </a:lnTo>
                <a:lnTo>
                  <a:pt x="262000" y="82586"/>
                </a:lnTo>
                <a:lnTo>
                  <a:pt x="262084" y="83302"/>
                </a:lnTo>
                <a:lnTo>
                  <a:pt x="262187" y="84004"/>
                </a:lnTo>
                <a:lnTo>
                  <a:pt x="262308" y="84691"/>
                </a:lnTo>
                <a:lnTo>
                  <a:pt x="262448" y="85363"/>
                </a:lnTo>
                <a:lnTo>
                  <a:pt x="262606" y="86021"/>
                </a:lnTo>
                <a:lnTo>
                  <a:pt x="262783" y="86664"/>
                </a:lnTo>
                <a:lnTo>
                  <a:pt x="262979" y="87292"/>
                </a:lnTo>
                <a:lnTo>
                  <a:pt x="263194" y="87906"/>
                </a:lnTo>
                <a:lnTo>
                  <a:pt x="263427" y="88505"/>
                </a:lnTo>
                <a:lnTo>
                  <a:pt x="263679" y="89090"/>
                </a:lnTo>
                <a:lnTo>
                  <a:pt x="263949" y="89660"/>
                </a:lnTo>
                <a:lnTo>
                  <a:pt x="264238" y="90215"/>
                </a:lnTo>
                <a:lnTo>
                  <a:pt x="264546" y="90756"/>
                </a:lnTo>
                <a:lnTo>
                  <a:pt x="264872" y="91282"/>
                </a:lnTo>
                <a:lnTo>
                  <a:pt x="265218" y="91793"/>
                </a:lnTo>
                <a:lnTo>
                  <a:pt x="265581" y="92290"/>
                </a:lnTo>
                <a:lnTo>
                  <a:pt x="265964" y="92772"/>
                </a:lnTo>
                <a:lnTo>
                  <a:pt x="266365" y="93239"/>
                </a:lnTo>
                <a:lnTo>
                  <a:pt x="266784" y="93692"/>
                </a:lnTo>
                <a:lnTo>
                  <a:pt x="267223" y="94130"/>
                </a:lnTo>
                <a:lnTo>
                  <a:pt x="267678" y="94552"/>
                </a:lnTo>
                <a:lnTo>
                  <a:pt x="268148" y="94956"/>
                </a:lnTo>
                <a:lnTo>
                  <a:pt x="268633" y="95342"/>
                </a:lnTo>
                <a:lnTo>
                  <a:pt x="269133" y="95710"/>
                </a:lnTo>
                <a:lnTo>
                  <a:pt x="269648" y="96060"/>
                </a:lnTo>
                <a:lnTo>
                  <a:pt x="270177" y="96392"/>
                </a:lnTo>
                <a:lnTo>
                  <a:pt x="270722" y="96706"/>
                </a:lnTo>
                <a:lnTo>
                  <a:pt x="271281" y="97002"/>
                </a:lnTo>
                <a:lnTo>
                  <a:pt x="271855" y="97280"/>
                </a:lnTo>
                <a:lnTo>
                  <a:pt x="272444" y="97540"/>
                </a:lnTo>
                <a:lnTo>
                  <a:pt x="273048" y="97782"/>
                </a:lnTo>
                <a:lnTo>
                  <a:pt x="273667" y="98007"/>
                </a:lnTo>
                <a:lnTo>
                  <a:pt x="274301" y="98213"/>
                </a:lnTo>
                <a:lnTo>
                  <a:pt x="274950" y="98401"/>
                </a:lnTo>
                <a:lnTo>
                  <a:pt x="275613" y="98572"/>
                </a:lnTo>
                <a:lnTo>
                  <a:pt x="276292" y="98724"/>
                </a:lnTo>
                <a:lnTo>
                  <a:pt x="276985" y="98859"/>
                </a:lnTo>
                <a:lnTo>
                  <a:pt x="277693" y="98976"/>
                </a:lnTo>
                <a:lnTo>
                  <a:pt x="278416" y="99074"/>
                </a:lnTo>
                <a:lnTo>
                  <a:pt x="279154" y="99155"/>
                </a:lnTo>
                <a:lnTo>
                  <a:pt x="279907" y="99218"/>
                </a:lnTo>
                <a:lnTo>
                  <a:pt x="280674" y="99263"/>
                </a:lnTo>
                <a:lnTo>
                  <a:pt x="281457" y="99290"/>
                </a:lnTo>
                <a:lnTo>
                  <a:pt x="282254" y="99299"/>
                </a:lnTo>
                <a:lnTo>
                  <a:pt x="302657" y="99299"/>
                </a:lnTo>
                <a:lnTo>
                  <a:pt x="302657" y="88144"/>
                </a:lnTo>
                <a:lnTo>
                  <a:pt x="282254" y="88144"/>
                </a:lnTo>
                <a:lnTo>
                  <a:pt x="281588" y="88130"/>
                </a:lnTo>
                <a:close/>
                <a:moveTo>
                  <a:pt x="164182" y="99299"/>
                </a:moveTo>
                <a:lnTo>
                  <a:pt x="176426" y="99299"/>
                </a:lnTo>
                <a:lnTo>
                  <a:pt x="176426" y="51689"/>
                </a:lnTo>
                <a:lnTo>
                  <a:pt x="176434" y="50970"/>
                </a:lnTo>
                <a:lnTo>
                  <a:pt x="176457" y="50266"/>
                </a:lnTo>
                <a:lnTo>
                  <a:pt x="176495" y="49576"/>
                </a:lnTo>
                <a:lnTo>
                  <a:pt x="176549" y="48900"/>
                </a:lnTo>
                <a:lnTo>
                  <a:pt x="176618" y="48239"/>
                </a:lnTo>
                <a:lnTo>
                  <a:pt x="176703" y="47591"/>
                </a:lnTo>
                <a:lnTo>
                  <a:pt x="176802" y="46958"/>
                </a:lnTo>
                <a:lnTo>
                  <a:pt x="176917" y="46339"/>
                </a:lnTo>
                <a:lnTo>
                  <a:pt x="177048" y="45734"/>
                </a:lnTo>
                <a:lnTo>
                  <a:pt x="177194" y="45143"/>
                </a:lnTo>
                <a:lnTo>
                  <a:pt x="177355" y="44566"/>
                </a:lnTo>
                <a:lnTo>
                  <a:pt x="177531" y="44004"/>
                </a:lnTo>
                <a:lnTo>
                  <a:pt x="177723" y="43455"/>
                </a:lnTo>
                <a:lnTo>
                  <a:pt x="177930" y="42921"/>
                </a:lnTo>
                <a:lnTo>
                  <a:pt x="178152" y="42401"/>
                </a:lnTo>
                <a:lnTo>
                  <a:pt x="178390" y="41895"/>
                </a:lnTo>
                <a:lnTo>
                  <a:pt x="178643" y="41404"/>
                </a:lnTo>
                <a:lnTo>
                  <a:pt x="178912" y="40926"/>
                </a:lnTo>
                <a:lnTo>
                  <a:pt x="179196" y="40463"/>
                </a:lnTo>
                <a:lnTo>
                  <a:pt x="179495" y="40014"/>
                </a:lnTo>
                <a:lnTo>
                  <a:pt x="179810" y="39579"/>
                </a:lnTo>
                <a:lnTo>
                  <a:pt x="180139" y="39158"/>
                </a:lnTo>
                <a:lnTo>
                  <a:pt x="180485" y="38752"/>
                </a:lnTo>
                <a:lnTo>
                  <a:pt x="180845" y="38359"/>
                </a:lnTo>
                <a:lnTo>
                  <a:pt x="181219" y="37982"/>
                </a:lnTo>
                <a:lnTo>
                  <a:pt x="181604" y="37621"/>
                </a:lnTo>
                <a:lnTo>
                  <a:pt x="182000" y="37275"/>
                </a:lnTo>
                <a:lnTo>
                  <a:pt x="182408" y="36946"/>
                </a:lnTo>
                <a:lnTo>
                  <a:pt x="182826" y="36633"/>
                </a:lnTo>
                <a:lnTo>
                  <a:pt x="183256" y="36336"/>
                </a:lnTo>
                <a:lnTo>
                  <a:pt x="183696" y="36055"/>
                </a:lnTo>
                <a:lnTo>
                  <a:pt x="184148" y="35790"/>
                </a:lnTo>
                <a:lnTo>
                  <a:pt x="184611" y="35541"/>
                </a:lnTo>
                <a:lnTo>
                  <a:pt x="185084" y="35308"/>
                </a:lnTo>
                <a:lnTo>
                  <a:pt x="185569" y="35092"/>
                </a:lnTo>
                <a:lnTo>
                  <a:pt x="186065" y="34891"/>
                </a:lnTo>
                <a:lnTo>
                  <a:pt x="186573" y="34706"/>
                </a:lnTo>
                <a:lnTo>
                  <a:pt x="187091" y="34538"/>
                </a:lnTo>
                <a:lnTo>
                  <a:pt x="187620" y="34385"/>
                </a:lnTo>
                <a:lnTo>
                  <a:pt x="188161" y="34249"/>
                </a:lnTo>
                <a:lnTo>
                  <a:pt x="188712" y="34128"/>
                </a:lnTo>
                <a:lnTo>
                  <a:pt x="189275" y="34024"/>
                </a:lnTo>
                <a:lnTo>
                  <a:pt x="189849" y="33935"/>
                </a:lnTo>
                <a:lnTo>
                  <a:pt x="190433" y="33863"/>
                </a:lnTo>
                <a:lnTo>
                  <a:pt x="191029" y="33807"/>
                </a:lnTo>
                <a:lnTo>
                  <a:pt x="191636" y="33767"/>
                </a:lnTo>
                <a:lnTo>
                  <a:pt x="192255" y="33743"/>
                </a:lnTo>
                <a:lnTo>
                  <a:pt x="192884" y="33735"/>
                </a:lnTo>
                <a:lnTo>
                  <a:pt x="193491" y="33742"/>
                </a:lnTo>
                <a:lnTo>
                  <a:pt x="194087" y="33764"/>
                </a:lnTo>
                <a:lnTo>
                  <a:pt x="194672" y="33802"/>
                </a:lnTo>
                <a:lnTo>
                  <a:pt x="195247" y="33854"/>
                </a:lnTo>
                <a:lnTo>
                  <a:pt x="195812" y="33921"/>
                </a:lnTo>
                <a:lnTo>
                  <a:pt x="196365" y="34002"/>
                </a:lnTo>
                <a:lnTo>
                  <a:pt x="196908" y="34099"/>
                </a:lnTo>
                <a:lnTo>
                  <a:pt x="197441" y="34211"/>
                </a:lnTo>
                <a:lnTo>
                  <a:pt x="197962" y="34337"/>
                </a:lnTo>
                <a:lnTo>
                  <a:pt x="198474" y="34478"/>
                </a:lnTo>
                <a:lnTo>
                  <a:pt x="198974" y="34635"/>
                </a:lnTo>
                <a:lnTo>
                  <a:pt x="199464" y="34806"/>
                </a:lnTo>
                <a:lnTo>
                  <a:pt x="199943" y="34992"/>
                </a:lnTo>
                <a:lnTo>
                  <a:pt x="200412" y="35192"/>
                </a:lnTo>
                <a:lnTo>
                  <a:pt x="200870" y="35408"/>
                </a:lnTo>
                <a:lnTo>
                  <a:pt x="201317" y="35639"/>
                </a:lnTo>
                <a:lnTo>
                  <a:pt x="201754" y="35884"/>
                </a:lnTo>
                <a:lnTo>
                  <a:pt x="202180" y="36144"/>
                </a:lnTo>
                <a:lnTo>
                  <a:pt x="202595" y="36420"/>
                </a:lnTo>
                <a:lnTo>
                  <a:pt x="203000" y="36710"/>
                </a:lnTo>
                <a:lnTo>
                  <a:pt x="203394" y="37015"/>
                </a:lnTo>
                <a:lnTo>
                  <a:pt x="203778" y="37334"/>
                </a:lnTo>
                <a:lnTo>
                  <a:pt x="204151" y="37669"/>
                </a:lnTo>
                <a:lnTo>
                  <a:pt x="204513" y="38019"/>
                </a:lnTo>
                <a:lnTo>
                  <a:pt x="204863" y="38382"/>
                </a:lnTo>
                <a:lnTo>
                  <a:pt x="205198" y="38759"/>
                </a:lnTo>
                <a:lnTo>
                  <a:pt x="205518" y="39148"/>
                </a:lnTo>
                <a:lnTo>
                  <a:pt x="205823" y="39551"/>
                </a:lnTo>
                <a:lnTo>
                  <a:pt x="206113" y="39966"/>
                </a:lnTo>
                <a:lnTo>
                  <a:pt x="206388" y="40395"/>
                </a:lnTo>
                <a:lnTo>
                  <a:pt x="206649" y="40836"/>
                </a:lnTo>
                <a:lnTo>
                  <a:pt x="206894" y="41291"/>
                </a:lnTo>
                <a:lnTo>
                  <a:pt x="207125" y="41758"/>
                </a:lnTo>
                <a:lnTo>
                  <a:pt x="207341" y="42238"/>
                </a:lnTo>
                <a:lnTo>
                  <a:pt x="207542" y="42732"/>
                </a:lnTo>
                <a:lnTo>
                  <a:pt x="207728" y="43238"/>
                </a:lnTo>
                <a:lnTo>
                  <a:pt x="207899" y="43758"/>
                </a:lnTo>
                <a:lnTo>
                  <a:pt x="208055" y="44290"/>
                </a:lnTo>
                <a:lnTo>
                  <a:pt x="208197" y="44836"/>
                </a:lnTo>
                <a:lnTo>
                  <a:pt x="208323" y="45394"/>
                </a:lnTo>
                <a:lnTo>
                  <a:pt x="208435" y="45965"/>
                </a:lnTo>
                <a:lnTo>
                  <a:pt x="208532" y="46550"/>
                </a:lnTo>
                <a:lnTo>
                  <a:pt x="208613" y="47147"/>
                </a:lnTo>
                <a:lnTo>
                  <a:pt x="208680" y="47758"/>
                </a:lnTo>
                <a:lnTo>
                  <a:pt x="208732" y="48381"/>
                </a:lnTo>
                <a:lnTo>
                  <a:pt x="208770" y="49017"/>
                </a:lnTo>
                <a:lnTo>
                  <a:pt x="208792" y="49667"/>
                </a:lnTo>
                <a:lnTo>
                  <a:pt x="208799" y="50329"/>
                </a:lnTo>
                <a:lnTo>
                  <a:pt x="208799" y="99299"/>
                </a:lnTo>
                <a:lnTo>
                  <a:pt x="221041" y="99299"/>
                </a:lnTo>
                <a:lnTo>
                  <a:pt x="221041" y="48970"/>
                </a:lnTo>
                <a:lnTo>
                  <a:pt x="221030" y="47981"/>
                </a:lnTo>
                <a:lnTo>
                  <a:pt x="220995" y="47010"/>
                </a:lnTo>
                <a:lnTo>
                  <a:pt x="220937" y="46056"/>
                </a:lnTo>
                <a:lnTo>
                  <a:pt x="220856" y="45119"/>
                </a:lnTo>
                <a:lnTo>
                  <a:pt x="220752" y="44201"/>
                </a:lnTo>
                <a:lnTo>
                  <a:pt x="220625" y="43299"/>
                </a:lnTo>
                <a:lnTo>
                  <a:pt x="220474" y="42415"/>
                </a:lnTo>
                <a:lnTo>
                  <a:pt x="220301" y="41549"/>
                </a:lnTo>
                <a:lnTo>
                  <a:pt x="220104" y="40700"/>
                </a:lnTo>
                <a:lnTo>
                  <a:pt x="219884" y="39868"/>
                </a:lnTo>
                <a:lnTo>
                  <a:pt x="219641" y="39054"/>
                </a:lnTo>
                <a:lnTo>
                  <a:pt x="219375" y="38258"/>
                </a:lnTo>
                <a:lnTo>
                  <a:pt x="219086" y="37479"/>
                </a:lnTo>
                <a:lnTo>
                  <a:pt x="218773" y="36717"/>
                </a:lnTo>
                <a:lnTo>
                  <a:pt x="218438" y="35973"/>
                </a:lnTo>
                <a:lnTo>
                  <a:pt x="218079" y="35247"/>
                </a:lnTo>
                <a:lnTo>
                  <a:pt x="217697" y="34538"/>
                </a:lnTo>
                <a:lnTo>
                  <a:pt x="217292" y="33846"/>
                </a:lnTo>
                <a:lnTo>
                  <a:pt x="216864" y="33172"/>
                </a:lnTo>
                <a:lnTo>
                  <a:pt x="216413" y="32515"/>
                </a:lnTo>
                <a:lnTo>
                  <a:pt x="215939" y="31876"/>
                </a:lnTo>
                <a:lnTo>
                  <a:pt x="215441" y="31254"/>
                </a:lnTo>
                <a:lnTo>
                  <a:pt x="214920" y="30650"/>
                </a:lnTo>
                <a:lnTo>
                  <a:pt x="214377" y="30063"/>
                </a:lnTo>
                <a:lnTo>
                  <a:pt x="213813" y="29497"/>
                </a:lnTo>
                <a:lnTo>
                  <a:pt x="213234" y="28955"/>
                </a:lnTo>
                <a:lnTo>
                  <a:pt x="212638" y="28437"/>
                </a:lnTo>
                <a:lnTo>
                  <a:pt x="212026" y="27943"/>
                </a:lnTo>
                <a:lnTo>
                  <a:pt x="211399" y="27473"/>
                </a:lnTo>
                <a:lnTo>
                  <a:pt x="210755" y="27027"/>
                </a:lnTo>
                <a:lnTo>
                  <a:pt x="210095" y="26606"/>
                </a:lnTo>
                <a:lnTo>
                  <a:pt x="209419" y="26208"/>
                </a:lnTo>
                <a:lnTo>
                  <a:pt x="208727" y="25835"/>
                </a:lnTo>
                <a:lnTo>
                  <a:pt x="208019" y="25485"/>
                </a:lnTo>
                <a:lnTo>
                  <a:pt x="207295" y="25160"/>
                </a:lnTo>
                <a:lnTo>
                  <a:pt x="206555" y="24859"/>
                </a:lnTo>
                <a:lnTo>
                  <a:pt x="205799" y="24582"/>
                </a:lnTo>
                <a:lnTo>
                  <a:pt x="205027" y="24329"/>
                </a:lnTo>
                <a:lnTo>
                  <a:pt x="204238" y="24100"/>
                </a:lnTo>
                <a:lnTo>
                  <a:pt x="203434" y="23895"/>
                </a:lnTo>
                <a:lnTo>
                  <a:pt x="202614" y="23715"/>
                </a:lnTo>
                <a:lnTo>
                  <a:pt x="201777" y="23558"/>
                </a:lnTo>
                <a:lnTo>
                  <a:pt x="200924" y="23425"/>
                </a:lnTo>
                <a:lnTo>
                  <a:pt x="200056" y="23317"/>
                </a:lnTo>
                <a:lnTo>
                  <a:pt x="199171" y="23233"/>
                </a:lnTo>
                <a:lnTo>
                  <a:pt x="198270" y="23172"/>
                </a:lnTo>
                <a:lnTo>
                  <a:pt x="197353" y="23136"/>
                </a:lnTo>
                <a:lnTo>
                  <a:pt x="196421" y="23124"/>
                </a:lnTo>
                <a:lnTo>
                  <a:pt x="195645" y="23133"/>
                </a:lnTo>
                <a:lnTo>
                  <a:pt x="194885" y="23158"/>
                </a:lnTo>
                <a:lnTo>
                  <a:pt x="194138" y="23200"/>
                </a:lnTo>
                <a:lnTo>
                  <a:pt x="193405" y="23258"/>
                </a:lnTo>
                <a:lnTo>
                  <a:pt x="192687" y="23334"/>
                </a:lnTo>
                <a:lnTo>
                  <a:pt x="191983" y="23426"/>
                </a:lnTo>
                <a:lnTo>
                  <a:pt x="191293" y="23535"/>
                </a:lnTo>
                <a:lnTo>
                  <a:pt x="190617" y="23661"/>
                </a:lnTo>
                <a:lnTo>
                  <a:pt x="189955" y="23803"/>
                </a:lnTo>
                <a:lnTo>
                  <a:pt x="189307" y="23963"/>
                </a:lnTo>
                <a:lnTo>
                  <a:pt x="188674" y="24139"/>
                </a:lnTo>
                <a:lnTo>
                  <a:pt x="188055" y="24332"/>
                </a:lnTo>
                <a:lnTo>
                  <a:pt x="187450" y="24541"/>
                </a:lnTo>
                <a:lnTo>
                  <a:pt x="186859" y="24768"/>
                </a:lnTo>
                <a:lnTo>
                  <a:pt x="186282" y="25011"/>
                </a:lnTo>
                <a:lnTo>
                  <a:pt x="185720" y="25271"/>
                </a:lnTo>
                <a:lnTo>
                  <a:pt x="185171" y="25548"/>
                </a:lnTo>
                <a:lnTo>
                  <a:pt x="184637" y="25841"/>
                </a:lnTo>
                <a:lnTo>
                  <a:pt x="184117" y="26151"/>
                </a:lnTo>
                <a:lnTo>
                  <a:pt x="183611" y="26478"/>
                </a:lnTo>
                <a:lnTo>
                  <a:pt x="183120" y="26822"/>
                </a:lnTo>
                <a:lnTo>
                  <a:pt x="182642" y="27183"/>
                </a:lnTo>
                <a:lnTo>
                  <a:pt x="182179" y="27560"/>
                </a:lnTo>
                <a:lnTo>
                  <a:pt x="181729" y="27954"/>
                </a:lnTo>
                <a:lnTo>
                  <a:pt x="181297" y="28363"/>
                </a:lnTo>
                <a:lnTo>
                  <a:pt x="180882" y="28787"/>
                </a:lnTo>
                <a:lnTo>
                  <a:pt x="180487" y="29224"/>
                </a:lnTo>
                <a:lnTo>
                  <a:pt x="180109" y="29675"/>
                </a:lnTo>
                <a:lnTo>
                  <a:pt x="179750" y="30140"/>
                </a:lnTo>
                <a:lnTo>
                  <a:pt x="179409" y="30619"/>
                </a:lnTo>
                <a:lnTo>
                  <a:pt x="179087" y="31112"/>
                </a:lnTo>
                <a:lnTo>
                  <a:pt x="178783" y="31619"/>
                </a:lnTo>
                <a:lnTo>
                  <a:pt x="178498" y="32140"/>
                </a:lnTo>
                <a:lnTo>
                  <a:pt x="178231" y="32674"/>
                </a:lnTo>
                <a:lnTo>
                  <a:pt x="177982" y="33223"/>
                </a:lnTo>
                <a:lnTo>
                  <a:pt x="177752" y="33786"/>
                </a:lnTo>
                <a:lnTo>
                  <a:pt x="177540" y="34362"/>
                </a:lnTo>
                <a:lnTo>
                  <a:pt x="177347" y="34953"/>
                </a:lnTo>
                <a:lnTo>
                  <a:pt x="177172" y="35557"/>
                </a:lnTo>
                <a:lnTo>
                  <a:pt x="177016" y="36175"/>
                </a:lnTo>
                <a:lnTo>
                  <a:pt x="176877" y="36808"/>
                </a:lnTo>
                <a:lnTo>
                  <a:pt x="176758" y="37454"/>
                </a:lnTo>
                <a:lnTo>
                  <a:pt x="176656" y="38114"/>
                </a:lnTo>
                <a:lnTo>
                  <a:pt x="176576" y="38766"/>
                </a:lnTo>
                <a:lnTo>
                  <a:pt x="176426" y="38766"/>
                </a:lnTo>
                <a:lnTo>
                  <a:pt x="176426" y="24484"/>
                </a:lnTo>
                <a:lnTo>
                  <a:pt x="164182" y="24484"/>
                </a:lnTo>
                <a:lnTo>
                  <a:pt x="164182" y="99299"/>
                </a:lnTo>
                <a:close/>
                <a:moveTo>
                  <a:pt x="342242" y="99299"/>
                </a:moveTo>
                <a:lnTo>
                  <a:pt x="342242" y="51689"/>
                </a:lnTo>
                <a:lnTo>
                  <a:pt x="342250" y="50970"/>
                </a:lnTo>
                <a:lnTo>
                  <a:pt x="342273" y="50265"/>
                </a:lnTo>
                <a:lnTo>
                  <a:pt x="342311" y="49574"/>
                </a:lnTo>
                <a:lnTo>
                  <a:pt x="342365" y="48897"/>
                </a:lnTo>
                <a:lnTo>
                  <a:pt x="342434" y="48233"/>
                </a:lnTo>
                <a:lnTo>
                  <a:pt x="342518" y="47583"/>
                </a:lnTo>
                <a:lnTo>
                  <a:pt x="342618" y="46946"/>
                </a:lnTo>
                <a:lnTo>
                  <a:pt x="342733" y="46324"/>
                </a:lnTo>
                <a:lnTo>
                  <a:pt x="342864" y="45715"/>
                </a:lnTo>
                <a:lnTo>
                  <a:pt x="343010" y="45119"/>
                </a:lnTo>
                <a:lnTo>
                  <a:pt x="343171" y="44538"/>
                </a:lnTo>
                <a:lnTo>
                  <a:pt x="343347" y="43970"/>
                </a:lnTo>
                <a:lnTo>
                  <a:pt x="343539" y="43416"/>
                </a:lnTo>
                <a:lnTo>
                  <a:pt x="343747" y="42875"/>
                </a:lnTo>
                <a:lnTo>
                  <a:pt x="343969" y="42349"/>
                </a:lnTo>
                <a:lnTo>
                  <a:pt x="344207" y="41836"/>
                </a:lnTo>
                <a:lnTo>
                  <a:pt x="344460" y="41336"/>
                </a:lnTo>
                <a:lnTo>
                  <a:pt x="344729" y="40850"/>
                </a:lnTo>
                <a:lnTo>
                  <a:pt x="345013" y="40379"/>
                </a:lnTo>
                <a:lnTo>
                  <a:pt x="345312" y="39920"/>
                </a:lnTo>
                <a:lnTo>
                  <a:pt x="345627" y="39476"/>
                </a:lnTo>
                <a:lnTo>
                  <a:pt x="345957" y="39045"/>
                </a:lnTo>
                <a:lnTo>
                  <a:pt x="346302" y="38628"/>
                </a:lnTo>
                <a:lnTo>
                  <a:pt x="346663" y="38224"/>
                </a:lnTo>
                <a:lnTo>
                  <a:pt x="347037" y="37836"/>
                </a:lnTo>
                <a:lnTo>
                  <a:pt x="347423" y="37464"/>
                </a:lnTo>
                <a:lnTo>
                  <a:pt x="347820" y="37108"/>
                </a:lnTo>
                <a:lnTo>
                  <a:pt x="348229" y="36769"/>
                </a:lnTo>
                <a:lnTo>
                  <a:pt x="348650" y="36447"/>
                </a:lnTo>
                <a:lnTo>
                  <a:pt x="349082" y="36141"/>
                </a:lnTo>
                <a:lnTo>
                  <a:pt x="349525" y="35852"/>
                </a:lnTo>
                <a:lnTo>
                  <a:pt x="349981" y="35579"/>
                </a:lnTo>
                <a:lnTo>
                  <a:pt x="350447" y="35323"/>
                </a:lnTo>
                <a:lnTo>
                  <a:pt x="350926" y="35083"/>
                </a:lnTo>
                <a:lnTo>
                  <a:pt x="351416" y="34860"/>
                </a:lnTo>
                <a:lnTo>
                  <a:pt x="351917" y="34653"/>
                </a:lnTo>
                <a:lnTo>
                  <a:pt x="352430" y="34463"/>
                </a:lnTo>
                <a:lnTo>
                  <a:pt x="352955" y="34289"/>
                </a:lnTo>
                <a:lnTo>
                  <a:pt x="353491" y="34132"/>
                </a:lnTo>
                <a:lnTo>
                  <a:pt x="354038" y="33992"/>
                </a:lnTo>
                <a:lnTo>
                  <a:pt x="354598" y="33868"/>
                </a:lnTo>
                <a:lnTo>
                  <a:pt x="355169" y="33760"/>
                </a:lnTo>
                <a:lnTo>
                  <a:pt x="355751" y="33669"/>
                </a:lnTo>
                <a:lnTo>
                  <a:pt x="356345" y="33595"/>
                </a:lnTo>
                <a:lnTo>
                  <a:pt x="356951" y="33537"/>
                </a:lnTo>
                <a:lnTo>
                  <a:pt x="357568" y="33496"/>
                </a:lnTo>
                <a:lnTo>
                  <a:pt x="358196" y="33471"/>
                </a:lnTo>
                <a:lnTo>
                  <a:pt x="358837" y="33463"/>
                </a:lnTo>
                <a:lnTo>
                  <a:pt x="359488" y="33471"/>
                </a:lnTo>
                <a:lnTo>
                  <a:pt x="360126" y="33495"/>
                </a:lnTo>
                <a:lnTo>
                  <a:pt x="360753" y="33536"/>
                </a:lnTo>
                <a:lnTo>
                  <a:pt x="361366" y="33593"/>
                </a:lnTo>
                <a:lnTo>
                  <a:pt x="361967" y="33666"/>
                </a:lnTo>
                <a:lnTo>
                  <a:pt x="362556" y="33756"/>
                </a:lnTo>
                <a:lnTo>
                  <a:pt x="363132" y="33862"/>
                </a:lnTo>
                <a:lnTo>
                  <a:pt x="363696" y="33984"/>
                </a:lnTo>
                <a:lnTo>
                  <a:pt x="364247" y="34123"/>
                </a:lnTo>
                <a:lnTo>
                  <a:pt x="364785" y="34278"/>
                </a:lnTo>
                <a:lnTo>
                  <a:pt x="365311" y="34449"/>
                </a:lnTo>
                <a:lnTo>
                  <a:pt x="365825" y="34636"/>
                </a:lnTo>
                <a:lnTo>
                  <a:pt x="366326" y="34840"/>
                </a:lnTo>
                <a:lnTo>
                  <a:pt x="366814" y="35060"/>
                </a:lnTo>
                <a:lnTo>
                  <a:pt x="367290" y="35296"/>
                </a:lnTo>
                <a:lnTo>
                  <a:pt x="367753" y="35549"/>
                </a:lnTo>
                <a:lnTo>
                  <a:pt x="368204" y="35817"/>
                </a:lnTo>
                <a:lnTo>
                  <a:pt x="368643" y="36103"/>
                </a:lnTo>
                <a:lnTo>
                  <a:pt x="369068" y="36404"/>
                </a:lnTo>
                <a:lnTo>
                  <a:pt x="369482" y="36722"/>
                </a:lnTo>
                <a:lnTo>
                  <a:pt x="369883" y="37056"/>
                </a:lnTo>
                <a:lnTo>
                  <a:pt x="370271" y="37406"/>
                </a:lnTo>
                <a:lnTo>
                  <a:pt x="370647" y="37773"/>
                </a:lnTo>
                <a:lnTo>
                  <a:pt x="371010" y="38156"/>
                </a:lnTo>
                <a:lnTo>
                  <a:pt x="371360" y="38554"/>
                </a:lnTo>
                <a:lnTo>
                  <a:pt x="371695" y="38967"/>
                </a:lnTo>
                <a:lnTo>
                  <a:pt x="372014" y="39394"/>
                </a:lnTo>
                <a:lnTo>
                  <a:pt x="372320" y="39835"/>
                </a:lnTo>
                <a:lnTo>
                  <a:pt x="372610" y="40291"/>
                </a:lnTo>
                <a:lnTo>
                  <a:pt x="372885" y="40761"/>
                </a:lnTo>
                <a:lnTo>
                  <a:pt x="373146" y="41246"/>
                </a:lnTo>
                <a:lnTo>
                  <a:pt x="373391" y="41745"/>
                </a:lnTo>
                <a:lnTo>
                  <a:pt x="373622" y="42259"/>
                </a:lnTo>
                <a:lnTo>
                  <a:pt x="373838" y="42786"/>
                </a:lnTo>
                <a:lnTo>
                  <a:pt x="374038" y="43329"/>
                </a:lnTo>
                <a:lnTo>
                  <a:pt x="374225" y="43885"/>
                </a:lnTo>
                <a:lnTo>
                  <a:pt x="374396" y="44456"/>
                </a:lnTo>
                <a:lnTo>
                  <a:pt x="374552" y="45042"/>
                </a:lnTo>
                <a:lnTo>
                  <a:pt x="374693" y="45642"/>
                </a:lnTo>
                <a:lnTo>
                  <a:pt x="374820" y="46256"/>
                </a:lnTo>
                <a:lnTo>
                  <a:pt x="374931" y="46885"/>
                </a:lnTo>
                <a:lnTo>
                  <a:pt x="375028" y="47528"/>
                </a:lnTo>
                <a:lnTo>
                  <a:pt x="375110" y="48185"/>
                </a:lnTo>
                <a:lnTo>
                  <a:pt x="375177" y="48857"/>
                </a:lnTo>
                <a:lnTo>
                  <a:pt x="375229" y="49543"/>
                </a:lnTo>
                <a:lnTo>
                  <a:pt x="375266" y="50244"/>
                </a:lnTo>
                <a:lnTo>
                  <a:pt x="375289" y="50959"/>
                </a:lnTo>
                <a:lnTo>
                  <a:pt x="375296" y="51689"/>
                </a:lnTo>
                <a:lnTo>
                  <a:pt x="375296" y="55091"/>
                </a:lnTo>
                <a:lnTo>
                  <a:pt x="387538" y="55091"/>
                </a:lnTo>
                <a:lnTo>
                  <a:pt x="387538" y="50601"/>
                </a:lnTo>
                <a:lnTo>
                  <a:pt x="387526" y="49556"/>
                </a:lnTo>
                <a:lnTo>
                  <a:pt x="387489" y="48529"/>
                </a:lnTo>
                <a:lnTo>
                  <a:pt x="387428" y="47520"/>
                </a:lnTo>
                <a:lnTo>
                  <a:pt x="387343" y="46530"/>
                </a:lnTo>
                <a:lnTo>
                  <a:pt x="387234" y="45557"/>
                </a:lnTo>
                <a:lnTo>
                  <a:pt x="387100" y="44603"/>
                </a:lnTo>
                <a:lnTo>
                  <a:pt x="386942" y="43667"/>
                </a:lnTo>
                <a:lnTo>
                  <a:pt x="386760" y="42749"/>
                </a:lnTo>
                <a:lnTo>
                  <a:pt x="386553" y="41850"/>
                </a:lnTo>
                <a:lnTo>
                  <a:pt x="386322" y="40968"/>
                </a:lnTo>
                <a:lnTo>
                  <a:pt x="386066" y="40105"/>
                </a:lnTo>
                <a:lnTo>
                  <a:pt x="385787" y="39260"/>
                </a:lnTo>
                <a:lnTo>
                  <a:pt x="385483" y="38433"/>
                </a:lnTo>
                <a:lnTo>
                  <a:pt x="385154" y="37624"/>
                </a:lnTo>
                <a:lnTo>
                  <a:pt x="384802" y="36834"/>
                </a:lnTo>
                <a:lnTo>
                  <a:pt x="384425" y="36062"/>
                </a:lnTo>
                <a:lnTo>
                  <a:pt x="384023" y="35308"/>
                </a:lnTo>
                <a:lnTo>
                  <a:pt x="383598" y="34572"/>
                </a:lnTo>
                <a:lnTo>
                  <a:pt x="383148" y="33854"/>
                </a:lnTo>
                <a:lnTo>
                  <a:pt x="382673" y="33154"/>
                </a:lnTo>
                <a:lnTo>
                  <a:pt x="382175" y="32473"/>
                </a:lnTo>
                <a:lnTo>
                  <a:pt x="381652" y="31810"/>
                </a:lnTo>
                <a:lnTo>
                  <a:pt x="381104" y="31165"/>
                </a:lnTo>
                <a:lnTo>
                  <a:pt x="380533" y="30538"/>
                </a:lnTo>
                <a:lnTo>
                  <a:pt x="379941" y="29933"/>
                </a:lnTo>
                <a:lnTo>
                  <a:pt x="379332" y="29354"/>
                </a:lnTo>
                <a:lnTo>
                  <a:pt x="378706" y="28801"/>
                </a:lnTo>
                <a:lnTo>
                  <a:pt x="378064" y="28273"/>
                </a:lnTo>
                <a:lnTo>
                  <a:pt x="377404" y="27771"/>
                </a:lnTo>
                <a:lnTo>
                  <a:pt x="376728" y="27295"/>
                </a:lnTo>
                <a:lnTo>
                  <a:pt x="376036" y="26844"/>
                </a:lnTo>
                <a:lnTo>
                  <a:pt x="375326" y="26419"/>
                </a:lnTo>
                <a:lnTo>
                  <a:pt x="374600" y="26020"/>
                </a:lnTo>
                <a:lnTo>
                  <a:pt x="373857" y="25647"/>
                </a:lnTo>
                <a:lnTo>
                  <a:pt x="373097" y="25300"/>
                </a:lnTo>
                <a:lnTo>
                  <a:pt x="372320" y="24978"/>
                </a:lnTo>
                <a:lnTo>
                  <a:pt x="371527" y="24682"/>
                </a:lnTo>
                <a:lnTo>
                  <a:pt x="370717" y="24411"/>
                </a:lnTo>
                <a:lnTo>
                  <a:pt x="369890" y="24167"/>
                </a:lnTo>
                <a:lnTo>
                  <a:pt x="369046" y="23948"/>
                </a:lnTo>
                <a:lnTo>
                  <a:pt x="368185" y="23755"/>
                </a:lnTo>
                <a:lnTo>
                  <a:pt x="367308" y="23588"/>
                </a:lnTo>
                <a:lnTo>
                  <a:pt x="366414" y="23446"/>
                </a:lnTo>
                <a:lnTo>
                  <a:pt x="365503" y="23330"/>
                </a:lnTo>
                <a:lnTo>
                  <a:pt x="364576" y="23240"/>
                </a:lnTo>
                <a:lnTo>
                  <a:pt x="363632" y="23176"/>
                </a:lnTo>
                <a:lnTo>
                  <a:pt x="362670" y="23137"/>
                </a:lnTo>
                <a:lnTo>
                  <a:pt x="361693" y="23124"/>
                </a:lnTo>
                <a:lnTo>
                  <a:pt x="360840" y="23135"/>
                </a:lnTo>
                <a:lnTo>
                  <a:pt x="360005" y="23167"/>
                </a:lnTo>
                <a:lnTo>
                  <a:pt x="359188" y="23221"/>
                </a:lnTo>
                <a:lnTo>
                  <a:pt x="358389" y="23296"/>
                </a:lnTo>
                <a:lnTo>
                  <a:pt x="357607" y="23393"/>
                </a:lnTo>
                <a:lnTo>
                  <a:pt x="356843" y="23511"/>
                </a:lnTo>
                <a:lnTo>
                  <a:pt x="356097" y="23651"/>
                </a:lnTo>
                <a:lnTo>
                  <a:pt x="355368" y="23812"/>
                </a:lnTo>
                <a:lnTo>
                  <a:pt x="354657" y="23995"/>
                </a:lnTo>
                <a:lnTo>
                  <a:pt x="353964" y="24199"/>
                </a:lnTo>
                <a:lnTo>
                  <a:pt x="353288" y="24424"/>
                </a:lnTo>
                <a:lnTo>
                  <a:pt x="352631" y="24672"/>
                </a:lnTo>
                <a:lnTo>
                  <a:pt x="351990" y="24940"/>
                </a:lnTo>
                <a:lnTo>
                  <a:pt x="351368" y="25230"/>
                </a:lnTo>
                <a:lnTo>
                  <a:pt x="350763" y="25542"/>
                </a:lnTo>
                <a:lnTo>
                  <a:pt x="350176" y="25875"/>
                </a:lnTo>
                <a:lnTo>
                  <a:pt x="349607" y="26230"/>
                </a:lnTo>
                <a:lnTo>
                  <a:pt x="349055" y="26606"/>
                </a:lnTo>
                <a:lnTo>
                  <a:pt x="348521" y="27003"/>
                </a:lnTo>
                <a:lnTo>
                  <a:pt x="348005" y="27422"/>
                </a:lnTo>
                <a:lnTo>
                  <a:pt x="347507" y="27863"/>
                </a:lnTo>
                <a:lnTo>
                  <a:pt x="347026" y="28325"/>
                </a:lnTo>
                <a:lnTo>
                  <a:pt x="346563" y="28809"/>
                </a:lnTo>
                <a:lnTo>
                  <a:pt x="346117" y="29314"/>
                </a:lnTo>
                <a:lnTo>
                  <a:pt x="345690" y="29840"/>
                </a:lnTo>
                <a:lnTo>
                  <a:pt x="345281" y="30386"/>
                </a:lnTo>
                <a:lnTo>
                  <a:pt x="344890" y="30953"/>
                </a:lnTo>
                <a:lnTo>
                  <a:pt x="344517" y="31541"/>
                </a:lnTo>
                <a:lnTo>
                  <a:pt x="344163" y="32149"/>
                </a:lnTo>
                <a:lnTo>
                  <a:pt x="343826" y="32778"/>
                </a:lnTo>
                <a:lnTo>
                  <a:pt x="343508" y="33427"/>
                </a:lnTo>
                <a:lnTo>
                  <a:pt x="343208" y="34097"/>
                </a:lnTo>
                <a:lnTo>
                  <a:pt x="342926" y="34788"/>
                </a:lnTo>
                <a:lnTo>
                  <a:pt x="342662" y="35499"/>
                </a:lnTo>
                <a:lnTo>
                  <a:pt x="342417" y="36230"/>
                </a:lnTo>
                <a:lnTo>
                  <a:pt x="342190" y="36982"/>
                </a:lnTo>
                <a:lnTo>
                  <a:pt x="341981" y="37755"/>
                </a:lnTo>
                <a:lnTo>
                  <a:pt x="341970" y="37798"/>
                </a:lnTo>
                <a:lnTo>
                  <a:pt x="341970" y="24484"/>
                </a:lnTo>
                <a:lnTo>
                  <a:pt x="329998" y="24484"/>
                </a:lnTo>
                <a:lnTo>
                  <a:pt x="329998" y="99299"/>
                </a:lnTo>
                <a:lnTo>
                  <a:pt x="342242" y="99299"/>
                </a:lnTo>
                <a:close/>
                <a:moveTo>
                  <a:pt x="113785" y="100292"/>
                </a:moveTo>
                <a:lnTo>
                  <a:pt x="114495" y="100239"/>
                </a:lnTo>
                <a:lnTo>
                  <a:pt x="115197" y="100174"/>
                </a:lnTo>
                <a:lnTo>
                  <a:pt x="115889" y="100097"/>
                </a:lnTo>
                <a:lnTo>
                  <a:pt x="116574" y="100009"/>
                </a:lnTo>
                <a:lnTo>
                  <a:pt x="117250" y="99908"/>
                </a:lnTo>
                <a:lnTo>
                  <a:pt x="117917" y="99796"/>
                </a:lnTo>
                <a:lnTo>
                  <a:pt x="118576" y="99672"/>
                </a:lnTo>
                <a:lnTo>
                  <a:pt x="119226" y="99536"/>
                </a:lnTo>
                <a:lnTo>
                  <a:pt x="119868" y="99389"/>
                </a:lnTo>
                <a:lnTo>
                  <a:pt x="120501" y="99229"/>
                </a:lnTo>
                <a:lnTo>
                  <a:pt x="121126" y="99058"/>
                </a:lnTo>
                <a:lnTo>
                  <a:pt x="121743" y="98875"/>
                </a:lnTo>
                <a:lnTo>
                  <a:pt x="122351" y="98681"/>
                </a:lnTo>
                <a:lnTo>
                  <a:pt x="122950" y="98474"/>
                </a:lnTo>
                <a:lnTo>
                  <a:pt x="123541" y="98256"/>
                </a:lnTo>
                <a:lnTo>
                  <a:pt x="124123" y="98025"/>
                </a:lnTo>
                <a:lnTo>
                  <a:pt x="124697" y="97783"/>
                </a:lnTo>
                <a:lnTo>
                  <a:pt x="125263" y="97530"/>
                </a:lnTo>
                <a:lnTo>
                  <a:pt x="125819" y="97264"/>
                </a:lnTo>
                <a:lnTo>
                  <a:pt x="126368" y="96986"/>
                </a:lnTo>
                <a:lnTo>
                  <a:pt x="126907" y="96698"/>
                </a:lnTo>
                <a:lnTo>
                  <a:pt x="127436" y="96398"/>
                </a:lnTo>
                <a:lnTo>
                  <a:pt x="127955" y="96088"/>
                </a:lnTo>
                <a:lnTo>
                  <a:pt x="128463" y="95768"/>
                </a:lnTo>
                <a:lnTo>
                  <a:pt x="128962" y="95436"/>
                </a:lnTo>
                <a:lnTo>
                  <a:pt x="129450" y="95094"/>
                </a:lnTo>
                <a:lnTo>
                  <a:pt x="129928" y="94742"/>
                </a:lnTo>
                <a:lnTo>
                  <a:pt x="130396" y="94379"/>
                </a:lnTo>
                <a:lnTo>
                  <a:pt x="130854" y="94005"/>
                </a:lnTo>
                <a:lnTo>
                  <a:pt x="131301" y="93621"/>
                </a:lnTo>
                <a:lnTo>
                  <a:pt x="131739" y="93226"/>
                </a:lnTo>
                <a:lnTo>
                  <a:pt x="132166" y="92820"/>
                </a:lnTo>
                <a:lnTo>
                  <a:pt x="132583" y="92404"/>
                </a:lnTo>
                <a:lnTo>
                  <a:pt x="132990" y="91977"/>
                </a:lnTo>
                <a:lnTo>
                  <a:pt x="133387" y="91540"/>
                </a:lnTo>
                <a:lnTo>
                  <a:pt x="133774" y="91092"/>
                </a:lnTo>
                <a:lnTo>
                  <a:pt x="134150" y="90633"/>
                </a:lnTo>
                <a:lnTo>
                  <a:pt x="134516" y="90164"/>
                </a:lnTo>
                <a:lnTo>
                  <a:pt x="134873" y="89684"/>
                </a:lnTo>
                <a:lnTo>
                  <a:pt x="135219" y="89193"/>
                </a:lnTo>
                <a:lnTo>
                  <a:pt x="135554" y="88692"/>
                </a:lnTo>
                <a:lnTo>
                  <a:pt x="135880" y="88181"/>
                </a:lnTo>
                <a:lnTo>
                  <a:pt x="136196" y="87658"/>
                </a:lnTo>
                <a:lnTo>
                  <a:pt x="136501" y="87125"/>
                </a:lnTo>
                <a:lnTo>
                  <a:pt x="136795" y="86583"/>
                </a:lnTo>
                <a:lnTo>
                  <a:pt x="137077" y="86032"/>
                </a:lnTo>
                <a:lnTo>
                  <a:pt x="137346" y="85473"/>
                </a:lnTo>
                <a:lnTo>
                  <a:pt x="137603" y="84905"/>
                </a:lnTo>
                <a:lnTo>
                  <a:pt x="137847" y="84330"/>
                </a:lnTo>
                <a:lnTo>
                  <a:pt x="138078" y="83746"/>
                </a:lnTo>
                <a:lnTo>
                  <a:pt x="138297" y="83154"/>
                </a:lnTo>
                <a:lnTo>
                  <a:pt x="138504" y="82553"/>
                </a:lnTo>
                <a:lnTo>
                  <a:pt x="138698" y="81945"/>
                </a:lnTo>
                <a:lnTo>
                  <a:pt x="138879" y="81328"/>
                </a:lnTo>
                <a:lnTo>
                  <a:pt x="139048" y="80702"/>
                </a:lnTo>
                <a:lnTo>
                  <a:pt x="139205" y="80069"/>
                </a:lnTo>
                <a:lnTo>
                  <a:pt x="139349" y="79427"/>
                </a:lnTo>
                <a:lnTo>
                  <a:pt x="139480" y="78777"/>
                </a:lnTo>
                <a:lnTo>
                  <a:pt x="139599" y="78119"/>
                </a:lnTo>
                <a:lnTo>
                  <a:pt x="139706" y="77452"/>
                </a:lnTo>
                <a:lnTo>
                  <a:pt x="139800" y="76777"/>
                </a:lnTo>
                <a:lnTo>
                  <a:pt x="139881" y="76094"/>
                </a:lnTo>
                <a:lnTo>
                  <a:pt x="139950" y="75403"/>
                </a:lnTo>
                <a:lnTo>
                  <a:pt x="140006" y="74703"/>
                </a:lnTo>
                <a:lnTo>
                  <a:pt x="140050" y="73995"/>
                </a:lnTo>
                <a:lnTo>
                  <a:pt x="140081" y="73279"/>
                </a:lnTo>
                <a:lnTo>
                  <a:pt x="140100" y="72555"/>
                </a:lnTo>
                <a:lnTo>
                  <a:pt x="140106" y="71822"/>
                </a:lnTo>
                <a:lnTo>
                  <a:pt x="140106" y="51826"/>
                </a:lnTo>
                <a:lnTo>
                  <a:pt x="140100" y="51093"/>
                </a:lnTo>
                <a:lnTo>
                  <a:pt x="140081" y="50369"/>
                </a:lnTo>
                <a:lnTo>
                  <a:pt x="140050" y="49653"/>
                </a:lnTo>
                <a:lnTo>
                  <a:pt x="140006" y="48946"/>
                </a:lnTo>
                <a:lnTo>
                  <a:pt x="139950" y="48248"/>
                </a:lnTo>
                <a:lnTo>
                  <a:pt x="139881" y="47558"/>
                </a:lnTo>
                <a:lnTo>
                  <a:pt x="139800" y="46876"/>
                </a:lnTo>
                <a:lnTo>
                  <a:pt x="139706" y="46203"/>
                </a:lnTo>
                <a:lnTo>
                  <a:pt x="139599" y="45538"/>
                </a:lnTo>
                <a:lnTo>
                  <a:pt x="139480" y="44882"/>
                </a:lnTo>
                <a:lnTo>
                  <a:pt x="139349" y="44235"/>
                </a:lnTo>
                <a:lnTo>
                  <a:pt x="139205" y="43596"/>
                </a:lnTo>
                <a:lnTo>
                  <a:pt x="139048" y="42965"/>
                </a:lnTo>
                <a:lnTo>
                  <a:pt x="138879" y="42343"/>
                </a:lnTo>
                <a:lnTo>
                  <a:pt x="138698" y="41730"/>
                </a:lnTo>
                <a:lnTo>
                  <a:pt x="138504" y="41125"/>
                </a:lnTo>
                <a:lnTo>
                  <a:pt x="138297" y="40528"/>
                </a:lnTo>
                <a:lnTo>
                  <a:pt x="138078" y="39940"/>
                </a:lnTo>
                <a:lnTo>
                  <a:pt x="137847" y="39361"/>
                </a:lnTo>
                <a:lnTo>
                  <a:pt x="137603" y="38790"/>
                </a:lnTo>
                <a:lnTo>
                  <a:pt x="137346" y="38227"/>
                </a:lnTo>
                <a:lnTo>
                  <a:pt x="137077" y="37673"/>
                </a:lnTo>
                <a:lnTo>
                  <a:pt x="136795" y="37128"/>
                </a:lnTo>
                <a:lnTo>
                  <a:pt x="136501" y="36591"/>
                </a:lnTo>
                <a:lnTo>
                  <a:pt x="136196" y="36063"/>
                </a:lnTo>
                <a:lnTo>
                  <a:pt x="135880" y="35546"/>
                </a:lnTo>
                <a:lnTo>
                  <a:pt x="135554" y="35039"/>
                </a:lnTo>
                <a:lnTo>
                  <a:pt x="135219" y="34543"/>
                </a:lnTo>
                <a:lnTo>
                  <a:pt x="134873" y="34057"/>
                </a:lnTo>
                <a:lnTo>
                  <a:pt x="134516" y="33581"/>
                </a:lnTo>
                <a:lnTo>
                  <a:pt x="134150" y="33116"/>
                </a:lnTo>
                <a:lnTo>
                  <a:pt x="133774" y="32661"/>
                </a:lnTo>
                <a:lnTo>
                  <a:pt x="133387" y="32217"/>
                </a:lnTo>
                <a:lnTo>
                  <a:pt x="132990" y="31783"/>
                </a:lnTo>
                <a:lnTo>
                  <a:pt x="132583" y="31359"/>
                </a:lnTo>
                <a:lnTo>
                  <a:pt x="132166" y="30946"/>
                </a:lnTo>
                <a:lnTo>
                  <a:pt x="131739" y="30543"/>
                </a:lnTo>
                <a:lnTo>
                  <a:pt x="131301" y="30151"/>
                </a:lnTo>
                <a:lnTo>
                  <a:pt x="130854" y="29769"/>
                </a:lnTo>
                <a:lnTo>
                  <a:pt x="130396" y="29397"/>
                </a:lnTo>
                <a:lnTo>
                  <a:pt x="129928" y="29036"/>
                </a:lnTo>
                <a:lnTo>
                  <a:pt x="129450" y="28685"/>
                </a:lnTo>
                <a:lnTo>
                  <a:pt x="128962" y="28345"/>
                </a:lnTo>
                <a:lnTo>
                  <a:pt x="128463" y="28014"/>
                </a:lnTo>
                <a:lnTo>
                  <a:pt x="127955" y="27695"/>
                </a:lnTo>
                <a:lnTo>
                  <a:pt x="127436" y="27385"/>
                </a:lnTo>
                <a:lnTo>
                  <a:pt x="126907" y="27087"/>
                </a:lnTo>
                <a:lnTo>
                  <a:pt x="126368" y="26798"/>
                </a:lnTo>
                <a:lnTo>
                  <a:pt x="125819" y="26520"/>
                </a:lnTo>
                <a:lnTo>
                  <a:pt x="125263" y="26255"/>
                </a:lnTo>
                <a:lnTo>
                  <a:pt x="124697" y="26001"/>
                </a:lnTo>
                <a:lnTo>
                  <a:pt x="124123" y="25759"/>
                </a:lnTo>
                <a:lnTo>
                  <a:pt x="123541" y="25528"/>
                </a:lnTo>
                <a:lnTo>
                  <a:pt x="122950" y="25310"/>
                </a:lnTo>
                <a:lnTo>
                  <a:pt x="122351" y="25103"/>
                </a:lnTo>
                <a:lnTo>
                  <a:pt x="121743" y="24908"/>
                </a:lnTo>
                <a:lnTo>
                  <a:pt x="121126" y="24725"/>
                </a:lnTo>
                <a:lnTo>
                  <a:pt x="120501" y="24554"/>
                </a:lnTo>
                <a:lnTo>
                  <a:pt x="119868" y="24394"/>
                </a:lnTo>
                <a:lnTo>
                  <a:pt x="119226" y="24247"/>
                </a:lnTo>
                <a:lnTo>
                  <a:pt x="118576" y="24111"/>
                </a:lnTo>
                <a:lnTo>
                  <a:pt x="117917" y="23987"/>
                </a:lnTo>
                <a:lnTo>
                  <a:pt x="117250" y="23875"/>
                </a:lnTo>
                <a:lnTo>
                  <a:pt x="116574" y="23774"/>
                </a:lnTo>
                <a:lnTo>
                  <a:pt x="115889" y="23686"/>
                </a:lnTo>
                <a:lnTo>
                  <a:pt x="115197" y="23609"/>
                </a:lnTo>
                <a:lnTo>
                  <a:pt x="114495" y="23544"/>
                </a:lnTo>
                <a:lnTo>
                  <a:pt x="113785" y="23491"/>
                </a:lnTo>
                <a:lnTo>
                  <a:pt x="113067" y="23449"/>
                </a:lnTo>
                <a:lnTo>
                  <a:pt x="112340" y="23420"/>
                </a:lnTo>
                <a:lnTo>
                  <a:pt x="111605" y="23402"/>
                </a:lnTo>
                <a:lnTo>
                  <a:pt x="110861" y="23396"/>
                </a:lnTo>
                <a:lnTo>
                  <a:pt x="110117" y="23402"/>
                </a:lnTo>
                <a:lnTo>
                  <a:pt x="109382" y="23420"/>
                </a:lnTo>
                <a:lnTo>
                  <a:pt x="108655" y="23449"/>
                </a:lnTo>
                <a:lnTo>
                  <a:pt x="107936" y="23491"/>
                </a:lnTo>
                <a:lnTo>
                  <a:pt x="107226" y="23544"/>
                </a:lnTo>
                <a:lnTo>
                  <a:pt x="106525" y="23609"/>
                </a:lnTo>
                <a:lnTo>
                  <a:pt x="105832" y="23686"/>
                </a:lnTo>
                <a:lnTo>
                  <a:pt x="105147" y="23774"/>
                </a:lnTo>
                <a:lnTo>
                  <a:pt x="104471" y="23875"/>
                </a:lnTo>
                <a:lnTo>
                  <a:pt x="103804" y="23987"/>
                </a:lnTo>
                <a:lnTo>
                  <a:pt x="103145" y="24111"/>
                </a:lnTo>
                <a:lnTo>
                  <a:pt x="102494" y="24247"/>
                </a:lnTo>
                <a:lnTo>
                  <a:pt x="101852" y="24394"/>
                </a:lnTo>
                <a:lnTo>
                  <a:pt x="101219" y="24554"/>
                </a:lnTo>
                <a:lnTo>
                  <a:pt x="100594" y="24725"/>
                </a:lnTo>
                <a:lnTo>
                  <a:pt x="99978" y="24908"/>
                </a:lnTo>
                <a:lnTo>
                  <a:pt x="99370" y="25103"/>
                </a:lnTo>
                <a:lnTo>
                  <a:pt x="98770" y="25310"/>
                </a:lnTo>
                <a:lnTo>
                  <a:pt x="98179" y="25528"/>
                </a:lnTo>
                <a:lnTo>
                  <a:pt x="97597" y="25759"/>
                </a:lnTo>
                <a:lnTo>
                  <a:pt x="97023" y="26001"/>
                </a:lnTo>
                <a:lnTo>
                  <a:pt x="96457" y="26255"/>
                </a:lnTo>
                <a:lnTo>
                  <a:pt x="95901" y="26520"/>
                </a:lnTo>
                <a:lnTo>
                  <a:pt x="95352" y="26798"/>
                </a:lnTo>
                <a:lnTo>
                  <a:pt x="94813" y="27087"/>
                </a:lnTo>
                <a:lnTo>
                  <a:pt x="94285" y="27385"/>
                </a:lnTo>
                <a:lnTo>
                  <a:pt x="93766" y="27695"/>
                </a:lnTo>
                <a:lnTo>
                  <a:pt x="93257" y="28014"/>
                </a:lnTo>
                <a:lnTo>
                  <a:pt x="92759" y="28345"/>
                </a:lnTo>
                <a:lnTo>
                  <a:pt x="92271" y="28685"/>
                </a:lnTo>
                <a:lnTo>
                  <a:pt x="91793" y="29036"/>
                </a:lnTo>
                <a:lnTo>
                  <a:pt x="91325" y="29397"/>
                </a:lnTo>
                <a:lnTo>
                  <a:pt x="90867" y="29769"/>
                </a:lnTo>
                <a:lnTo>
                  <a:pt x="90420" y="30151"/>
                </a:lnTo>
                <a:lnTo>
                  <a:pt x="89982" y="30543"/>
                </a:lnTo>
                <a:lnTo>
                  <a:pt x="89555" y="30946"/>
                </a:lnTo>
                <a:lnTo>
                  <a:pt x="89138" y="31359"/>
                </a:lnTo>
                <a:lnTo>
                  <a:pt x="88731" y="31783"/>
                </a:lnTo>
                <a:lnTo>
                  <a:pt x="88334" y="32217"/>
                </a:lnTo>
                <a:lnTo>
                  <a:pt x="87947" y="32661"/>
                </a:lnTo>
                <a:lnTo>
                  <a:pt x="87571" y="33116"/>
                </a:lnTo>
                <a:lnTo>
                  <a:pt x="87204" y="33581"/>
                </a:lnTo>
                <a:lnTo>
                  <a:pt x="86848" y="34057"/>
                </a:lnTo>
                <a:lnTo>
                  <a:pt x="86502" y="34543"/>
                </a:lnTo>
                <a:lnTo>
                  <a:pt x="86166" y="35039"/>
                </a:lnTo>
                <a:lnTo>
                  <a:pt x="85840" y="35546"/>
                </a:lnTo>
                <a:lnTo>
                  <a:pt x="85525" y="36063"/>
                </a:lnTo>
                <a:lnTo>
                  <a:pt x="85219" y="36591"/>
                </a:lnTo>
                <a:lnTo>
                  <a:pt x="84925" y="37128"/>
                </a:lnTo>
                <a:lnTo>
                  <a:pt x="84644" y="37674"/>
                </a:lnTo>
                <a:lnTo>
                  <a:pt x="84375" y="38229"/>
                </a:lnTo>
                <a:lnTo>
                  <a:pt x="84118" y="38793"/>
                </a:lnTo>
                <a:lnTo>
                  <a:pt x="83874" y="39367"/>
                </a:lnTo>
                <a:lnTo>
                  <a:pt x="83643" y="39949"/>
                </a:lnTo>
                <a:lnTo>
                  <a:pt x="83424" y="40540"/>
                </a:lnTo>
                <a:lnTo>
                  <a:pt x="83217" y="41140"/>
                </a:lnTo>
                <a:lnTo>
                  <a:pt x="83023" y="41749"/>
                </a:lnTo>
                <a:lnTo>
                  <a:pt x="82842" y="42367"/>
                </a:lnTo>
                <a:lnTo>
                  <a:pt x="82673" y="42994"/>
                </a:lnTo>
                <a:lnTo>
                  <a:pt x="82517" y="43630"/>
                </a:lnTo>
                <a:lnTo>
                  <a:pt x="82373" y="44274"/>
                </a:lnTo>
                <a:lnTo>
                  <a:pt x="82241" y="44928"/>
                </a:lnTo>
                <a:lnTo>
                  <a:pt x="82123" y="45591"/>
                </a:lnTo>
                <a:lnTo>
                  <a:pt x="82016" y="46263"/>
                </a:lnTo>
                <a:lnTo>
                  <a:pt x="81922" y="46944"/>
                </a:lnTo>
                <a:lnTo>
                  <a:pt x="81841" y="47634"/>
                </a:lnTo>
                <a:lnTo>
                  <a:pt x="81772" y="48332"/>
                </a:lnTo>
                <a:lnTo>
                  <a:pt x="81716" y="49040"/>
                </a:lnTo>
                <a:lnTo>
                  <a:pt x="81672" y="49757"/>
                </a:lnTo>
                <a:lnTo>
                  <a:pt x="81641" y="50482"/>
                </a:lnTo>
                <a:lnTo>
                  <a:pt x="81622" y="51217"/>
                </a:lnTo>
                <a:lnTo>
                  <a:pt x="81616" y="51961"/>
                </a:lnTo>
                <a:lnTo>
                  <a:pt x="81616" y="71822"/>
                </a:lnTo>
                <a:lnTo>
                  <a:pt x="81622" y="72555"/>
                </a:lnTo>
                <a:lnTo>
                  <a:pt x="81641" y="73279"/>
                </a:lnTo>
                <a:lnTo>
                  <a:pt x="81672" y="73995"/>
                </a:lnTo>
                <a:lnTo>
                  <a:pt x="81716" y="74703"/>
                </a:lnTo>
                <a:lnTo>
                  <a:pt x="81772" y="75403"/>
                </a:lnTo>
                <a:lnTo>
                  <a:pt x="81841" y="76094"/>
                </a:lnTo>
                <a:lnTo>
                  <a:pt x="81922" y="76777"/>
                </a:lnTo>
                <a:lnTo>
                  <a:pt x="82016" y="77452"/>
                </a:lnTo>
                <a:lnTo>
                  <a:pt x="82123" y="78119"/>
                </a:lnTo>
                <a:lnTo>
                  <a:pt x="82241" y="78777"/>
                </a:lnTo>
                <a:lnTo>
                  <a:pt x="82373" y="79427"/>
                </a:lnTo>
                <a:lnTo>
                  <a:pt x="82517" y="80069"/>
                </a:lnTo>
                <a:lnTo>
                  <a:pt x="82673" y="80702"/>
                </a:lnTo>
                <a:lnTo>
                  <a:pt x="82842" y="81328"/>
                </a:lnTo>
                <a:lnTo>
                  <a:pt x="83023" y="81945"/>
                </a:lnTo>
                <a:lnTo>
                  <a:pt x="83217" y="82553"/>
                </a:lnTo>
                <a:lnTo>
                  <a:pt x="83424" y="83154"/>
                </a:lnTo>
                <a:lnTo>
                  <a:pt x="83643" y="83746"/>
                </a:lnTo>
                <a:lnTo>
                  <a:pt x="83874" y="84330"/>
                </a:lnTo>
                <a:lnTo>
                  <a:pt x="84118" y="84905"/>
                </a:lnTo>
                <a:lnTo>
                  <a:pt x="84375" y="85473"/>
                </a:lnTo>
                <a:lnTo>
                  <a:pt x="84644" y="86032"/>
                </a:lnTo>
                <a:lnTo>
                  <a:pt x="84925" y="86583"/>
                </a:lnTo>
                <a:lnTo>
                  <a:pt x="85219" y="87125"/>
                </a:lnTo>
                <a:lnTo>
                  <a:pt x="85525" y="87658"/>
                </a:lnTo>
                <a:lnTo>
                  <a:pt x="85840" y="88181"/>
                </a:lnTo>
                <a:lnTo>
                  <a:pt x="86166" y="88692"/>
                </a:lnTo>
                <a:lnTo>
                  <a:pt x="86502" y="89193"/>
                </a:lnTo>
                <a:lnTo>
                  <a:pt x="86848" y="89684"/>
                </a:lnTo>
                <a:lnTo>
                  <a:pt x="87204" y="90164"/>
                </a:lnTo>
                <a:lnTo>
                  <a:pt x="87571" y="90633"/>
                </a:lnTo>
                <a:lnTo>
                  <a:pt x="87947" y="91092"/>
                </a:lnTo>
                <a:lnTo>
                  <a:pt x="88334" y="91540"/>
                </a:lnTo>
                <a:lnTo>
                  <a:pt x="88731" y="91977"/>
                </a:lnTo>
                <a:lnTo>
                  <a:pt x="89138" y="92404"/>
                </a:lnTo>
                <a:lnTo>
                  <a:pt x="89555" y="92820"/>
                </a:lnTo>
                <a:lnTo>
                  <a:pt x="89982" y="93226"/>
                </a:lnTo>
                <a:lnTo>
                  <a:pt x="90420" y="93621"/>
                </a:lnTo>
                <a:lnTo>
                  <a:pt x="90867" y="94005"/>
                </a:lnTo>
                <a:lnTo>
                  <a:pt x="91325" y="94379"/>
                </a:lnTo>
                <a:lnTo>
                  <a:pt x="91793" y="94742"/>
                </a:lnTo>
                <a:lnTo>
                  <a:pt x="92271" y="95094"/>
                </a:lnTo>
                <a:lnTo>
                  <a:pt x="92759" y="95436"/>
                </a:lnTo>
                <a:lnTo>
                  <a:pt x="93257" y="95768"/>
                </a:lnTo>
                <a:lnTo>
                  <a:pt x="93766" y="96088"/>
                </a:lnTo>
                <a:lnTo>
                  <a:pt x="94285" y="96398"/>
                </a:lnTo>
                <a:lnTo>
                  <a:pt x="94813" y="96698"/>
                </a:lnTo>
                <a:lnTo>
                  <a:pt x="95352" y="96986"/>
                </a:lnTo>
                <a:lnTo>
                  <a:pt x="95901" y="97264"/>
                </a:lnTo>
                <a:lnTo>
                  <a:pt x="96457" y="97530"/>
                </a:lnTo>
                <a:lnTo>
                  <a:pt x="97023" y="97783"/>
                </a:lnTo>
                <a:lnTo>
                  <a:pt x="97597" y="98025"/>
                </a:lnTo>
                <a:lnTo>
                  <a:pt x="98179" y="98256"/>
                </a:lnTo>
                <a:lnTo>
                  <a:pt x="98770" y="98474"/>
                </a:lnTo>
                <a:lnTo>
                  <a:pt x="99370" y="98681"/>
                </a:lnTo>
                <a:lnTo>
                  <a:pt x="99978" y="98875"/>
                </a:lnTo>
                <a:lnTo>
                  <a:pt x="100594" y="99058"/>
                </a:lnTo>
                <a:lnTo>
                  <a:pt x="101219" y="99229"/>
                </a:lnTo>
                <a:lnTo>
                  <a:pt x="101852" y="99389"/>
                </a:lnTo>
                <a:lnTo>
                  <a:pt x="102494" y="99536"/>
                </a:lnTo>
                <a:lnTo>
                  <a:pt x="103145" y="99672"/>
                </a:lnTo>
                <a:lnTo>
                  <a:pt x="103804" y="99796"/>
                </a:lnTo>
                <a:lnTo>
                  <a:pt x="104471" y="99908"/>
                </a:lnTo>
                <a:lnTo>
                  <a:pt x="105147" y="100009"/>
                </a:lnTo>
                <a:lnTo>
                  <a:pt x="105832" y="100097"/>
                </a:lnTo>
                <a:lnTo>
                  <a:pt x="106525" y="100174"/>
                </a:lnTo>
                <a:lnTo>
                  <a:pt x="107226" y="100239"/>
                </a:lnTo>
                <a:lnTo>
                  <a:pt x="107936" y="100292"/>
                </a:lnTo>
                <a:lnTo>
                  <a:pt x="108655" y="100333"/>
                </a:lnTo>
                <a:lnTo>
                  <a:pt x="109382" y="100363"/>
                </a:lnTo>
                <a:lnTo>
                  <a:pt x="110117" y="100380"/>
                </a:lnTo>
                <a:lnTo>
                  <a:pt x="110861" y="100386"/>
                </a:lnTo>
                <a:lnTo>
                  <a:pt x="111605" y="100380"/>
                </a:lnTo>
                <a:lnTo>
                  <a:pt x="112340" y="100363"/>
                </a:lnTo>
                <a:lnTo>
                  <a:pt x="113067" y="100333"/>
                </a:lnTo>
                <a:lnTo>
                  <a:pt x="113785" y="100292"/>
                </a:lnTo>
                <a:close/>
                <a:moveTo>
                  <a:pt x="108324" y="89379"/>
                </a:moveTo>
                <a:lnTo>
                  <a:pt x="107718" y="89309"/>
                </a:lnTo>
                <a:lnTo>
                  <a:pt x="107125" y="89223"/>
                </a:lnTo>
                <a:lnTo>
                  <a:pt x="106542" y="89122"/>
                </a:lnTo>
                <a:lnTo>
                  <a:pt x="105972" y="89005"/>
                </a:lnTo>
                <a:lnTo>
                  <a:pt x="105412" y="88873"/>
                </a:lnTo>
                <a:lnTo>
                  <a:pt x="104865" y="88725"/>
                </a:lnTo>
                <a:lnTo>
                  <a:pt x="104329" y="88561"/>
                </a:lnTo>
                <a:lnTo>
                  <a:pt x="103805" y="88382"/>
                </a:lnTo>
                <a:lnTo>
                  <a:pt x="103292" y="88187"/>
                </a:lnTo>
                <a:lnTo>
                  <a:pt x="102790" y="87977"/>
                </a:lnTo>
                <a:lnTo>
                  <a:pt x="102301" y="87751"/>
                </a:lnTo>
                <a:lnTo>
                  <a:pt x="101823" y="87510"/>
                </a:lnTo>
                <a:lnTo>
                  <a:pt x="101356" y="87252"/>
                </a:lnTo>
                <a:lnTo>
                  <a:pt x="100901" y="86980"/>
                </a:lnTo>
                <a:lnTo>
                  <a:pt x="100457" y="86692"/>
                </a:lnTo>
                <a:lnTo>
                  <a:pt x="100026" y="86388"/>
                </a:lnTo>
                <a:lnTo>
                  <a:pt x="99605" y="86068"/>
                </a:lnTo>
                <a:lnTo>
                  <a:pt x="99196" y="85733"/>
                </a:lnTo>
                <a:lnTo>
                  <a:pt x="98799" y="85383"/>
                </a:lnTo>
                <a:lnTo>
                  <a:pt x="98414" y="85017"/>
                </a:lnTo>
                <a:lnTo>
                  <a:pt x="98042" y="84635"/>
                </a:lnTo>
                <a:lnTo>
                  <a:pt x="97686" y="84239"/>
                </a:lnTo>
                <a:lnTo>
                  <a:pt x="97346" y="83828"/>
                </a:lnTo>
                <a:lnTo>
                  <a:pt x="97022" y="83403"/>
                </a:lnTo>
                <a:lnTo>
                  <a:pt x="96713" y="82963"/>
                </a:lnTo>
                <a:lnTo>
                  <a:pt x="96420" y="82508"/>
                </a:lnTo>
                <a:lnTo>
                  <a:pt x="96144" y="82039"/>
                </a:lnTo>
                <a:lnTo>
                  <a:pt x="95883" y="81555"/>
                </a:lnTo>
                <a:lnTo>
                  <a:pt x="95637" y="81057"/>
                </a:lnTo>
                <a:lnTo>
                  <a:pt x="95408" y="80543"/>
                </a:lnTo>
                <a:lnTo>
                  <a:pt x="95194" y="80016"/>
                </a:lnTo>
                <a:lnTo>
                  <a:pt x="94997" y="79473"/>
                </a:lnTo>
                <a:lnTo>
                  <a:pt x="94815" y="78916"/>
                </a:lnTo>
                <a:lnTo>
                  <a:pt x="94649" y="78344"/>
                </a:lnTo>
                <a:lnTo>
                  <a:pt x="94498" y="77758"/>
                </a:lnTo>
                <a:lnTo>
                  <a:pt x="94364" y="77157"/>
                </a:lnTo>
                <a:lnTo>
                  <a:pt x="94245" y="76541"/>
                </a:lnTo>
                <a:lnTo>
                  <a:pt x="94142" y="75911"/>
                </a:lnTo>
                <a:lnTo>
                  <a:pt x="94055" y="75266"/>
                </a:lnTo>
                <a:lnTo>
                  <a:pt x="93984" y="74607"/>
                </a:lnTo>
                <a:lnTo>
                  <a:pt x="93929" y="73932"/>
                </a:lnTo>
                <a:lnTo>
                  <a:pt x="93889" y="73244"/>
                </a:lnTo>
                <a:lnTo>
                  <a:pt x="93866" y="72540"/>
                </a:lnTo>
                <a:lnTo>
                  <a:pt x="93858" y="71822"/>
                </a:lnTo>
                <a:lnTo>
                  <a:pt x="93858" y="51961"/>
                </a:lnTo>
                <a:lnTo>
                  <a:pt x="93866" y="51242"/>
                </a:lnTo>
                <a:lnTo>
                  <a:pt x="93889" y="50539"/>
                </a:lnTo>
                <a:lnTo>
                  <a:pt x="93929" y="49850"/>
                </a:lnTo>
                <a:lnTo>
                  <a:pt x="93984" y="49176"/>
                </a:lnTo>
                <a:lnTo>
                  <a:pt x="94055" y="48516"/>
                </a:lnTo>
                <a:lnTo>
                  <a:pt x="94142" y="47872"/>
                </a:lnTo>
                <a:lnTo>
                  <a:pt x="94245" y="47241"/>
                </a:lnTo>
                <a:lnTo>
                  <a:pt x="94364" y="46626"/>
                </a:lnTo>
                <a:lnTo>
                  <a:pt x="94498" y="46025"/>
                </a:lnTo>
                <a:lnTo>
                  <a:pt x="94649" y="45439"/>
                </a:lnTo>
                <a:lnTo>
                  <a:pt x="94815" y="44867"/>
                </a:lnTo>
                <a:lnTo>
                  <a:pt x="94997" y="44310"/>
                </a:lnTo>
                <a:lnTo>
                  <a:pt x="95194" y="43768"/>
                </a:lnTo>
                <a:lnTo>
                  <a:pt x="95408" y="43240"/>
                </a:lnTo>
                <a:lnTo>
                  <a:pt x="95637" y="42727"/>
                </a:lnTo>
                <a:lnTo>
                  <a:pt x="95883" y="42228"/>
                </a:lnTo>
                <a:lnTo>
                  <a:pt x="96144" y="41744"/>
                </a:lnTo>
                <a:lnTo>
                  <a:pt x="96420" y="41275"/>
                </a:lnTo>
                <a:lnTo>
                  <a:pt x="96713" y="40821"/>
                </a:lnTo>
                <a:lnTo>
                  <a:pt x="97022" y="40381"/>
                </a:lnTo>
                <a:lnTo>
                  <a:pt x="97346" y="39956"/>
                </a:lnTo>
                <a:lnTo>
                  <a:pt x="97686" y="39545"/>
                </a:lnTo>
                <a:lnTo>
                  <a:pt x="98042" y="39149"/>
                </a:lnTo>
                <a:lnTo>
                  <a:pt x="98414" y="38768"/>
                </a:lnTo>
                <a:lnTo>
                  <a:pt x="98799" y="38402"/>
                </a:lnTo>
                <a:lnTo>
                  <a:pt x="99196" y="38051"/>
                </a:lnTo>
                <a:lnTo>
                  <a:pt x="99605" y="37716"/>
                </a:lnTo>
                <a:lnTo>
                  <a:pt x="100026" y="37396"/>
                </a:lnTo>
                <a:lnTo>
                  <a:pt x="100457" y="37092"/>
                </a:lnTo>
                <a:lnTo>
                  <a:pt x="100901" y="36804"/>
                </a:lnTo>
                <a:lnTo>
                  <a:pt x="101356" y="36531"/>
                </a:lnTo>
                <a:lnTo>
                  <a:pt x="101823" y="36274"/>
                </a:lnTo>
                <a:lnTo>
                  <a:pt x="102301" y="36032"/>
                </a:lnTo>
                <a:lnTo>
                  <a:pt x="102790" y="35806"/>
                </a:lnTo>
                <a:lnTo>
                  <a:pt x="103292" y="35596"/>
                </a:lnTo>
                <a:lnTo>
                  <a:pt x="103805" y="35401"/>
                </a:lnTo>
                <a:lnTo>
                  <a:pt x="104329" y="35222"/>
                </a:lnTo>
                <a:lnTo>
                  <a:pt x="104865" y="35058"/>
                </a:lnTo>
                <a:lnTo>
                  <a:pt x="105412" y="34910"/>
                </a:lnTo>
                <a:lnTo>
                  <a:pt x="105972" y="34777"/>
                </a:lnTo>
                <a:lnTo>
                  <a:pt x="106542" y="34660"/>
                </a:lnTo>
                <a:lnTo>
                  <a:pt x="107125" y="34559"/>
                </a:lnTo>
                <a:lnTo>
                  <a:pt x="107718" y="34473"/>
                </a:lnTo>
                <a:lnTo>
                  <a:pt x="108324" y="34403"/>
                </a:lnTo>
                <a:lnTo>
                  <a:pt x="108941" y="34349"/>
                </a:lnTo>
                <a:lnTo>
                  <a:pt x="109569" y="34310"/>
                </a:lnTo>
                <a:lnTo>
                  <a:pt x="110209" y="34286"/>
                </a:lnTo>
                <a:lnTo>
                  <a:pt x="110861" y="34279"/>
                </a:lnTo>
                <a:lnTo>
                  <a:pt x="111524" y="34286"/>
                </a:lnTo>
                <a:lnTo>
                  <a:pt x="112174" y="34310"/>
                </a:lnTo>
                <a:lnTo>
                  <a:pt x="112812" y="34349"/>
                </a:lnTo>
                <a:lnTo>
                  <a:pt x="113438" y="34403"/>
                </a:lnTo>
                <a:lnTo>
                  <a:pt x="114051" y="34473"/>
                </a:lnTo>
                <a:lnTo>
                  <a:pt x="114652" y="34559"/>
                </a:lnTo>
                <a:lnTo>
                  <a:pt x="115241" y="34660"/>
                </a:lnTo>
                <a:lnTo>
                  <a:pt x="115818" y="34777"/>
                </a:lnTo>
                <a:lnTo>
                  <a:pt x="116382" y="34910"/>
                </a:lnTo>
                <a:lnTo>
                  <a:pt x="116934" y="35058"/>
                </a:lnTo>
                <a:lnTo>
                  <a:pt x="117474" y="35222"/>
                </a:lnTo>
                <a:lnTo>
                  <a:pt x="118002" y="35401"/>
                </a:lnTo>
                <a:lnTo>
                  <a:pt x="118517" y="35596"/>
                </a:lnTo>
                <a:lnTo>
                  <a:pt x="119020" y="35806"/>
                </a:lnTo>
                <a:lnTo>
                  <a:pt x="119511" y="36032"/>
                </a:lnTo>
                <a:lnTo>
                  <a:pt x="119989" y="36274"/>
                </a:lnTo>
                <a:lnTo>
                  <a:pt x="120455" y="36531"/>
                </a:lnTo>
                <a:lnTo>
                  <a:pt x="120909" y="36804"/>
                </a:lnTo>
                <a:lnTo>
                  <a:pt x="121351" y="37092"/>
                </a:lnTo>
                <a:lnTo>
                  <a:pt x="121780" y="37396"/>
                </a:lnTo>
                <a:lnTo>
                  <a:pt x="122197" y="37716"/>
                </a:lnTo>
                <a:lnTo>
                  <a:pt x="122602" y="38051"/>
                </a:lnTo>
                <a:lnTo>
                  <a:pt x="122995" y="38402"/>
                </a:lnTo>
                <a:lnTo>
                  <a:pt x="123375" y="38768"/>
                </a:lnTo>
                <a:lnTo>
                  <a:pt x="123741" y="39149"/>
                </a:lnTo>
                <a:lnTo>
                  <a:pt x="124092" y="39545"/>
                </a:lnTo>
                <a:lnTo>
                  <a:pt x="124427" y="39956"/>
                </a:lnTo>
                <a:lnTo>
                  <a:pt x="124747" y="40381"/>
                </a:lnTo>
                <a:lnTo>
                  <a:pt x="125051" y="40821"/>
                </a:lnTo>
                <a:lnTo>
                  <a:pt x="125339" y="41275"/>
                </a:lnTo>
                <a:lnTo>
                  <a:pt x="125612" y="41744"/>
                </a:lnTo>
                <a:lnTo>
                  <a:pt x="125869" y="42228"/>
                </a:lnTo>
                <a:lnTo>
                  <a:pt x="126111" y="42727"/>
                </a:lnTo>
                <a:lnTo>
                  <a:pt x="126337" y="43240"/>
                </a:lnTo>
                <a:lnTo>
                  <a:pt x="126547" y="43768"/>
                </a:lnTo>
                <a:lnTo>
                  <a:pt x="126742" y="44310"/>
                </a:lnTo>
                <a:lnTo>
                  <a:pt x="126921" y="44867"/>
                </a:lnTo>
                <a:lnTo>
                  <a:pt x="127085" y="45439"/>
                </a:lnTo>
                <a:lnTo>
                  <a:pt x="127233" y="46025"/>
                </a:lnTo>
                <a:lnTo>
                  <a:pt x="127366" y="46626"/>
                </a:lnTo>
                <a:lnTo>
                  <a:pt x="127482" y="47241"/>
                </a:lnTo>
                <a:lnTo>
                  <a:pt x="127584" y="47872"/>
                </a:lnTo>
                <a:lnTo>
                  <a:pt x="127669" y="48516"/>
                </a:lnTo>
                <a:lnTo>
                  <a:pt x="127740" y="49176"/>
                </a:lnTo>
                <a:lnTo>
                  <a:pt x="127794" y="49850"/>
                </a:lnTo>
                <a:lnTo>
                  <a:pt x="127833" y="50539"/>
                </a:lnTo>
                <a:lnTo>
                  <a:pt x="127857" y="51242"/>
                </a:lnTo>
                <a:lnTo>
                  <a:pt x="127864" y="51961"/>
                </a:lnTo>
                <a:lnTo>
                  <a:pt x="127864" y="71822"/>
                </a:lnTo>
                <a:lnTo>
                  <a:pt x="127857" y="72540"/>
                </a:lnTo>
                <a:lnTo>
                  <a:pt x="127833" y="73244"/>
                </a:lnTo>
                <a:lnTo>
                  <a:pt x="127794" y="73932"/>
                </a:lnTo>
                <a:lnTo>
                  <a:pt x="127740" y="74607"/>
                </a:lnTo>
                <a:lnTo>
                  <a:pt x="127669" y="75266"/>
                </a:lnTo>
                <a:lnTo>
                  <a:pt x="127584" y="75911"/>
                </a:lnTo>
                <a:lnTo>
                  <a:pt x="127482" y="76541"/>
                </a:lnTo>
                <a:lnTo>
                  <a:pt x="127366" y="77157"/>
                </a:lnTo>
                <a:lnTo>
                  <a:pt x="127233" y="77758"/>
                </a:lnTo>
                <a:lnTo>
                  <a:pt x="127085" y="78344"/>
                </a:lnTo>
                <a:lnTo>
                  <a:pt x="126921" y="78916"/>
                </a:lnTo>
                <a:lnTo>
                  <a:pt x="126742" y="79473"/>
                </a:lnTo>
                <a:lnTo>
                  <a:pt x="126547" y="80016"/>
                </a:lnTo>
                <a:lnTo>
                  <a:pt x="126337" y="80543"/>
                </a:lnTo>
                <a:lnTo>
                  <a:pt x="126111" y="81057"/>
                </a:lnTo>
                <a:lnTo>
                  <a:pt x="125869" y="81555"/>
                </a:lnTo>
                <a:lnTo>
                  <a:pt x="125612" y="82039"/>
                </a:lnTo>
                <a:lnTo>
                  <a:pt x="125339" y="82508"/>
                </a:lnTo>
                <a:lnTo>
                  <a:pt x="125051" y="82963"/>
                </a:lnTo>
                <a:lnTo>
                  <a:pt x="124747" y="83403"/>
                </a:lnTo>
                <a:lnTo>
                  <a:pt x="124427" y="83828"/>
                </a:lnTo>
                <a:lnTo>
                  <a:pt x="124092" y="84239"/>
                </a:lnTo>
                <a:lnTo>
                  <a:pt x="123741" y="84635"/>
                </a:lnTo>
                <a:lnTo>
                  <a:pt x="123375" y="85017"/>
                </a:lnTo>
                <a:lnTo>
                  <a:pt x="122995" y="85383"/>
                </a:lnTo>
                <a:lnTo>
                  <a:pt x="122602" y="85733"/>
                </a:lnTo>
                <a:lnTo>
                  <a:pt x="122197" y="86068"/>
                </a:lnTo>
                <a:lnTo>
                  <a:pt x="121780" y="86388"/>
                </a:lnTo>
                <a:lnTo>
                  <a:pt x="121351" y="86692"/>
                </a:lnTo>
                <a:lnTo>
                  <a:pt x="120909" y="86980"/>
                </a:lnTo>
                <a:lnTo>
                  <a:pt x="120455" y="87252"/>
                </a:lnTo>
                <a:lnTo>
                  <a:pt x="119989" y="87510"/>
                </a:lnTo>
                <a:lnTo>
                  <a:pt x="119511" y="87751"/>
                </a:lnTo>
                <a:lnTo>
                  <a:pt x="119020" y="87977"/>
                </a:lnTo>
                <a:lnTo>
                  <a:pt x="118517" y="88187"/>
                </a:lnTo>
                <a:lnTo>
                  <a:pt x="118002" y="88382"/>
                </a:lnTo>
                <a:lnTo>
                  <a:pt x="117474" y="88561"/>
                </a:lnTo>
                <a:lnTo>
                  <a:pt x="116934" y="88725"/>
                </a:lnTo>
                <a:lnTo>
                  <a:pt x="116382" y="88873"/>
                </a:lnTo>
                <a:lnTo>
                  <a:pt x="115818" y="89005"/>
                </a:lnTo>
                <a:lnTo>
                  <a:pt x="115241" y="89122"/>
                </a:lnTo>
                <a:lnTo>
                  <a:pt x="114652" y="89223"/>
                </a:lnTo>
                <a:lnTo>
                  <a:pt x="114051" y="89309"/>
                </a:lnTo>
                <a:lnTo>
                  <a:pt x="113438" y="89379"/>
                </a:lnTo>
                <a:lnTo>
                  <a:pt x="112812" y="89434"/>
                </a:lnTo>
                <a:lnTo>
                  <a:pt x="112174" y="89473"/>
                </a:lnTo>
                <a:lnTo>
                  <a:pt x="111524" y="89496"/>
                </a:lnTo>
                <a:lnTo>
                  <a:pt x="110861" y="89504"/>
                </a:lnTo>
                <a:lnTo>
                  <a:pt x="110209" y="89496"/>
                </a:lnTo>
                <a:lnTo>
                  <a:pt x="109569" y="89473"/>
                </a:lnTo>
                <a:lnTo>
                  <a:pt x="108941" y="89434"/>
                </a:lnTo>
                <a:lnTo>
                  <a:pt x="108324" y="89379"/>
                </a:lnTo>
                <a:close/>
                <a:moveTo>
                  <a:pt x="440249" y="100292"/>
                </a:moveTo>
                <a:lnTo>
                  <a:pt x="440959" y="100239"/>
                </a:lnTo>
                <a:lnTo>
                  <a:pt x="441660" y="100174"/>
                </a:lnTo>
                <a:lnTo>
                  <a:pt x="442353" y="100097"/>
                </a:lnTo>
                <a:lnTo>
                  <a:pt x="443037" y="100009"/>
                </a:lnTo>
                <a:lnTo>
                  <a:pt x="443713" y="99908"/>
                </a:lnTo>
                <a:lnTo>
                  <a:pt x="444380" y="99796"/>
                </a:lnTo>
                <a:lnTo>
                  <a:pt x="445039" y="99672"/>
                </a:lnTo>
                <a:lnTo>
                  <a:pt x="445690" y="99536"/>
                </a:lnTo>
                <a:lnTo>
                  <a:pt x="446332" y="99389"/>
                </a:lnTo>
                <a:lnTo>
                  <a:pt x="446965" y="99229"/>
                </a:lnTo>
                <a:lnTo>
                  <a:pt x="447590" y="99058"/>
                </a:lnTo>
                <a:lnTo>
                  <a:pt x="448206" y="98875"/>
                </a:lnTo>
                <a:lnTo>
                  <a:pt x="448814" y="98681"/>
                </a:lnTo>
                <a:lnTo>
                  <a:pt x="449413" y="98474"/>
                </a:lnTo>
                <a:lnTo>
                  <a:pt x="450004" y="98256"/>
                </a:lnTo>
                <a:lnTo>
                  <a:pt x="450587" y="98025"/>
                </a:lnTo>
                <a:lnTo>
                  <a:pt x="451161" y="97783"/>
                </a:lnTo>
                <a:lnTo>
                  <a:pt x="451726" y="97530"/>
                </a:lnTo>
                <a:lnTo>
                  <a:pt x="452283" y="97264"/>
                </a:lnTo>
                <a:lnTo>
                  <a:pt x="452831" y="96986"/>
                </a:lnTo>
                <a:lnTo>
                  <a:pt x="453370" y="96698"/>
                </a:lnTo>
                <a:lnTo>
                  <a:pt x="453899" y="96398"/>
                </a:lnTo>
                <a:lnTo>
                  <a:pt x="454418" y="96088"/>
                </a:lnTo>
                <a:lnTo>
                  <a:pt x="454927" y="95768"/>
                </a:lnTo>
                <a:lnTo>
                  <a:pt x="455425" y="95436"/>
                </a:lnTo>
                <a:lnTo>
                  <a:pt x="455913" y="95094"/>
                </a:lnTo>
                <a:lnTo>
                  <a:pt x="456391" y="94742"/>
                </a:lnTo>
                <a:lnTo>
                  <a:pt x="456859" y="94379"/>
                </a:lnTo>
                <a:lnTo>
                  <a:pt x="457317" y="94005"/>
                </a:lnTo>
                <a:lnTo>
                  <a:pt x="457765" y="93621"/>
                </a:lnTo>
                <a:lnTo>
                  <a:pt x="458202" y="93226"/>
                </a:lnTo>
                <a:lnTo>
                  <a:pt x="458629" y="92820"/>
                </a:lnTo>
                <a:lnTo>
                  <a:pt x="459047" y="92404"/>
                </a:lnTo>
                <a:lnTo>
                  <a:pt x="459454" y="91977"/>
                </a:lnTo>
                <a:lnTo>
                  <a:pt x="459850" y="91540"/>
                </a:lnTo>
                <a:lnTo>
                  <a:pt x="460237" y="91092"/>
                </a:lnTo>
                <a:lnTo>
                  <a:pt x="460614" y="90633"/>
                </a:lnTo>
                <a:lnTo>
                  <a:pt x="460980" y="90164"/>
                </a:lnTo>
                <a:lnTo>
                  <a:pt x="461336" y="89684"/>
                </a:lnTo>
                <a:lnTo>
                  <a:pt x="461682" y="89193"/>
                </a:lnTo>
                <a:lnTo>
                  <a:pt x="462018" y="88692"/>
                </a:lnTo>
                <a:lnTo>
                  <a:pt x="462344" y="88181"/>
                </a:lnTo>
                <a:lnTo>
                  <a:pt x="462659" y="87658"/>
                </a:lnTo>
                <a:lnTo>
                  <a:pt x="462964" y="87125"/>
                </a:lnTo>
                <a:lnTo>
                  <a:pt x="463259" y="86583"/>
                </a:lnTo>
                <a:lnTo>
                  <a:pt x="463540" y="86032"/>
                </a:lnTo>
                <a:lnTo>
                  <a:pt x="463809" y="85473"/>
                </a:lnTo>
                <a:lnTo>
                  <a:pt x="464066" y="84905"/>
                </a:lnTo>
                <a:lnTo>
                  <a:pt x="464310" y="84330"/>
                </a:lnTo>
                <a:lnTo>
                  <a:pt x="464542" y="83746"/>
                </a:lnTo>
                <a:lnTo>
                  <a:pt x="464761" y="83154"/>
                </a:lnTo>
                <a:lnTo>
                  <a:pt x="464967" y="82553"/>
                </a:lnTo>
                <a:lnTo>
                  <a:pt x="465161" y="81945"/>
                </a:lnTo>
                <a:lnTo>
                  <a:pt x="465343" y="81328"/>
                </a:lnTo>
                <a:lnTo>
                  <a:pt x="465512" y="80702"/>
                </a:lnTo>
                <a:lnTo>
                  <a:pt x="465668" y="80069"/>
                </a:lnTo>
                <a:lnTo>
                  <a:pt x="465812" y="79427"/>
                </a:lnTo>
                <a:lnTo>
                  <a:pt x="465944" y="78777"/>
                </a:lnTo>
                <a:lnTo>
                  <a:pt x="466063" y="78119"/>
                </a:lnTo>
                <a:lnTo>
                  <a:pt x="466169" y="77452"/>
                </a:lnTo>
                <a:lnTo>
                  <a:pt x="466263" y="76777"/>
                </a:lnTo>
                <a:lnTo>
                  <a:pt x="466344" y="76094"/>
                </a:lnTo>
                <a:lnTo>
                  <a:pt x="466413" y="75403"/>
                </a:lnTo>
                <a:lnTo>
                  <a:pt x="466470" y="74703"/>
                </a:lnTo>
                <a:lnTo>
                  <a:pt x="466513" y="73995"/>
                </a:lnTo>
                <a:lnTo>
                  <a:pt x="466545" y="73279"/>
                </a:lnTo>
                <a:lnTo>
                  <a:pt x="466563" y="72555"/>
                </a:lnTo>
                <a:lnTo>
                  <a:pt x="466570" y="71822"/>
                </a:lnTo>
                <a:lnTo>
                  <a:pt x="466570" y="51826"/>
                </a:lnTo>
                <a:lnTo>
                  <a:pt x="466563" y="51093"/>
                </a:lnTo>
                <a:lnTo>
                  <a:pt x="466545" y="50369"/>
                </a:lnTo>
                <a:lnTo>
                  <a:pt x="466513" y="49653"/>
                </a:lnTo>
                <a:lnTo>
                  <a:pt x="466470" y="48946"/>
                </a:lnTo>
                <a:lnTo>
                  <a:pt x="466413" y="48248"/>
                </a:lnTo>
                <a:lnTo>
                  <a:pt x="466344" y="47558"/>
                </a:lnTo>
                <a:lnTo>
                  <a:pt x="466263" y="46876"/>
                </a:lnTo>
                <a:lnTo>
                  <a:pt x="466169" y="46203"/>
                </a:lnTo>
                <a:lnTo>
                  <a:pt x="466063" y="45538"/>
                </a:lnTo>
                <a:lnTo>
                  <a:pt x="465944" y="44882"/>
                </a:lnTo>
                <a:lnTo>
                  <a:pt x="465812" y="44235"/>
                </a:lnTo>
                <a:lnTo>
                  <a:pt x="465668" y="43596"/>
                </a:lnTo>
                <a:lnTo>
                  <a:pt x="465512" y="42965"/>
                </a:lnTo>
                <a:lnTo>
                  <a:pt x="465343" y="42343"/>
                </a:lnTo>
                <a:lnTo>
                  <a:pt x="465161" y="41730"/>
                </a:lnTo>
                <a:lnTo>
                  <a:pt x="464967" y="41125"/>
                </a:lnTo>
                <a:lnTo>
                  <a:pt x="464761" y="40528"/>
                </a:lnTo>
                <a:lnTo>
                  <a:pt x="464542" y="39940"/>
                </a:lnTo>
                <a:lnTo>
                  <a:pt x="464310" y="39361"/>
                </a:lnTo>
                <a:lnTo>
                  <a:pt x="464066" y="38790"/>
                </a:lnTo>
                <a:lnTo>
                  <a:pt x="463809" y="38227"/>
                </a:lnTo>
                <a:lnTo>
                  <a:pt x="463540" y="37673"/>
                </a:lnTo>
                <a:lnTo>
                  <a:pt x="463259" y="37128"/>
                </a:lnTo>
                <a:lnTo>
                  <a:pt x="462964" y="36591"/>
                </a:lnTo>
                <a:lnTo>
                  <a:pt x="462659" y="36063"/>
                </a:lnTo>
                <a:lnTo>
                  <a:pt x="462344" y="35546"/>
                </a:lnTo>
                <a:lnTo>
                  <a:pt x="462018" y="35039"/>
                </a:lnTo>
                <a:lnTo>
                  <a:pt x="461682" y="34543"/>
                </a:lnTo>
                <a:lnTo>
                  <a:pt x="461336" y="34057"/>
                </a:lnTo>
                <a:lnTo>
                  <a:pt x="460980" y="33581"/>
                </a:lnTo>
                <a:lnTo>
                  <a:pt x="460614" y="33116"/>
                </a:lnTo>
                <a:lnTo>
                  <a:pt x="460237" y="32661"/>
                </a:lnTo>
                <a:lnTo>
                  <a:pt x="459850" y="32217"/>
                </a:lnTo>
                <a:lnTo>
                  <a:pt x="459454" y="31783"/>
                </a:lnTo>
                <a:lnTo>
                  <a:pt x="459047" y="31359"/>
                </a:lnTo>
                <a:lnTo>
                  <a:pt x="458629" y="30946"/>
                </a:lnTo>
                <a:lnTo>
                  <a:pt x="458202" y="30543"/>
                </a:lnTo>
                <a:lnTo>
                  <a:pt x="457765" y="30151"/>
                </a:lnTo>
                <a:lnTo>
                  <a:pt x="457317" y="29769"/>
                </a:lnTo>
                <a:lnTo>
                  <a:pt x="456859" y="29397"/>
                </a:lnTo>
                <a:lnTo>
                  <a:pt x="456391" y="29036"/>
                </a:lnTo>
                <a:lnTo>
                  <a:pt x="455913" y="28685"/>
                </a:lnTo>
                <a:lnTo>
                  <a:pt x="455425" y="28345"/>
                </a:lnTo>
                <a:lnTo>
                  <a:pt x="454927" y="28014"/>
                </a:lnTo>
                <a:lnTo>
                  <a:pt x="454418" y="27695"/>
                </a:lnTo>
                <a:lnTo>
                  <a:pt x="453899" y="27385"/>
                </a:lnTo>
                <a:lnTo>
                  <a:pt x="453370" y="27087"/>
                </a:lnTo>
                <a:lnTo>
                  <a:pt x="452831" y="26798"/>
                </a:lnTo>
                <a:lnTo>
                  <a:pt x="452283" y="26520"/>
                </a:lnTo>
                <a:lnTo>
                  <a:pt x="451726" y="26255"/>
                </a:lnTo>
                <a:lnTo>
                  <a:pt x="451161" y="26001"/>
                </a:lnTo>
                <a:lnTo>
                  <a:pt x="450587" y="25759"/>
                </a:lnTo>
                <a:lnTo>
                  <a:pt x="450004" y="25528"/>
                </a:lnTo>
                <a:lnTo>
                  <a:pt x="449413" y="25310"/>
                </a:lnTo>
                <a:lnTo>
                  <a:pt x="448814" y="25103"/>
                </a:lnTo>
                <a:lnTo>
                  <a:pt x="448206" y="24908"/>
                </a:lnTo>
                <a:lnTo>
                  <a:pt x="447590" y="24725"/>
                </a:lnTo>
                <a:lnTo>
                  <a:pt x="446965" y="24554"/>
                </a:lnTo>
                <a:lnTo>
                  <a:pt x="446332" y="24394"/>
                </a:lnTo>
                <a:lnTo>
                  <a:pt x="445690" y="24247"/>
                </a:lnTo>
                <a:lnTo>
                  <a:pt x="445039" y="24111"/>
                </a:lnTo>
                <a:lnTo>
                  <a:pt x="444380" y="23987"/>
                </a:lnTo>
                <a:lnTo>
                  <a:pt x="443713" y="23875"/>
                </a:lnTo>
                <a:lnTo>
                  <a:pt x="443037" y="23774"/>
                </a:lnTo>
                <a:lnTo>
                  <a:pt x="442353" y="23686"/>
                </a:lnTo>
                <a:lnTo>
                  <a:pt x="441660" y="23609"/>
                </a:lnTo>
                <a:lnTo>
                  <a:pt x="440959" y="23544"/>
                </a:lnTo>
                <a:lnTo>
                  <a:pt x="440249" y="23491"/>
                </a:lnTo>
                <a:lnTo>
                  <a:pt x="439531" y="23449"/>
                </a:lnTo>
                <a:lnTo>
                  <a:pt x="438804" y="23420"/>
                </a:lnTo>
                <a:lnTo>
                  <a:pt x="438068" y="23402"/>
                </a:lnTo>
                <a:lnTo>
                  <a:pt x="437325" y="23396"/>
                </a:lnTo>
                <a:lnTo>
                  <a:pt x="436581" y="23402"/>
                </a:lnTo>
                <a:lnTo>
                  <a:pt x="435845" y="23420"/>
                </a:lnTo>
                <a:lnTo>
                  <a:pt x="435118" y="23449"/>
                </a:lnTo>
                <a:lnTo>
                  <a:pt x="434400" y="23491"/>
                </a:lnTo>
                <a:lnTo>
                  <a:pt x="433690" y="23544"/>
                </a:lnTo>
                <a:lnTo>
                  <a:pt x="432988" y="23609"/>
                </a:lnTo>
                <a:lnTo>
                  <a:pt x="432295" y="23686"/>
                </a:lnTo>
                <a:lnTo>
                  <a:pt x="431611" y="23774"/>
                </a:lnTo>
                <a:lnTo>
                  <a:pt x="430935" y="23875"/>
                </a:lnTo>
                <a:lnTo>
                  <a:pt x="430267" y="23987"/>
                </a:lnTo>
                <a:lnTo>
                  <a:pt x="429608" y="24111"/>
                </a:lnTo>
                <a:lnTo>
                  <a:pt x="428958" y="24247"/>
                </a:lnTo>
                <a:lnTo>
                  <a:pt x="428316" y="24394"/>
                </a:lnTo>
                <a:lnTo>
                  <a:pt x="427682" y="24554"/>
                </a:lnTo>
                <a:lnTo>
                  <a:pt x="427057" y="24725"/>
                </a:lnTo>
                <a:lnTo>
                  <a:pt x="426441" y="24908"/>
                </a:lnTo>
                <a:lnTo>
                  <a:pt x="425833" y="25103"/>
                </a:lnTo>
                <a:lnTo>
                  <a:pt x="425234" y="25310"/>
                </a:lnTo>
                <a:lnTo>
                  <a:pt x="424643" y="25528"/>
                </a:lnTo>
                <a:lnTo>
                  <a:pt x="424060" y="25759"/>
                </a:lnTo>
                <a:lnTo>
                  <a:pt x="423486" y="26001"/>
                </a:lnTo>
                <a:lnTo>
                  <a:pt x="422921" y="26255"/>
                </a:lnTo>
                <a:lnTo>
                  <a:pt x="422364" y="26520"/>
                </a:lnTo>
                <a:lnTo>
                  <a:pt x="421816" y="26798"/>
                </a:lnTo>
                <a:lnTo>
                  <a:pt x="421277" y="27087"/>
                </a:lnTo>
                <a:lnTo>
                  <a:pt x="420748" y="27385"/>
                </a:lnTo>
                <a:lnTo>
                  <a:pt x="420229" y="27695"/>
                </a:lnTo>
                <a:lnTo>
                  <a:pt x="419721" y="28014"/>
                </a:lnTo>
                <a:lnTo>
                  <a:pt x="419223" y="28345"/>
                </a:lnTo>
                <a:lnTo>
                  <a:pt x="418734" y="28685"/>
                </a:lnTo>
                <a:lnTo>
                  <a:pt x="418256" y="29036"/>
                </a:lnTo>
                <a:lnTo>
                  <a:pt x="417789" y="29397"/>
                </a:lnTo>
                <a:lnTo>
                  <a:pt x="417331" y="29769"/>
                </a:lnTo>
                <a:lnTo>
                  <a:pt x="416883" y="30151"/>
                </a:lnTo>
                <a:lnTo>
                  <a:pt x="416446" y="30543"/>
                </a:lnTo>
                <a:lnTo>
                  <a:pt x="416018" y="30946"/>
                </a:lnTo>
                <a:lnTo>
                  <a:pt x="415601" y="31359"/>
                </a:lnTo>
                <a:lnTo>
                  <a:pt x="415194" y="31783"/>
                </a:lnTo>
                <a:lnTo>
                  <a:pt x="414798" y="32217"/>
                </a:lnTo>
                <a:lnTo>
                  <a:pt x="414411" y="32661"/>
                </a:lnTo>
                <a:lnTo>
                  <a:pt x="414034" y="33116"/>
                </a:lnTo>
                <a:lnTo>
                  <a:pt x="413668" y="33581"/>
                </a:lnTo>
                <a:lnTo>
                  <a:pt x="413312" y="34057"/>
                </a:lnTo>
                <a:lnTo>
                  <a:pt x="412966" y="34543"/>
                </a:lnTo>
                <a:lnTo>
                  <a:pt x="412630" y="35039"/>
                </a:lnTo>
                <a:lnTo>
                  <a:pt x="412304" y="35546"/>
                </a:lnTo>
                <a:lnTo>
                  <a:pt x="411988" y="36063"/>
                </a:lnTo>
                <a:lnTo>
                  <a:pt x="411683" y="36591"/>
                </a:lnTo>
                <a:lnTo>
                  <a:pt x="411389" y="37128"/>
                </a:lnTo>
                <a:lnTo>
                  <a:pt x="411107" y="37674"/>
                </a:lnTo>
                <a:lnTo>
                  <a:pt x="410838" y="38229"/>
                </a:lnTo>
                <a:lnTo>
                  <a:pt x="410582" y="38793"/>
                </a:lnTo>
                <a:lnTo>
                  <a:pt x="410338" y="39367"/>
                </a:lnTo>
                <a:lnTo>
                  <a:pt x="410106" y="39949"/>
                </a:lnTo>
                <a:lnTo>
                  <a:pt x="409887" y="40540"/>
                </a:lnTo>
                <a:lnTo>
                  <a:pt x="409681" y="41140"/>
                </a:lnTo>
                <a:lnTo>
                  <a:pt x="409487" y="41749"/>
                </a:lnTo>
                <a:lnTo>
                  <a:pt x="409305" y="42367"/>
                </a:lnTo>
                <a:lnTo>
                  <a:pt x="409137" y="42994"/>
                </a:lnTo>
                <a:lnTo>
                  <a:pt x="408980" y="43630"/>
                </a:lnTo>
                <a:lnTo>
                  <a:pt x="408836" y="44274"/>
                </a:lnTo>
                <a:lnTo>
                  <a:pt x="408705" y="44928"/>
                </a:lnTo>
                <a:lnTo>
                  <a:pt x="408586" y="45591"/>
                </a:lnTo>
                <a:lnTo>
                  <a:pt x="408480" y="46263"/>
                </a:lnTo>
                <a:lnTo>
                  <a:pt x="408386" y="46944"/>
                </a:lnTo>
                <a:lnTo>
                  <a:pt x="408305" y="47634"/>
                </a:lnTo>
                <a:lnTo>
                  <a:pt x="408236" y="48332"/>
                </a:lnTo>
                <a:lnTo>
                  <a:pt x="408179" y="49040"/>
                </a:lnTo>
                <a:lnTo>
                  <a:pt x="408136" y="49757"/>
                </a:lnTo>
                <a:lnTo>
                  <a:pt x="408104" y="50482"/>
                </a:lnTo>
                <a:lnTo>
                  <a:pt x="408086" y="51217"/>
                </a:lnTo>
                <a:lnTo>
                  <a:pt x="408079" y="51961"/>
                </a:lnTo>
                <a:lnTo>
                  <a:pt x="408079" y="71822"/>
                </a:lnTo>
                <a:lnTo>
                  <a:pt x="408086" y="72555"/>
                </a:lnTo>
                <a:lnTo>
                  <a:pt x="408104" y="73279"/>
                </a:lnTo>
                <a:lnTo>
                  <a:pt x="408136" y="73995"/>
                </a:lnTo>
                <a:lnTo>
                  <a:pt x="408179" y="74703"/>
                </a:lnTo>
                <a:lnTo>
                  <a:pt x="408236" y="75403"/>
                </a:lnTo>
                <a:lnTo>
                  <a:pt x="408305" y="76094"/>
                </a:lnTo>
                <a:lnTo>
                  <a:pt x="408386" y="76777"/>
                </a:lnTo>
                <a:lnTo>
                  <a:pt x="408480" y="77452"/>
                </a:lnTo>
                <a:lnTo>
                  <a:pt x="408586" y="78119"/>
                </a:lnTo>
                <a:lnTo>
                  <a:pt x="408705" y="78777"/>
                </a:lnTo>
                <a:lnTo>
                  <a:pt x="408836" y="79427"/>
                </a:lnTo>
                <a:lnTo>
                  <a:pt x="408980" y="80069"/>
                </a:lnTo>
                <a:lnTo>
                  <a:pt x="409137" y="80702"/>
                </a:lnTo>
                <a:lnTo>
                  <a:pt x="409305" y="81328"/>
                </a:lnTo>
                <a:lnTo>
                  <a:pt x="409487" y="81945"/>
                </a:lnTo>
                <a:lnTo>
                  <a:pt x="409681" y="82553"/>
                </a:lnTo>
                <a:lnTo>
                  <a:pt x="409887" y="83154"/>
                </a:lnTo>
                <a:lnTo>
                  <a:pt x="410106" y="83746"/>
                </a:lnTo>
                <a:lnTo>
                  <a:pt x="410338" y="84330"/>
                </a:lnTo>
                <a:lnTo>
                  <a:pt x="410582" y="84905"/>
                </a:lnTo>
                <a:lnTo>
                  <a:pt x="410838" y="85473"/>
                </a:lnTo>
                <a:lnTo>
                  <a:pt x="411107" y="86032"/>
                </a:lnTo>
                <a:lnTo>
                  <a:pt x="411389" y="86583"/>
                </a:lnTo>
                <a:lnTo>
                  <a:pt x="411683" y="87125"/>
                </a:lnTo>
                <a:lnTo>
                  <a:pt x="411988" y="87658"/>
                </a:lnTo>
                <a:lnTo>
                  <a:pt x="412304" y="88181"/>
                </a:lnTo>
                <a:lnTo>
                  <a:pt x="412630" y="88692"/>
                </a:lnTo>
                <a:lnTo>
                  <a:pt x="412966" y="89193"/>
                </a:lnTo>
                <a:lnTo>
                  <a:pt x="413312" y="89684"/>
                </a:lnTo>
                <a:lnTo>
                  <a:pt x="413668" y="90164"/>
                </a:lnTo>
                <a:lnTo>
                  <a:pt x="414034" y="90633"/>
                </a:lnTo>
                <a:lnTo>
                  <a:pt x="414411" y="91092"/>
                </a:lnTo>
                <a:lnTo>
                  <a:pt x="414798" y="91540"/>
                </a:lnTo>
                <a:lnTo>
                  <a:pt x="415194" y="91977"/>
                </a:lnTo>
                <a:lnTo>
                  <a:pt x="415601" y="92404"/>
                </a:lnTo>
                <a:lnTo>
                  <a:pt x="416018" y="92820"/>
                </a:lnTo>
                <a:lnTo>
                  <a:pt x="416446" y="93226"/>
                </a:lnTo>
                <a:lnTo>
                  <a:pt x="416883" y="93621"/>
                </a:lnTo>
                <a:lnTo>
                  <a:pt x="417331" y="94005"/>
                </a:lnTo>
                <a:lnTo>
                  <a:pt x="417789" y="94379"/>
                </a:lnTo>
                <a:lnTo>
                  <a:pt x="418256" y="94742"/>
                </a:lnTo>
                <a:lnTo>
                  <a:pt x="418734" y="95094"/>
                </a:lnTo>
                <a:lnTo>
                  <a:pt x="419223" y="95436"/>
                </a:lnTo>
                <a:lnTo>
                  <a:pt x="419721" y="95768"/>
                </a:lnTo>
                <a:lnTo>
                  <a:pt x="420229" y="96088"/>
                </a:lnTo>
                <a:lnTo>
                  <a:pt x="420748" y="96398"/>
                </a:lnTo>
                <a:lnTo>
                  <a:pt x="421277" y="96698"/>
                </a:lnTo>
                <a:lnTo>
                  <a:pt x="421816" y="96986"/>
                </a:lnTo>
                <a:lnTo>
                  <a:pt x="422364" y="97264"/>
                </a:lnTo>
                <a:lnTo>
                  <a:pt x="422921" y="97530"/>
                </a:lnTo>
                <a:lnTo>
                  <a:pt x="423486" y="97783"/>
                </a:lnTo>
                <a:lnTo>
                  <a:pt x="424060" y="98025"/>
                </a:lnTo>
                <a:lnTo>
                  <a:pt x="424643" y="98256"/>
                </a:lnTo>
                <a:lnTo>
                  <a:pt x="425234" y="98474"/>
                </a:lnTo>
                <a:lnTo>
                  <a:pt x="425833" y="98681"/>
                </a:lnTo>
                <a:lnTo>
                  <a:pt x="426441" y="98875"/>
                </a:lnTo>
                <a:lnTo>
                  <a:pt x="427057" y="99058"/>
                </a:lnTo>
                <a:lnTo>
                  <a:pt x="427682" y="99229"/>
                </a:lnTo>
                <a:lnTo>
                  <a:pt x="428316" y="99389"/>
                </a:lnTo>
                <a:lnTo>
                  <a:pt x="428958" y="99536"/>
                </a:lnTo>
                <a:lnTo>
                  <a:pt x="429608" y="99672"/>
                </a:lnTo>
                <a:lnTo>
                  <a:pt x="430267" y="99796"/>
                </a:lnTo>
                <a:lnTo>
                  <a:pt x="430935" y="99908"/>
                </a:lnTo>
                <a:lnTo>
                  <a:pt x="431611" y="100009"/>
                </a:lnTo>
                <a:lnTo>
                  <a:pt x="432295" y="100097"/>
                </a:lnTo>
                <a:lnTo>
                  <a:pt x="432988" y="100174"/>
                </a:lnTo>
                <a:lnTo>
                  <a:pt x="433690" y="100239"/>
                </a:lnTo>
                <a:lnTo>
                  <a:pt x="434400" y="100292"/>
                </a:lnTo>
                <a:lnTo>
                  <a:pt x="435118" y="100333"/>
                </a:lnTo>
                <a:lnTo>
                  <a:pt x="435845" y="100363"/>
                </a:lnTo>
                <a:lnTo>
                  <a:pt x="436581" y="100380"/>
                </a:lnTo>
                <a:lnTo>
                  <a:pt x="437325" y="100386"/>
                </a:lnTo>
                <a:lnTo>
                  <a:pt x="438068" y="100380"/>
                </a:lnTo>
                <a:lnTo>
                  <a:pt x="438804" y="100363"/>
                </a:lnTo>
                <a:lnTo>
                  <a:pt x="439531" y="100333"/>
                </a:lnTo>
                <a:lnTo>
                  <a:pt x="440249" y="100292"/>
                </a:lnTo>
                <a:close/>
                <a:moveTo>
                  <a:pt x="434787" y="89379"/>
                </a:moveTo>
                <a:lnTo>
                  <a:pt x="434182" y="89309"/>
                </a:lnTo>
                <a:lnTo>
                  <a:pt x="433588" y="89223"/>
                </a:lnTo>
                <a:lnTo>
                  <a:pt x="433006" y="89122"/>
                </a:lnTo>
                <a:lnTo>
                  <a:pt x="432435" y="89005"/>
                </a:lnTo>
                <a:lnTo>
                  <a:pt x="431876" y="88873"/>
                </a:lnTo>
                <a:lnTo>
                  <a:pt x="431328" y="88725"/>
                </a:lnTo>
                <a:lnTo>
                  <a:pt x="430792" y="88561"/>
                </a:lnTo>
                <a:lnTo>
                  <a:pt x="430268" y="88382"/>
                </a:lnTo>
                <a:lnTo>
                  <a:pt x="429755" y="88187"/>
                </a:lnTo>
                <a:lnTo>
                  <a:pt x="429254" y="87977"/>
                </a:lnTo>
                <a:lnTo>
                  <a:pt x="428764" y="87751"/>
                </a:lnTo>
                <a:lnTo>
                  <a:pt x="428286" y="87510"/>
                </a:lnTo>
                <a:lnTo>
                  <a:pt x="427819" y="87252"/>
                </a:lnTo>
                <a:lnTo>
                  <a:pt x="427364" y="86980"/>
                </a:lnTo>
                <a:lnTo>
                  <a:pt x="426921" y="86692"/>
                </a:lnTo>
                <a:lnTo>
                  <a:pt x="426489" y="86388"/>
                </a:lnTo>
                <a:lnTo>
                  <a:pt x="426069" y="86068"/>
                </a:lnTo>
                <a:lnTo>
                  <a:pt x="425660" y="85733"/>
                </a:lnTo>
                <a:lnTo>
                  <a:pt x="425263" y="85383"/>
                </a:lnTo>
                <a:lnTo>
                  <a:pt x="424877" y="85017"/>
                </a:lnTo>
                <a:lnTo>
                  <a:pt x="424505" y="84635"/>
                </a:lnTo>
                <a:lnTo>
                  <a:pt x="424149" y="84239"/>
                </a:lnTo>
                <a:lnTo>
                  <a:pt x="423809" y="83828"/>
                </a:lnTo>
                <a:lnTo>
                  <a:pt x="423485" y="83403"/>
                </a:lnTo>
                <a:lnTo>
                  <a:pt x="423177" y="82963"/>
                </a:lnTo>
                <a:lnTo>
                  <a:pt x="422884" y="82508"/>
                </a:lnTo>
                <a:lnTo>
                  <a:pt x="422607" y="82039"/>
                </a:lnTo>
                <a:lnTo>
                  <a:pt x="422346" y="81555"/>
                </a:lnTo>
                <a:lnTo>
                  <a:pt x="422101" y="81057"/>
                </a:lnTo>
                <a:lnTo>
                  <a:pt x="421871" y="80543"/>
                </a:lnTo>
                <a:lnTo>
                  <a:pt x="421658" y="80016"/>
                </a:lnTo>
                <a:lnTo>
                  <a:pt x="421460" y="79473"/>
                </a:lnTo>
                <a:lnTo>
                  <a:pt x="421278" y="78916"/>
                </a:lnTo>
                <a:lnTo>
                  <a:pt x="421112" y="78344"/>
                </a:lnTo>
                <a:lnTo>
                  <a:pt x="420962" y="77758"/>
                </a:lnTo>
                <a:lnTo>
                  <a:pt x="420827" y="77157"/>
                </a:lnTo>
                <a:lnTo>
                  <a:pt x="420709" y="76541"/>
                </a:lnTo>
                <a:lnTo>
                  <a:pt x="420606" y="75911"/>
                </a:lnTo>
                <a:lnTo>
                  <a:pt x="420519" y="75266"/>
                </a:lnTo>
                <a:lnTo>
                  <a:pt x="420448" y="74607"/>
                </a:lnTo>
                <a:lnTo>
                  <a:pt x="420392" y="73932"/>
                </a:lnTo>
                <a:lnTo>
                  <a:pt x="420353" y="73244"/>
                </a:lnTo>
                <a:lnTo>
                  <a:pt x="420329" y="72540"/>
                </a:lnTo>
                <a:lnTo>
                  <a:pt x="420321" y="71822"/>
                </a:lnTo>
                <a:lnTo>
                  <a:pt x="420321" y="51961"/>
                </a:lnTo>
                <a:lnTo>
                  <a:pt x="420329" y="51242"/>
                </a:lnTo>
                <a:lnTo>
                  <a:pt x="420353" y="50539"/>
                </a:lnTo>
                <a:lnTo>
                  <a:pt x="420392" y="49850"/>
                </a:lnTo>
                <a:lnTo>
                  <a:pt x="420448" y="49176"/>
                </a:lnTo>
                <a:lnTo>
                  <a:pt x="420519" y="48516"/>
                </a:lnTo>
                <a:lnTo>
                  <a:pt x="420606" y="47872"/>
                </a:lnTo>
                <a:lnTo>
                  <a:pt x="420709" y="47241"/>
                </a:lnTo>
                <a:lnTo>
                  <a:pt x="420827" y="46626"/>
                </a:lnTo>
                <a:lnTo>
                  <a:pt x="420962" y="46025"/>
                </a:lnTo>
                <a:lnTo>
                  <a:pt x="421112" y="45439"/>
                </a:lnTo>
                <a:lnTo>
                  <a:pt x="421278" y="44867"/>
                </a:lnTo>
                <a:lnTo>
                  <a:pt x="421460" y="44310"/>
                </a:lnTo>
                <a:lnTo>
                  <a:pt x="421658" y="43768"/>
                </a:lnTo>
                <a:lnTo>
                  <a:pt x="421871" y="43240"/>
                </a:lnTo>
                <a:lnTo>
                  <a:pt x="422101" y="42727"/>
                </a:lnTo>
                <a:lnTo>
                  <a:pt x="422346" y="42228"/>
                </a:lnTo>
                <a:lnTo>
                  <a:pt x="422607" y="41744"/>
                </a:lnTo>
                <a:lnTo>
                  <a:pt x="422884" y="41275"/>
                </a:lnTo>
                <a:lnTo>
                  <a:pt x="423177" y="40821"/>
                </a:lnTo>
                <a:lnTo>
                  <a:pt x="423485" y="40381"/>
                </a:lnTo>
                <a:lnTo>
                  <a:pt x="423809" y="39956"/>
                </a:lnTo>
                <a:lnTo>
                  <a:pt x="424149" y="39545"/>
                </a:lnTo>
                <a:lnTo>
                  <a:pt x="424505" y="39149"/>
                </a:lnTo>
                <a:lnTo>
                  <a:pt x="424877" y="38768"/>
                </a:lnTo>
                <a:lnTo>
                  <a:pt x="425263" y="38402"/>
                </a:lnTo>
                <a:lnTo>
                  <a:pt x="425660" y="38051"/>
                </a:lnTo>
                <a:lnTo>
                  <a:pt x="426069" y="37716"/>
                </a:lnTo>
                <a:lnTo>
                  <a:pt x="426489" y="37396"/>
                </a:lnTo>
                <a:lnTo>
                  <a:pt x="426921" y="37092"/>
                </a:lnTo>
                <a:lnTo>
                  <a:pt x="427364" y="36804"/>
                </a:lnTo>
                <a:lnTo>
                  <a:pt x="427819" y="36531"/>
                </a:lnTo>
                <a:lnTo>
                  <a:pt x="428286" y="36274"/>
                </a:lnTo>
                <a:lnTo>
                  <a:pt x="428764" y="36032"/>
                </a:lnTo>
                <a:lnTo>
                  <a:pt x="429254" y="35806"/>
                </a:lnTo>
                <a:lnTo>
                  <a:pt x="429755" y="35596"/>
                </a:lnTo>
                <a:lnTo>
                  <a:pt x="430268" y="35401"/>
                </a:lnTo>
                <a:lnTo>
                  <a:pt x="430792" y="35222"/>
                </a:lnTo>
                <a:lnTo>
                  <a:pt x="431328" y="35058"/>
                </a:lnTo>
                <a:lnTo>
                  <a:pt x="431876" y="34910"/>
                </a:lnTo>
                <a:lnTo>
                  <a:pt x="432435" y="34777"/>
                </a:lnTo>
                <a:lnTo>
                  <a:pt x="433006" y="34660"/>
                </a:lnTo>
                <a:lnTo>
                  <a:pt x="433588" y="34559"/>
                </a:lnTo>
                <a:lnTo>
                  <a:pt x="434182" y="34473"/>
                </a:lnTo>
                <a:lnTo>
                  <a:pt x="434787" y="34403"/>
                </a:lnTo>
                <a:lnTo>
                  <a:pt x="435404" y="34349"/>
                </a:lnTo>
                <a:lnTo>
                  <a:pt x="436033" y="34310"/>
                </a:lnTo>
                <a:lnTo>
                  <a:pt x="436673" y="34286"/>
                </a:lnTo>
                <a:lnTo>
                  <a:pt x="437325" y="34279"/>
                </a:lnTo>
                <a:lnTo>
                  <a:pt x="437987" y="34286"/>
                </a:lnTo>
                <a:lnTo>
                  <a:pt x="438637" y="34310"/>
                </a:lnTo>
                <a:lnTo>
                  <a:pt x="439275" y="34349"/>
                </a:lnTo>
                <a:lnTo>
                  <a:pt x="439901" y="34403"/>
                </a:lnTo>
                <a:lnTo>
                  <a:pt x="440515" y="34473"/>
                </a:lnTo>
                <a:lnTo>
                  <a:pt x="441116" y="34559"/>
                </a:lnTo>
                <a:lnTo>
                  <a:pt x="441705" y="34660"/>
                </a:lnTo>
                <a:lnTo>
                  <a:pt x="442281" y="34777"/>
                </a:lnTo>
                <a:lnTo>
                  <a:pt x="442846" y="34910"/>
                </a:lnTo>
                <a:lnTo>
                  <a:pt x="443398" y="35058"/>
                </a:lnTo>
                <a:lnTo>
                  <a:pt x="443938" y="35222"/>
                </a:lnTo>
                <a:lnTo>
                  <a:pt x="444465" y="35401"/>
                </a:lnTo>
                <a:lnTo>
                  <a:pt x="444980" y="35596"/>
                </a:lnTo>
                <a:lnTo>
                  <a:pt x="445483" y="35806"/>
                </a:lnTo>
                <a:lnTo>
                  <a:pt x="445974" y="36032"/>
                </a:lnTo>
                <a:lnTo>
                  <a:pt x="446453" y="36274"/>
                </a:lnTo>
                <a:lnTo>
                  <a:pt x="446919" y="36531"/>
                </a:lnTo>
                <a:lnTo>
                  <a:pt x="447373" y="36804"/>
                </a:lnTo>
                <a:lnTo>
                  <a:pt x="447814" y="37092"/>
                </a:lnTo>
                <a:lnTo>
                  <a:pt x="448244" y="37396"/>
                </a:lnTo>
                <a:lnTo>
                  <a:pt x="448661" y="37716"/>
                </a:lnTo>
                <a:lnTo>
                  <a:pt x="449065" y="38051"/>
                </a:lnTo>
                <a:lnTo>
                  <a:pt x="449458" y="38402"/>
                </a:lnTo>
                <a:lnTo>
                  <a:pt x="449838" y="38768"/>
                </a:lnTo>
                <a:lnTo>
                  <a:pt x="450205" y="39149"/>
                </a:lnTo>
                <a:lnTo>
                  <a:pt x="450555" y="39545"/>
                </a:lnTo>
                <a:lnTo>
                  <a:pt x="450891" y="39956"/>
                </a:lnTo>
                <a:lnTo>
                  <a:pt x="451210" y="40381"/>
                </a:lnTo>
                <a:lnTo>
                  <a:pt x="451514" y="40821"/>
                </a:lnTo>
                <a:lnTo>
                  <a:pt x="451802" y="41275"/>
                </a:lnTo>
                <a:lnTo>
                  <a:pt x="452075" y="41744"/>
                </a:lnTo>
                <a:lnTo>
                  <a:pt x="452332" y="42228"/>
                </a:lnTo>
                <a:lnTo>
                  <a:pt x="452574" y="42727"/>
                </a:lnTo>
                <a:lnTo>
                  <a:pt x="452800" y="43240"/>
                </a:lnTo>
                <a:lnTo>
                  <a:pt x="453011" y="43768"/>
                </a:lnTo>
                <a:lnTo>
                  <a:pt x="453205" y="44310"/>
                </a:lnTo>
                <a:lnTo>
                  <a:pt x="453385" y="44867"/>
                </a:lnTo>
                <a:lnTo>
                  <a:pt x="453548" y="45439"/>
                </a:lnTo>
                <a:lnTo>
                  <a:pt x="453696" y="46025"/>
                </a:lnTo>
                <a:lnTo>
                  <a:pt x="453829" y="46626"/>
                </a:lnTo>
                <a:lnTo>
                  <a:pt x="453946" y="47241"/>
                </a:lnTo>
                <a:lnTo>
                  <a:pt x="454047" y="47872"/>
                </a:lnTo>
                <a:lnTo>
                  <a:pt x="454133" y="48516"/>
                </a:lnTo>
                <a:lnTo>
                  <a:pt x="454203" y="49176"/>
                </a:lnTo>
                <a:lnTo>
                  <a:pt x="454258" y="49850"/>
                </a:lnTo>
                <a:lnTo>
                  <a:pt x="454297" y="50539"/>
                </a:lnTo>
                <a:lnTo>
                  <a:pt x="454320" y="51242"/>
                </a:lnTo>
                <a:lnTo>
                  <a:pt x="454328" y="51961"/>
                </a:lnTo>
                <a:lnTo>
                  <a:pt x="454328" y="71822"/>
                </a:lnTo>
                <a:lnTo>
                  <a:pt x="454320" y="72540"/>
                </a:lnTo>
                <a:lnTo>
                  <a:pt x="454297" y="73244"/>
                </a:lnTo>
                <a:lnTo>
                  <a:pt x="454258" y="73932"/>
                </a:lnTo>
                <a:lnTo>
                  <a:pt x="454203" y="74607"/>
                </a:lnTo>
                <a:lnTo>
                  <a:pt x="454133" y="75266"/>
                </a:lnTo>
                <a:lnTo>
                  <a:pt x="454047" y="75911"/>
                </a:lnTo>
                <a:lnTo>
                  <a:pt x="453946" y="76541"/>
                </a:lnTo>
                <a:lnTo>
                  <a:pt x="453829" y="77157"/>
                </a:lnTo>
                <a:lnTo>
                  <a:pt x="453696" y="77758"/>
                </a:lnTo>
                <a:lnTo>
                  <a:pt x="453548" y="78344"/>
                </a:lnTo>
                <a:lnTo>
                  <a:pt x="453385" y="78916"/>
                </a:lnTo>
                <a:lnTo>
                  <a:pt x="453205" y="79473"/>
                </a:lnTo>
                <a:lnTo>
                  <a:pt x="453011" y="80016"/>
                </a:lnTo>
                <a:lnTo>
                  <a:pt x="452800" y="80543"/>
                </a:lnTo>
                <a:lnTo>
                  <a:pt x="452574" y="81057"/>
                </a:lnTo>
                <a:lnTo>
                  <a:pt x="452332" y="81555"/>
                </a:lnTo>
                <a:lnTo>
                  <a:pt x="452075" y="82039"/>
                </a:lnTo>
                <a:lnTo>
                  <a:pt x="451802" y="82508"/>
                </a:lnTo>
                <a:lnTo>
                  <a:pt x="451514" y="82963"/>
                </a:lnTo>
                <a:lnTo>
                  <a:pt x="451210" y="83403"/>
                </a:lnTo>
                <a:lnTo>
                  <a:pt x="450891" y="83828"/>
                </a:lnTo>
                <a:lnTo>
                  <a:pt x="450555" y="84239"/>
                </a:lnTo>
                <a:lnTo>
                  <a:pt x="450205" y="84635"/>
                </a:lnTo>
                <a:lnTo>
                  <a:pt x="449838" y="85017"/>
                </a:lnTo>
                <a:lnTo>
                  <a:pt x="449458" y="85383"/>
                </a:lnTo>
                <a:lnTo>
                  <a:pt x="449065" y="85733"/>
                </a:lnTo>
                <a:lnTo>
                  <a:pt x="448661" y="86068"/>
                </a:lnTo>
                <a:lnTo>
                  <a:pt x="448244" y="86388"/>
                </a:lnTo>
                <a:lnTo>
                  <a:pt x="447814" y="86692"/>
                </a:lnTo>
                <a:lnTo>
                  <a:pt x="447373" y="86980"/>
                </a:lnTo>
                <a:lnTo>
                  <a:pt x="446919" y="87252"/>
                </a:lnTo>
                <a:lnTo>
                  <a:pt x="446453" y="87510"/>
                </a:lnTo>
                <a:lnTo>
                  <a:pt x="445974" y="87751"/>
                </a:lnTo>
                <a:lnTo>
                  <a:pt x="445483" y="87977"/>
                </a:lnTo>
                <a:lnTo>
                  <a:pt x="444980" y="88187"/>
                </a:lnTo>
                <a:lnTo>
                  <a:pt x="444465" y="88382"/>
                </a:lnTo>
                <a:lnTo>
                  <a:pt x="443938" y="88561"/>
                </a:lnTo>
                <a:lnTo>
                  <a:pt x="443398" y="88725"/>
                </a:lnTo>
                <a:lnTo>
                  <a:pt x="442846" y="88873"/>
                </a:lnTo>
                <a:lnTo>
                  <a:pt x="442281" y="89005"/>
                </a:lnTo>
                <a:lnTo>
                  <a:pt x="441705" y="89122"/>
                </a:lnTo>
                <a:lnTo>
                  <a:pt x="441116" y="89223"/>
                </a:lnTo>
                <a:lnTo>
                  <a:pt x="440515" y="89309"/>
                </a:lnTo>
                <a:lnTo>
                  <a:pt x="439901" y="89379"/>
                </a:lnTo>
                <a:lnTo>
                  <a:pt x="439275" y="89434"/>
                </a:lnTo>
                <a:lnTo>
                  <a:pt x="438637" y="89473"/>
                </a:lnTo>
                <a:lnTo>
                  <a:pt x="437987" y="89496"/>
                </a:lnTo>
                <a:lnTo>
                  <a:pt x="437325" y="89504"/>
                </a:lnTo>
                <a:lnTo>
                  <a:pt x="436673" y="89496"/>
                </a:lnTo>
                <a:lnTo>
                  <a:pt x="436033" y="89473"/>
                </a:lnTo>
                <a:lnTo>
                  <a:pt x="435404" y="89434"/>
                </a:lnTo>
                <a:lnTo>
                  <a:pt x="434787" y="89379"/>
                </a:lnTo>
                <a:close/>
                <a:moveTo>
                  <a:pt x="33957" y="100466"/>
                </a:moveTo>
                <a:lnTo>
                  <a:pt x="34955" y="100357"/>
                </a:lnTo>
                <a:lnTo>
                  <a:pt x="35936" y="100225"/>
                </a:lnTo>
                <a:lnTo>
                  <a:pt x="36899" y="100068"/>
                </a:lnTo>
                <a:lnTo>
                  <a:pt x="37845" y="99887"/>
                </a:lnTo>
                <a:lnTo>
                  <a:pt x="38773" y="99683"/>
                </a:lnTo>
                <a:lnTo>
                  <a:pt x="39684" y="99454"/>
                </a:lnTo>
                <a:lnTo>
                  <a:pt x="40577" y="99201"/>
                </a:lnTo>
                <a:lnTo>
                  <a:pt x="41453" y="98924"/>
                </a:lnTo>
                <a:lnTo>
                  <a:pt x="42312" y="98623"/>
                </a:lnTo>
                <a:lnTo>
                  <a:pt x="43153" y="98298"/>
                </a:lnTo>
                <a:lnTo>
                  <a:pt x="43976" y="97949"/>
                </a:lnTo>
                <a:lnTo>
                  <a:pt x="44782" y="97575"/>
                </a:lnTo>
                <a:lnTo>
                  <a:pt x="45571" y="97178"/>
                </a:lnTo>
                <a:lnTo>
                  <a:pt x="46342" y="96756"/>
                </a:lnTo>
                <a:lnTo>
                  <a:pt x="47095" y="96311"/>
                </a:lnTo>
                <a:lnTo>
                  <a:pt x="47831" y="95841"/>
                </a:lnTo>
                <a:lnTo>
                  <a:pt x="48550" y="95347"/>
                </a:lnTo>
                <a:lnTo>
                  <a:pt x="49251" y="94830"/>
                </a:lnTo>
                <a:lnTo>
                  <a:pt x="49935" y="94288"/>
                </a:lnTo>
                <a:lnTo>
                  <a:pt x="50601" y="93722"/>
                </a:lnTo>
                <a:lnTo>
                  <a:pt x="51245" y="93135"/>
                </a:lnTo>
                <a:lnTo>
                  <a:pt x="51864" y="92531"/>
                </a:lnTo>
                <a:lnTo>
                  <a:pt x="52456" y="91909"/>
                </a:lnTo>
                <a:lnTo>
                  <a:pt x="53023" y="91270"/>
                </a:lnTo>
                <a:lnTo>
                  <a:pt x="53564" y="90613"/>
                </a:lnTo>
                <a:lnTo>
                  <a:pt x="54078" y="89939"/>
                </a:lnTo>
                <a:lnTo>
                  <a:pt x="54567" y="89247"/>
                </a:lnTo>
                <a:lnTo>
                  <a:pt x="55029" y="88538"/>
                </a:lnTo>
                <a:lnTo>
                  <a:pt x="55466" y="87811"/>
                </a:lnTo>
                <a:lnTo>
                  <a:pt x="55877" y="87067"/>
                </a:lnTo>
                <a:lnTo>
                  <a:pt x="56262" y="86306"/>
                </a:lnTo>
                <a:lnTo>
                  <a:pt x="56620" y="85527"/>
                </a:lnTo>
                <a:lnTo>
                  <a:pt x="56953" y="84730"/>
                </a:lnTo>
                <a:lnTo>
                  <a:pt x="57260" y="83916"/>
                </a:lnTo>
                <a:lnTo>
                  <a:pt x="57541" y="83085"/>
                </a:lnTo>
                <a:lnTo>
                  <a:pt x="57796" y="82236"/>
                </a:lnTo>
                <a:lnTo>
                  <a:pt x="58024" y="81369"/>
                </a:lnTo>
                <a:lnTo>
                  <a:pt x="58227" y="80485"/>
                </a:lnTo>
                <a:lnTo>
                  <a:pt x="58404" y="79584"/>
                </a:lnTo>
                <a:lnTo>
                  <a:pt x="58555" y="78665"/>
                </a:lnTo>
                <a:lnTo>
                  <a:pt x="58680" y="77729"/>
                </a:lnTo>
                <a:lnTo>
                  <a:pt x="58779" y="76775"/>
                </a:lnTo>
                <a:lnTo>
                  <a:pt x="58852" y="75804"/>
                </a:lnTo>
                <a:lnTo>
                  <a:pt x="58899" y="74815"/>
                </a:lnTo>
                <a:lnTo>
                  <a:pt x="46655" y="74815"/>
                </a:lnTo>
                <a:lnTo>
                  <a:pt x="46614" y="75399"/>
                </a:lnTo>
                <a:lnTo>
                  <a:pt x="46560" y="75972"/>
                </a:lnTo>
                <a:lnTo>
                  <a:pt x="46491" y="76534"/>
                </a:lnTo>
                <a:lnTo>
                  <a:pt x="46408" y="77085"/>
                </a:lnTo>
                <a:lnTo>
                  <a:pt x="46312" y="77626"/>
                </a:lnTo>
                <a:lnTo>
                  <a:pt x="46201" y="78155"/>
                </a:lnTo>
                <a:lnTo>
                  <a:pt x="46077" y="78674"/>
                </a:lnTo>
                <a:lnTo>
                  <a:pt x="45938" y="79182"/>
                </a:lnTo>
                <a:lnTo>
                  <a:pt x="45786" y="79679"/>
                </a:lnTo>
                <a:lnTo>
                  <a:pt x="45619" y="80165"/>
                </a:lnTo>
                <a:lnTo>
                  <a:pt x="45439" y="80641"/>
                </a:lnTo>
                <a:lnTo>
                  <a:pt x="45245" y="81105"/>
                </a:lnTo>
                <a:lnTo>
                  <a:pt x="45037" y="81559"/>
                </a:lnTo>
                <a:lnTo>
                  <a:pt x="44815" y="82001"/>
                </a:lnTo>
                <a:lnTo>
                  <a:pt x="44579" y="82433"/>
                </a:lnTo>
                <a:lnTo>
                  <a:pt x="44329" y="82854"/>
                </a:lnTo>
                <a:lnTo>
                  <a:pt x="44065" y="83265"/>
                </a:lnTo>
                <a:lnTo>
                  <a:pt x="43787" y="83664"/>
                </a:lnTo>
                <a:lnTo>
                  <a:pt x="43495" y="84053"/>
                </a:lnTo>
                <a:lnTo>
                  <a:pt x="43190" y="84430"/>
                </a:lnTo>
                <a:lnTo>
                  <a:pt x="42870" y="84797"/>
                </a:lnTo>
                <a:lnTo>
                  <a:pt x="42536" y="85153"/>
                </a:lnTo>
                <a:lnTo>
                  <a:pt x="42189" y="85498"/>
                </a:lnTo>
                <a:lnTo>
                  <a:pt x="41827" y="85832"/>
                </a:lnTo>
                <a:lnTo>
                  <a:pt x="41453" y="86154"/>
                </a:lnTo>
                <a:lnTo>
                  <a:pt x="41068" y="86462"/>
                </a:lnTo>
                <a:lnTo>
                  <a:pt x="40672" y="86757"/>
                </a:lnTo>
                <a:lnTo>
                  <a:pt x="40265" y="87037"/>
                </a:lnTo>
                <a:lnTo>
                  <a:pt x="39847" y="87304"/>
                </a:lnTo>
                <a:lnTo>
                  <a:pt x="39417" y="87558"/>
                </a:lnTo>
                <a:lnTo>
                  <a:pt x="38977" y="87797"/>
                </a:lnTo>
                <a:lnTo>
                  <a:pt x="38525" y="88023"/>
                </a:lnTo>
                <a:lnTo>
                  <a:pt x="38062" y="88235"/>
                </a:lnTo>
                <a:lnTo>
                  <a:pt x="37588" y="88434"/>
                </a:lnTo>
                <a:lnTo>
                  <a:pt x="37103" y="88619"/>
                </a:lnTo>
                <a:lnTo>
                  <a:pt x="36607" y="88790"/>
                </a:lnTo>
                <a:lnTo>
                  <a:pt x="36100" y="88947"/>
                </a:lnTo>
                <a:lnTo>
                  <a:pt x="35582" y="89091"/>
                </a:lnTo>
                <a:lnTo>
                  <a:pt x="35053" y="89221"/>
                </a:lnTo>
                <a:lnTo>
                  <a:pt x="34512" y="89338"/>
                </a:lnTo>
                <a:lnTo>
                  <a:pt x="33961" y="89440"/>
                </a:lnTo>
                <a:lnTo>
                  <a:pt x="33398" y="89529"/>
                </a:lnTo>
                <a:lnTo>
                  <a:pt x="32824" y="89605"/>
                </a:lnTo>
                <a:lnTo>
                  <a:pt x="32239" y="89666"/>
                </a:lnTo>
                <a:lnTo>
                  <a:pt x="31643" y="89714"/>
                </a:lnTo>
                <a:lnTo>
                  <a:pt x="31036" y="89748"/>
                </a:lnTo>
                <a:lnTo>
                  <a:pt x="30418" y="89769"/>
                </a:lnTo>
                <a:lnTo>
                  <a:pt x="29789" y="89776"/>
                </a:lnTo>
                <a:lnTo>
                  <a:pt x="29126" y="89768"/>
                </a:lnTo>
                <a:lnTo>
                  <a:pt x="28474" y="89744"/>
                </a:lnTo>
                <a:lnTo>
                  <a:pt x="27833" y="89704"/>
                </a:lnTo>
                <a:lnTo>
                  <a:pt x="27204" y="89647"/>
                </a:lnTo>
                <a:lnTo>
                  <a:pt x="26586" y="89575"/>
                </a:lnTo>
                <a:lnTo>
                  <a:pt x="25980" y="89487"/>
                </a:lnTo>
                <a:lnTo>
                  <a:pt x="25385" y="89382"/>
                </a:lnTo>
                <a:lnTo>
                  <a:pt x="24801" y="89262"/>
                </a:lnTo>
                <a:lnTo>
                  <a:pt x="24228" y="89126"/>
                </a:lnTo>
                <a:lnTo>
                  <a:pt x="23667" y="88973"/>
                </a:lnTo>
                <a:lnTo>
                  <a:pt x="23117" y="88804"/>
                </a:lnTo>
                <a:lnTo>
                  <a:pt x="22579" y="88620"/>
                </a:lnTo>
                <a:lnTo>
                  <a:pt x="22052" y="88419"/>
                </a:lnTo>
                <a:lnTo>
                  <a:pt x="21536" y="88202"/>
                </a:lnTo>
                <a:lnTo>
                  <a:pt x="21031" y="87969"/>
                </a:lnTo>
                <a:lnTo>
                  <a:pt x="20538" y="87721"/>
                </a:lnTo>
                <a:lnTo>
                  <a:pt x="20056" y="87456"/>
                </a:lnTo>
                <a:lnTo>
                  <a:pt x="19586" y="87175"/>
                </a:lnTo>
                <a:lnTo>
                  <a:pt x="19127" y="86878"/>
                </a:lnTo>
                <a:lnTo>
                  <a:pt x="18679" y="86564"/>
                </a:lnTo>
                <a:lnTo>
                  <a:pt x="18243" y="86235"/>
                </a:lnTo>
                <a:lnTo>
                  <a:pt x="17817" y="85890"/>
                </a:lnTo>
                <a:lnTo>
                  <a:pt x="17404" y="85529"/>
                </a:lnTo>
                <a:lnTo>
                  <a:pt x="17001" y="85151"/>
                </a:lnTo>
                <a:lnTo>
                  <a:pt x="16613" y="84759"/>
                </a:lnTo>
                <a:lnTo>
                  <a:pt x="16241" y="84354"/>
                </a:lnTo>
                <a:lnTo>
                  <a:pt x="15886" y="83936"/>
                </a:lnTo>
                <a:lnTo>
                  <a:pt x="15547" y="83504"/>
                </a:lnTo>
                <a:lnTo>
                  <a:pt x="15225" y="83059"/>
                </a:lnTo>
                <a:lnTo>
                  <a:pt x="14919" y="82601"/>
                </a:lnTo>
                <a:lnTo>
                  <a:pt x="14630" y="82130"/>
                </a:lnTo>
                <a:lnTo>
                  <a:pt x="14357" y="81645"/>
                </a:lnTo>
                <a:lnTo>
                  <a:pt x="14101" y="81148"/>
                </a:lnTo>
                <a:lnTo>
                  <a:pt x="13861" y="80636"/>
                </a:lnTo>
                <a:lnTo>
                  <a:pt x="13638" y="80112"/>
                </a:lnTo>
                <a:lnTo>
                  <a:pt x="13432" y="79575"/>
                </a:lnTo>
                <a:lnTo>
                  <a:pt x="13242" y="79024"/>
                </a:lnTo>
                <a:lnTo>
                  <a:pt x="13068" y="78460"/>
                </a:lnTo>
                <a:lnTo>
                  <a:pt x="12911" y="77883"/>
                </a:lnTo>
                <a:lnTo>
                  <a:pt x="12771" y="77293"/>
                </a:lnTo>
                <a:lnTo>
                  <a:pt x="12647" y="76689"/>
                </a:lnTo>
                <a:lnTo>
                  <a:pt x="12539" y="76072"/>
                </a:lnTo>
                <a:lnTo>
                  <a:pt x="12448" y="75442"/>
                </a:lnTo>
                <a:lnTo>
                  <a:pt x="12374" y="74799"/>
                </a:lnTo>
                <a:lnTo>
                  <a:pt x="12316" y="74143"/>
                </a:lnTo>
                <a:lnTo>
                  <a:pt x="12275" y="73473"/>
                </a:lnTo>
                <a:lnTo>
                  <a:pt x="12250" y="72790"/>
                </a:lnTo>
                <a:lnTo>
                  <a:pt x="12242" y="72094"/>
                </a:lnTo>
                <a:lnTo>
                  <a:pt x="12242" y="51554"/>
                </a:lnTo>
                <a:lnTo>
                  <a:pt x="12250" y="50858"/>
                </a:lnTo>
                <a:lnTo>
                  <a:pt x="12275" y="50175"/>
                </a:lnTo>
                <a:lnTo>
                  <a:pt x="12316" y="49506"/>
                </a:lnTo>
                <a:lnTo>
                  <a:pt x="12374" y="48850"/>
                </a:lnTo>
                <a:lnTo>
                  <a:pt x="12448" y="48208"/>
                </a:lnTo>
                <a:lnTo>
                  <a:pt x="12539" y="47579"/>
                </a:lnTo>
                <a:lnTo>
                  <a:pt x="12647" y="46964"/>
                </a:lnTo>
                <a:lnTo>
                  <a:pt x="12771" y="46362"/>
                </a:lnTo>
                <a:lnTo>
                  <a:pt x="12911" y="45774"/>
                </a:lnTo>
                <a:lnTo>
                  <a:pt x="13068" y="45199"/>
                </a:lnTo>
                <a:lnTo>
                  <a:pt x="13242" y="44638"/>
                </a:lnTo>
                <a:lnTo>
                  <a:pt x="13432" y="44090"/>
                </a:lnTo>
                <a:lnTo>
                  <a:pt x="13638" y="43555"/>
                </a:lnTo>
                <a:lnTo>
                  <a:pt x="13861" y="43034"/>
                </a:lnTo>
                <a:lnTo>
                  <a:pt x="14101" y="42527"/>
                </a:lnTo>
                <a:lnTo>
                  <a:pt x="14357" y="42033"/>
                </a:lnTo>
                <a:lnTo>
                  <a:pt x="14630" y="41552"/>
                </a:lnTo>
                <a:lnTo>
                  <a:pt x="14919" y="41085"/>
                </a:lnTo>
                <a:lnTo>
                  <a:pt x="15225" y="40631"/>
                </a:lnTo>
                <a:lnTo>
                  <a:pt x="15547" y="40191"/>
                </a:lnTo>
                <a:lnTo>
                  <a:pt x="15886" y="39764"/>
                </a:lnTo>
                <a:lnTo>
                  <a:pt x="16241" y="39351"/>
                </a:lnTo>
                <a:lnTo>
                  <a:pt x="16613" y="38951"/>
                </a:lnTo>
                <a:lnTo>
                  <a:pt x="17001" y="38565"/>
                </a:lnTo>
                <a:lnTo>
                  <a:pt x="17404" y="38193"/>
                </a:lnTo>
                <a:lnTo>
                  <a:pt x="17817" y="37837"/>
                </a:lnTo>
                <a:lnTo>
                  <a:pt x="18243" y="37496"/>
                </a:lnTo>
                <a:lnTo>
                  <a:pt x="18679" y="37172"/>
                </a:lnTo>
                <a:lnTo>
                  <a:pt x="19127" y="36863"/>
                </a:lnTo>
                <a:lnTo>
                  <a:pt x="19586" y="36570"/>
                </a:lnTo>
                <a:lnTo>
                  <a:pt x="20056" y="36294"/>
                </a:lnTo>
                <a:lnTo>
                  <a:pt x="20538" y="36032"/>
                </a:lnTo>
                <a:lnTo>
                  <a:pt x="21031" y="35787"/>
                </a:lnTo>
                <a:lnTo>
                  <a:pt x="21536" y="35558"/>
                </a:lnTo>
                <a:lnTo>
                  <a:pt x="22052" y="35344"/>
                </a:lnTo>
                <a:lnTo>
                  <a:pt x="22579" y="35146"/>
                </a:lnTo>
                <a:lnTo>
                  <a:pt x="23117" y="34964"/>
                </a:lnTo>
                <a:lnTo>
                  <a:pt x="23667" y="34798"/>
                </a:lnTo>
                <a:lnTo>
                  <a:pt x="24228" y="34648"/>
                </a:lnTo>
                <a:lnTo>
                  <a:pt x="24801" y="34513"/>
                </a:lnTo>
                <a:lnTo>
                  <a:pt x="25385" y="34394"/>
                </a:lnTo>
                <a:lnTo>
                  <a:pt x="25980" y="34291"/>
                </a:lnTo>
                <a:lnTo>
                  <a:pt x="26586" y="34204"/>
                </a:lnTo>
                <a:lnTo>
                  <a:pt x="27204" y="34133"/>
                </a:lnTo>
                <a:lnTo>
                  <a:pt x="27833" y="34078"/>
                </a:lnTo>
                <a:lnTo>
                  <a:pt x="28474" y="34038"/>
                </a:lnTo>
                <a:lnTo>
                  <a:pt x="29126" y="34015"/>
                </a:lnTo>
                <a:lnTo>
                  <a:pt x="29789" y="34007"/>
                </a:lnTo>
                <a:lnTo>
                  <a:pt x="30418" y="34013"/>
                </a:lnTo>
                <a:lnTo>
                  <a:pt x="31036" y="34034"/>
                </a:lnTo>
                <a:lnTo>
                  <a:pt x="31643" y="34067"/>
                </a:lnTo>
                <a:lnTo>
                  <a:pt x="32239" y="34114"/>
                </a:lnTo>
                <a:lnTo>
                  <a:pt x="32824" y="34175"/>
                </a:lnTo>
                <a:lnTo>
                  <a:pt x="33398" y="34249"/>
                </a:lnTo>
                <a:lnTo>
                  <a:pt x="33961" y="34336"/>
                </a:lnTo>
                <a:lnTo>
                  <a:pt x="34512" y="34437"/>
                </a:lnTo>
                <a:lnTo>
                  <a:pt x="35053" y="34552"/>
                </a:lnTo>
                <a:lnTo>
                  <a:pt x="35582" y="34680"/>
                </a:lnTo>
                <a:lnTo>
                  <a:pt x="36100" y="34821"/>
                </a:lnTo>
                <a:lnTo>
                  <a:pt x="36607" y="34976"/>
                </a:lnTo>
                <a:lnTo>
                  <a:pt x="37103" y="35144"/>
                </a:lnTo>
                <a:lnTo>
                  <a:pt x="37588" y="35326"/>
                </a:lnTo>
                <a:lnTo>
                  <a:pt x="38062" y="35521"/>
                </a:lnTo>
                <a:lnTo>
                  <a:pt x="38525" y="35730"/>
                </a:lnTo>
                <a:lnTo>
                  <a:pt x="38977" y="35952"/>
                </a:lnTo>
                <a:lnTo>
                  <a:pt x="39417" y="36188"/>
                </a:lnTo>
                <a:lnTo>
                  <a:pt x="39847" y="36437"/>
                </a:lnTo>
                <a:lnTo>
                  <a:pt x="40265" y="36699"/>
                </a:lnTo>
                <a:lnTo>
                  <a:pt x="40672" y="36975"/>
                </a:lnTo>
                <a:lnTo>
                  <a:pt x="41068" y="37265"/>
                </a:lnTo>
                <a:lnTo>
                  <a:pt x="41453" y="37567"/>
                </a:lnTo>
                <a:lnTo>
                  <a:pt x="41827" y="37884"/>
                </a:lnTo>
                <a:lnTo>
                  <a:pt x="42189" y="38213"/>
                </a:lnTo>
                <a:lnTo>
                  <a:pt x="42536" y="38553"/>
                </a:lnTo>
                <a:lnTo>
                  <a:pt x="42870" y="38905"/>
                </a:lnTo>
                <a:lnTo>
                  <a:pt x="43190" y="39268"/>
                </a:lnTo>
                <a:lnTo>
                  <a:pt x="43495" y="39643"/>
                </a:lnTo>
                <a:lnTo>
                  <a:pt x="43787" y="40030"/>
                </a:lnTo>
                <a:lnTo>
                  <a:pt x="44065" y="40428"/>
                </a:lnTo>
                <a:lnTo>
                  <a:pt x="44329" y="40838"/>
                </a:lnTo>
                <a:lnTo>
                  <a:pt x="44579" y="41259"/>
                </a:lnTo>
                <a:lnTo>
                  <a:pt x="44815" y="41692"/>
                </a:lnTo>
                <a:lnTo>
                  <a:pt x="45037" y="42137"/>
                </a:lnTo>
                <a:lnTo>
                  <a:pt x="45245" y="42593"/>
                </a:lnTo>
                <a:lnTo>
                  <a:pt x="45439" y="43061"/>
                </a:lnTo>
                <a:lnTo>
                  <a:pt x="45619" y="43540"/>
                </a:lnTo>
                <a:lnTo>
                  <a:pt x="45786" y="44031"/>
                </a:lnTo>
                <a:lnTo>
                  <a:pt x="45938" y="44533"/>
                </a:lnTo>
                <a:lnTo>
                  <a:pt x="46077" y="45047"/>
                </a:lnTo>
                <a:lnTo>
                  <a:pt x="46201" y="45573"/>
                </a:lnTo>
                <a:lnTo>
                  <a:pt x="46312" y="46110"/>
                </a:lnTo>
                <a:lnTo>
                  <a:pt x="46408" y="46659"/>
                </a:lnTo>
                <a:lnTo>
                  <a:pt x="46491" y="47219"/>
                </a:lnTo>
                <a:lnTo>
                  <a:pt x="46560" y="47791"/>
                </a:lnTo>
                <a:lnTo>
                  <a:pt x="46614" y="48374"/>
                </a:lnTo>
                <a:lnTo>
                  <a:pt x="46655" y="48970"/>
                </a:lnTo>
                <a:lnTo>
                  <a:pt x="58899" y="48970"/>
                </a:lnTo>
                <a:lnTo>
                  <a:pt x="58852" y="47981"/>
                </a:lnTo>
                <a:lnTo>
                  <a:pt x="58779" y="47010"/>
                </a:lnTo>
                <a:lnTo>
                  <a:pt x="58680" y="46056"/>
                </a:lnTo>
                <a:lnTo>
                  <a:pt x="58555" y="45119"/>
                </a:lnTo>
                <a:lnTo>
                  <a:pt x="58404" y="44201"/>
                </a:lnTo>
                <a:lnTo>
                  <a:pt x="58227" y="43299"/>
                </a:lnTo>
                <a:lnTo>
                  <a:pt x="58024" y="42415"/>
                </a:lnTo>
                <a:lnTo>
                  <a:pt x="57796" y="41549"/>
                </a:lnTo>
                <a:lnTo>
                  <a:pt x="57541" y="40700"/>
                </a:lnTo>
                <a:lnTo>
                  <a:pt x="57260" y="39868"/>
                </a:lnTo>
                <a:lnTo>
                  <a:pt x="56953" y="39054"/>
                </a:lnTo>
                <a:lnTo>
                  <a:pt x="56620" y="38258"/>
                </a:lnTo>
                <a:lnTo>
                  <a:pt x="56262" y="37479"/>
                </a:lnTo>
                <a:lnTo>
                  <a:pt x="55877" y="36717"/>
                </a:lnTo>
                <a:lnTo>
                  <a:pt x="55466" y="35973"/>
                </a:lnTo>
                <a:lnTo>
                  <a:pt x="55029" y="35247"/>
                </a:lnTo>
                <a:lnTo>
                  <a:pt x="54567" y="34538"/>
                </a:lnTo>
                <a:lnTo>
                  <a:pt x="54078" y="33846"/>
                </a:lnTo>
                <a:lnTo>
                  <a:pt x="53564" y="33172"/>
                </a:lnTo>
                <a:lnTo>
                  <a:pt x="53023" y="32515"/>
                </a:lnTo>
                <a:lnTo>
                  <a:pt x="52456" y="31876"/>
                </a:lnTo>
                <a:lnTo>
                  <a:pt x="51864" y="31254"/>
                </a:lnTo>
                <a:lnTo>
                  <a:pt x="51245" y="30650"/>
                </a:lnTo>
                <a:lnTo>
                  <a:pt x="50601" y="30063"/>
                </a:lnTo>
                <a:lnTo>
                  <a:pt x="49935" y="29497"/>
                </a:lnTo>
                <a:lnTo>
                  <a:pt x="49251" y="28955"/>
                </a:lnTo>
                <a:lnTo>
                  <a:pt x="48550" y="28437"/>
                </a:lnTo>
                <a:lnTo>
                  <a:pt x="47831" y="27943"/>
                </a:lnTo>
                <a:lnTo>
                  <a:pt x="47095" y="27473"/>
                </a:lnTo>
                <a:lnTo>
                  <a:pt x="46342" y="27027"/>
                </a:lnTo>
                <a:lnTo>
                  <a:pt x="45571" y="26606"/>
                </a:lnTo>
                <a:lnTo>
                  <a:pt x="44782" y="26208"/>
                </a:lnTo>
                <a:lnTo>
                  <a:pt x="43976" y="25835"/>
                </a:lnTo>
                <a:lnTo>
                  <a:pt x="43153" y="25485"/>
                </a:lnTo>
                <a:lnTo>
                  <a:pt x="42312" y="25160"/>
                </a:lnTo>
                <a:lnTo>
                  <a:pt x="41453" y="24859"/>
                </a:lnTo>
                <a:lnTo>
                  <a:pt x="40577" y="24582"/>
                </a:lnTo>
                <a:lnTo>
                  <a:pt x="39684" y="24329"/>
                </a:lnTo>
                <a:lnTo>
                  <a:pt x="38773" y="24100"/>
                </a:lnTo>
                <a:lnTo>
                  <a:pt x="37845" y="23895"/>
                </a:lnTo>
                <a:lnTo>
                  <a:pt x="36899" y="23715"/>
                </a:lnTo>
                <a:lnTo>
                  <a:pt x="35936" y="23558"/>
                </a:lnTo>
                <a:lnTo>
                  <a:pt x="34955" y="23425"/>
                </a:lnTo>
                <a:lnTo>
                  <a:pt x="33957" y="23317"/>
                </a:lnTo>
                <a:lnTo>
                  <a:pt x="32941" y="23233"/>
                </a:lnTo>
                <a:lnTo>
                  <a:pt x="31908" y="23172"/>
                </a:lnTo>
                <a:lnTo>
                  <a:pt x="30857" y="23136"/>
                </a:lnTo>
                <a:lnTo>
                  <a:pt x="29789" y="23124"/>
                </a:lnTo>
                <a:lnTo>
                  <a:pt x="29045" y="23130"/>
                </a:lnTo>
                <a:lnTo>
                  <a:pt x="28308" y="23148"/>
                </a:lnTo>
                <a:lnTo>
                  <a:pt x="27580" y="23177"/>
                </a:lnTo>
                <a:lnTo>
                  <a:pt x="26859" y="23219"/>
                </a:lnTo>
                <a:lnTo>
                  <a:pt x="26146" y="23272"/>
                </a:lnTo>
                <a:lnTo>
                  <a:pt x="25441" y="23337"/>
                </a:lnTo>
                <a:lnTo>
                  <a:pt x="24743" y="23414"/>
                </a:lnTo>
                <a:lnTo>
                  <a:pt x="24054" y="23502"/>
                </a:lnTo>
                <a:lnTo>
                  <a:pt x="23372" y="23603"/>
                </a:lnTo>
                <a:lnTo>
                  <a:pt x="22698" y="23715"/>
                </a:lnTo>
                <a:lnTo>
                  <a:pt x="22031" y="23839"/>
                </a:lnTo>
                <a:lnTo>
                  <a:pt x="21373" y="23975"/>
                </a:lnTo>
                <a:lnTo>
                  <a:pt x="20722" y="24122"/>
                </a:lnTo>
                <a:lnTo>
                  <a:pt x="20079" y="24282"/>
                </a:lnTo>
                <a:lnTo>
                  <a:pt x="19444" y="24453"/>
                </a:lnTo>
                <a:lnTo>
                  <a:pt x="18817" y="24636"/>
                </a:lnTo>
                <a:lnTo>
                  <a:pt x="18197" y="24831"/>
                </a:lnTo>
                <a:lnTo>
                  <a:pt x="17586" y="25038"/>
                </a:lnTo>
                <a:lnTo>
                  <a:pt x="16982" y="25256"/>
                </a:lnTo>
                <a:lnTo>
                  <a:pt x="16386" y="25487"/>
                </a:lnTo>
                <a:lnTo>
                  <a:pt x="15797" y="25729"/>
                </a:lnTo>
                <a:lnTo>
                  <a:pt x="15217" y="25983"/>
                </a:lnTo>
                <a:lnTo>
                  <a:pt x="14644" y="26249"/>
                </a:lnTo>
                <a:lnTo>
                  <a:pt x="14079" y="26526"/>
                </a:lnTo>
                <a:lnTo>
                  <a:pt x="13523" y="26815"/>
                </a:lnTo>
                <a:lnTo>
                  <a:pt x="12978" y="27114"/>
                </a:lnTo>
                <a:lnTo>
                  <a:pt x="12443" y="27423"/>
                </a:lnTo>
                <a:lnTo>
                  <a:pt x="11919" y="27743"/>
                </a:lnTo>
                <a:lnTo>
                  <a:pt x="11406" y="28073"/>
                </a:lnTo>
                <a:lnTo>
                  <a:pt x="10903" y="28413"/>
                </a:lnTo>
                <a:lnTo>
                  <a:pt x="10411" y="28764"/>
                </a:lnTo>
                <a:lnTo>
                  <a:pt x="9930" y="29125"/>
                </a:lnTo>
                <a:lnTo>
                  <a:pt x="9459" y="29497"/>
                </a:lnTo>
                <a:lnTo>
                  <a:pt x="8999" y="29879"/>
                </a:lnTo>
                <a:lnTo>
                  <a:pt x="8549" y="30271"/>
                </a:lnTo>
                <a:lnTo>
                  <a:pt x="8110" y="30674"/>
                </a:lnTo>
                <a:lnTo>
                  <a:pt x="7682" y="31087"/>
                </a:lnTo>
                <a:lnTo>
                  <a:pt x="7264" y="31511"/>
                </a:lnTo>
                <a:lnTo>
                  <a:pt x="6857" y="31945"/>
                </a:lnTo>
                <a:lnTo>
                  <a:pt x="6461" y="32389"/>
                </a:lnTo>
                <a:lnTo>
                  <a:pt x="6075" y="32844"/>
                </a:lnTo>
                <a:lnTo>
                  <a:pt x="5700" y="33309"/>
                </a:lnTo>
                <a:lnTo>
                  <a:pt x="5335" y="33785"/>
                </a:lnTo>
                <a:lnTo>
                  <a:pt x="4981" y="34271"/>
                </a:lnTo>
                <a:lnTo>
                  <a:pt x="4638" y="34767"/>
                </a:lnTo>
                <a:lnTo>
                  <a:pt x="4305" y="35274"/>
                </a:lnTo>
                <a:lnTo>
                  <a:pt x="3983" y="35791"/>
                </a:lnTo>
                <a:lnTo>
                  <a:pt x="3672" y="36319"/>
                </a:lnTo>
                <a:lnTo>
                  <a:pt x="3372" y="36856"/>
                </a:lnTo>
                <a:lnTo>
                  <a:pt x="3085" y="37402"/>
                </a:lnTo>
                <a:lnTo>
                  <a:pt x="2811" y="37957"/>
                </a:lnTo>
                <a:lnTo>
                  <a:pt x="2550" y="38522"/>
                </a:lnTo>
                <a:lnTo>
                  <a:pt x="2301" y="39095"/>
                </a:lnTo>
                <a:lnTo>
                  <a:pt x="2065" y="39677"/>
                </a:lnTo>
                <a:lnTo>
                  <a:pt x="1842" y="40268"/>
                </a:lnTo>
                <a:lnTo>
                  <a:pt x="1632" y="40868"/>
                </a:lnTo>
                <a:lnTo>
                  <a:pt x="1434" y="41477"/>
                </a:lnTo>
                <a:lnTo>
                  <a:pt x="1249" y="42095"/>
                </a:lnTo>
                <a:lnTo>
                  <a:pt x="1077" y="42722"/>
                </a:lnTo>
                <a:lnTo>
                  <a:pt x="918" y="43358"/>
                </a:lnTo>
                <a:lnTo>
                  <a:pt x="771" y="44003"/>
                </a:lnTo>
                <a:lnTo>
                  <a:pt x="637" y="44656"/>
                </a:lnTo>
                <a:lnTo>
                  <a:pt x="516" y="45319"/>
                </a:lnTo>
                <a:lnTo>
                  <a:pt x="408" y="45991"/>
                </a:lnTo>
                <a:lnTo>
                  <a:pt x="312" y="46672"/>
                </a:lnTo>
                <a:lnTo>
                  <a:pt x="229" y="47362"/>
                </a:lnTo>
                <a:lnTo>
                  <a:pt x="159" y="48060"/>
                </a:lnTo>
                <a:lnTo>
                  <a:pt x="102" y="48768"/>
                </a:lnTo>
                <a:lnTo>
                  <a:pt x="57" y="49485"/>
                </a:lnTo>
                <a:lnTo>
                  <a:pt x="25" y="50210"/>
                </a:lnTo>
                <a:lnTo>
                  <a:pt x="6" y="50945"/>
                </a:lnTo>
                <a:lnTo>
                  <a:pt x="0" y="51689"/>
                </a:lnTo>
                <a:lnTo>
                  <a:pt x="0" y="72094"/>
                </a:lnTo>
                <a:lnTo>
                  <a:pt x="6" y="72827"/>
                </a:lnTo>
                <a:lnTo>
                  <a:pt x="25" y="73551"/>
                </a:lnTo>
                <a:lnTo>
                  <a:pt x="57" y="74267"/>
                </a:lnTo>
                <a:lnTo>
                  <a:pt x="102" y="74975"/>
                </a:lnTo>
                <a:lnTo>
                  <a:pt x="159" y="75675"/>
                </a:lnTo>
                <a:lnTo>
                  <a:pt x="229" y="76366"/>
                </a:lnTo>
                <a:lnTo>
                  <a:pt x="312" y="77049"/>
                </a:lnTo>
                <a:lnTo>
                  <a:pt x="408" y="77724"/>
                </a:lnTo>
                <a:lnTo>
                  <a:pt x="516" y="78391"/>
                </a:lnTo>
                <a:lnTo>
                  <a:pt x="637" y="79049"/>
                </a:lnTo>
                <a:lnTo>
                  <a:pt x="771" y="79699"/>
                </a:lnTo>
                <a:lnTo>
                  <a:pt x="918" y="80341"/>
                </a:lnTo>
                <a:lnTo>
                  <a:pt x="1077" y="80974"/>
                </a:lnTo>
                <a:lnTo>
                  <a:pt x="1249" y="81599"/>
                </a:lnTo>
                <a:lnTo>
                  <a:pt x="1434" y="82216"/>
                </a:lnTo>
                <a:lnTo>
                  <a:pt x="1632" y="82825"/>
                </a:lnTo>
                <a:lnTo>
                  <a:pt x="1842" y="83426"/>
                </a:lnTo>
                <a:lnTo>
                  <a:pt x="2065" y="84018"/>
                </a:lnTo>
                <a:lnTo>
                  <a:pt x="2301" y="84602"/>
                </a:lnTo>
                <a:lnTo>
                  <a:pt x="2550" y="85177"/>
                </a:lnTo>
                <a:lnTo>
                  <a:pt x="2811" y="85745"/>
                </a:lnTo>
                <a:lnTo>
                  <a:pt x="3085" y="86304"/>
                </a:lnTo>
                <a:lnTo>
                  <a:pt x="3372" y="86855"/>
                </a:lnTo>
                <a:lnTo>
                  <a:pt x="3672" y="87397"/>
                </a:lnTo>
                <a:lnTo>
                  <a:pt x="3983" y="87930"/>
                </a:lnTo>
                <a:lnTo>
                  <a:pt x="4305" y="88453"/>
                </a:lnTo>
                <a:lnTo>
                  <a:pt x="4638" y="88965"/>
                </a:lnTo>
                <a:lnTo>
                  <a:pt x="4981" y="89466"/>
                </a:lnTo>
                <a:lnTo>
                  <a:pt x="5335" y="89957"/>
                </a:lnTo>
                <a:lnTo>
                  <a:pt x="5700" y="90437"/>
                </a:lnTo>
                <a:lnTo>
                  <a:pt x="6075" y="90906"/>
                </a:lnTo>
                <a:lnTo>
                  <a:pt x="6461" y="91365"/>
                </a:lnTo>
                <a:lnTo>
                  <a:pt x="6857" y="91813"/>
                </a:lnTo>
                <a:lnTo>
                  <a:pt x="7264" y="92250"/>
                </a:lnTo>
                <a:lnTo>
                  <a:pt x="7682" y="92677"/>
                </a:lnTo>
                <a:lnTo>
                  <a:pt x="8110" y="93093"/>
                </a:lnTo>
                <a:lnTo>
                  <a:pt x="8549" y="93499"/>
                </a:lnTo>
                <a:lnTo>
                  <a:pt x="8999" y="93894"/>
                </a:lnTo>
                <a:lnTo>
                  <a:pt x="9459" y="94278"/>
                </a:lnTo>
                <a:lnTo>
                  <a:pt x="9930" y="94652"/>
                </a:lnTo>
                <a:lnTo>
                  <a:pt x="10411" y="95015"/>
                </a:lnTo>
                <a:lnTo>
                  <a:pt x="10903" y="95367"/>
                </a:lnTo>
                <a:lnTo>
                  <a:pt x="11406" y="95709"/>
                </a:lnTo>
                <a:lnTo>
                  <a:pt x="11919" y="96040"/>
                </a:lnTo>
                <a:lnTo>
                  <a:pt x="12443" y="96361"/>
                </a:lnTo>
                <a:lnTo>
                  <a:pt x="12978" y="96670"/>
                </a:lnTo>
                <a:lnTo>
                  <a:pt x="13523" y="96970"/>
                </a:lnTo>
                <a:lnTo>
                  <a:pt x="14079" y="97258"/>
                </a:lnTo>
                <a:lnTo>
                  <a:pt x="14644" y="97536"/>
                </a:lnTo>
                <a:lnTo>
                  <a:pt x="15217" y="97801"/>
                </a:lnTo>
                <a:lnTo>
                  <a:pt x="15797" y="98055"/>
                </a:lnTo>
                <a:lnTo>
                  <a:pt x="16386" y="98297"/>
                </a:lnTo>
                <a:lnTo>
                  <a:pt x="16982" y="98527"/>
                </a:lnTo>
                <a:lnTo>
                  <a:pt x="17586" y="98746"/>
                </a:lnTo>
                <a:lnTo>
                  <a:pt x="18197" y="98952"/>
                </a:lnTo>
                <a:lnTo>
                  <a:pt x="18817" y="99147"/>
                </a:lnTo>
                <a:lnTo>
                  <a:pt x="19444" y="99330"/>
                </a:lnTo>
                <a:lnTo>
                  <a:pt x="20079" y="99501"/>
                </a:lnTo>
                <a:lnTo>
                  <a:pt x="20722" y="99661"/>
                </a:lnTo>
                <a:lnTo>
                  <a:pt x="21373" y="99808"/>
                </a:lnTo>
                <a:lnTo>
                  <a:pt x="22031" y="99944"/>
                </a:lnTo>
                <a:lnTo>
                  <a:pt x="22698" y="100068"/>
                </a:lnTo>
                <a:lnTo>
                  <a:pt x="23372" y="100180"/>
                </a:lnTo>
                <a:lnTo>
                  <a:pt x="24054" y="100280"/>
                </a:lnTo>
                <a:lnTo>
                  <a:pt x="24743" y="100369"/>
                </a:lnTo>
                <a:lnTo>
                  <a:pt x="25441" y="100446"/>
                </a:lnTo>
                <a:lnTo>
                  <a:pt x="26146" y="100511"/>
                </a:lnTo>
                <a:lnTo>
                  <a:pt x="26859" y="100564"/>
                </a:lnTo>
                <a:lnTo>
                  <a:pt x="27580" y="100605"/>
                </a:lnTo>
                <a:lnTo>
                  <a:pt x="28308" y="100635"/>
                </a:lnTo>
                <a:lnTo>
                  <a:pt x="29045" y="100652"/>
                </a:lnTo>
                <a:lnTo>
                  <a:pt x="29789" y="100658"/>
                </a:lnTo>
                <a:lnTo>
                  <a:pt x="30857" y="100646"/>
                </a:lnTo>
                <a:lnTo>
                  <a:pt x="31908" y="100610"/>
                </a:lnTo>
                <a:lnTo>
                  <a:pt x="32941" y="100550"/>
                </a:lnTo>
                <a:lnTo>
                  <a:pt x="33957" y="100466"/>
                </a:lnTo>
                <a:close/>
                <a:moveTo>
                  <a:pt x="528782" y="88140"/>
                </a:moveTo>
                <a:lnTo>
                  <a:pt x="528429" y="88126"/>
                </a:lnTo>
                <a:lnTo>
                  <a:pt x="528081" y="88103"/>
                </a:lnTo>
                <a:lnTo>
                  <a:pt x="527740" y="88071"/>
                </a:lnTo>
                <a:lnTo>
                  <a:pt x="527405" y="88029"/>
                </a:lnTo>
                <a:lnTo>
                  <a:pt x="527076" y="87979"/>
                </a:lnTo>
                <a:lnTo>
                  <a:pt x="526753" y="87919"/>
                </a:lnTo>
                <a:lnTo>
                  <a:pt x="526436" y="87850"/>
                </a:lnTo>
                <a:lnTo>
                  <a:pt x="526126" y="87771"/>
                </a:lnTo>
                <a:lnTo>
                  <a:pt x="525821" y="87684"/>
                </a:lnTo>
                <a:lnTo>
                  <a:pt x="525523" y="87587"/>
                </a:lnTo>
                <a:lnTo>
                  <a:pt x="525231" y="87481"/>
                </a:lnTo>
                <a:lnTo>
                  <a:pt x="524945" y="87366"/>
                </a:lnTo>
                <a:lnTo>
                  <a:pt x="524665" y="87242"/>
                </a:lnTo>
                <a:lnTo>
                  <a:pt x="524391" y="87108"/>
                </a:lnTo>
                <a:lnTo>
                  <a:pt x="524124" y="86965"/>
                </a:lnTo>
                <a:lnTo>
                  <a:pt x="523862" y="86814"/>
                </a:lnTo>
                <a:lnTo>
                  <a:pt x="523607" y="86652"/>
                </a:lnTo>
                <a:lnTo>
                  <a:pt x="523357" y="86482"/>
                </a:lnTo>
                <a:lnTo>
                  <a:pt x="523114" y="86302"/>
                </a:lnTo>
                <a:lnTo>
                  <a:pt x="522877" y="86114"/>
                </a:lnTo>
                <a:lnTo>
                  <a:pt x="522646" y="85916"/>
                </a:lnTo>
                <a:lnTo>
                  <a:pt x="522422" y="85708"/>
                </a:lnTo>
                <a:lnTo>
                  <a:pt x="522203" y="85492"/>
                </a:lnTo>
                <a:lnTo>
                  <a:pt x="521992" y="85267"/>
                </a:lnTo>
                <a:lnTo>
                  <a:pt x="521790" y="85036"/>
                </a:lnTo>
                <a:lnTo>
                  <a:pt x="521598" y="84798"/>
                </a:lnTo>
                <a:lnTo>
                  <a:pt x="521414" y="84553"/>
                </a:lnTo>
                <a:lnTo>
                  <a:pt x="521239" y="84301"/>
                </a:lnTo>
                <a:lnTo>
                  <a:pt x="521073" y="84042"/>
                </a:lnTo>
                <a:lnTo>
                  <a:pt x="520916" y="83777"/>
                </a:lnTo>
                <a:lnTo>
                  <a:pt x="520768" y="83504"/>
                </a:lnTo>
                <a:lnTo>
                  <a:pt x="520629" y="83225"/>
                </a:lnTo>
                <a:lnTo>
                  <a:pt x="520498" y="82939"/>
                </a:lnTo>
                <a:lnTo>
                  <a:pt x="520377" y="82646"/>
                </a:lnTo>
                <a:lnTo>
                  <a:pt x="520265" y="82346"/>
                </a:lnTo>
                <a:lnTo>
                  <a:pt x="520162" y="82040"/>
                </a:lnTo>
                <a:lnTo>
                  <a:pt x="520068" y="81726"/>
                </a:lnTo>
                <a:lnTo>
                  <a:pt x="519982" y="81406"/>
                </a:lnTo>
                <a:lnTo>
                  <a:pt x="519906" y="81079"/>
                </a:lnTo>
                <a:lnTo>
                  <a:pt x="519839" y="80745"/>
                </a:lnTo>
                <a:lnTo>
                  <a:pt x="519781" y="80404"/>
                </a:lnTo>
                <a:lnTo>
                  <a:pt x="519731" y="80056"/>
                </a:lnTo>
                <a:lnTo>
                  <a:pt x="519691" y="79701"/>
                </a:lnTo>
                <a:lnTo>
                  <a:pt x="519659" y="79340"/>
                </a:lnTo>
                <a:lnTo>
                  <a:pt x="519637" y="78972"/>
                </a:lnTo>
                <a:lnTo>
                  <a:pt x="519624" y="78597"/>
                </a:lnTo>
                <a:lnTo>
                  <a:pt x="519619" y="78215"/>
                </a:lnTo>
                <a:lnTo>
                  <a:pt x="519619" y="0"/>
                </a:lnTo>
                <a:lnTo>
                  <a:pt x="482213" y="0"/>
                </a:lnTo>
                <a:lnTo>
                  <a:pt x="482213" y="11154"/>
                </a:lnTo>
                <a:lnTo>
                  <a:pt x="507377" y="11154"/>
                </a:lnTo>
                <a:lnTo>
                  <a:pt x="507377" y="78215"/>
                </a:lnTo>
                <a:lnTo>
                  <a:pt x="507382" y="78745"/>
                </a:lnTo>
                <a:lnTo>
                  <a:pt x="507396" y="79269"/>
                </a:lnTo>
                <a:lnTo>
                  <a:pt x="507420" y="79787"/>
                </a:lnTo>
                <a:lnTo>
                  <a:pt x="507453" y="80300"/>
                </a:lnTo>
                <a:lnTo>
                  <a:pt x="507495" y="80808"/>
                </a:lnTo>
                <a:lnTo>
                  <a:pt x="507547" y="81309"/>
                </a:lnTo>
                <a:lnTo>
                  <a:pt x="507609" y="81805"/>
                </a:lnTo>
                <a:lnTo>
                  <a:pt x="507680" y="82295"/>
                </a:lnTo>
                <a:lnTo>
                  <a:pt x="507760" y="82780"/>
                </a:lnTo>
                <a:lnTo>
                  <a:pt x="507850" y="83259"/>
                </a:lnTo>
                <a:lnTo>
                  <a:pt x="507949" y="83732"/>
                </a:lnTo>
                <a:lnTo>
                  <a:pt x="508057" y="84200"/>
                </a:lnTo>
                <a:lnTo>
                  <a:pt x="508176" y="84662"/>
                </a:lnTo>
                <a:lnTo>
                  <a:pt x="508303" y="85118"/>
                </a:lnTo>
                <a:lnTo>
                  <a:pt x="508440" y="85569"/>
                </a:lnTo>
                <a:lnTo>
                  <a:pt x="508587" y="86013"/>
                </a:lnTo>
                <a:lnTo>
                  <a:pt x="508742" y="86453"/>
                </a:lnTo>
                <a:lnTo>
                  <a:pt x="508908" y="86886"/>
                </a:lnTo>
                <a:lnTo>
                  <a:pt x="509083" y="87314"/>
                </a:lnTo>
                <a:lnTo>
                  <a:pt x="509267" y="87737"/>
                </a:lnTo>
                <a:lnTo>
                  <a:pt x="509461" y="88153"/>
                </a:lnTo>
                <a:lnTo>
                  <a:pt x="509664" y="88564"/>
                </a:lnTo>
                <a:lnTo>
                  <a:pt x="509876" y="88969"/>
                </a:lnTo>
                <a:lnTo>
                  <a:pt x="510098" y="89369"/>
                </a:lnTo>
                <a:lnTo>
                  <a:pt x="510329" y="89762"/>
                </a:lnTo>
                <a:lnTo>
                  <a:pt x="510567" y="90147"/>
                </a:lnTo>
                <a:lnTo>
                  <a:pt x="510813" y="90525"/>
                </a:lnTo>
                <a:lnTo>
                  <a:pt x="511066" y="90896"/>
                </a:lnTo>
                <a:lnTo>
                  <a:pt x="511327" y="91258"/>
                </a:lnTo>
                <a:lnTo>
                  <a:pt x="511595" y="91614"/>
                </a:lnTo>
                <a:lnTo>
                  <a:pt x="511871" y="91961"/>
                </a:lnTo>
                <a:lnTo>
                  <a:pt x="512154" y="92301"/>
                </a:lnTo>
                <a:lnTo>
                  <a:pt x="512445" y="92634"/>
                </a:lnTo>
                <a:lnTo>
                  <a:pt x="512744" y="92959"/>
                </a:lnTo>
                <a:lnTo>
                  <a:pt x="513050" y="93276"/>
                </a:lnTo>
                <a:lnTo>
                  <a:pt x="513363" y="93586"/>
                </a:lnTo>
                <a:lnTo>
                  <a:pt x="513684" y="93888"/>
                </a:lnTo>
                <a:lnTo>
                  <a:pt x="514013" y="94183"/>
                </a:lnTo>
                <a:lnTo>
                  <a:pt x="514349" y="94470"/>
                </a:lnTo>
                <a:lnTo>
                  <a:pt x="514693" y="94750"/>
                </a:lnTo>
                <a:lnTo>
                  <a:pt x="515045" y="95022"/>
                </a:lnTo>
                <a:lnTo>
                  <a:pt x="515404" y="95286"/>
                </a:lnTo>
                <a:lnTo>
                  <a:pt x="515770" y="95543"/>
                </a:lnTo>
                <a:lnTo>
                  <a:pt x="516144" y="95793"/>
                </a:lnTo>
                <a:lnTo>
                  <a:pt x="516526" y="96035"/>
                </a:lnTo>
                <a:lnTo>
                  <a:pt x="516915" y="96269"/>
                </a:lnTo>
                <a:lnTo>
                  <a:pt x="517312" y="96495"/>
                </a:lnTo>
                <a:lnTo>
                  <a:pt x="517716" y="96715"/>
                </a:lnTo>
                <a:lnTo>
                  <a:pt x="518127" y="96925"/>
                </a:lnTo>
                <a:lnTo>
                  <a:pt x="518543" y="97127"/>
                </a:lnTo>
                <a:lnTo>
                  <a:pt x="518965" y="97320"/>
                </a:lnTo>
                <a:lnTo>
                  <a:pt x="519393" y="97504"/>
                </a:lnTo>
                <a:lnTo>
                  <a:pt x="519827" y="97679"/>
                </a:lnTo>
                <a:lnTo>
                  <a:pt x="520266" y="97845"/>
                </a:lnTo>
                <a:lnTo>
                  <a:pt x="520711" y="98002"/>
                </a:lnTo>
                <a:lnTo>
                  <a:pt x="521161" y="98150"/>
                </a:lnTo>
                <a:lnTo>
                  <a:pt x="521618" y="98289"/>
                </a:lnTo>
                <a:lnTo>
                  <a:pt x="522080" y="98419"/>
                </a:lnTo>
                <a:lnTo>
                  <a:pt x="522547" y="98541"/>
                </a:lnTo>
                <a:lnTo>
                  <a:pt x="523020" y="98653"/>
                </a:lnTo>
                <a:lnTo>
                  <a:pt x="523499" y="98756"/>
                </a:lnTo>
                <a:lnTo>
                  <a:pt x="523984" y="98850"/>
                </a:lnTo>
                <a:lnTo>
                  <a:pt x="524474" y="98935"/>
                </a:lnTo>
                <a:lnTo>
                  <a:pt x="524970" y="99012"/>
                </a:lnTo>
                <a:lnTo>
                  <a:pt x="525472" y="99079"/>
                </a:lnTo>
                <a:lnTo>
                  <a:pt x="525979" y="99137"/>
                </a:lnTo>
                <a:lnTo>
                  <a:pt x="526492" y="99187"/>
                </a:lnTo>
                <a:lnTo>
                  <a:pt x="527011" y="99227"/>
                </a:lnTo>
                <a:lnTo>
                  <a:pt x="527535" y="99258"/>
                </a:lnTo>
                <a:lnTo>
                  <a:pt x="528065" y="99281"/>
                </a:lnTo>
                <a:lnTo>
                  <a:pt x="528601" y="99294"/>
                </a:lnTo>
                <a:lnTo>
                  <a:pt x="529142" y="99299"/>
                </a:lnTo>
                <a:lnTo>
                  <a:pt x="552947" y="99299"/>
                </a:lnTo>
                <a:lnTo>
                  <a:pt x="552947" y="88144"/>
                </a:lnTo>
                <a:lnTo>
                  <a:pt x="529142" y="88144"/>
                </a:lnTo>
                <a:lnTo>
                  <a:pt x="528782" y="88140"/>
                </a:lnTo>
                <a:close/>
                <a:moveTo>
                  <a:pt x="610398" y="88140"/>
                </a:moveTo>
                <a:lnTo>
                  <a:pt x="610045" y="88126"/>
                </a:lnTo>
                <a:lnTo>
                  <a:pt x="609697" y="88103"/>
                </a:lnTo>
                <a:lnTo>
                  <a:pt x="609356" y="88071"/>
                </a:lnTo>
                <a:lnTo>
                  <a:pt x="609021" y="88029"/>
                </a:lnTo>
                <a:lnTo>
                  <a:pt x="608692" y="87979"/>
                </a:lnTo>
                <a:lnTo>
                  <a:pt x="608369" y="87919"/>
                </a:lnTo>
                <a:lnTo>
                  <a:pt x="608052" y="87850"/>
                </a:lnTo>
                <a:lnTo>
                  <a:pt x="607742" y="87771"/>
                </a:lnTo>
                <a:lnTo>
                  <a:pt x="607437" y="87684"/>
                </a:lnTo>
                <a:lnTo>
                  <a:pt x="607139" y="87587"/>
                </a:lnTo>
                <a:lnTo>
                  <a:pt x="606847" y="87481"/>
                </a:lnTo>
                <a:lnTo>
                  <a:pt x="606561" y="87366"/>
                </a:lnTo>
                <a:lnTo>
                  <a:pt x="606281" y="87242"/>
                </a:lnTo>
                <a:lnTo>
                  <a:pt x="606007" y="87108"/>
                </a:lnTo>
                <a:lnTo>
                  <a:pt x="605739" y="86965"/>
                </a:lnTo>
                <a:lnTo>
                  <a:pt x="605478" y="86814"/>
                </a:lnTo>
                <a:lnTo>
                  <a:pt x="605223" y="86652"/>
                </a:lnTo>
                <a:lnTo>
                  <a:pt x="604973" y="86482"/>
                </a:lnTo>
                <a:lnTo>
                  <a:pt x="604730" y="86302"/>
                </a:lnTo>
                <a:lnTo>
                  <a:pt x="604493" y="86114"/>
                </a:lnTo>
                <a:lnTo>
                  <a:pt x="604262" y="85916"/>
                </a:lnTo>
                <a:lnTo>
                  <a:pt x="604038" y="85708"/>
                </a:lnTo>
                <a:lnTo>
                  <a:pt x="603819" y="85492"/>
                </a:lnTo>
                <a:lnTo>
                  <a:pt x="603608" y="85267"/>
                </a:lnTo>
                <a:lnTo>
                  <a:pt x="603406" y="85036"/>
                </a:lnTo>
                <a:lnTo>
                  <a:pt x="603213" y="84798"/>
                </a:lnTo>
                <a:lnTo>
                  <a:pt x="603029" y="84553"/>
                </a:lnTo>
                <a:lnTo>
                  <a:pt x="602854" y="84301"/>
                </a:lnTo>
                <a:lnTo>
                  <a:pt x="602688" y="84042"/>
                </a:lnTo>
                <a:lnTo>
                  <a:pt x="602531" y="83777"/>
                </a:lnTo>
                <a:lnTo>
                  <a:pt x="602383" y="83504"/>
                </a:lnTo>
                <a:lnTo>
                  <a:pt x="602244" y="83225"/>
                </a:lnTo>
                <a:lnTo>
                  <a:pt x="602114" y="82939"/>
                </a:lnTo>
                <a:lnTo>
                  <a:pt x="601993" y="82646"/>
                </a:lnTo>
                <a:lnTo>
                  <a:pt x="601881" y="82346"/>
                </a:lnTo>
                <a:lnTo>
                  <a:pt x="601778" y="82040"/>
                </a:lnTo>
                <a:lnTo>
                  <a:pt x="601684" y="81726"/>
                </a:lnTo>
                <a:lnTo>
                  <a:pt x="601598" y="81406"/>
                </a:lnTo>
                <a:lnTo>
                  <a:pt x="601522" y="81079"/>
                </a:lnTo>
                <a:lnTo>
                  <a:pt x="601455" y="80745"/>
                </a:lnTo>
                <a:lnTo>
                  <a:pt x="601396" y="80404"/>
                </a:lnTo>
                <a:lnTo>
                  <a:pt x="601347" y="80056"/>
                </a:lnTo>
                <a:lnTo>
                  <a:pt x="601307" y="79701"/>
                </a:lnTo>
                <a:lnTo>
                  <a:pt x="601275" y="79340"/>
                </a:lnTo>
                <a:lnTo>
                  <a:pt x="601253" y="78972"/>
                </a:lnTo>
                <a:lnTo>
                  <a:pt x="601239" y="78597"/>
                </a:lnTo>
                <a:lnTo>
                  <a:pt x="601235" y="78215"/>
                </a:lnTo>
                <a:lnTo>
                  <a:pt x="601235" y="0"/>
                </a:lnTo>
                <a:lnTo>
                  <a:pt x="563828" y="0"/>
                </a:lnTo>
                <a:lnTo>
                  <a:pt x="563828" y="11154"/>
                </a:lnTo>
                <a:lnTo>
                  <a:pt x="588993" y="11154"/>
                </a:lnTo>
                <a:lnTo>
                  <a:pt x="588993" y="78215"/>
                </a:lnTo>
                <a:lnTo>
                  <a:pt x="588998" y="78745"/>
                </a:lnTo>
                <a:lnTo>
                  <a:pt x="589012" y="79269"/>
                </a:lnTo>
                <a:lnTo>
                  <a:pt x="589036" y="79787"/>
                </a:lnTo>
                <a:lnTo>
                  <a:pt x="589069" y="80300"/>
                </a:lnTo>
                <a:lnTo>
                  <a:pt x="589111" y="80808"/>
                </a:lnTo>
                <a:lnTo>
                  <a:pt x="589163" y="81309"/>
                </a:lnTo>
                <a:lnTo>
                  <a:pt x="589225" y="81805"/>
                </a:lnTo>
                <a:lnTo>
                  <a:pt x="589295" y="82295"/>
                </a:lnTo>
                <a:lnTo>
                  <a:pt x="589376" y="82780"/>
                </a:lnTo>
                <a:lnTo>
                  <a:pt x="589465" y="83259"/>
                </a:lnTo>
                <a:lnTo>
                  <a:pt x="589565" y="83732"/>
                </a:lnTo>
                <a:lnTo>
                  <a:pt x="589673" y="84200"/>
                </a:lnTo>
                <a:lnTo>
                  <a:pt x="589791" y="84662"/>
                </a:lnTo>
                <a:lnTo>
                  <a:pt x="589919" y="85118"/>
                </a:lnTo>
                <a:lnTo>
                  <a:pt x="590056" y="85569"/>
                </a:lnTo>
                <a:lnTo>
                  <a:pt x="590202" y="86013"/>
                </a:lnTo>
                <a:lnTo>
                  <a:pt x="590358" y="86453"/>
                </a:lnTo>
                <a:lnTo>
                  <a:pt x="590524" y="86886"/>
                </a:lnTo>
                <a:lnTo>
                  <a:pt x="590698" y="87314"/>
                </a:lnTo>
                <a:lnTo>
                  <a:pt x="590883" y="87737"/>
                </a:lnTo>
                <a:lnTo>
                  <a:pt x="591076" y="88153"/>
                </a:lnTo>
                <a:lnTo>
                  <a:pt x="591280" y="88564"/>
                </a:lnTo>
                <a:lnTo>
                  <a:pt x="591492" y="88969"/>
                </a:lnTo>
                <a:lnTo>
                  <a:pt x="591714" y="89369"/>
                </a:lnTo>
                <a:lnTo>
                  <a:pt x="591945" y="89762"/>
                </a:lnTo>
                <a:lnTo>
                  <a:pt x="592183" y="90147"/>
                </a:lnTo>
                <a:lnTo>
                  <a:pt x="592428" y="90525"/>
                </a:lnTo>
                <a:lnTo>
                  <a:pt x="592682" y="90896"/>
                </a:lnTo>
                <a:lnTo>
                  <a:pt x="592942" y="91258"/>
                </a:lnTo>
                <a:lnTo>
                  <a:pt x="593211" y="91614"/>
                </a:lnTo>
                <a:lnTo>
                  <a:pt x="593486" y="91961"/>
                </a:lnTo>
                <a:lnTo>
                  <a:pt x="593770" y="92301"/>
                </a:lnTo>
                <a:lnTo>
                  <a:pt x="594061" y="92634"/>
                </a:lnTo>
                <a:lnTo>
                  <a:pt x="594359" y="92959"/>
                </a:lnTo>
                <a:lnTo>
                  <a:pt x="594665" y="93276"/>
                </a:lnTo>
                <a:lnTo>
                  <a:pt x="594979" y="93586"/>
                </a:lnTo>
                <a:lnTo>
                  <a:pt x="595300" y="93888"/>
                </a:lnTo>
                <a:lnTo>
                  <a:pt x="595629" y="94183"/>
                </a:lnTo>
                <a:lnTo>
                  <a:pt x="595965" y="94470"/>
                </a:lnTo>
                <a:lnTo>
                  <a:pt x="596309" y="94750"/>
                </a:lnTo>
                <a:lnTo>
                  <a:pt x="596660" y="95022"/>
                </a:lnTo>
                <a:lnTo>
                  <a:pt x="597019" y="95286"/>
                </a:lnTo>
                <a:lnTo>
                  <a:pt x="597386" y="95543"/>
                </a:lnTo>
                <a:lnTo>
                  <a:pt x="597760" y="95793"/>
                </a:lnTo>
                <a:lnTo>
                  <a:pt x="598141" y="96035"/>
                </a:lnTo>
                <a:lnTo>
                  <a:pt x="598531" y="96269"/>
                </a:lnTo>
                <a:lnTo>
                  <a:pt x="598927" y="96495"/>
                </a:lnTo>
                <a:lnTo>
                  <a:pt x="599332" y="96715"/>
                </a:lnTo>
                <a:lnTo>
                  <a:pt x="599742" y="96925"/>
                </a:lnTo>
                <a:lnTo>
                  <a:pt x="600159" y="97127"/>
                </a:lnTo>
                <a:lnTo>
                  <a:pt x="600581" y="97320"/>
                </a:lnTo>
                <a:lnTo>
                  <a:pt x="601009" y="97504"/>
                </a:lnTo>
                <a:lnTo>
                  <a:pt x="601443" y="97679"/>
                </a:lnTo>
                <a:lnTo>
                  <a:pt x="601882" y="97845"/>
                </a:lnTo>
                <a:lnTo>
                  <a:pt x="602327" y="98002"/>
                </a:lnTo>
                <a:lnTo>
                  <a:pt x="602777" y="98150"/>
                </a:lnTo>
                <a:lnTo>
                  <a:pt x="603234" y="98289"/>
                </a:lnTo>
                <a:lnTo>
                  <a:pt x="603695" y="98419"/>
                </a:lnTo>
                <a:lnTo>
                  <a:pt x="604163" y="98541"/>
                </a:lnTo>
                <a:lnTo>
                  <a:pt x="604636" y="98653"/>
                </a:lnTo>
                <a:lnTo>
                  <a:pt x="605115" y="98756"/>
                </a:lnTo>
                <a:lnTo>
                  <a:pt x="605600" y="98850"/>
                </a:lnTo>
                <a:lnTo>
                  <a:pt x="606090" y="98935"/>
                </a:lnTo>
                <a:lnTo>
                  <a:pt x="606586" y="99012"/>
                </a:lnTo>
                <a:lnTo>
                  <a:pt x="607088" y="99079"/>
                </a:lnTo>
                <a:lnTo>
                  <a:pt x="607595" y="99137"/>
                </a:lnTo>
                <a:lnTo>
                  <a:pt x="608108" y="99187"/>
                </a:lnTo>
                <a:lnTo>
                  <a:pt x="608627" y="99227"/>
                </a:lnTo>
                <a:lnTo>
                  <a:pt x="609151" y="99258"/>
                </a:lnTo>
                <a:lnTo>
                  <a:pt x="609681" y="99281"/>
                </a:lnTo>
                <a:lnTo>
                  <a:pt x="610216" y="99294"/>
                </a:lnTo>
                <a:lnTo>
                  <a:pt x="610758" y="99299"/>
                </a:lnTo>
                <a:lnTo>
                  <a:pt x="634563" y="99299"/>
                </a:lnTo>
                <a:lnTo>
                  <a:pt x="634563" y="88144"/>
                </a:lnTo>
                <a:lnTo>
                  <a:pt x="610758" y="88144"/>
                </a:lnTo>
                <a:lnTo>
                  <a:pt x="610398" y="88140"/>
                </a:lnTo>
                <a:close/>
                <a:moveTo>
                  <a:pt x="779219" y="36380"/>
                </a:moveTo>
                <a:lnTo>
                  <a:pt x="779054" y="35777"/>
                </a:lnTo>
                <a:lnTo>
                  <a:pt x="778870" y="35187"/>
                </a:lnTo>
                <a:lnTo>
                  <a:pt x="778667" y="34608"/>
                </a:lnTo>
                <a:lnTo>
                  <a:pt x="778444" y="34041"/>
                </a:lnTo>
                <a:lnTo>
                  <a:pt x="778202" y="33486"/>
                </a:lnTo>
                <a:lnTo>
                  <a:pt x="777941" y="32942"/>
                </a:lnTo>
                <a:lnTo>
                  <a:pt x="777660" y="32411"/>
                </a:lnTo>
                <a:lnTo>
                  <a:pt x="777360" y="31891"/>
                </a:lnTo>
                <a:lnTo>
                  <a:pt x="777040" y="31383"/>
                </a:lnTo>
                <a:lnTo>
                  <a:pt x="776701" y="30887"/>
                </a:lnTo>
                <a:lnTo>
                  <a:pt x="776343" y="30402"/>
                </a:lnTo>
                <a:lnTo>
                  <a:pt x="775966" y="29930"/>
                </a:lnTo>
                <a:lnTo>
                  <a:pt x="775569" y="29469"/>
                </a:lnTo>
                <a:lnTo>
                  <a:pt x="775152" y="29020"/>
                </a:lnTo>
                <a:lnTo>
                  <a:pt x="774717" y="28583"/>
                </a:lnTo>
                <a:lnTo>
                  <a:pt x="774261" y="28158"/>
                </a:lnTo>
                <a:lnTo>
                  <a:pt x="773790" y="27747"/>
                </a:lnTo>
                <a:lnTo>
                  <a:pt x="773306" y="27354"/>
                </a:lnTo>
                <a:lnTo>
                  <a:pt x="772810" y="26978"/>
                </a:lnTo>
                <a:lnTo>
                  <a:pt x="772300" y="26620"/>
                </a:lnTo>
                <a:lnTo>
                  <a:pt x="771778" y="26279"/>
                </a:lnTo>
                <a:lnTo>
                  <a:pt x="771243" y="25955"/>
                </a:lnTo>
                <a:lnTo>
                  <a:pt x="770696" y="25650"/>
                </a:lnTo>
                <a:lnTo>
                  <a:pt x="770135" y="25361"/>
                </a:lnTo>
                <a:lnTo>
                  <a:pt x="769562" y="25090"/>
                </a:lnTo>
                <a:lnTo>
                  <a:pt x="768976" y="24837"/>
                </a:lnTo>
                <a:lnTo>
                  <a:pt x="768378" y="24601"/>
                </a:lnTo>
                <a:lnTo>
                  <a:pt x="767766" y="24383"/>
                </a:lnTo>
                <a:lnTo>
                  <a:pt x="767142" y="24182"/>
                </a:lnTo>
                <a:lnTo>
                  <a:pt x="766505" y="23998"/>
                </a:lnTo>
                <a:lnTo>
                  <a:pt x="765856" y="23832"/>
                </a:lnTo>
                <a:lnTo>
                  <a:pt x="765193" y="23683"/>
                </a:lnTo>
                <a:lnTo>
                  <a:pt x="764518" y="23552"/>
                </a:lnTo>
                <a:lnTo>
                  <a:pt x="763830" y="23439"/>
                </a:lnTo>
                <a:lnTo>
                  <a:pt x="763130" y="23343"/>
                </a:lnTo>
                <a:lnTo>
                  <a:pt x="762416" y="23264"/>
                </a:lnTo>
                <a:lnTo>
                  <a:pt x="761690" y="23203"/>
                </a:lnTo>
                <a:lnTo>
                  <a:pt x="760951" y="23159"/>
                </a:lnTo>
                <a:lnTo>
                  <a:pt x="760200" y="23133"/>
                </a:lnTo>
                <a:lnTo>
                  <a:pt x="759435" y="23124"/>
                </a:lnTo>
                <a:lnTo>
                  <a:pt x="758502" y="23137"/>
                </a:lnTo>
                <a:lnTo>
                  <a:pt x="757585" y="23176"/>
                </a:lnTo>
                <a:lnTo>
                  <a:pt x="756683" y="23241"/>
                </a:lnTo>
                <a:lnTo>
                  <a:pt x="755796" y="23332"/>
                </a:lnTo>
                <a:lnTo>
                  <a:pt x="754926" y="23449"/>
                </a:lnTo>
                <a:lnTo>
                  <a:pt x="754070" y="23592"/>
                </a:lnTo>
                <a:lnTo>
                  <a:pt x="753231" y="23761"/>
                </a:lnTo>
                <a:lnTo>
                  <a:pt x="752407" y="23956"/>
                </a:lnTo>
                <a:lnTo>
                  <a:pt x="751598" y="24176"/>
                </a:lnTo>
                <a:lnTo>
                  <a:pt x="750805" y="24423"/>
                </a:lnTo>
                <a:lnTo>
                  <a:pt x="750028" y="24696"/>
                </a:lnTo>
                <a:lnTo>
                  <a:pt x="749267" y="24995"/>
                </a:lnTo>
                <a:lnTo>
                  <a:pt x="748520" y="25320"/>
                </a:lnTo>
                <a:lnTo>
                  <a:pt x="747790" y="25670"/>
                </a:lnTo>
                <a:lnTo>
                  <a:pt x="747075" y="26047"/>
                </a:lnTo>
                <a:lnTo>
                  <a:pt x="746376" y="26450"/>
                </a:lnTo>
                <a:lnTo>
                  <a:pt x="745692" y="26878"/>
                </a:lnTo>
                <a:lnTo>
                  <a:pt x="745024" y="27333"/>
                </a:lnTo>
                <a:lnTo>
                  <a:pt x="744371" y="27814"/>
                </a:lnTo>
                <a:lnTo>
                  <a:pt x="743734" y="28320"/>
                </a:lnTo>
                <a:lnTo>
                  <a:pt x="743113" y="28853"/>
                </a:lnTo>
                <a:lnTo>
                  <a:pt x="742507" y="29412"/>
                </a:lnTo>
                <a:lnTo>
                  <a:pt x="741917" y="29996"/>
                </a:lnTo>
                <a:lnTo>
                  <a:pt x="741342" y="30607"/>
                </a:lnTo>
                <a:lnTo>
                  <a:pt x="740788" y="31240"/>
                </a:lnTo>
                <a:lnTo>
                  <a:pt x="740256" y="31891"/>
                </a:lnTo>
                <a:lnTo>
                  <a:pt x="739749" y="32562"/>
                </a:lnTo>
                <a:lnTo>
                  <a:pt x="739265" y="33251"/>
                </a:lnTo>
                <a:lnTo>
                  <a:pt x="738804" y="33960"/>
                </a:lnTo>
                <a:lnTo>
                  <a:pt x="738368" y="34687"/>
                </a:lnTo>
                <a:lnTo>
                  <a:pt x="737954" y="35433"/>
                </a:lnTo>
                <a:lnTo>
                  <a:pt x="737565" y="36198"/>
                </a:lnTo>
                <a:lnTo>
                  <a:pt x="737199" y="36982"/>
                </a:lnTo>
                <a:lnTo>
                  <a:pt x="736857" y="37785"/>
                </a:lnTo>
                <a:lnTo>
                  <a:pt x="736538" y="38607"/>
                </a:lnTo>
                <a:lnTo>
                  <a:pt x="736243" y="39448"/>
                </a:lnTo>
                <a:lnTo>
                  <a:pt x="735971" y="40307"/>
                </a:lnTo>
                <a:lnTo>
                  <a:pt x="735723" y="41186"/>
                </a:lnTo>
                <a:lnTo>
                  <a:pt x="735499" y="42083"/>
                </a:lnTo>
                <a:lnTo>
                  <a:pt x="735298" y="42999"/>
                </a:lnTo>
                <a:lnTo>
                  <a:pt x="735121" y="43935"/>
                </a:lnTo>
                <a:lnTo>
                  <a:pt x="734968" y="44889"/>
                </a:lnTo>
                <a:lnTo>
                  <a:pt x="734838" y="45862"/>
                </a:lnTo>
                <a:lnTo>
                  <a:pt x="734732" y="46854"/>
                </a:lnTo>
                <a:lnTo>
                  <a:pt x="734649" y="47864"/>
                </a:lnTo>
                <a:lnTo>
                  <a:pt x="734590" y="48894"/>
                </a:lnTo>
                <a:lnTo>
                  <a:pt x="734555" y="49942"/>
                </a:lnTo>
                <a:lnTo>
                  <a:pt x="734543" y="51010"/>
                </a:lnTo>
                <a:lnTo>
                  <a:pt x="734543" y="72910"/>
                </a:lnTo>
                <a:lnTo>
                  <a:pt x="734555" y="73966"/>
                </a:lnTo>
                <a:lnTo>
                  <a:pt x="734590" y="75004"/>
                </a:lnTo>
                <a:lnTo>
                  <a:pt x="734650" y="76023"/>
                </a:lnTo>
                <a:lnTo>
                  <a:pt x="734734" y="77024"/>
                </a:lnTo>
                <a:lnTo>
                  <a:pt x="734841" y="78007"/>
                </a:lnTo>
                <a:lnTo>
                  <a:pt x="734972" y="78971"/>
                </a:lnTo>
                <a:lnTo>
                  <a:pt x="735127" y="79917"/>
                </a:lnTo>
                <a:lnTo>
                  <a:pt x="735306" y="80844"/>
                </a:lnTo>
                <a:lnTo>
                  <a:pt x="735509" y="81753"/>
                </a:lnTo>
                <a:lnTo>
                  <a:pt x="735735" y="82644"/>
                </a:lnTo>
                <a:lnTo>
                  <a:pt x="735986" y="83516"/>
                </a:lnTo>
                <a:lnTo>
                  <a:pt x="736260" y="84369"/>
                </a:lnTo>
                <a:lnTo>
                  <a:pt x="736558" y="85205"/>
                </a:lnTo>
                <a:lnTo>
                  <a:pt x="736880" y="86022"/>
                </a:lnTo>
                <a:lnTo>
                  <a:pt x="737226" y="86820"/>
                </a:lnTo>
                <a:lnTo>
                  <a:pt x="737595" y="87600"/>
                </a:lnTo>
                <a:lnTo>
                  <a:pt x="737989" y="88362"/>
                </a:lnTo>
                <a:lnTo>
                  <a:pt x="738406" y="89105"/>
                </a:lnTo>
                <a:lnTo>
                  <a:pt x="738847" y="89830"/>
                </a:lnTo>
                <a:lnTo>
                  <a:pt x="739312" y="90536"/>
                </a:lnTo>
                <a:lnTo>
                  <a:pt x="739801" y="91224"/>
                </a:lnTo>
                <a:lnTo>
                  <a:pt x="740314" y="91894"/>
                </a:lnTo>
                <a:lnTo>
                  <a:pt x="740851" y="92545"/>
                </a:lnTo>
                <a:lnTo>
                  <a:pt x="741411" y="93178"/>
                </a:lnTo>
                <a:lnTo>
                  <a:pt x="741991" y="93788"/>
                </a:lnTo>
                <a:lnTo>
                  <a:pt x="742586" y="94373"/>
                </a:lnTo>
                <a:lnTo>
                  <a:pt x="743195" y="94931"/>
                </a:lnTo>
                <a:lnTo>
                  <a:pt x="743820" y="95463"/>
                </a:lnTo>
                <a:lnTo>
                  <a:pt x="744459" y="95970"/>
                </a:lnTo>
                <a:lnTo>
                  <a:pt x="745114" y="96450"/>
                </a:lnTo>
                <a:lnTo>
                  <a:pt x="745783" y="96905"/>
                </a:lnTo>
                <a:lnTo>
                  <a:pt x="746467" y="97334"/>
                </a:lnTo>
                <a:lnTo>
                  <a:pt x="747166" y="97736"/>
                </a:lnTo>
                <a:lnTo>
                  <a:pt x="747880" y="98113"/>
                </a:lnTo>
                <a:lnTo>
                  <a:pt x="748609" y="98463"/>
                </a:lnTo>
                <a:lnTo>
                  <a:pt x="749352" y="98788"/>
                </a:lnTo>
                <a:lnTo>
                  <a:pt x="750111" y="99087"/>
                </a:lnTo>
                <a:lnTo>
                  <a:pt x="750884" y="99360"/>
                </a:lnTo>
                <a:lnTo>
                  <a:pt x="751672" y="99606"/>
                </a:lnTo>
                <a:lnTo>
                  <a:pt x="752475" y="99827"/>
                </a:lnTo>
                <a:lnTo>
                  <a:pt x="753293" y="100022"/>
                </a:lnTo>
                <a:lnTo>
                  <a:pt x="754126" y="100191"/>
                </a:lnTo>
                <a:lnTo>
                  <a:pt x="754974" y="100334"/>
                </a:lnTo>
                <a:lnTo>
                  <a:pt x="755836" y="100450"/>
                </a:lnTo>
                <a:lnTo>
                  <a:pt x="756714" y="100541"/>
                </a:lnTo>
                <a:lnTo>
                  <a:pt x="757606" y="100606"/>
                </a:lnTo>
                <a:lnTo>
                  <a:pt x="758513" y="100645"/>
                </a:lnTo>
                <a:lnTo>
                  <a:pt x="759435" y="100658"/>
                </a:lnTo>
                <a:lnTo>
                  <a:pt x="760200" y="100650"/>
                </a:lnTo>
                <a:lnTo>
                  <a:pt x="760951" y="100624"/>
                </a:lnTo>
                <a:lnTo>
                  <a:pt x="761690" y="100581"/>
                </a:lnTo>
                <a:lnTo>
                  <a:pt x="762416" y="100520"/>
                </a:lnTo>
                <a:lnTo>
                  <a:pt x="763130" y="100443"/>
                </a:lnTo>
                <a:lnTo>
                  <a:pt x="763830" y="100348"/>
                </a:lnTo>
                <a:lnTo>
                  <a:pt x="764518" y="100236"/>
                </a:lnTo>
                <a:lnTo>
                  <a:pt x="765193" y="100107"/>
                </a:lnTo>
                <a:lnTo>
                  <a:pt x="765856" y="99960"/>
                </a:lnTo>
                <a:lnTo>
                  <a:pt x="766505" y="99796"/>
                </a:lnTo>
                <a:lnTo>
                  <a:pt x="767142" y="99615"/>
                </a:lnTo>
                <a:lnTo>
                  <a:pt x="767766" y="99417"/>
                </a:lnTo>
                <a:lnTo>
                  <a:pt x="768378" y="99202"/>
                </a:lnTo>
                <a:lnTo>
                  <a:pt x="768976" y="98969"/>
                </a:lnTo>
                <a:lnTo>
                  <a:pt x="769562" y="98719"/>
                </a:lnTo>
                <a:lnTo>
                  <a:pt x="770135" y="98452"/>
                </a:lnTo>
                <a:lnTo>
                  <a:pt x="770696" y="98167"/>
                </a:lnTo>
                <a:lnTo>
                  <a:pt x="771243" y="97866"/>
                </a:lnTo>
                <a:lnTo>
                  <a:pt x="771778" y="97547"/>
                </a:lnTo>
                <a:lnTo>
                  <a:pt x="772300" y="97210"/>
                </a:lnTo>
                <a:lnTo>
                  <a:pt x="772810" y="96857"/>
                </a:lnTo>
                <a:lnTo>
                  <a:pt x="773306" y="96486"/>
                </a:lnTo>
                <a:lnTo>
                  <a:pt x="773790" y="96099"/>
                </a:lnTo>
                <a:lnTo>
                  <a:pt x="774261" y="95693"/>
                </a:lnTo>
                <a:lnTo>
                  <a:pt x="774717" y="95273"/>
                </a:lnTo>
                <a:lnTo>
                  <a:pt x="775152" y="94841"/>
                </a:lnTo>
                <a:lnTo>
                  <a:pt x="775569" y="94396"/>
                </a:lnTo>
                <a:lnTo>
                  <a:pt x="775966" y="93938"/>
                </a:lnTo>
                <a:lnTo>
                  <a:pt x="776343" y="93468"/>
                </a:lnTo>
                <a:lnTo>
                  <a:pt x="776701" y="92986"/>
                </a:lnTo>
                <a:lnTo>
                  <a:pt x="777040" y="92491"/>
                </a:lnTo>
                <a:lnTo>
                  <a:pt x="777360" y="91983"/>
                </a:lnTo>
                <a:lnTo>
                  <a:pt x="777660" y="91463"/>
                </a:lnTo>
                <a:lnTo>
                  <a:pt x="777941" y="90930"/>
                </a:lnTo>
                <a:lnTo>
                  <a:pt x="778202" y="90385"/>
                </a:lnTo>
                <a:lnTo>
                  <a:pt x="778444" y="89827"/>
                </a:lnTo>
                <a:lnTo>
                  <a:pt x="778667" y="89257"/>
                </a:lnTo>
                <a:lnTo>
                  <a:pt x="778870" y="88674"/>
                </a:lnTo>
                <a:lnTo>
                  <a:pt x="779054" y="88079"/>
                </a:lnTo>
                <a:lnTo>
                  <a:pt x="779219" y="87471"/>
                </a:lnTo>
                <a:lnTo>
                  <a:pt x="779364" y="86851"/>
                </a:lnTo>
                <a:lnTo>
                  <a:pt x="779490" y="86218"/>
                </a:lnTo>
                <a:lnTo>
                  <a:pt x="779597" y="85573"/>
                </a:lnTo>
                <a:lnTo>
                  <a:pt x="779670" y="85017"/>
                </a:lnTo>
                <a:lnTo>
                  <a:pt x="779839" y="85017"/>
                </a:lnTo>
                <a:lnTo>
                  <a:pt x="779839" y="99299"/>
                </a:lnTo>
                <a:lnTo>
                  <a:pt x="792080" y="99299"/>
                </a:lnTo>
                <a:lnTo>
                  <a:pt x="792080" y="0"/>
                </a:lnTo>
                <a:lnTo>
                  <a:pt x="779839" y="0"/>
                </a:lnTo>
                <a:lnTo>
                  <a:pt x="779839" y="21763"/>
                </a:lnTo>
                <a:lnTo>
                  <a:pt x="780110" y="38766"/>
                </a:lnTo>
                <a:lnTo>
                  <a:pt x="779665" y="38766"/>
                </a:lnTo>
                <a:lnTo>
                  <a:pt x="779597" y="38258"/>
                </a:lnTo>
                <a:lnTo>
                  <a:pt x="779490" y="37620"/>
                </a:lnTo>
                <a:lnTo>
                  <a:pt x="779364" y="36994"/>
                </a:lnTo>
                <a:lnTo>
                  <a:pt x="779219" y="36380"/>
                </a:lnTo>
                <a:close/>
                <a:moveTo>
                  <a:pt x="761022" y="89921"/>
                </a:moveTo>
                <a:lnTo>
                  <a:pt x="760427" y="89849"/>
                </a:lnTo>
                <a:lnTo>
                  <a:pt x="759843" y="89761"/>
                </a:lnTo>
                <a:lnTo>
                  <a:pt x="759270" y="89656"/>
                </a:lnTo>
                <a:lnTo>
                  <a:pt x="758709" y="89536"/>
                </a:lnTo>
                <a:lnTo>
                  <a:pt x="758159" y="89400"/>
                </a:lnTo>
                <a:lnTo>
                  <a:pt x="757621" y="89247"/>
                </a:lnTo>
                <a:lnTo>
                  <a:pt x="757094" y="89078"/>
                </a:lnTo>
                <a:lnTo>
                  <a:pt x="756578" y="88894"/>
                </a:lnTo>
                <a:lnTo>
                  <a:pt x="756073" y="88693"/>
                </a:lnTo>
                <a:lnTo>
                  <a:pt x="755580" y="88476"/>
                </a:lnTo>
                <a:lnTo>
                  <a:pt x="755098" y="88243"/>
                </a:lnTo>
                <a:lnTo>
                  <a:pt x="754628" y="87995"/>
                </a:lnTo>
                <a:lnTo>
                  <a:pt x="754169" y="87730"/>
                </a:lnTo>
                <a:lnTo>
                  <a:pt x="753721" y="87449"/>
                </a:lnTo>
                <a:lnTo>
                  <a:pt x="753284" y="87152"/>
                </a:lnTo>
                <a:lnTo>
                  <a:pt x="752859" y="86838"/>
                </a:lnTo>
                <a:lnTo>
                  <a:pt x="752445" y="86509"/>
                </a:lnTo>
                <a:lnTo>
                  <a:pt x="752043" y="86164"/>
                </a:lnTo>
                <a:lnTo>
                  <a:pt x="751652" y="85803"/>
                </a:lnTo>
                <a:lnTo>
                  <a:pt x="751272" y="85425"/>
                </a:lnTo>
                <a:lnTo>
                  <a:pt x="750906" y="85033"/>
                </a:lnTo>
                <a:lnTo>
                  <a:pt x="750555" y="84626"/>
                </a:lnTo>
                <a:lnTo>
                  <a:pt x="750220" y="84205"/>
                </a:lnTo>
                <a:lnTo>
                  <a:pt x="749901" y="83770"/>
                </a:lnTo>
                <a:lnTo>
                  <a:pt x="749597" y="83321"/>
                </a:lnTo>
                <a:lnTo>
                  <a:pt x="749309" y="82857"/>
                </a:lnTo>
                <a:lnTo>
                  <a:pt x="749036" y="82380"/>
                </a:lnTo>
                <a:lnTo>
                  <a:pt x="748779" y="81888"/>
                </a:lnTo>
                <a:lnTo>
                  <a:pt x="748538" y="81382"/>
                </a:lnTo>
                <a:lnTo>
                  <a:pt x="748312" y="80862"/>
                </a:lnTo>
                <a:lnTo>
                  <a:pt x="748101" y="80328"/>
                </a:lnTo>
                <a:lnTo>
                  <a:pt x="747907" y="79779"/>
                </a:lnTo>
                <a:lnTo>
                  <a:pt x="747727" y="79217"/>
                </a:lnTo>
                <a:lnTo>
                  <a:pt x="747564" y="78640"/>
                </a:lnTo>
                <a:lnTo>
                  <a:pt x="747416" y="78049"/>
                </a:lnTo>
                <a:lnTo>
                  <a:pt x="747283" y="77444"/>
                </a:lnTo>
                <a:lnTo>
                  <a:pt x="747166" y="76825"/>
                </a:lnTo>
                <a:lnTo>
                  <a:pt x="747065" y="76191"/>
                </a:lnTo>
                <a:lnTo>
                  <a:pt x="746979" y="75544"/>
                </a:lnTo>
                <a:lnTo>
                  <a:pt x="746909" y="74882"/>
                </a:lnTo>
                <a:lnTo>
                  <a:pt x="746855" y="74206"/>
                </a:lnTo>
                <a:lnTo>
                  <a:pt x="746816" y="73516"/>
                </a:lnTo>
                <a:lnTo>
                  <a:pt x="746792" y="72812"/>
                </a:lnTo>
                <a:lnTo>
                  <a:pt x="746785" y="72094"/>
                </a:lnTo>
                <a:lnTo>
                  <a:pt x="746785" y="51689"/>
                </a:lnTo>
                <a:lnTo>
                  <a:pt x="746792" y="50970"/>
                </a:lnTo>
                <a:lnTo>
                  <a:pt x="746816" y="50266"/>
                </a:lnTo>
                <a:lnTo>
                  <a:pt x="746855" y="49576"/>
                </a:lnTo>
                <a:lnTo>
                  <a:pt x="746909" y="48900"/>
                </a:lnTo>
                <a:lnTo>
                  <a:pt x="746979" y="48239"/>
                </a:lnTo>
                <a:lnTo>
                  <a:pt x="747065" y="47591"/>
                </a:lnTo>
                <a:lnTo>
                  <a:pt x="747166" y="46958"/>
                </a:lnTo>
                <a:lnTo>
                  <a:pt x="747283" y="46339"/>
                </a:lnTo>
                <a:lnTo>
                  <a:pt x="747416" y="45734"/>
                </a:lnTo>
                <a:lnTo>
                  <a:pt x="747564" y="45143"/>
                </a:lnTo>
                <a:lnTo>
                  <a:pt x="747727" y="44566"/>
                </a:lnTo>
                <a:lnTo>
                  <a:pt x="747907" y="44004"/>
                </a:lnTo>
                <a:lnTo>
                  <a:pt x="748101" y="43455"/>
                </a:lnTo>
                <a:lnTo>
                  <a:pt x="748312" y="42921"/>
                </a:lnTo>
                <a:lnTo>
                  <a:pt x="748538" y="42401"/>
                </a:lnTo>
                <a:lnTo>
                  <a:pt x="748779" y="41895"/>
                </a:lnTo>
                <a:lnTo>
                  <a:pt x="749036" y="41404"/>
                </a:lnTo>
                <a:lnTo>
                  <a:pt x="749309" y="40926"/>
                </a:lnTo>
                <a:lnTo>
                  <a:pt x="749597" y="40463"/>
                </a:lnTo>
                <a:lnTo>
                  <a:pt x="749901" y="40014"/>
                </a:lnTo>
                <a:lnTo>
                  <a:pt x="750220" y="39579"/>
                </a:lnTo>
                <a:lnTo>
                  <a:pt x="750555" y="39158"/>
                </a:lnTo>
                <a:lnTo>
                  <a:pt x="750906" y="38752"/>
                </a:lnTo>
                <a:lnTo>
                  <a:pt x="751272" y="38359"/>
                </a:lnTo>
                <a:lnTo>
                  <a:pt x="751652" y="37982"/>
                </a:lnTo>
                <a:lnTo>
                  <a:pt x="752043" y="37621"/>
                </a:lnTo>
                <a:lnTo>
                  <a:pt x="752445" y="37275"/>
                </a:lnTo>
                <a:lnTo>
                  <a:pt x="752859" y="36946"/>
                </a:lnTo>
                <a:lnTo>
                  <a:pt x="753284" y="36633"/>
                </a:lnTo>
                <a:lnTo>
                  <a:pt x="753721" y="36336"/>
                </a:lnTo>
                <a:lnTo>
                  <a:pt x="754169" y="36055"/>
                </a:lnTo>
                <a:lnTo>
                  <a:pt x="754628" y="35790"/>
                </a:lnTo>
                <a:lnTo>
                  <a:pt x="755098" y="35541"/>
                </a:lnTo>
                <a:lnTo>
                  <a:pt x="755580" y="35308"/>
                </a:lnTo>
                <a:lnTo>
                  <a:pt x="756073" y="35092"/>
                </a:lnTo>
                <a:lnTo>
                  <a:pt x="756578" y="34891"/>
                </a:lnTo>
                <a:lnTo>
                  <a:pt x="757094" y="34706"/>
                </a:lnTo>
                <a:lnTo>
                  <a:pt x="757621" y="34538"/>
                </a:lnTo>
                <a:lnTo>
                  <a:pt x="758159" y="34385"/>
                </a:lnTo>
                <a:lnTo>
                  <a:pt x="758709" y="34249"/>
                </a:lnTo>
                <a:lnTo>
                  <a:pt x="759270" y="34128"/>
                </a:lnTo>
                <a:lnTo>
                  <a:pt x="759843" y="34024"/>
                </a:lnTo>
                <a:lnTo>
                  <a:pt x="760427" y="33935"/>
                </a:lnTo>
                <a:lnTo>
                  <a:pt x="761022" y="33863"/>
                </a:lnTo>
                <a:lnTo>
                  <a:pt x="761628" y="33807"/>
                </a:lnTo>
                <a:lnTo>
                  <a:pt x="762246" y="33767"/>
                </a:lnTo>
                <a:lnTo>
                  <a:pt x="762876" y="33743"/>
                </a:lnTo>
                <a:lnTo>
                  <a:pt x="763516" y="33735"/>
                </a:lnTo>
                <a:lnTo>
                  <a:pt x="764145" y="33743"/>
                </a:lnTo>
                <a:lnTo>
                  <a:pt x="764763" y="33768"/>
                </a:lnTo>
                <a:lnTo>
                  <a:pt x="765369" y="33809"/>
                </a:lnTo>
                <a:lnTo>
                  <a:pt x="765965" y="33867"/>
                </a:lnTo>
                <a:lnTo>
                  <a:pt x="766548" y="33941"/>
                </a:lnTo>
                <a:lnTo>
                  <a:pt x="767121" y="34032"/>
                </a:lnTo>
                <a:lnTo>
                  <a:pt x="767682" y="34140"/>
                </a:lnTo>
                <a:lnTo>
                  <a:pt x="768232" y="34264"/>
                </a:lnTo>
                <a:lnTo>
                  <a:pt x="768770" y="34404"/>
                </a:lnTo>
                <a:lnTo>
                  <a:pt x="769297" y="34561"/>
                </a:lnTo>
                <a:lnTo>
                  <a:pt x="769813" y="34735"/>
                </a:lnTo>
                <a:lnTo>
                  <a:pt x="770317" y="34925"/>
                </a:lnTo>
                <a:lnTo>
                  <a:pt x="770810" y="35132"/>
                </a:lnTo>
                <a:lnTo>
                  <a:pt x="771292" y="35355"/>
                </a:lnTo>
                <a:lnTo>
                  <a:pt x="771763" y="35595"/>
                </a:lnTo>
                <a:lnTo>
                  <a:pt x="772222" y="35851"/>
                </a:lnTo>
                <a:lnTo>
                  <a:pt x="772669" y="36124"/>
                </a:lnTo>
                <a:lnTo>
                  <a:pt x="773106" y="36413"/>
                </a:lnTo>
                <a:lnTo>
                  <a:pt x="773531" y="36719"/>
                </a:lnTo>
                <a:lnTo>
                  <a:pt x="773944" y="37041"/>
                </a:lnTo>
                <a:lnTo>
                  <a:pt x="774347" y="37380"/>
                </a:lnTo>
                <a:lnTo>
                  <a:pt x="774738" y="37736"/>
                </a:lnTo>
                <a:lnTo>
                  <a:pt x="775118" y="38108"/>
                </a:lnTo>
                <a:lnTo>
                  <a:pt x="775486" y="38496"/>
                </a:lnTo>
                <a:lnTo>
                  <a:pt x="775841" y="38899"/>
                </a:lnTo>
                <a:lnTo>
                  <a:pt x="776181" y="39315"/>
                </a:lnTo>
                <a:lnTo>
                  <a:pt x="776506" y="39743"/>
                </a:lnTo>
                <a:lnTo>
                  <a:pt x="776816" y="40185"/>
                </a:lnTo>
                <a:lnTo>
                  <a:pt x="777111" y="40639"/>
                </a:lnTo>
                <a:lnTo>
                  <a:pt x="777390" y="41105"/>
                </a:lnTo>
                <a:lnTo>
                  <a:pt x="777655" y="41585"/>
                </a:lnTo>
                <a:lnTo>
                  <a:pt x="777904" y="42077"/>
                </a:lnTo>
                <a:lnTo>
                  <a:pt x="778138" y="42582"/>
                </a:lnTo>
                <a:lnTo>
                  <a:pt x="778357" y="43100"/>
                </a:lnTo>
                <a:lnTo>
                  <a:pt x="778562" y="43631"/>
                </a:lnTo>
                <a:lnTo>
                  <a:pt x="778750" y="44174"/>
                </a:lnTo>
                <a:lnTo>
                  <a:pt x="778924" y="44730"/>
                </a:lnTo>
                <a:lnTo>
                  <a:pt x="779083" y="45299"/>
                </a:lnTo>
                <a:lnTo>
                  <a:pt x="779226" y="45880"/>
                </a:lnTo>
                <a:lnTo>
                  <a:pt x="779355" y="46475"/>
                </a:lnTo>
                <a:lnTo>
                  <a:pt x="779468" y="47082"/>
                </a:lnTo>
                <a:lnTo>
                  <a:pt x="779567" y="47702"/>
                </a:lnTo>
                <a:lnTo>
                  <a:pt x="779650" y="48334"/>
                </a:lnTo>
                <a:lnTo>
                  <a:pt x="779718" y="48980"/>
                </a:lnTo>
                <a:lnTo>
                  <a:pt x="779771" y="49638"/>
                </a:lnTo>
                <a:lnTo>
                  <a:pt x="779808" y="50309"/>
                </a:lnTo>
                <a:lnTo>
                  <a:pt x="779831" y="50992"/>
                </a:lnTo>
                <a:lnTo>
                  <a:pt x="779839" y="51689"/>
                </a:lnTo>
                <a:lnTo>
                  <a:pt x="779839" y="72094"/>
                </a:lnTo>
                <a:lnTo>
                  <a:pt x="779831" y="72790"/>
                </a:lnTo>
                <a:lnTo>
                  <a:pt x="779808" y="73474"/>
                </a:lnTo>
                <a:lnTo>
                  <a:pt x="779771" y="74145"/>
                </a:lnTo>
                <a:lnTo>
                  <a:pt x="779718" y="74803"/>
                </a:lnTo>
                <a:lnTo>
                  <a:pt x="779650" y="75448"/>
                </a:lnTo>
                <a:lnTo>
                  <a:pt x="779567" y="76081"/>
                </a:lnTo>
                <a:lnTo>
                  <a:pt x="779468" y="76701"/>
                </a:lnTo>
                <a:lnTo>
                  <a:pt x="779355" y="77308"/>
                </a:lnTo>
                <a:lnTo>
                  <a:pt x="779226" y="77902"/>
                </a:lnTo>
                <a:lnTo>
                  <a:pt x="779083" y="78484"/>
                </a:lnTo>
                <a:lnTo>
                  <a:pt x="778924" y="79053"/>
                </a:lnTo>
                <a:lnTo>
                  <a:pt x="778750" y="79609"/>
                </a:lnTo>
                <a:lnTo>
                  <a:pt x="778562" y="80152"/>
                </a:lnTo>
                <a:lnTo>
                  <a:pt x="778357" y="80683"/>
                </a:lnTo>
                <a:lnTo>
                  <a:pt x="778138" y="81201"/>
                </a:lnTo>
                <a:lnTo>
                  <a:pt x="777904" y="81706"/>
                </a:lnTo>
                <a:lnTo>
                  <a:pt x="777655" y="82199"/>
                </a:lnTo>
                <a:lnTo>
                  <a:pt x="777390" y="82678"/>
                </a:lnTo>
                <a:lnTo>
                  <a:pt x="777111" y="83145"/>
                </a:lnTo>
                <a:lnTo>
                  <a:pt x="776816" y="83599"/>
                </a:lnTo>
                <a:lnTo>
                  <a:pt x="776506" y="84041"/>
                </a:lnTo>
                <a:lnTo>
                  <a:pt x="776181" y="84469"/>
                </a:lnTo>
                <a:lnTo>
                  <a:pt x="775841" y="84885"/>
                </a:lnTo>
                <a:lnTo>
                  <a:pt x="775486" y="85288"/>
                </a:lnTo>
                <a:lnTo>
                  <a:pt x="775118" y="85677"/>
                </a:lnTo>
                <a:lnTo>
                  <a:pt x="774738" y="86049"/>
                </a:lnTo>
                <a:lnTo>
                  <a:pt x="774347" y="86404"/>
                </a:lnTo>
                <a:lnTo>
                  <a:pt x="773944" y="86743"/>
                </a:lnTo>
                <a:lnTo>
                  <a:pt x="773531" y="87066"/>
                </a:lnTo>
                <a:lnTo>
                  <a:pt x="773106" y="87372"/>
                </a:lnTo>
                <a:lnTo>
                  <a:pt x="772669" y="87661"/>
                </a:lnTo>
                <a:lnTo>
                  <a:pt x="772222" y="87934"/>
                </a:lnTo>
                <a:lnTo>
                  <a:pt x="771763" y="88190"/>
                </a:lnTo>
                <a:lnTo>
                  <a:pt x="771292" y="88430"/>
                </a:lnTo>
                <a:lnTo>
                  <a:pt x="770810" y="88653"/>
                </a:lnTo>
                <a:lnTo>
                  <a:pt x="770317" y="88859"/>
                </a:lnTo>
                <a:lnTo>
                  <a:pt x="769813" y="89050"/>
                </a:lnTo>
                <a:lnTo>
                  <a:pt x="769297" y="89223"/>
                </a:lnTo>
                <a:lnTo>
                  <a:pt x="768770" y="89380"/>
                </a:lnTo>
                <a:lnTo>
                  <a:pt x="768232" y="89521"/>
                </a:lnTo>
                <a:lnTo>
                  <a:pt x="767682" y="89645"/>
                </a:lnTo>
                <a:lnTo>
                  <a:pt x="767121" y="89752"/>
                </a:lnTo>
                <a:lnTo>
                  <a:pt x="766548" y="89843"/>
                </a:lnTo>
                <a:lnTo>
                  <a:pt x="765965" y="89918"/>
                </a:lnTo>
                <a:lnTo>
                  <a:pt x="765369" y="89975"/>
                </a:lnTo>
                <a:lnTo>
                  <a:pt x="764763" y="90017"/>
                </a:lnTo>
                <a:lnTo>
                  <a:pt x="764145" y="90042"/>
                </a:lnTo>
                <a:lnTo>
                  <a:pt x="763516" y="90050"/>
                </a:lnTo>
                <a:lnTo>
                  <a:pt x="762876" y="90042"/>
                </a:lnTo>
                <a:lnTo>
                  <a:pt x="762246" y="90018"/>
                </a:lnTo>
                <a:lnTo>
                  <a:pt x="761628" y="89978"/>
                </a:lnTo>
                <a:lnTo>
                  <a:pt x="761022" y="89921"/>
                </a:lnTo>
                <a:close/>
                <a:moveTo>
                  <a:pt x="686009" y="100505"/>
                </a:moveTo>
                <a:lnTo>
                  <a:pt x="686934" y="100419"/>
                </a:lnTo>
                <a:lnTo>
                  <a:pt x="687846" y="100314"/>
                </a:lnTo>
                <a:lnTo>
                  <a:pt x="688745" y="100190"/>
                </a:lnTo>
                <a:lnTo>
                  <a:pt x="689630" y="100046"/>
                </a:lnTo>
                <a:lnTo>
                  <a:pt x="690502" y="99884"/>
                </a:lnTo>
                <a:lnTo>
                  <a:pt x="691360" y="99702"/>
                </a:lnTo>
                <a:lnTo>
                  <a:pt x="692205" y="99501"/>
                </a:lnTo>
                <a:lnTo>
                  <a:pt x="693036" y="99281"/>
                </a:lnTo>
                <a:lnTo>
                  <a:pt x="693854" y="99042"/>
                </a:lnTo>
                <a:lnTo>
                  <a:pt x="694659" y="98784"/>
                </a:lnTo>
                <a:lnTo>
                  <a:pt x="695450" y="98506"/>
                </a:lnTo>
                <a:lnTo>
                  <a:pt x="696227" y="98210"/>
                </a:lnTo>
                <a:lnTo>
                  <a:pt x="696991" y="97894"/>
                </a:lnTo>
                <a:lnTo>
                  <a:pt x="697742" y="97560"/>
                </a:lnTo>
                <a:lnTo>
                  <a:pt x="698479" y="97206"/>
                </a:lnTo>
                <a:lnTo>
                  <a:pt x="699203" y="96833"/>
                </a:lnTo>
                <a:lnTo>
                  <a:pt x="699913" y="96441"/>
                </a:lnTo>
                <a:lnTo>
                  <a:pt x="700610" y="96029"/>
                </a:lnTo>
                <a:lnTo>
                  <a:pt x="701293" y="95599"/>
                </a:lnTo>
                <a:lnTo>
                  <a:pt x="701963" y="95150"/>
                </a:lnTo>
                <a:lnTo>
                  <a:pt x="702614" y="94684"/>
                </a:lnTo>
                <a:lnTo>
                  <a:pt x="703242" y="94205"/>
                </a:lnTo>
                <a:lnTo>
                  <a:pt x="703847" y="93712"/>
                </a:lnTo>
                <a:lnTo>
                  <a:pt x="704429" y="93206"/>
                </a:lnTo>
                <a:lnTo>
                  <a:pt x="704986" y="92686"/>
                </a:lnTo>
                <a:lnTo>
                  <a:pt x="705521" y="92153"/>
                </a:lnTo>
                <a:lnTo>
                  <a:pt x="706032" y="91606"/>
                </a:lnTo>
                <a:lnTo>
                  <a:pt x="706520" y="91046"/>
                </a:lnTo>
                <a:lnTo>
                  <a:pt x="706984" y="90473"/>
                </a:lnTo>
                <a:lnTo>
                  <a:pt x="707426" y="89886"/>
                </a:lnTo>
                <a:lnTo>
                  <a:pt x="707843" y="89286"/>
                </a:lnTo>
                <a:lnTo>
                  <a:pt x="708237" y="88672"/>
                </a:lnTo>
                <a:lnTo>
                  <a:pt x="708608" y="88044"/>
                </a:lnTo>
                <a:lnTo>
                  <a:pt x="708956" y="87404"/>
                </a:lnTo>
                <a:lnTo>
                  <a:pt x="709280" y="86749"/>
                </a:lnTo>
                <a:lnTo>
                  <a:pt x="709581" y="86082"/>
                </a:lnTo>
                <a:lnTo>
                  <a:pt x="709858" y="85400"/>
                </a:lnTo>
                <a:lnTo>
                  <a:pt x="710112" y="84706"/>
                </a:lnTo>
                <a:lnTo>
                  <a:pt x="710343" y="83998"/>
                </a:lnTo>
                <a:lnTo>
                  <a:pt x="710550" y="83276"/>
                </a:lnTo>
                <a:lnTo>
                  <a:pt x="710734" y="82541"/>
                </a:lnTo>
                <a:lnTo>
                  <a:pt x="710895" y="81792"/>
                </a:lnTo>
                <a:lnTo>
                  <a:pt x="711032" y="81031"/>
                </a:lnTo>
                <a:lnTo>
                  <a:pt x="711145" y="80255"/>
                </a:lnTo>
                <a:lnTo>
                  <a:pt x="698904" y="80255"/>
                </a:lnTo>
                <a:lnTo>
                  <a:pt x="698818" y="80670"/>
                </a:lnTo>
                <a:lnTo>
                  <a:pt x="698721" y="81077"/>
                </a:lnTo>
                <a:lnTo>
                  <a:pt x="698612" y="81474"/>
                </a:lnTo>
                <a:lnTo>
                  <a:pt x="698491" y="81863"/>
                </a:lnTo>
                <a:lnTo>
                  <a:pt x="698359" y="82243"/>
                </a:lnTo>
                <a:lnTo>
                  <a:pt x="698215" y="82615"/>
                </a:lnTo>
                <a:lnTo>
                  <a:pt x="698059" y="82977"/>
                </a:lnTo>
                <a:lnTo>
                  <a:pt x="697891" y="83331"/>
                </a:lnTo>
                <a:lnTo>
                  <a:pt x="697711" y="83676"/>
                </a:lnTo>
                <a:lnTo>
                  <a:pt x="697519" y="84013"/>
                </a:lnTo>
                <a:lnTo>
                  <a:pt x="697316" y="84341"/>
                </a:lnTo>
                <a:lnTo>
                  <a:pt x="697101" y="84660"/>
                </a:lnTo>
                <a:lnTo>
                  <a:pt x="696874" y="84970"/>
                </a:lnTo>
                <a:lnTo>
                  <a:pt x="696635" y="85271"/>
                </a:lnTo>
                <a:lnTo>
                  <a:pt x="696385" y="85564"/>
                </a:lnTo>
                <a:lnTo>
                  <a:pt x="696122" y="85848"/>
                </a:lnTo>
                <a:lnTo>
                  <a:pt x="695848" y="86123"/>
                </a:lnTo>
                <a:lnTo>
                  <a:pt x="695562" y="86390"/>
                </a:lnTo>
                <a:lnTo>
                  <a:pt x="695264" y="86648"/>
                </a:lnTo>
                <a:lnTo>
                  <a:pt x="694955" y="86897"/>
                </a:lnTo>
                <a:lnTo>
                  <a:pt x="694633" y="87137"/>
                </a:lnTo>
                <a:lnTo>
                  <a:pt x="694300" y="87369"/>
                </a:lnTo>
                <a:lnTo>
                  <a:pt x="693955" y="87592"/>
                </a:lnTo>
                <a:lnTo>
                  <a:pt x="693598" y="87806"/>
                </a:lnTo>
                <a:lnTo>
                  <a:pt x="693231" y="88011"/>
                </a:lnTo>
                <a:lnTo>
                  <a:pt x="692854" y="88208"/>
                </a:lnTo>
                <a:lnTo>
                  <a:pt x="692468" y="88396"/>
                </a:lnTo>
                <a:lnTo>
                  <a:pt x="692072" y="88575"/>
                </a:lnTo>
                <a:lnTo>
                  <a:pt x="691667" y="88745"/>
                </a:lnTo>
                <a:lnTo>
                  <a:pt x="691252" y="88907"/>
                </a:lnTo>
                <a:lnTo>
                  <a:pt x="690828" y="89060"/>
                </a:lnTo>
                <a:lnTo>
                  <a:pt x="690394" y="89204"/>
                </a:lnTo>
                <a:lnTo>
                  <a:pt x="689951" y="89339"/>
                </a:lnTo>
                <a:lnTo>
                  <a:pt x="689499" y="89466"/>
                </a:lnTo>
                <a:lnTo>
                  <a:pt x="689037" y="89584"/>
                </a:lnTo>
                <a:lnTo>
                  <a:pt x="688565" y="89693"/>
                </a:lnTo>
                <a:lnTo>
                  <a:pt x="688085" y="89793"/>
                </a:lnTo>
                <a:lnTo>
                  <a:pt x="687594" y="89885"/>
                </a:lnTo>
                <a:lnTo>
                  <a:pt x="687095" y="89968"/>
                </a:lnTo>
                <a:lnTo>
                  <a:pt x="686586" y="90042"/>
                </a:lnTo>
                <a:lnTo>
                  <a:pt x="686067" y="90108"/>
                </a:lnTo>
                <a:lnTo>
                  <a:pt x="685539" y="90165"/>
                </a:lnTo>
                <a:lnTo>
                  <a:pt x="685001" y="90213"/>
                </a:lnTo>
                <a:lnTo>
                  <a:pt x="684454" y="90252"/>
                </a:lnTo>
                <a:lnTo>
                  <a:pt x="683898" y="90282"/>
                </a:lnTo>
                <a:lnTo>
                  <a:pt x="683332" y="90304"/>
                </a:lnTo>
                <a:lnTo>
                  <a:pt x="682757" y="90317"/>
                </a:lnTo>
                <a:lnTo>
                  <a:pt x="682172" y="90322"/>
                </a:lnTo>
                <a:lnTo>
                  <a:pt x="681487" y="90314"/>
                </a:lnTo>
                <a:lnTo>
                  <a:pt x="680816" y="90289"/>
                </a:lnTo>
                <a:lnTo>
                  <a:pt x="680157" y="90248"/>
                </a:lnTo>
                <a:lnTo>
                  <a:pt x="679512" y="90191"/>
                </a:lnTo>
                <a:lnTo>
                  <a:pt x="678880" y="90118"/>
                </a:lnTo>
                <a:lnTo>
                  <a:pt x="678261" y="90028"/>
                </a:lnTo>
                <a:lnTo>
                  <a:pt x="677655" y="89923"/>
                </a:lnTo>
                <a:lnTo>
                  <a:pt x="677063" y="89800"/>
                </a:lnTo>
                <a:lnTo>
                  <a:pt x="676484" y="89662"/>
                </a:lnTo>
                <a:lnTo>
                  <a:pt x="675918" y="89507"/>
                </a:lnTo>
                <a:lnTo>
                  <a:pt x="675365" y="89336"/>
                </a:lnTo>
                <a:lnTo>
                  <a:pt x="674826" y="89149"/>
                </a:lnTo>
                <a:lnTo>
                  <a:pt x="674300" y="88945"/>
                </a:lnTo>
                <a:lnTo>
                  <a:pt x="673787" y="88725"/>
                </a:lnTo>
                <a:lnTo>
                  <a:pt x="673287" y="88489"/>
                </a:lnTo>
                <a:lnTo>
                  <a:pt x="672801" y="88236"/>
                </a:lnTo>
                <a:lnTo>
                  <a:pt x="672327" y="87967"/>
                </a:lnTo>
                <a:lnTo>
                  <a:pt x="671867" y="87682"/>
                </a:lnTo>
                <a:lnTo>
                  <a:pt x="671420" y="87381"/>
                </a:lnTo>
                <a:lnTo>
                  <a:pt x="670987" y="87063"/>
                </a:lnTo>
                <a:lnTo>
                  <a:pt x="670566" y="86729"/>
                </a:lnTo>
                <a:lnTo>
                  <a:pt x="670159" y="86378"/>
                </a:lnTo>
                <a:lnTo>
                  <a:pt x="669765" y="86012"/>
                </a:lnTo>
                <a:lnTo>
                  <a:pt x="669384" y="85629"/>
                </a:lnTo>
                <a:lnTo>
                  <a:pt x="669018" y="85231"/>
                </a:lnTo>
                <a:lnTo>
                  <a:pt x="668668" y="84818"/>
                </a:lnTo>
                <a:lnTo>
                  <a:pt x="668333" y="84391"/>
                </a:lnTo>
                <a:lnTo>
                  <a:pt x="668013" y="83949"/>
                </a:lnTo>
                <a:lnTo>
                  <a:pt x="667709" y="83493"/>
                </a:lnTo>
                <a:lnTo>
                  <a:pt x="667421" y="83023"/>
                </a:lnTo>
                <a:lnTo>
                  <a:pt x="667148" y="82538"/>
                </a:lnTo>
                <a:lnTo>
                  <a:pt x="666891" y="82039"/>
                </a:lnTo>
                <a:lnTo>
                  <a:pt x="666650" y="81526"/>
                </a:lnTo>
                <a:lnTo>
                  <a:pt x="666424" y="80998"/>
                </a:lnTo>
                <a:lnTo>
                  <a:pt x="666214" y="80455"/>
                </a:lnTo>
                <a:lnTo>
                  <a:pt x="666019" y="79899"/>
                </a:lnTo>
                <a:lnTo>
                  <a:pt x="665840" y="79327"/>
                </a:lnTo>
                <a:lnTo>
                  <a:pt x="665676" y="78742"/>
                </a:lnTo>
                <a:lnTo>
                  <a:pt x="665528" y="78142"/>
                </a:lnTo>
                <a:lnTo>
                  <a:pt x="665396" y="77528"/>
                </a:lnTo>
                <a:lnTo>
                  <a:pt x="665279" y="76899"/>
                </a:lnTo>
                <a:lnTo>
                  <a:pt x="665177" y="76256"/>
                </a:lnTo>
                <a:lnTo>
                  <a:pt x="665092" y="75598"/>
                </a:lnTo>
                <a:lnTo>
                  <a:pt x="665022" y="74926"/>
                </a:lnTo>
                <a:lnTo>
                  <a:pt x="664967" y="74240"/>
                </a:lnTo>
                <a:lnTo>
                  <a:pt x="664928" y="73539"/>
                </a:lnTo>
                <a:lnTo>
                  <a:pt x="664905" y="72823"/>
                </a:lnTo>
                <a:lnTo>
                  <a:pt x="664897" y="72094"/>
                </a:lnTo>
                <a:lnTo>
                  <a:pt x="664897" y="64883"/>
                </a:lnTo>
                <a:lnTo>
                  <a:pt x="711417" y="64883"/>
                </a:lnTo>
                <a:lnTo>
                  <a:pt x="711417" y="51689"/>
                </a:lnTo>
                <a:lnTo>
                  <a:pt x="711411" y="50967"/>
                </a:lnTo>
                <a:lnTo>
                  <a:pt x="711392" y="50254"/>
                </a:lnTo>
                <a:lnTo>
                  <a:pt x="711361" y="49548"/>
                </a:lnTo>
                <a:lnTo>
                  <a:pt x="711317" y="48851"/>
                </a:lnTo>
                <a:lnTo>
                  <a:pt x="711261" y="48162"/>
                </a:lnTo>
                <a:lnTo>
                  <a:pt x="711192" y="47481"/>
                </a:lnTo>
                <a:lnTo>
                  <a:pt x="711111" y="46807"/>
                </a:lnTo>
                <a:lnTo>
                  <a:pt x="711017" y="46142"/>
                </a:lnTo>
                <a:lnTo>
                  <a:pt x="710910" y="45485"/>
                </a:lnTo>
                <a:lnTo>
                  <a:pt x="710791" y="44836"/>
                </a:lnTo>
                <a:lnTo>
                  <a:pt x="710660" y="44195"/>
                </a:lnTo>
                <a:lnTo>
                  <a:pt x="710516" y="43562"/>
                </a:lnTo>
                <a:lnTo>
                  <a:pt x="710359" y="42937"/>
                </a:lnTo>
                <a:lnTo>
                  <a:pt x="710190" y="42320"/>
                </a:lnTo>
                <a:lnTo>
                  <a:pt x="710009" y="41711"/>
                </a:lnTo>
                <a:lnTo>
                  <a:pt x="709815" y="41110"/>
                </a:lnTo>
                <a:lnTo>
                  <a:pt x="709608" y="40517"/>
                </a:lnTo>
                <a:lnTo>
                  <a:pt x="709389" y="39932"/>
                </a:lnTo>
                <a:lnTo>
                  <a:pt x="709158" y="39355"/>
                </a:lnTo>
                <a:lnTo>
                  <a:pt x="708914" y="38786"/>
                </a:lnTo>
                <a:lnTo>
                  <a:pt x="708657" y="38225"/>
                </a:lnTo>
                <a:lnTo>
                  <a:pt x="708388" y="37672"/>
                </a:lnTo>
                <a:lnTo>
                  <a:pt x="708106" y="37127"/>
                </a:lnTo>
                <a:lnTo>
                  <a:pt x="707812" y="36591"/>
                </a:lnTo>
                <a:lnTo>
                  <a:pt x="707507" y="36063"/>
                </a:lnTo>
                <a:lnTo>
                  <a:pt x="707191" y="35545"/>
                </a:lnTo>
                <a:lnTo>
                  <a:pt x="706864" y="35037"/>
                </a:lnTo>
                <a:lnTo>
                  <a:pt x="706528" y="34539"/>
                </a:lnTo>
                <a:lnTo>
                  <a:pt x="706181" y="34051"/>
                </a:lnTo>
                <a:lnTo>
                  <a:pt x="705823" y="33573"/>
                </a:lnTo>
                <a:lnTo>
                  <a:pt x="705455" y="33105"/>
                </a:lnTo>
                <a:lnTo>
                  <a:pt x="705077" y="32646"/>
                </a:lnTo>
                <a:lnTo>
                  <a:pt x="704688" y="32198"/>
                </a:lnTo>
                <a:lnTo>
                  <a:pt x="704289" y="31759"/>
                </a:lnTo>
                <a:lnTo>
                  <a:pt x="703880" y="31331"/>
                </a:lnTo>
                <a:lnTo>
                  <a:pt x="703460" y="30912"/>
                </a:lnTo>
                <a:lnTo>
                  <a:pt x="703030" y="30503"/>
                </a:lnTo>
                <a:lnTo>
                  <a:pt x="702589" y="30104"/>
                </a:lnTo>
                <a:lnTo>
                  <a:pt x="702138" y="29715"/>
                </a:lnTo>
                <a:lnTo>
                  <a:pt x="701677" y="29336"/>
                </a:lnTo>
                <a:lnTo>
                  <a:pt x="701205" y="28967"/>
                </a:lnTo>
                <a:lnTo>
                  <a:pt x="700722" y="28608"/>
                </a:lnTo>
                <a:lnTo>
                  <a:pt x="700230" y="28259"/>
                </a:lnTo>
                <a:lnTo>
                  <a:pt x="699727" y="27919"/>
                </a:lnTo>
                <a:lnTo>
                  <a:pt x="699213" y="27590"/>
                </a:lnTo>
                <a:lnTo>
                  <a:pt x="698689" y="27270"/>
                </a:lnTo>
                <a:lnTo>
                  <a:pt x="698155" y="26961"/>
                </a:lnTo>
                <a:lnTo>
                  <a:pt x="697610" y="26661"/>
                </a:lnTo>
                <a:lnTo>
                  <a:pt x="697057" y="26372"/>
                </a:lnTo>
                <a:lnTo>
                  <a:pt x="696495" y="26096"/>
                </a:lnTo>
                <a:lnTo>
                  <a:pt x="695926" y="25832"/>
                </a:lnTo>
                <a:lnTo>
                  <a:pt x="695349" y="25580"/>
                </a:lnTo>
                <a:lnTo>
                  <a:pt x="694764" y="25341"/>
                </a:lnTo>
                <a:lnTo>
                  <a:pt x="694172" y="25114"/>
                </a:lnTo>
                <a:lnTo>
                  <a:pt x="693572" y="24899"/>
                </a:lnTo>
                <a:lnTo>
                  <a:pt x="692963" y="24696"/>
                </a:lnTo>
                <a:lnTo>
                  <a:pt x="692347" y="24506"/>
                </a:lnTo>
                <a:lnTo>
                  <a:pt x="691724" y="24328"/>
                </a:lnTo>
                <a:lnTo>
                  <a:pt x="691092" y="24162"/>
                </a:lnTo>
                <a:lnTo>
                  <a:pt x="690453" y="24008"/>
                </a:lnTo>
                <a:lnTo>
                  <a:pt x="689806" y="23867"/>
                </a:lnTo>
                <a:lnTo>
                  <a:pt x="689151" y="23738"/>
                </a:lnTo>
                <a:lnTo>
                  <a:pt x="688488" y="23622"/>
                </a:lnTo>
                <a:lnTo>
                  <a:pt x="687817" y="23517"/>
                </a:lnTo>
                <a:lnTo>
                  <a:pt x="687139" y="23425"/>
                </a:lnTo>
                <a:lnTo>
                  <a:pt x="686453" y="23345"/>
                </a:lnTo>
                <a:lnTo>
                  <a:pt x="685759" y="23278"/>
                </a:lnTo>
                <a:lnTo>
                  <a:pt x="685057" y="23222"/>
                </a:lnTo>
                <a:lnTo>
                  <a:pt x="684348" y="23179"/>
                </a:lnTo>
                <a:lnTo>
                  <a:pt x="683630" y="23149"/>
                </a:lnTo>
                <a:lnTo>
                  <a:pt x="682905" y="23130"/>
                </a:lnTo>
                <a:lnTo>
                  <a:pt x="682172" y="23124"/>
                </a:lnTo>
                <a:lnTo>
                  <a:pt x="681439" y="23130"/>
                </a:lnTo>
                <a:lnTo>
                  <a:pt x="680714" y="23149"/>
                </a:lnTo>
                <a:lnTo>
                  <a:pt x="679997" y="23179"/>
                </a:lnTo>
                <a:lnTo>
                  <a:pt x="679287" y="23222"/>
                </a:lnTo>
                <a:lnTo>
                  <a:pt x="678585" y="23278"/>
                </a:lnTo>
                <a:lnTo>
                  <a:pt x="677891" y="23345"/>
                </a:lnTo>
                <a:lnTo>
                  <a:pt x="677205" y="23425"/>
                </a:lnTo>
                <a:lnTo>
                  <a:pt x="676527" y="23517"/>
                </a:lnTo>
                <a:lnTo>
                  <a:pt x="675856" y="23622"/>
                </a:lnTo>
                <a:lnTo>
                  <a:pt x="675193" y="23738"/>
                </a:lnTo>
                <a:lnTo>
                  <a:pt x="674538" y="23867"/>
                </a:lnTo>
                <a:lnTo>
                  <a:pt x="673891" y="24008"/>
                </a:lnTo>
                <a:lnTo>
                  <a:pt x="673252" y="24162"/>
                </a:lnTo>
                <a:lnTo>
                  <a:pt x="672620" y="24328"/>
                </a:lnTo>
                <a:lnTo>
                  <a:pt x="671996" y="24506"/>
                </a:lnTo>
                <a:lnTo>
                  <a:pt x="671380" y="24696"/>
                </a:lnTo>
                <a:lnTo>
                  <a:pt x="670772" y="24899"/>
                </a:lnTo>
                <a:lnTo>
                  <a:pt x="670171" y="25114"/>
                </a:lnTo>
                <a:lnTo>
                  <a:pt x="669578" y="25341"/>
                </a:lnTo>
                <a:lnTo>
                  <a:pt x="668993" y="25580"/>
                </a:lnTo>
                <a:lnTo>
                  <a:pt x="668416" y="25832"/>
                </a:lnTo>
                <a:lnTo>
                  <a:pt x="667847" y="26096"/>
                </a:lnTo>
                <a:lnTo>
                  <a:pt x="667285" y="26372"/>
                </a:lnTo>
                <a:lnTo>
                  <a:pt x="666732" y="26661"/>
                </a:lnTo>
                <a:lnTo>
                  <a:pt x="666187" y="26961"/>
                </a:lnTo>
                <a:lnTo>
                  <a:pt x="665653" y="27270"/>
                </a:lnTo>
                <a:lnTo>
                  <a:pt x="665129" y="27590"/>
                </a:lnTo>
                <a:lnTo>
                  <a:pt x="664616" y="27919"/>
                </a:lnTo>
                <a:lnTo>
                  <a:pt x="664113" y="28259"/>
                </a:lnTo>
                <a:lnTo>
                  <a:pt x="663621" y="28608"/>
                </a:lnTo>
                <a:lnTo>
                  <a:pt x="663138" y="28967"/>
                </a:lnTo>
                <a:lnTo>
                  <a:pt x="662667" y="29336"/>
                </a:lnTo>
                <a:lnTo>
                  <a:pt x="662205" y="29715"/>
                </a:lnTo>
                <a:lnTo>
                  <a:pt x="661754" y="30104"/>
                </a:lnTo>
                <a:lnTo>
                  <a:pt x="661313" y="30503"/>
                </a:lnTo>
                <a:lnTo>
                  <a:pt x="660883" y="30912"/>
                </a:lnTo>
                <a:lnTo>
                  <a:pt x="660463" y="31331"/>
                </a:lnTo>
                <a:lnTo>
                  <a:pt x="660054" y="31759"/>
                </a:lnTo>
                <a:lnTo>
                  <a:pt x="659655" y="32198"/>
                </a:lnTo>
                <a:lnTo>
                  <a:pt x="659266" y="32646"/>
                </a:lnTo>
                <a:lnTo>
                  <a:pt x="658888" y="33105"/>
                </a:lnTo>
                <a:lnTo>
                  <a:pt x="658520" y="33573"/>
                </a:lnTo>
                <a:lnTo>
                  <a:pt x="658162" y="34051"/>
                </a:lnTo>
                <a:lnTo>
                  <a:pt x="657815" y="34539"/>
                </a:lnTo>
                <a:lnTo>
                  <a:pt x="657478" y="35037"/>
                </a:lnTo>
                <a:lnTo>
                  <a:pt x="657152" y="35545"/>
                </a:lnTo>
                <a:lnTo>
                  <a:pt x="656836" y="36063"/>
                </a:lnTo>
                <a:lnTo>
                  <a:pt x="656530" y="36591"/>
                </a:lnTo>
                <a:lnTo>
                  <a:pt x="656236" y="37127"/>
                </a:lnTo>
                <a:lnTo>
                  <a:pt x="655955" y="37672"/>
                </a:lnTo>
                <a:lnTo>
                  <a:pt x="655686" y="38225"/>
                </a:lnTo>
                <a:lnTo>
                  <a:pt x="655429" y="38786"/>
                </a:lnTo>
                <a:lnTo>
                  <a:pt x="655185" y="39355"/>
                </a:lnTo>
                <a:lnTo>
                  <a:pt x="654954" y="39932"/>
                </a:lnTo>
                <a:lnTo>
                  <a:pt x="654735" y="40517"/>
                </a:lnTo>
                <a:lnTo>
                  <a:pt x="654528" y="41110"/>
                </a:lnTo>
                <a:lnTo>
                  <a:pt x="654334" y="41711"/>
                </a:lnTo>
                <a:lnTo>
                  <a:pt x="654153" y="42320"/>
                </a:lnTo>
                <a:lnTo>
                  <a:pt x="653984" y="42937"/>
                </a:lnTo>
                <a:lnTo>
                  <a:pt x="653828" y="43562"/>
                </a:lnTo>
                <a:lnTo>
                  <a:pt x="653684" y="44195"/>
                </a:lnTo>
                <a:lnTo>
                  <a:pt x="653552" y="44836"/>
                </a:lnTo>
                <a:lnTo>
                  <a:pt x="653434" y="45485"/>
                </a:lnTo>
                <a:lnTo>
                  <a:pt x="653327" y="46142"/>
                </a:lnTo>
                <a:lnTo>
                  <a:pt x="653233" y="46807"/>
                </a:lnTo>
                <a:lnTo>
                  <a:pt x="653152" y="47481"/>
                </a:lnTo>
                <a:lnTo>
                  <a:pt x="653083" y="48162"/>
                </a:lnTo>
                <a:lnTo>
                  <a:pt x="653027" y="48851"/>
                </a:lnTo>
                <a:lnTo>
                  <a:pt x="652983" y="49548"/>
                </a:lnTo>
                <a:lnTo>
                  <a:pt x="652952" y="50254"/>
                </a:lnTo>
                <a:lnTo>
                  <a:pt x="652933" y="50967"/>
                </a:lnTo>
                <a:lnTo>
                  <a:pt x="652927" y="51689"/>
                </a:lnTo>
                <a:lnTo>
                  <a:pt x="652927" y="72094"/>
                </a:lnTo>
                <a:lnTo>
                  <a:pt x="652933" y="72804"/>
                </a:lnTo>
                <a:lnTo>
                  <a:pt x="652952" y="73508"/>
                </a:lnTo>
                <a:lnTo>
                  <a:pt x="652983" y="74203"/>
                </a:lnTo>
                <a:lnTo>
                  <a:pt x="653027" y="74892"/>
                </a:lnTo>
                <a:lnTo>
                  <a:pt x="653083" y="75573"/>
                </a:lnTo>
                <a:lnTo>
                  <a:pt x="653152" y="76247"/>
                </a:lnTo>
                <a:lnTo>
                  <a:pt x="653233" y="76914"/>
                </a:lnTo>
                <a:lnTo>
                  <a:pt x="653327" y="77573"/>
                </a:lnTo>
                <a:lnTo>
                  <a:pt x="653434" y="78225"/>
                </a:lnTo>
                <a:lnTo>
                  <a:pt x="653552" y="78870"/>
                </a:lnTo>
                <a:lnTo>
                  <a:pt x="653684" y="79507"/>
                </a:lnTo>
                <a:lnTo>
                  <a:pt x="653828" y="80137"/>
                </a:lnTo>
                <a:lnTo>
                  <a:pt x="653984" y="80759"/>
                </a:lnTo>
                <a:lnTo>
                  <a:pt x="654153" y="81375"/>
                </a:lnTo>
                <a:lnTo>
                  <a:pt x="654334" y="81983"/>
                </a:lnTo>
                <a:lnTo>
                  <a:pt x="654528" y="82583"/>
                </a:lnTo>
                <a:lnTo>
                  <a:pt x="654735" y="83177"/>
                </a:lnTo>
                <a:lnTo>
                  <a:pt x="654954" y="83763"/>
                </a:lnTo>
                <a:lnTo>
                  <a:pt x="655185" y="84342"/>
                </a:lnTo>
                <a:lnTo>
                  <a:pt x="655429" y="84913"/>
                </a:lnTo>
                <a:lnTo>
                  <a:pt x="655686" y="85477"/>
                </a:lnTo>
                <a:lnTo>
                  <a:pt x="655955" y="86034"/>
                </a:lnTo>
                <a:lnTo>
                  <a:pt x="656236" y="86583"/>
                </a:lnTo>
                <a:lnTo>
                  <a:pt x="656530" y="87125"/>
                </a:lnTo>
                <a:lnTo>
                  <a:pt x="656836" y="87659"/>
                </a:lnTo>
                <a:lnTo>
                  <a:pt x="657152" y="88182"/>
                </a:lnTo>
                <a:lnTo>
                  <a:pt x="657478" y="88694"/>
                </a:lnTo>
                <a:lnTo>
                  <a:pt x="657815" y="89197"/>
                </a:lnTo>
                <a:lnTo>
                  <a:pt x="658162" y="89690"/>
                </a:lnTo>
                <a:lnTo>
                  <a:pt x="658520" y="90172"/>
                </a:lnTo>
                <a:lnTo>
                  <a:pt x="658888" y="90645"/>
                </a:lnTo>
                <a:lnTo>
                  <a:pt x="659266" y="91107"/>
                </a:lnTo>
                <a:lnTo>
                  <a:pt x="659655" y="91559"/>
                </a:lnTo>
                <a:lnTo>
                  <a:pt x="660054" y="92001"/>
                </a:lnTo>
                <a:lnTo>
                  <a:pt x="660463" y="92432"/>
                </a:lnTo>
                <a:lnTo>
                  <a:pt x="660883" y="92854"/>
                </a:lnTo>
                <a:lnTo>
                  <a:pt x="661313" y="93265"/>
                </a:lnTo>
                <a:lnTo>
                  <a:pt x="661754" y="93667"/>
                </a:lnTo>
                <a:lnTo>
                  <a:pt x="662205" y="94058"/>
                </a:lnTo>
                <a:lnTo>
                  <a:pt x="662667" y="94439"/>
                </a:lnTo>
                <a:lnTo>
                  <a:pt x="663138" y="94810"/>
                </a:lnTo>
                <a:lnTo>
                  <a:pt x="663621" y="95170"/>
                </a:lnTo>
                <a:lnTo>
                  <a:pt x="664113" y="95521"/>
                </a:lnTo>
                <a:lnTo>
                  <a:pt x="664616" y="95861"/>
                </a:lnTo>
                <a:lnTo>
                  <a:pt x="665129" y="96192"/>
                </a:lnTo>
                <a:lnTo>
                  <a:pt x="665653" y="96512"/>
                </a:lnTo>
                <a:lnTo>
                  <a:pt x="666187" y="96822"/>
                </a:lnTo>
                <a:lnTo>
                  <a:pt x="666732" y="97121"/>
                </a:lnTo>
                <a:lnTo>
                  <a:pt x="667285" y="97410"/>
                </a:lnTo>
                <a:lnTo>
                  <a:pt x="667847" y="97686"/>
                </a:lnTo>
                <a:lnTo>
                  <a:pt x="668416" y="97950"/>
                </a:lnTo>
                <a:lnTo>
                  <a:pt x="668993" y="98202"/>
                </a:lnTo>
                <a:lnTo>
                  <a:pt x="669578" y="98442"/>
                </a:lnTo>
                <a:lnTo>
                  <a:pt x="670171" y="98669"/>
                </a:lnTo>
                <a:lnTo>
                  <a:pt x="670772" y="98884"/>
                </a:lnTo>
                <a:lnTo>
                  <a:pt x="671380" y="99086"/>
                </a:lnTo>
                <a:lnTo>
                  <a:pt x="671996" y="99277"/>
                </a:lnTo>
                <a:lnTo>
                  <a:pt x="672620" y="99455"/>
                </a:lnTo>
                <a:lnTo>
                  <a:pt x="673252" y="99621"/>
                </a:lnTo>
                <a:lnTo>
                  <a:pt x="673891" y="99774"/>
                </a:lnTo>
                <a:lnTo>
                  <a:pt x="674538" y="99915"/>
                </a:lnTo>
                <a:lnTo>
                  <a:pt x="675193" y="100044"/>
                </a:lnTo>
                <a:lnTo>
                  <a:pt x="675856" y="100161"/>
                </a:lnTo>
                <a:lnTo>
                  <a:pt x="676527" y="100265"/>
                </a:lnTo>
                <a:lnTo>
                  <a:pt x="677205" y="100357"/>
                </a:lnTo>
                <a:lnTo>
                  <a:pt x="677891" y="100437"/>
                </a:lnTo>
                <a:lnTo>
                  <a:pt x="678585" y="100505"/>
                </a:lnTo>
                <a:lnTo>
                  <a:pt x="679287" y="100560"/>
                </a:lnTo>
                <a:lnTo>
                  <a:pt x="679997" y="100603"/>
                </a:lnTo>
                <a:lnTo>
                  <a:pt x="680714" y="100634"/>
                </a:lnTo>
                <a:lnTo>
                  <a:pt x="681439" y="100652"/>
                </a:lnTo>
                <a:lnTo>
                  <a:pt x="682172" y="100658"/>
                </a:lnTo>
                <a:lnTo>
                  <a:pt x="683151" y="100649"/>
                </a:lnTo>
                <a:lnTo>
                  <a:pt x="684117" y="100620"/>
                </a:lnTo>
                <a:lnTo>
                  <a:pt x="685070" y="100572"/>
                </a:lnTo>
                <a:lnTo>
                  <a:pt x="686009" y="100505"/>
                </a:lnTo>
                <a:close/>
                <a:moveTo>
                  <a:pt x="664928" y="50244"/>
                </a:moveTo>
                <a:lnTo>
                  <a:pt x="664967" y="49542"/>
                </a:lnTo>
                <a:lnTo>
                  <a:pt x="665022" y="48855"/>
                </a:lnTo>
                <a:lnTo>
                  <a:pt x="665092" y="48182"/>
                </a:lnTo>
                <a:lnTo>
                  <a:pt x="665177" y="47524"/>
                </a:lnTo>
                <a:lnTo>
                  <a:pt x="665279" y="46879"/>
                </a:lnTo>
                <a:lnTo>
                  <a:pt x="665396" y="46248"/>
                </a:lnTo>
                <a:lnTo>
                  <a:pt x="665528" y="45632"/>
                </a:lnTo>
                <a:lnTo>
                  <a:pt x="665676" y="45030"/>
                </a:lnTo>
                <a:lnTo>
                  <a:pt x="665840" y="44442"/>
                </a:lnTo>
                <a:lnTo>
                  <a:pt x="666019" y="43868"/>
                </a:lnTo>
                <a:lnTo>
                  <a:pt x="666214" y="43309"/>
                </a:lnTo>
                <a:lnTo>
                  <a:pt x="666424" y="42763"/>
                </a:lnTo>
                <a:lnTo>
                  <a:pt x="666650" y="42232"/>
                </a:lnTo>
                <a:lnTo>
                  <a:pt x="666891" y="41715"/>
                </a:lnTo>
                <a:lnTo>
                  <a:pt x="667148" y="41212"/>
                </a:lnTo>
                <a:lnTo>
                  <a:pt x="667421" y="40723"/>
                </a:lnTo>
                <a:lnTo>
                  <a:pt x="667709" y="40248"/>
                </a:lnTo>
                <a:lnTo>
                  <a:pt x="668013" y="39788"/>
                </a:lnTo>
                <a:lnTo>
                  <a:pt x="668333" y="39341"/>
                </a:lnTo>
                <a:lnTo>
                  <a:pt x="668668" y="38909"/>
                </a:lnTo>
                <a:lnTo>
                  <a:pt x="669018" y="38491"/>
                </a:lnTo>
                <a:lnTo>
                  <a:pt x="669384" y="38087"/>
                </a:lnTo>
                <a:lnTo>
                  <a:pt x="669765" y="37699"/>
                </a:lnTo>
                <a:lnTo>
                  <a:pt x="670159" y="37327"/>
                </a:lnTo>
                <a:lnTo>
                  <a:pt x="670566" y="36971"/>
                </a:lnTo>
                <a:lnTo>
                  <a:pt x="670987" y="36632"/>
                </a:lnTo>
                <a:lnTo>
                  <a:pt x="671420" y="36310"/>
                </a:lnTo>
                <a:lnTo>
                  <a:pt x="671867" y="36004"/>
                </a:lnTo>
                <a:lnTo>
                  <a:pt x="672327" y="35715"/>
                </a:lnTo>
                <a:lnTo>
                  <a:pt x="672801" y="35442"/>
                </a:lnTo>
                <a:lnTo>
                  <a:pt x="673287" y="35186"/>
                </a:lnTo>
                <a:lnTo>
                  <a:pt x="673787" y="34946"/>
                </a:lnTo>
                <a:lnTo>
                  <a:pt x="674300" y="34723"/>
                </a:lnTo>
                <a:lnTo>
                  <a:pt x="674826" y="34516"/>
                </a:lnTo>
                <a:lnTo>
                  <a:pt x="675365" y="34326"/>
                </a:lnTo>
                <a:lnTo>
                  <a:pt x="675918" y="34152"/>
                </a:lnTo>
                <a:lnTo>
                  <a:pt x="676484" y="33995"/>
                </a:lnTo>
                <a:lnTo>
                  <a:pt x="677063" y="33855"/>
                </a:lnTo>
                <a:lnTo>
                  <a:pt x="677655" y="33731"/>
                </a:lnTo>
                <a:lnTo>
                  <a:pt x="678261" y="33623"/>
                </a:lnTo>
                <a:lnTo>
                  <a:pt x="678880" y="33532"/>
                </a:lnTo>
                <a:lnTo>
                  <a:pt x="679512" y="33458"/>
                </a:lnTo>
                <a:lnTo>
                  <a:pt x="680157" y="33400"/>
                </a:lnTo>
                <a:lnTo>
                  <a:pt x="680816" y="33359"/>
                </a:lnTo>
                <a:lnTo>
                  <a:pt x="681487" y="33334"/>
                </a:lnTo>
                <a:lnTo>
                  <a:pt x="682172" y="33326"/>
                </a:lnTo>
                <a:lnTo>
                  <a:pt x="682868" y="33334"/>
                </a:lnTo>
                <a:lnTo>
                  <a:pt x="683550" y="33359"/>
                </a:lnTo>
                <a:lnTo>
                  <a:pt x="684218" y="33400"/>
                </a:lnTo>
                <a:lnTo>
                  <a:pt x="684872" y="33458"/>
                </a:lnTo>
                <a:lnTo>
                  <a:pt x="685512" y="33532"/>
                </a:lnTo>
                <a:lnTo>
                  <a:pt x="686138" y="33623"/>
                </a:lnTo>
                <a:lnTo>
                  <a:pt x="686750" y="33731"/>
                </a:lnTo>
                <a:lnTo>
                  <a:pt x="687348" y="33855"/>
                </a:lnTo>
                <a:lnTo>
                  <a:pt x="687933" y="33995"/>
                </a:lnTo>
                <a:lnTo>
                  <a:pt x="688503" y="34152"/>
                </a:lnTo>
                <a:lnTo>
                  <a:pt x="689060" y="34326"/>
                </a:lnTo>
                <a:lnTo>
                  <a:pt x="689602" y="34516"/>
                </a:lnTo>
                <a:lnTo>
                  <a:pt x="690131" y="34723"/>
                </a:lnTo>
                <a:lnTo>
                  <a:pt x="690646" y="34946"/>
                </a:lnTo>
                <a:lnTo>
                  <a:pt x="691146" y="35186"/>
                </a:lnTo>
                <a:lnTo>
                  <a:pt x="691633" y="35442"/>
                </a:lnTo>
                <a:lnTo>
                  <a:pt x="692106" y="35715"/>
                </a:lnTo>
                <a:lnTo>
                  <a:pt x="692565" y="36004"/>
                </a:lnTo>
                <a:lnTo>
                  <a:pt x="693010" y="36310"/>
                </a:lnTo>
                <a:lnTo>
                  <a:pt x="693441" y="36632"/>
                </a:lnTo>
                <a:lnTo>
                  <a:pt x="693858" y="36971"/>
                </a:lnTo>
                <a:lnTo>
                  <a:pt x="694262" y="37327"/>
                </a:lnTo>
                <a:lnTo>
                  <a:pt x="694651" y="37699"/>
                </a:lnTo>
                <a:lnTo>
                  <a:pt x="695026" y="38087"/>
                </a:lnTo>
                <a:lnTo>
                  <a:pt x="695387" y="38491"/>
                </a:lnTo>
                <a:lnTo>
                  <a:pt x="695732" y="38909"/>
                </a:lnTo>
                <a:lnTo>
                  <a:pt x="696062" y="39341"/>
                </a:lnTo>
                <a:lnTo>
                  <a:pt x="696377" y="39788"/>
                </a:lnTo>
                <a:lnTo>
                  <a:pt x="696676" y="40248"/>
                </a:lnTo>
                <a:lnTo>
                  <a:pt x="696960" y="40723"/>
                </a:lnTo>
                <a:lnTo>
                  <a:pt x="697229" y="41212"/>
                </a:lnTo>
                <a:lnTo>
                  <a:pt x="697482" y="41715"/>
                </a:lnTo>
                <a:lnTo>
                  <a:pt x="697720" y="42232"/>
                </a:lnTo>
                <a:lnTo>
                  <a:pt x="697943" y="42763"/>
                </a:lnTo>
                <a:lnTo>
                  <a:pt x="698150" y="43309"/>
                </a:lnTo>
                <a:lnTo>
                  <a:pt x="698342" y="43868"/>
                </a:lnTo>
                <a:lnTo>
                  <a:pt x="698519" y="44442"/>
                </a:lnTo>
                <a:lnTo>
                  <a:pt x="698680" y="45030"/>
                </a:lnTo>
                <a:lnTo>
                  <a:pt x="698826" y="45632"/>
                </a:lnTo>
                <a:lnTo>
                  <a:pt x="698956" y="46248"/>
                </a:lnTo>
                <a:lnTo>
                  <a:pt x="699071" y="46879"/>
                </a:lnTo>
                <a:lnTo>
                  <a:pt x="699171" y="47524"/>
                </a:lnTo>
                <a:lnTo>
                  <a:pt x="699255" y="48182"/>
                </a:lnTo>
                <a:lnTo>
                  <a:pt x="699325" y="48855"/>
                </a:lnTo>
                <a:lnTo>
                  <a:pt x="699378" y="49542"/>
                </a:lnTo>
                <a:lnTo>
                  <a:pt x="699417" y="50244"/>
                </a:lnTo>
                <a:lnTo>
                  <a:pt x="699440" y="50959"/>
                </a:lnTo>
                <a:lnTo>
                  <a:pt x="699447" y="51689"/>
                </a:lnTo>
                <a:lnTo>
                  <a:pt x="699447" y="55634"/>
                </a:lnTo>
                <a:lnTo>
                  <a:pt x="664897" y="55634"/>
                </a:lnTo>
                <a:lnTo>
                  <a:pt x="664897" y="51689"/>
                </a:lnTo>
                <a:lnTo>
                  <a:pt x="664905" y="50959"/>
                </a:lnTo>
                <a:lnTo>
                  <a:pt x="664928" y="502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9E12F8-7678-4A16-8DDD-9E726663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582" y="241987"/>
            <a:ext cx="270808" cy="270151"/>
          </a:xfrm>
          <a:custGeom xmlns:a="http://schemas.openxmlformats.org/drawingml/2006/main">
            <a:pathLst>
              <a:path w="270808" h="270151">
                <a:moveTo>
                  <a:pt x="270808" y="134759"/>
                </a:moveTo>
                <a:cubicBezTo>
                  <a:pt x="270808" y="143723"/>
                  <a:pt x="269517" y="152710"/>
                  <a:pt x="268227" y="161063"/>
                </a:cubicBezTo>
                <a:cubicBezTo>
                  <a:pt x="266303" y="170050"/>
                  <a:pt x="263745" y="178380"/>
                  <a:pt x="260531" y="186734"/>
                </a:cubicBezTo>
                <a:cubicBezTo>
                  <a:pt x="256682" y="194430"/>
                  <a:pt x="252834" y="202127"/>
                  <a:pt x="247695" y="209823"/>
                </a:cubicBezTo>
                <a:cubicBezTo>
                  <a:pt x="243213" y="216886"/>
                  <a:pt x="236784" y="224583"/>
                  <a:pt x="230378" y="231012"/>
                </a:cubicBezTo>
                <a:cubicBezTo>
                  <a:pt x="223949" y="237418"/>
                  <a:pt x="217543" y="242557"/>
                  <a:pt x="209846" y="247695"/>
                </a:cubicBezTo>
                <a:cubicBezTo>
                  <a:pt x="202783" y="252811"/>
                  <a:pt x="195087" y="256660"/>
                  <a:pt x="186734" y="259874"/>
                </a:cubicBezTo>
                <a:cubicBezTo>
                  <a:pt x="178403" y="263722"/>
                  <a:pt x="170050" y="266303"/>
                  <a:pt x="161063" y="267571"/>
                </a:cubicBezTo>
                <a:cubicBezTo>
                  <a:pt x="152733" y="269495"/>
                  <a:pt x="143746" y="270151"/>
                  <a:pt x="134759" y="270151"/>
                </a:cubicBezTo>
                <a:cubicBezTo>
                  <a:pt x="126428" y="270151"/>
                  <a:pt x="117441" y="269495"/>
                  <a:pt x="108454" y="267571"/>
                </a:cubicBezTo>
                <a:cubicBezTo>
                  <a:pt x="100124" y="266303"/>
                  <a:pt x="91771" y="263722"/>
                  <a:pt x="83418" y="259874"/>
                </a:cubicBezTo>
                <a:cubicBezTo>
                  <a:pt x="75087" y="256660"/>
                  <a:pt x="67391" y="252811"/>
                  <a:pt x="60328" y="247695"/>
                </a:cubicBezTo>
                <a:cubicBezTo>
                  <a:pt x="52631" y="242557"/>
                  <a:pt x="45569" y="237418"/>
                  <a:pt x="39796" y="231012"/>
                </a:cubicBezTo>
                <a:cubicBezTo>
                  <a:pt x="33367" y="224583"/>
                  <a:pt x="27595" y="216886"/>
                  <a:pt x="23112" y="209823"/>
                </a:cubicBezTo>
                <a:cubicBezTo>
                  <a:pt x="17974" y="202127"/>
                  <a:pt x="13492" y="194430"/>
                  <a:pt x="10277" y="186734"/>
                </a:cubicBezTo>
                <a:cubicBezTo>
                  <a:pt x="7063" y="178380"/>
                  <a:pt x="4505" y="170050"/>
                  <a:pt x="2581" y="161063"/>
                </a:cubicBezTo>
                <a:cubicBezTo>
                  <a:pt x="656" y="152710"/>
                  <a:pt x="0" y="143723"/>
                  <a:pt x="0" y="134759"/>
                </a:cubicBezTo>
                <a:cubicBezTo>
                  <a:pt x="0" y="125772"/>
                  <a:pt x="656" y="117419"/>
                  <a:pt x="2581" y="108432"/>
                </a:cubicBezTo>
                <a:cubicBezTo>
                  <a:pt x="4505" y="100101"/>
                  <a:pt x="7063" y="91114"/>
                  <a:pt x="10277" y="83418"/>
                </a:cubicBezTo>
                <a:cubicBezTo>
                  <a:pt x="13492" y="75065"/>
                  <a:pt x="17974" y="67368"/>
                  <a:pt x="23112" y="59671"/>
                </a:cubicBezTo>
                <a:cubicBezTo>
                  <a:pt x="27595" y="52609"/>
                  <a:pt x="33367" y="45546"/>
                  <a:pt x="39796" y="39140"/>
                </a:cubicBezTo>
                <a:cubicBezTo>
                  <a:pt x="45569" y="33367"/>
                  <a:pt x="52631" y="27595"/>
                  <a:pt x="60328" y="22456"/>
                </a:cubicBezTo>
                <a:cubicBezTo>
                  <a:pt x="67391" y="17951"/>
                  <a:pt x="75087" y="13469"/>
                  <a:pt x="83418" y="10255"/>
                </a:cubicBezTo>
                <a:cubicBezTo>
                  <a:pt x="91771" y="7063"/>
                  <a:pt x="100124" y="4482"/>
                  <a:pt x="108454" y="2558"/>
                </a:cubicBezTo>
                <a:cubicBezTo>
                  <a:pt x="117441" y="634"/>
                  <a:pt x="126428" y="0"/>
                  <a:pt x="134759" y="0"/>
                </a:cubicBezTo>
                <a:cubicBezTo>
                  <a:pt x="143746" y="0"/>
                  <a:pt x="152733" y="634"/>
                  <a:pt x="161063" y="2558"/>
                </a:cubicBezTo>
                <a:cubicBezTo>
                  <a:pt x="170050" y="4482"/>
                  <a:pt x="178403" y="7063"/>
                  <a:pt x="186734" y="10255"/>
                </a:cubicBezTo>
                <a:cubicBezTo>
                  <a:pt x="195087" y="13469"/>
                  <a:pt x="202783" y="17951"/>
                  <a:pt x="209846" y="22456"/>
                </a:cubicBezTo>
                <a:cubicBezTo>
                  <a:pt x="217543" y="27595"/>
                  <a:pt x="223949" y="33367"/>
                  <a:pt x="230378" y="39140"/>
                </a:cubicBezTo>
                <a:cubicBezTo>
                  <a:pt x="236784" y="45546"/>
                  <a:pt x="243213" y="52609"/>
                  <a:pt x="247695" y="59671"/>
                </a:cubicBezTo>
                <a:cubicBezTo>
                  <a:pt x="252834" y="67368"/>
                  <a:pt x="256682" y="75065"/>
                  <a:pt x="260531" y="83418"/>
                </a:cubicBezTo>
                <a:cubicBezTo>
                  <a:pt x="263745" y="91114"/>
                  <a:pt x="266303" y="100101"/>
                  <a:pt x="268227" y="108432"/>
                </a:cubicBezTo>
                <a:cubicBezTo>
                  <a:pt x="269517" y="117419"/>
                  <a:pt x="270808" y="125772"/>
                  <a:pt x="270808" y="134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914389-4E7B-4514-818C-8F0D3FDE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582" y="241987"/>
            <a:ext cx="270808" cy="270151"/>
          </a:xfrm>
          <a:custGeom xmlns:a="http://schemas.openxmlformats.org/drawingml/2006/main">
            <a:pathLst>
              <a:path w="270808" h="270151" fill="none">
                <a:moveTo>
                  <a:pt x="270808" y="134759"/>
                </a:moveTo>
                <a:cubicBezTo>
                  <a:pt x="270808" y="143723"/>
                  <a:pt x="269517" y="152710"/>
                  <a:pt x="268227" y="161063"/>
                </a:cubicBezTo>
                <a:cubicBezTo>
                  <a:pt x="266303" y="170050"/>
                  <a:pt x="263745" y="178380"/>
                  <a:pt x="260531" y="186734"/>
                </a:cubicBezTo>
                <a:cubicBezTo>
                  <a:pt x="256682" y="194430"/>
                  <a:pt x="252834" y="202127"/>
                  <a:pt x="247695" y="209823"/>
                </a:cubicBezTo>
                <a:cubicBezTo>
                  <a:pt x="243213" y="216886"/>
                  <a:pt x="236784" y="224583"/>
                  <a:pt x="230378" y="231012"/>
                </a:cubicBezTo>
                <a:cubicBezTo>
                  <a:pt x="223949" y="237418"/>
                  <a:pt x="217543" y="242557"/>
                  <a:pt x="209846" y="247695"/>
                </a:cubicBezTo>
                <a:cubicBezTo>
                  <a:pt x="202783" y="252811"/>
                  <a:pt x="195087" y="256660"/>
                  <a:pt x="186734" y="259874"/>
                </a:cubicBezTo>
                <a:cubicBezTo>
                  <a:pt x="178403" y="263722"/>
                  <a:pt x="170050" y="266303"/>
                  <a:pt x="161063" y="267571"/>
                </a:cubicBezTo>
                <a:cubicBezTo>
                  <a:pt x="152733" y="269495"/>
                  <a:pt x="143746" y="270151"/>
                  <a:pt x="134759" y="270151"/>
                </a:cubicBezTo>
                <a:cubicBezTo>
                  <a:pt x="126428" y="270151"/>
                  <a:pt x="117441" y="269495"/>
                  <a:pt x="108454" y="267571"/>
                </a:cubicBezTo>
                <a:cubicBezTo>
                  <a:pt x="100124" y="266303"/>
                  <a:pt x="91771" y="263722"/>
                  <a:pt x="83418" y="259874"/>
                </a:cubicBezTo>
                <a:cubicBezTo>
                  <a:pt x="75087" y="256660"/>
                  <a:pt x="67391" y="252811"/>
                  <a:pt x="60328" y="247695"/>
                </a:cubicBezTo>
                <a:cubicBezTo>
                  <a:pt x="52631" y="242557"/>
                  <a:pt x="45569" y="237418"/>
                  <a:pt x="39796" y="231012"/>
                </a:cubicBezTo>
                <a:cubicBezTo>
                  <a:pt x="33367" y="224583"/>
                  <a:pt x="27595" y="216886"/>
                  <a:pt x="23112" y="209823"/>
                </a:cubicBezTo>
                <a:cubicBezTo>
                  <a:pt x="17974" y="202127"/>
                  <a:pt x="13492" y="194430"/>
                  <a:pt x="10277" y="186734"/>
                </a:cubicBezTo>
                <a:cubicBezTo>
                  <a:pt x="7063" y="178380"/>
                  <a:pt x="4505" y="170050"/>
                  <a:pt x="2581" y="161063"/>
                </a:cubicBezTo>
                <a:cubicBezTo>
                  <a:pt x="656" y="152710"/>
                  <a:pt x="0" y="143723"/>
                  <a:pt x="0" y="134759"/>
                </a:cubicBezTo>
                <a:cubicBezTo>
                  <a:pt x="0" y="125772"/>
                  <a:pt x="656" y="117419"/>
                  <a:pt x="2581" y="108432"/>
                </a:cubicBezTo>
                <a:cubicBezTo>
                  <a:pt x="4505" y="100101"/>
                  <a:pt x="7063" y="91114"/>
                  <a:pt x="10277" y="83418"/>
                </a:cubicBezTo>
                <a:cubicBezTo>
                  <a:pt x="13492" y="75065"/>
                  <a:pt x="17974" y="67368"/>
                  <a:pt x="23112" y="59671"/>
                </a:cubicBezTo>
                <a:cubicBezTo>
                  <a:pt x="27595" y="52609"/>
                  <a:pt x="33367" y="45546"/>
                  <a:pt x="39796" y="39140"/>
                </a:cubicBezTo>
                <a:cubicBezTo>
                  <a:pt x="45569" y="33367"/>
                  <a:pt x="52631" y="27595"/>
                  <a:pt x="60328" y="22456"/>
                </a:cubicBezTo>
                <a:cubicBezTo>
                  <a:pt x="67391" y="17951"/>
                  <a:pt x="75087" y="13469"/>
                  <a:pt x="83418" y="10255"/>
                </a:cubicBezTo>
                <a:cubicBezTo>
                  <a:pt x="91771" y="7063"/>
                  <a:pt x="100124" y="4482"/>
                  <a:pt x="108454" y="2558"/>
                </a:cubicBezTo>
                <a:cubicBezTo>
                  <a:pt x="117441" y="634"/>
                  <a:pt x="126428" y="0"/>
                  <a:pt x="134759" y="0"/>
                </a:cubicBezTo>
                <a:cubicBezTo>
                  <a:pt x="143746" y="0"/>
                  <a:pt x="152733" y="634"/>
                  <a:pt x="161063" y="2558"/>
                </a:cubicBezTo>
                <a:cubicBezTo>
                  <a:pt x="170050" y="4482"/>
                  <a:pt x="178403" y="7063"/>
                  <a:pt x="186734" y="10255"/>
                </a:cubicBezTo>
                <a:cubicBezTo>
                  <a:pt x="195087" y="13469"/>
                  <a:pt x="202783" y="17951"/>
                  <a:pt x="209846" y="22456"/>
                </a:cubicBezTo>
                <a:cubicBezTo>
                  <a:pt x="217543" y="27595"/>
                  <a:pt x="223949" y="33367"/>
                  <a:pt x="230378" y="39140"/>
                </a:cubicBezTo>
                <a:cubicBezTo>
                  <a:pt x="236784" y="45546"/>
                  <a:pt x="243213" y="52609"/>
                  <a:pt x="247695" y="59671"/>
                </a:cubicBezTo>
                <a:cubicBezTo>
                  <a:pt x="252834" y="67368"/>
                  <a:pt x="256682" y="75065"/>
                  <a:pt x="260531" y="83418"/>
                </a:cubicBezTo>
                <a:cubicBezTo>
                  <a:pt x="263745" y="91114"/>
                  <a:pt x="266303" y="100101"/>
                  <a:pt x="268227" y="108432"/>
                </a:cubicBezTo>
                <a:cubicBezTo>
                  <a:pt x="269517" y="117419"/>
                  <a:pt x="270808" y="125772"/>
                  <a:pt x="270808" y="1347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3367" cap="flat">
            <a:solidFill>
              <a:srgbClr val="000000"/>
            </a:solidFill>
            <a:miter/>
          </a:ln>
        </p:spPr>
      </p:sp>
      <p:sp>
        <p:nvSpPr>
          <p:cNvPr id="93" name="Text Inject">
            <a:extLst xmlns:a="http://schemas.openxmlformats.org/drawingml/2006/main">
              <a:ext uri="{FF2B5EF4-FFF2-40B4-BE49-F238E27FC236}">
                <a16:creationId xmlns:a16="http://schemas.microsoft.com/office/drawing/2014/main" id="{E4E2EEDA-A368-4FCF-8004-D7B8A9A9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006" y="600746"/>
            <a:ext cx="586844" cy="162735"/>
          </a:xfrm>
          <a:custGeom xmlns:a="http://schemas.openxmlformats.org/drawingml/2006/main">
            <a:pathLst>
              <a:path w="586844" h="162735">
                <a:moveTo>
                  <a:pt x="255763" y="21720"/>
                </a:moveTo>
                <a:lnTo>
                  <a:pt x="256201" y="21685"/>
                </a:lnTo>
                <a:lnTo>
                  <a:pt x="256631" y="21639"/>
                </a:lnTo>
                <a:lnTo>
                  <a:pt x="257053" y="21584"/>
                </a:lnTo>
                <a:lnTo>
                  <a:pt x="257467" y="21519"/>
                </a:lnTo>
                <a:lnTo>
                  <a:pt x="257873" y="21444"/>
                </a:lnTo>
                <a:lnTo>
                  <a:pt x="258270" y="21358"/>
                </a:lnTo>
                <a:lnTo>
                  <a:pt x="258659" y="21263"/>
                </a:lnTo>
                <a:lnTo>
                  <a:pt x="259040" y="21158"/>
                </a:lnTo>
                <a:lnTo>
                  <a:pt x="259412" y="21042"/>
                </a:lnTo>
                <a:lnTo>
                  <a:pt x="259777" y="20917"/>
                </a:lnTo>
                <a:lnTo>
                  <a:pt x="260132" y="20781"/>
                </a:lnTo>
                <a:lnTo>
                  <a:pt x="260480" y="20636"/>
                </a:lnTo>
                <a:lnTo>
                  <a:pt x="260820" y="20480"/>
                </a:lnTo>
                <a:lnTo>
                  <a:pt x="261151" y="20315"/>
                </a:lnTo>
                <a:lnTo>
                  <a:pt x="261474" y="20139"/>
                </a:lnTo>
                <a:lnTo>
                  <a:pt x="261788" y="19953"/>
                </a:lnTo>
                <a:lnTo>
                  <a:pt x="262095" y="19757"/>
                </a:lnTo>
                <a:lnTo>
                  <a:pt x="262393" y="19552"/>
                </a:lnTo>
                <a:lnTo>
                  <a:pt x="262683" y="19336"/>
                </a:lnTo>
                <a:lnTo>
                  <a:pt x="262964" y="19110"/>
                </a:lnTo>
                <a:lnTo>
                  <a:pt x="263238" y="18874"/>
                </a:lnTo>
                <a:lnTo>
                  <a:pt x="263501" y="18630"/>
                </a:lnTo>
                <a:lnTo>
                  <a:pt x="263754" y="18378"/>
                </a:lnTo>
                <a:lnTo>
                  <a:pt x="263995" y="18120"/>
                </a:lnTo>
                <a:lnTo>
                  <a:pt x="264225" y="17854"/>
                </a:lnTo>
                <a:lnTo>
                  <a:pt x="264444" y="17581"/>
                </a:lnTo>
                <a:lnTo>
                  <a:pt x="264652" y="17301"/>
                </a:lnTo>
                <a:lnTo>
                  <a:pt x="264849" y="17014"/>
                </a:lnTo>
                <a:lnTo>
                  <a:pt x="265034" y="16720"/>
                </a:lnTo>
                <a:lnTo>
                  <a:pt x="265208" y="16419"/>
                </a:lnTo>
                <a:lnTo>
                  <a:pt x="265371" y="16111"/>
                </a:lnTo>
                <a:lnTo>
                  <a:pt x="265522" y="15796"/>
                </a:lnTo>
                <a:lnTo>
                  <a:pt x="265662" y="15473"/>
                </a:lnTo>
                <a:lnTo>
                  <a:pt x="265792" y="15144"/>
                </a:lnTo>
                <a:lnTo>
                  <a:pt x="265909" y="14807"/>
                </a:lnTo>
                <a:lnTo>
                  <a:pt x="266016" y="14463"/>
                </a:lnTo>
                <a:lnTo>
                  <a:pt x="266111" y="14113"/>
                </a:lnTo>
                <a:lnTo>
                  <a:pt x="266196" y="13755"/>
                </a:lnTo>
                <a:lnTo>
                  <a:pt x="266269" y="13390"/>
                </a:lnTo>
                <a:lnTo>
                  <a:pt x="266330" y="13018"/>
                </a:lnTo>
                <a:lnTo>
                  <a:pt x="266381" y="12639"/>
                </a:lnTo>
                <a:lnTo>
                  <a:pt x="266420" y="12252"/>
                </a:lnTo>
                <a:lnTo>
                  <a:pt x="266448" y="11859"/>
                </a:lnTo>
                <a:lnTo>
                  <a:pt x="266465" y="11459"/>
                </a:lnTo>
                <a:lnTo>
                  <a:pt x="266471" y="11051"/>
                </a:lnTo>
                <a:lnTo>
                  <a:pt x="266465" y="10630"/>
                </a:lnTo>
                <a:lnTo>
                  <a:pt x="266448" y="10216"/>
                </a:lnTo>
                <a:lnTo>
                  <a:pt x="266420" y="9809"/>
                </a:lnTo>
                <a:lnTo>
                  <a:pt x="266381" y="9410"/>
                </a:lnTo>
                <a:lnTo>
                  <a:pt x="266330" y="9018"/>
                </a:lnTo>
                <a:lnTo>
                  <a:pt x="266269" y="8633"/>
                </a:lnTo>
                <a:lnTo>
                  <a:pt x="266196" y="8256"/>
                </a:lnTo>
                <a:lnTo>
                  <a:pt x="266111" y="7887"/>
                </a:lnTo>
                <a:lnTo>
                  <a:pt x="266016" y="7524"/>
                </a:lnTo>
                <a:lnTo>
                  <a:pt x="265909" y="7169"/>
                </a:lnTo>
                <a:lnTo>
                  <a:pt x="265792" y="6822"/>
                </a:lnTo>
                <a:lnTo>
                  <a:pt x="265662" y="6482"/>
                </a:lnTo>
                <a:lnTo>
                  <a:pt x="265522" y="6149"/>
                </a:lnTo>
                <a:lnTo>
                  <a:pt x="265371" y="5824"/>
                </a:lnTo>
                <a:lnTo>
                  <a:pt x="265208" y="5506"/>
                </a:lnTo>
                <a:lnTo>
                  <a:pt x="265034" y="5195"/>
                </a:lnTo>
                <a:lnTo>
                  <a:pt x="264849" y="4892"/>
                </a:lnTo>
                <a:lnTo>
                  <a:pt x="264652" y="4596"/>
                </a:lnTo>
                <a:lnTo>
                  <a:pt x="264444" y="4308"/>
                </a:lnTo>
                <a:lnTo>
                  <a:pt x="264225" y="4026"/>
                </a:lnTo>
                <a:lnTo>
                  <a:pt x="263995" y="3753"/>
                </a:lnTo>
                <a:lnTo>
                  <a:pt x="263754" y="3487"/>
                </a:lnTo>
                <a:lnTo>
                  <a:pt x="263501" y="3228"/>
                </a:lnTo>
                <a:lnTo>
                  <a:pt x="263238" y="2976"/>
                </a:lnTo>
                <a:lnTo>
                  <a:pt x="262964" y="2733"/>
                </a:lnTo>
                <a:lnTo>
                  <a:pt x="262683" y="2501"/>
                </a:lnTo>
                <a:lnTo>
                  <a:pt x="262393" y="2279"/>
                </a:lnTo>
                <a:lnTo>
                  <a:pt x="262095" y="2067"/>
                </a:lnTo>
                <a:lnTo>
                  <a:pt x="261788" y="1865"/>
                </a:lnTo>
                <a:lnTo>
                  <a:pt x="261474" y="1674"/>
                </a:lnTo>
                <a:lnTo>
                  <a:pt x="261151" y="1493"/>
                </a:lnTo>
                <a:lnTo>
                  <a:pt x="260820" y="1323"/>
                </a:lnTo>
                <a:lnTo>
                  <a:pt x="260480" y="1163"/>
                </a:lnTo>
                <a:lnTo>
                  <a:pt x="260132" y="1013"/>
                </a:lnTo>
                <a:lnTo>
                  <a:pt x="259777" y="873"/>
                </a:lnTo>
                <a:lnTo>
                  <a:pt x="259412" y="744"/>
                </a:lnTo>
                <a:lnTo>
                  <a:pt x="259040" y="625"/>
                </a:lnTo>
                <a:lnTo>
                  <a:pt x="258659" y="517"/>
                </a:lnTo>
                <a:lnTo>
                  <a:pt x="258270" y="419"/>
                </a:lnTo>
                <a:lnTo>
                  <a:pt x="257873" y="331"/>
                </a:lnTo>
                <a:lnTo>
                  <a:pt x="257467" y="253"/>
                </a:lnTo>
                <a:lnTo>
                  <a:pt x="257053" y="186"/>
                </a:lnTo>
                <a:lnTo>
                  <a:pt x="256631" y="129"/>
                </a:lnTo>
                <a:lnTo>
                  <a:pt x="256201" y="83"/>
                </a:lnTo>
                <a:lnTo>
                  <a:pt x="255763" y="47"/>
                </a:lnTo>
                <a:lnTo>
                  <a:pt x="255316" y="21"/>
                </a:lnTo>
                <a:lnTo>
                  <a:pt x="254861" y="5"/>
                </a:lnTo>
                <a:lnTo>
                  <a:pt x="254397" y="0"/>
                </a:lnTo>
                <a:lnTo>
                  <a:pt x="253934" y="5"/>
                </a:lnTo>
                <a:lnTo>
                  <a:pt x="253478" y="21"/>
                </a:lnTo>
                <a:lnTo>
                  <a:pt x="253031" y="47"/>
                </a:lnTo>
                <a:lnTo>
                  <a:pt x="252593" y="83"/>
                </a:lnTo>
                <a:lnTo>
                  <a:pt x="252162" y="129"/>
                </a:lnTo>
                <a:lnTo>
                  <a:pt x="251740" y="186"/>
                </a:lnTo>
                <a:lnTo>
                  <a:pt x="251326" y="253"/>
                </a:lnTo>
                <a:lnTo>
                  <a:pt x="250920" y="331"/>
                </a:lnTo>
                <a:lnTo>
                  <a:pt x="250523" y="419"/>
                </a:lnTo>
                <a:lnTo>
                  <a:pt x="250134" y="517"/>
                </a:lnTo>
                <a:lnTo>
                  <a:pt x="249753" y="625"/>
                </a:lnTo>
                <a:lnTo>
                  <a:pt x="249380" y="744"/>
                </a:lnTo>
                <a:lnTo>
                  <a:pt x="249016" y="873"/>
                </a:lnTo>
                <a:lnTo>
                  <a:pt x="248660" y="1013"/>
                </a:lnTo>
                <a:lnTo>
                  <a:pt x="248312" y="1163"/>
                </a:lnTo>
                <a:lnTo>
                  <a:pt x="247973" y="1323"/>
                </a:lnTo>
                <a:lnTo>
                  <a:pt x="247641" y="1493"/>
                </a:lnTo>
                <a:lnTo>
                  <a:pt x="247318" y="1674"/>
                </a:lnTo>
                <a:lnTo>
                  <a:pt x="247004" y="1865"/>
                </a:lnTo>
                <a:lnTo>
                  <a:pt x="246697" y="2067"/>
                </a:lnTo>
                <a:lnTo>
                  <a:pt x="246399" y="2279"/>
                </a:lnTo>
                <a:lnTo>
                  <a:pt x="246109" y="2501"/>
                </a:lnTo>
                <a:lnTo>
                  <a:pt x="245828" y="2733"/>
                </a:lnTo>
                <a:lnTo>
                  <a:pt x="245554" y="2976"/>
                </a:lnTo>
                <a:lnTo>
                  <a:pt x="245291" y="3228"/>
                </a:lnTo>
                <a:lnTo>
                  <a:pt x="245038" y="3487"/>
                </a:lnTo>
                <a:lnTo>
                  <a:pt x="244797" y="3753"/>
                </a:lnTo>
                <a:lnTo>
                  <a:pt x="244567" y="4026"/>
                </a:lnTo>
                <a:lnTo>
                  <a:pt x="244349" y="4308"/>
                </a:lnTo>
                <a:lnTo>
                  <a:pt x="244141" y="4596"/>
                </a:lnTo>
                <a:lnTo>
                  <a:pt x="243945" y="4892"/>
                </a:lnTo>
                <a:lnTo>
                  <a:pt x="243760" y="5195"/>
                </a:lnTo>
                <a:lnTo>
                  <a:pt x="243586" y="5506"/>
                </a:lnTo>
                <a:lnTo>
                  <a:pt x="243423" y="5824"/>
                </a:lnTo>
                <a:lnTo>
                  <a:pt x="243272" y="6149"/>
                </a:lnTo>
                <a:lnTo>
                  <a:pt x="243131" y="6482"/>
                </a:lnTo>
                <a:lnTo>
                  <a:pt x="243002" y="6822"/>
                </a:lnTo>
                <a:lnTo>
                  <a:pt x="242885" y="7169"/>
                </a:lnTo>
                <a:lnTo>
                  <a:pt x="242778" y="7524"/>
                </a:lnTo>
                <a:lnTo>
                  <a:pt x="242683" y="7887"/>
                </a:lnTo>
                <a:lnTo>
                  <a:pt x="242599" y="8256"/>
                </a:lnTo>
                <a:lnTo>
                  <a:pt x="242526" y="8633"/>
                </a:lnTo>
                <a:lnTo>
                  <a:pt x="242464" y="9018"/>
                </a:lnTo>
                <a:lnTo>
                  <a:pt x="242414" y="9410"/>
                </a:lnTo>
                <a:lnTo>
                  <a:pt x="242374" y="9809"/>
                </a:lnTo>
                <a:lnTo>
                  <a:pt x="242346" y="10216"/>
                </a:lnTo>
                <a:lnTo>
                  <a:pt x="242329" y="10630"/>
                </a:lnTo>
                <a:lnTo>
                  <a:pt x="242324" y="11051"/>
                </a:lnTo>
                <a:lnTo>
                  <a:pt x="242329" y="11459"/>
                </a:lnTo>
                <a:lnTo>
                  <a:pt x="242346" y="11859"/>
                </a:lnTo>
                <a:lnTo>
                  <a:pt x="242374" y="12252"/>
                </a:lnTo>
                <a:lnTo>
                  <a:pt x="242414" y="12639"/>
                </a:lnTo>
                <a:lnTo>
                  <a:pt x="242464" y="13018"/>
                </a:lnTo>
                <a:lnTo>
                  <a:pt x="242526" y="13390"/>
                </a:lnTo>
                <a:lnTo>
                  <a:pt x="242599" y="13755"/>
                </a:lnTo>
                <a:lnTo>
                  <a:pt x="242683" y="14113"/>
                </a:lnTo>
                <a:lnTo>
                  <a:pt x="242778" y="14463"/>
                </a:lnTo>
                <a:lnTo>
                  <a:pt x="242885" y="14807"/>
                </a:lnTo>
                <a:lnTo>
                  <a:pt x="243002" y="15144"/>
                </a:lnTo>
                <a:lnTo>
                  <a:pt x="243131" y="15473"/>
                </a:lnTo>
                <a:lnTo>
                  <a:pt x="243272" y="15796"/>
                </a:lnTo>
                <a:lnTo>
                  <a:pt x="243423" y="16111"/>
                </a:lnTo>
                <a:lnTo>
                  <a:pt x="243586" y="16419"/>
                </a:lnTo>
                <a:lnTo>
                  <a:pt x="243760" y="16720"/>
                </a:lnTo>
                <a:lnTo>
                  <a:pt x="243945" y="17014"/>
                </a:lnTo>
                <a:lnTo>
                  <a:pt x="244141" y="17301"/>
                </a:lnTo>
                <a:lnTo>
                  <a:pt x="244349" y="17581"/>
                </a:lnTo>
                <a:lnTo>
                  <a:pt x="244567" y="17854"/>
                </a:lnTo>
                <a:lnTo>
                  <a:pt x="244797" y="18120"/>
                </a:lnTo>
                <a:lnTo>
                  <a:pt x="245038" y="18378"/>
                </a:lnTo>
                <a:lnTo>
                  <a:pt x="245291" y="18630"/>
                </a:lnTo>
                <a:lnTo>
                  <a:pt x="245554" y="18874"/>
                </a:lnTo>
                <a:lnTo>
                  <a:pt x="245828" y="19110"/>
                </a:lnTo>
                <a:lnTo>
                  <a:pt x="246109" y="19336"/>
                </a:lnTo>
                <a:lnTo>
                  <a:pt x="246399" y="19552"/>
                </a:lnTo>
                <a:lnTo>
                  <a:pt x="246697" y="19757"/>
                </a:lnTo>
                <a:lnTo>
                  <a:pt x="247004" y="19953"/>
                </a:lnTo>
                <a:lnTo>
                  <a:pt x="247318" y="20139"/>
                </a:lnTo>
                <a:lnTo>
                  <a:pt x="247641" y="20315"/>
                </a:lnTo>
                <a:lnTo>
                  <a:pt x="247973" y="20480"/>
                </a:lnTo>
                <a:lnTo>
                  <a:pt x="248312" y="20636"/>
                </a:lnTo>
                <a:lnTo>
                  <a:pt x="248660" y="20781"/>
                </a:lnTo>
                <a:lnTo>
                  <a:pt x="249016" y="20917"/>
                </a:lnTo>
                <a:lnTo>
                  <a:pt x="249380" y="21042"/>
                </a:lnTo>
                <a:lnTo>
                  <a:pt x="249753" y="21158"/>
                </a:lnTo>
                <a:lnTo>
                  <a:pt x="250134" y="21263"/>
                </a:lnTo>
                <a:lnTo>
                  <a:pt x="250523" y="21358"/>
                </a:lnTo>
                <a:lnTo>
                  <a:pt x="250920" y="21444"/>
                </a:lnTo>
                <a:lnTo>
                  <a:pt x="251326" y="21519"/>
                </a:lnTo>
                <a:lnTo>
                  <a:pt x="251740" y="21584"/>
                </a:lnTo>
                <a:lnTo>
                  <a:pt x="252162" y="21639"/>
                </a:lnTo>
                <a:lnTo>
                  <a:pt x="252593" y="21685"/>
                </a:lnTo>
                <a:lnTo>
                  <a:pt x="253031" y="21720"/>
                </a:lnTo>
                <a:lnTo>
                  <a:pt x="253478" y="21745"/>
                </a:lnTo>
                <a:lnTo>
                  <a:pt x="253934" y="21760"/>
                </a:lnTo>
                <a:lnTo>
                  <a:pt x="254397" y="21765"/>
                </a:lnTo>
                <a:lnTo>
                  <a:pt x="254861" y="21760"/>
                </a:lnTo>
                <a:lnTo>
                  <a:pt x="255316" y="21745"/>
                </a:lnTo>
                <a:lnTo>
                  <a:pt x="255763" y="21720"/>
                </a:lnTo>
                <a:close/>
                <a:moveTo>
                  <a:pt x="40982" y="118183"/>
                </a:moveTo>
                <a:lnTo>
                  <a:pt x="40982" y="21936"/>
                </a:lnTo>
                <a:lnTo>
                  <a:pt x="66319" y="21936"/>
                </a:lnTo>
                <a:lnTo>
                  <a:pt x="66319" y="7992"/>
                </a:lnTo>
                <a:lnTo>
                  <a:pt x="0" y="7992"/>
                </a:lnTo>
                <a:lnTo>
                  <a:pt x="0" y="21936"/>
                </a:lnTo>
                <a:lnTo>
                  <a:pt x="25338" y="21936"/>
                </a:lnTo>
                <a:lnTo>
                  <a:pt x="25338" y="118183"/>
                </a:lnTo>
                <a:lnTo>
                  <a:pt x="0" y="118183"/>
                </a:lnTo>
                <a:lnTo>
                  <a:pt x="0" y="132128"/>
                </a:lnTo>
                <a:lnTo>
                  <a:pt x="66319" y="132128"/>
                </a:lnTo>
                <a:lnTo>
                  <a:pt x="66319" y="118183"/>
                </a:lnTo>
                <a:lnTo>
                  <a:pt x="40982" y="118183"/>
                </a:lnTo>
                <a:close/>
                <a:moveTo>
                  <a:pt x="559636" y="118183"/>
                </a:moveTo>
                <a:lnTo>
                  <a:pt x="558803" y="118165"/>
                </a:lnTo>
                <a:lnTo>
                  <a:pt x="558006" y="118109"/>
                </a:lnTo>
                <a:lnTo>
                  <a:pt x="557244" y="118016"/>
                </a:lnTo>
                <a:lnTo>
                  <a:pt x="556518" y="117886"/>
                </a:lnTo>
                <a:lnTo>
                  <a:pt x="555827" y="117718"/>
                </a:lnTo>
                <a:lnTo>
                  <a:pt x="555172" y="117514"/>
                </a:lnTo>
                <a:lnTo>
                  <a:pt x="554552" y="117272"/>
                </a:lnTo>
                <a:lnTo>
                  <a:pt x="553968" y="116993"/>
                </a:lnTo>
                <a:lnTo>
                  <a:pt x="553419" y="116677"/>
                </a:lnTo>
                <a:lnTo>
                  <a:pt x="552905" y="116323"/>
                </a:lnTo>
                <a:lnTo>
                  <a:pt x="552427" y="115933"/>
                </a:lnTo>
                <a:lnTo>
                  <a:pt x="551984" y="115505"/>
                </a:lnTo>
                <a:lnTo>
                  <a:pt x="551576" y="115040"/>
                </a:lnTo>
                <a:lnTo>
                  <a:pt x="551204" y="114538"/>
                </a:lnTo>
                <a:lnTo>
                  <a:pt x="550868" y="113998"/>
                </a:lnTo>
                <a:lnTo>
                  <a:pt x="550567" y="113422"/>
                </a:lnTo>
                <a:lnTo>
                  <a:pt x="550301" y="112808"/>
                </a:lnTo>
                <a:lnTo>
                  <a:pt x="550071" y="112157"/>
                </a:lnTo>
                <a:lnTo>
                  <a:pt x="549876" y="111469"/>
                </a:lnTo>
                <a:lnTo>
                  <a:pt x="549717" y="110743"/>
                </a:lnTo>
                <a:lnTo>
                  <a:pt x="549593" y="109981"/>
                </a:lnTo>
                <a:lnTo>
                  <a:pt x="549504" y="109181"/>
                </a:lnTo>
                <a:lnTo>
                  <a:pt x="549451" y="108344"/>
                </a:lnTo>
                <a:lnTo>
                  <a:pt x="549433" y="107470"/>
                </a:lnTo>
                <a:lnTo>
                  <a:pt x="549433" y="52544"/>
                </a:lnTo>
                <a:lnTo>
                  <a:pt x="586844" y="52544"/>
                </a:lnTo>
                <a:lnTo>
                  <a:pt x="586844" y="38600"/>
                </a:lnTo>
                <a:lnTo>
                  <a:pt x="549433" y="38600"/>
                </a:lnTo>
                <a:lnTo>
                  <a:pt x="549433" y="12242"/>
                </a:lnTo>
                <a:lnTo>
                  <a:pt x="534129" y="12242"/>
                </a:lnTo>
                <a:lnTo>
                  <a:pt x="534129" y="38600"/>
                </a:lnTo>
                <a:lnTo>
                  <a:pt x="507769" y="38600"/>
                </a:lnTo>
                <a:lnTo>
                  <a:pt x="507769" y="52544"/>
                </a:lnTo>
                <a:lnTo>
                  <a:pt x="534129" y="52544"/>
                </a:lnTo>
                <a:lnTo>
                  <a:pt x="534129" y="107470"/>
                </a:lnTo>
                <a:lnTo>
                  <a:pt x="534141" y="108438"/>
                </a:lnTo>
                <a:lnTo>
                  <a:pt x="534176" y="109389"/>
                </a:lnTo>
                <a:lnTo>
                  <a:pt x="534234" y="110321"/>
                </a:lnTo>
                <a:lnTo>
                  <a:pt x="534316" y="111234"/>
                </a:lnTo>
                <a:lnTo>
                  <a:pt x="534421" y="112130"/>
                </a:lnTo>
                <a:lnTo>
                  <a:pt x="534549" y="113007"/>
                </a:lnTo>
                <a:lnTo>
                  <a:pt x="534701" y="113866"/>
                </a:lnTo>
                <a:lnTo>
                  <a:pt x="534875" y="114706"/>
                </a:lnTo>
                <a:lnTo>
                  <a:pt x="535074" y="115529"/>
                </a:lnTo>
                <a:lnTo>
                  <a:pt x="535295" y="116333"/>
                </a:lnTo>
                <a:lnTo>
                  <a:pt x="535540" y="117118"/>
                </a:lnTo>
                <a:lnTo>
                  <a:pt x="535808" y="117886"/>
                </a:lnTo>
                <a:lnTo>
                  <a:pt x="536100" y="118635"/>
                </a:lnTo>
                <a:lnTo>
                  <a:pt x="536414" y="119365"/>
                </a:lnTo>
                <a:lnTo>
                  <a:pt x="536752" y="120078"/>
                </a:lnTo>
                <a:lnTo>
                  <a:pt x="537114" y="120772"/>
                </a:lnTo>
                <a:lnTo>
                  <a:pt x="537499" y="121448"/>
                </a:lnTo>
                <a:lnTo>
                  <a:pt x="537907" y="122106"/>
                </a:lnTo>
                <a:lnTo>
                  <a:pt x="538338" y="122745"/>
                </a:lnTo>
                <a:lnTo>
                  <a:pt x="538793" y="123366"/>
                </a:lnTo>
                <a:lnTo>
                  <a:pt x="539271" y="123968"/>
                </a:lnTo>
                <a:lnTo>
                  <a:pt x="539772" y="124553"/>
                </a:lnTo>
                <a:lnTo>
                  <a:pt x="540297" y="125119"/>
                </a:lnTo>
                <a:lnTo>
                  <a:pt x="540844" y="125667"/>
                </a:lnTo>
                <a:lnTo>
                  <a:pt x="541414" y="126194"/>
                </a:lnTo>
                <a:lnTo>
                  <a:pt x="542001" y="126699"/>
                </a:lnTo>
                <a:lnTo>
                  <a:pt x="542608" y="127181"/>
                </a:lnTo>
                <a:lnTo>
                  <a:pt x="543233" y="127641"/>
                </a:lnTo>
                <a:lnTo>
                  <a:pt x="543876" y="128078"/>
                </a:lnTo>
                <a:lnTo>
                  <a:pt x="544538" y="128493"/>
                </a:lnTo>
                <a:lnTo>
                  <a:pt x="545219" y="128886"/>
                </a:lnTo>
                <a:lnTo>
                  <a:pt x="545918" y="129256"/>
                </a:lnTo>
                <a:lnTo>
                  <a:pt x="546636" y="129604"/>
                </a:lnTo>
                <a:lnTo>
                  <a:pt x="547372" y="129929"/>
                </a:lnTo>
                <a:lnTo>
                  <a:pt x="548128" y="130232"/>
                </a:lnTo>
                <a:lnTo>
                  <a:pt x="548901" y="130512"/>
                </a:lnTo>
                <a:lnTo>
                  <a:pt x="549693" y="130770"/>
                </a:lnTo>
                <a:lnTo>
                  <a:pt x="550504" y="131006"/>
                </a:lnTo>
                <a:lnTo>
                  <a:pt x="551334" y="131219"/>
                </a:lnTo>
                <a:lnTo>
                  <a:pt x="552182" y="131410"/>
                </a:lnTo>
                <a:lnTo>
                  <a:pt x="553048" y="131578"/>
                </a:lnTo>
                <a:lnTo>
                  <a:pt x="553934" y="131724"/>
                </a:lnTo>
                <a:lnTo>
                  <a:pt x="554838" y="131847"/>
                </a:lnTo>
                <a:lnTo>
                  <a:pt x="555760" y="131948"/>
                </a:lnTo>
                <a:lnTo>
                  <a:pt x="556701" y="132027"/>
                </a:lnTo>
                <a:lnTo>
                  <a:pt x="557661" y="132083"/>
                </a:lnTo>
                <a:lnTo>
                  <a:pt x="558639" y="132116"/>
                </a:lnTo>
                <a:lnTo>
                  <a:pt x="559636" y="132128"/>
                </a:lnTo>
                <a:lnTo>
                  <a:pt x="585142" y="132128"/>
                </a:lnTo>
                <a:lnTo>
                  <a:pt x="585142" y="118183"/>
                </a:lnTo>
                <a:lnTo>
                  <a:pt x="559636" y="118183"/>
                </a:lnTo>
                <a:close/>
                <a:moveTo>
                  <a:pt x="101180" y="38600"/>
                </a:moveTo>
                <a:lnTo>
                  <a:pt x="101180" y="132128"/>
                </a:lnTo>
                <a:lnTo>
                  <a:pt x="116486" y="132128"/>
                </a:lnTo>
                <a:lnTo>
                  <a:pt x="116486" y="72609"/>
                </a:lnTo>
                <a:lnTo>
                  <a:pt x="116496" y="71711"/>
                </a:lnTo>
                <a:lnTo>
                  <a:pt x="116525" y="70831"/>
                </a:lnTo>
                <a:lnTo>
                  <a:pt x="116573" y="69968"/>
                </a:lnTo>
                <a:lnTo>
                  <a:pt x="116640" y="69123"/>
                </a:lnTo>
                <a:lnTo>
                  <a:pt x="116726" y="68296"/>
                </a:lnTo>
                <a:lnTo>
                  <a:pt x="116831" y="67487"/>
                </a:lnTo>
                <a:lnTo>
                  <a:pt x="116956" y="66695"/>
                </a:lnTo>
                <a:lnTo>
                  <a:pt x="117100" y="65921"/>
                </a:lnTo>
                <a:lnTo>
                  <a:pt x="117263" y="65165"/>
                </a:lnTo>
                <a:lnTo>
                  <a:pt x="117445" y="64426"/>
                </a:lnTo>
                <a:lnTo>
                  <a:pt x="117647" y="63705"/>
                </a:lnTo>
                <a:lnTo>
                  <a:pt x="117867" y="63002"/>
                </a:lnTo>
                <a:lnTo>
                  <a:pt x="118107" y="62317"/>
                </a:lnTo>
                <a:lnTo>
                  <a:pt x="118366" y="61649"/>
                </a:lnTo>
                <a:lnTo>
                  <a:pt x="118644" y="60999"/>
                </a:lnTo>
                <a:lnTo>
                  <a:pt x="118941" y="60366"/>
                </a:lnTo>
                <a:lnTo>
                  <a:pt x="119258" y="59752"/>
                </a:lnTo>
                <a:lnTo>
                  <a:pt x="119594" y="59155"/>
                </a:lnTo>
                <a:lnTo>
                  <a:pt x="119948" y="58576"/>
                </a:lnTo>
                <a:lnTo>
                  <a:pt x="120322" y="58014"/>
                </a:lnTo>
                <a:lnTo>
                  <a:pt x="120716" y="57471"/>
                </a:lnTo>
                <a:lnTo>
                  <a:pt x="121128" y="56945"/>
                </a:lnTo>
                <a:lnTo>
                  <a:pt x="121560" y="56436"/>
                </a:lnTo>
                <a:lnTo>
                  <a:pt x="122010" y="55946"/>
                </a:lnTo>
                <a:lnTo>
                  <a:pt x="122478" y="55474"/>
                </a:lnTo>
                <a:lnTo>
                  <a:pt x="122959" y="55022"/>
                </a:lnTo>
                <a:lnTo>
                  <a:pt x="123455" y="54591"/>
                </a:lnTo>
                <a:lnTo>
                  <a:pt x="123964" y="54179"/>
                </a:lnTo>
                <a:lnTo>
                  <a:pt x="124487" y="53788"/>
                </a:lnTo>
                <a:lnTo>
                  <a:pt x="125024" y="53416"/>
                </a:lnTo>
                <a:lnTo>
                  <a:pt x="125574" y="53065"/>
                </a:lnTo>
                <a:lnTo>
                  <a:pt x="126139" y="52734"/>
                </a:lnTo>
                <a:lnTo>
                  <a:pt x="126717" y="52423"/>
                </a:lnTo>
                <a:lnTo>
                  <a:pt x="127310" y="52132"/>
                </a:lnTo>
                <a:lnTo>
                  <a:pt x="127916" y="51861"/>
                </a:lnTo>
                <a:lnTo>
                  <a:pt x="128536" y="51610"/>
                </a:lnTo>
                <a:lnTo>
                  <a:pt x="129170" y="51379"/>
                </a:lnTo>
                <a:lnTo>
                  <a:pt x="129818" y="51168"/>
                </a:lnTo>
                <a:lnTo>
                  <a:pt x="130480" y="50977"/>
                </a:lnTo>
                <a:lnTo>
                  <a:pt x="131156" y="50807"/>
                </a:lnTo>
                <a:lnTo>
                  <a:pt x="131845" y="50656"/>
                </a:lnTo>
                <a:lnTo>
                  <a:pt x="132548" y="50526"/>
                </a:lnTo>
                <a:lnTo>
                  <a:pt x="133266" y="50415"/>
                </a:lnTo>
                <a:lnTo>
                  <a:pt x="133997" y="50325"/>
                </a:lnTo>
                <a:lnTo>
                  <a:pt x="134742" y="50255"/>
                </a:lnTo>
                <a:lnTo>
                  <a:pt x="135501" y="50205"/>
                </a:lnTo>
                <a:lnTo>
                  <a:pt x="136273" y="50174"/>
                </a:lnTo>
                <a:lnTo>
                  <a:pt x="137060" y="50164"/>
                </a:lnTo>
                <a:lnTo>
                  <a:pt x="137819" y="50174"/>
                </a:lnTo>
                <a:lnTo>
                  <a:pt x="138564" y="50202"/>
                </a:lnTo>
                <a:lnTo>
                  <a:pt x="139296" y="50248"/>
                </a:lnTo>
                <a:lnTo>
                  <a:pt x="140015" y="50313"/>
                </a:lnTo>
                <a:lnTo>
                  <a:pt x="140720" y="50397"/>
                </a:lnTo>
                <a:lnTo>
                  <a:pt x="141412" y="50499"/>
                </a:lnTo>
                <a:lnTo>
                  <a:pt x="142091" y="50620"/>
                </a:lnTo>
                <a:lnTo>
                  <a:pt x="142757" y="50760"/>
                </a:lnTo>
                <a:lnTo>
                  <a:pt x="143409" y="50918"/>
                </a:lnTo>
                <a:lnTo>
                  <a:pt x="144048" y="51094"/>
                </a:lnTo>
                <a:lnTo>
                  <a:pt x="144674" y="51289"/>
                </a:lnTo>
                <a:lnTo>
                  <a:pt x="145286" y="51503"/>
                </a:lnTo>
                <a:lnTo>
                  <a:pt x="145885" y="51736"/>
                </a:lnTo>
                <a:lnTo>
                  <a:pt x="146471" y="51987"/>
                </a:lnTo>
                <a:lnTo>
                  <a:pt x="147044" y="52256"/>
                </a:lnTo>
                <a:lnTo>
                  <a:pt x="147603" y="52545"/>
                </a:lnTo>
                <a:lnTo>
                  <a:pt x="148149" y="52852"/>
                </a:lnTo>
                <a:lnTo>
                  <a:pt x="148681" y="53177"/>
                </a:lnTo>
                <a:lnTo>
                  <a:pt x="149201" y="53521"/>
                </a:lnTo>
                <a:lnTo>
                  <a:pt x="149707" y="53884"/>
                </a:lnTo>
                <a:lnTo>
                  <a:pt x="150200" y="54265"/>
                </a:lnTo>
                <a:lnTo>
                  <a:pt x="150679" y="54665"/>
                </a:lnTo>
                <a:lnTo>
                  <a:pt x="151146" y="55083"/>
                </a:lnTo>
                <a:lnTo>
                  <a:pt x="151598" y="55520"/>
                </a:lnTo>
                <a:lnTo>
                  <a:pt x="152036" y="55974"/>
                </a:lnTo>
                <a:lnTo>
                  <a:pt x="152454" y="56445"/>
                </a:lnTo>
                <a:lnTo>
                  <a:pt x="152854" y="56932"/>
                </a:lnTo>
                <a:lnTo>
                  <a:pt x="153236" y="57435"/>
                </a:lnTo>
                <a:lnTo>
                  <a:pt x="153598" y="57955"/>
                </a:lnTo>
                <a:lnTo>
                  <a:pt x="153943" y="58490"/>
                </a:lnTo>
                <a:lnTo>
                  <a:pt x="154268" y="59042"/>
                </a:lnTo>
                <a:lnTo>
                  <a:pt x="154575" y="59610"/>
                </a:lnTo>
                <a:lnTo>
                  <a:pt x="154864" y="60195"/>
                </a:lnTo>
                <a:lnTo>
                  <a:pt x="155133" y="60795"/>
                </a:lnTo>
                <a:lnTo>
                  <a:pt x="155385" y="61412"/>
                </a:lnTo>
                <a:lnTo>
                  <a:pt x="155617" y="62045"/>
                </a:lnTo>
                <a:lnTo>
                  <a:pt x="155831" y="62695"/>
                </a:lnTo>
                <a:lnTo>
                  <a:pt x="156026" y="63360"/>
                </a:lnTo>
                <a:lnTo>
                  <a:pt x="156203" y="64042"/>
                </a:lnTo>
                <a:lnTo>
                  <a:pt x="156361" y="64740"/>
                </a:lnTo>
                <a:lnTo>
                  <a:pt x="156501" y="65454"/>
                </a:lnTo>
                <a:lnTo>
                  <a:pt x="156622" y="66185"/>
                </a:lnTo>
                <a:lnTo>
                  <a:pt x="156724" y="66932"/>
                </a:lnTo>
                <a:lnTo>
                  <a:pt x="156808" y="67695"/>
                </a:lnTo>
                <a:lnTo>
                  <a:pt x="156873" y="68474"/>
                </a:lnTo>
                <a:lnTo>
                  <a:pt x="156919" y="69270"/>
                </a:lnTo>
                <a:lnTo>
                  <a:pt x="156947" y="70081"/>
                </a:lnTo>
                <a:lnTo>
                  <a:pt x="156957" y="70910"/>
                </a:lnTo>
                <a:lnTo>
                  <a:pt x="156957" y="132128"/>
                </a:lnTo>
                <a:lnTo>
                  <a:pt x="172261" y="132128"/>
                </a:lnTo>
                <a:lnTo>
                  <a:pt x="172261" y="69210"/>
                </a:lnTo>
                <a:lnTo>
                  <a:pt x="172246" y="67974"/>
                </a:lnTo>
                <a:lnTo>
                  <a:pt x="172203" y="66760"/>
                </a:lnTo>
                <a:lnTo>
                  <a:pt x="172130" y="65567"/>
                </a:lnTo>
                <a:lnTo>
                  <a:pt x="172029" y="64397"/>
                </a:lnTo>
                <a:lnTo>
                  <a:pt x="171899" y="63248"/>
                </a:lnTo>
                <a:lnTo>
                  <a:pt x="171740" y="62121"/>
                </a:lnTo>
                <a:lnTo>
                  <a:pt x="171552" y="61016"/>
                </a:lnTo>
                <a:lnTo>
                  <a:pt x="171335" y="59933"/>
                </a:lnTo>
                <a:lnTo>
                  <a:pt x="171089" y="58872"/>
                </a:lnTo>
                <a:lnTo>
                  <a:pt x="170814" y="57832"/>
                </a:lnTo>
                <a:lnTo>
                  <a:pt x="170510" y="56815"/>
                </a:lnTo>
                <a:lnTo>
                  <a:pt x="170178" y="55819"/>
                </a:lnTo>
                <a:lnTo>
                  <a:pt x="169816" y="54845"/>
                </a:lnTo>
                <a:lnTo>
                  <a:pt x="169425" y="53893"/>
                </a:lnTo>
                <a:lnTo>
                  <a:pt x="169006" y="52963"/>
                </a:lnTo>
                <a:lnTo>
                  <a:pt x="168558" y="52055"/>
                </a:lnTo>
                <a:lnTo>
                  <a:pt x="168080" y="51168"/>
                </a:lnTo>
                <a:lnTo>
                  <a:pt x="167574" y="50303"/>
                </a:lnTo>
                <a:lnTo>
                  <a:pt x="167039" y="49461"/>
                </a:lnTo>
                <a:lnTo>
                  <a:pt x="166475" y="48640"/>
                </a:lnTo>
                <a:lnTo>
                  <a:pt x="165882" y="47841"/>
                </a:lnTo>
                <a:lnTo>
                  <a:pt x="165260" y="47063"/>
                </a:lnTo>
                <a:lnTo>
                  <a:pt x="164609" y="46308"/>
                </a:lnTo>
                <a:lnTo>
                  <a:pt x="163929" y="45574"/>
                </a:lnTo>
                <a:lnTo>
                  <a:pt x="163224" y="44867"/>
                </a:lnTo>
                <a:lnTo>
                  <a:pt x="162500" y="44189"/>
                </a:lnTo>
                <a:lnTo>
                  <a:pt x="161755" y="43541"/>
                </a:lnTo>
                <a:lnTo>
                  <a:pt x="160991" y="42924"/>
                </a:lnTo>
                <a:lnTo>
                  <a:pt x="160206" y="42337"/>
                </a:lnTo>
                <a:lnTo>
                  <a:pt x="159401" y="41779"/>
                </a:lnTo>
                <a:lnTo>
                  <a:pt x="158577" y="41252"/>
                </a:lnTo>
                <a:lnTo>
                  <a:pt x="157732" y="40755"/>
                </a:lnTo>
                <a:lnTo>
                  <a:pt x="156867" y="40288"/>
                </a:lnTo>
                <a:lnTo>
                  <a:pt x="155981" y="39852"/>
                </a:lnTo>
                <a:lnTo>
                  <a:pt x="155076" y="39445"/>
                </a:lnTo>
                <a:lnTo>
                  <a:pt x="154151" y="39069"/>
                </a:lnTo>
                <a:lnTo>
                  <a:pt x="153206" y="38722"/>
                </a:lnTo>
                <a:lnTo>
                  <a:pt x="152240" y="38406"/>
                </a:lnTo>
                <a:lnTo>
                  <a:pt x="151255" y="38120"/>
                </a:lnTo>
                <a:lnTo>
                  <a:pt x="150249" y="37864"/>
                </a:lnTo>
                <a:lnTo>
                  <a:pt x="149224" y="37638"/>
                </a:lnTo>
                <a:lnTo>
                  <a:pt x="148178" y="37442"/>
                </a:lnTo>
                <a:lnTo>
                  <a:pt x="147112" y="37277"/>
                </a:lnTo>
                <a:lnTo>
                  <a:pt x="146026" y="37141"/>
                </a:lnTo>
                <a:lnTo>
                  <a:pt x="144920" y="37036"/>
                </a:lnTo>
                <a:lnTo>
                  <a:pt x="143794" y="36960"/>
                </a:lnTo>
                <a:lnTo>
                  <a:pt x="142648" y="36915"/>
                </a:lnTo>
                <a:lnTo>
                  <a:pt x="141482" y="36900"/>
                </a:lnTo>
                <a:lnTo>
                  <a:pt x="140513" y="36911"/>
                </a:lnTo>
                <a:lnTo>
                  <a:pt x="139561" y="36942"/>
                </a:lnTo>
                <a:lnTo>
                  <a:pt x="138628" y="36994"/>
                </a:lnTo>
                <a:lnTo>
                  <a:pt x="137712" y="37068"/>
                </a:lnTo>
                <a:lnTo>
                  <a:pt x="136814" y="37162"/>
                </a:lnTo>
                <a:lnTo>
                  <a:pt x="135934" y="37277"/>
                </a:lnTo>
                <a:lnTo>
                  <a:pt x="135071" y="37414"/>
                </a:lnTo>
                <a:lnTo>
                  <a:pt x="134226" y="37571"/>
                </a:lnTo>
                <a:lnTo>
                  <a:pt x="133399" y="37749"/>
                </a:lnTo>
                <a:lnTo>
                  <a:pt x="132589" y="37948"/>
                </a:lnTo>
                <a:lnTo>
                  <a:pt x="131797" y="38168"/>
                </a:lnTo>
                <a:lnTo>
                  <a:pt x="131023" y="38410"/>
                </a:lnTo>
                <a:lnTo>
                  <a:pt x="130267" y="38672"/>
                </a:lnTo>
                <a:lnTo>
                  <a:pt x="129528" y="38955"/>
                </a:lnTo>
                <a:lnTo>
                  <a:pt x="128807" y="39259"/>
                </a:lnTo>
                <a:lnTo>
                  <a:pt x="128104" y="39584"/>
                </a:lnTo>
                <a:lnTo>
                  <a:pt x="127419" y="39930"/>
                </a:lnTo>
                <a:lnTo>
                  <a:pt x="126751" y="40296"/>
                </a:lnTo>
                <a:lnTo>
                  <a:pt x="126101" y="40684"/>
                </a:lnTo>
                <a:lnTo>
                  <a:pt x="125468" y="41093"/>
                </a:lnTo>
                <a:lnTo>
                  <a:pt x="124854" y="41523"/>
                </a:lnTo>
                <a:lnTo>
                  <a:pt x="124257" y="41974"/>
                </a:lnTo>
                <a:lnTo>
                  <a:pt x="123677" y="42445"/>
                </a:lnTo>
                <a:lnTo>
                  <a:pt x="123116" y="42938"/>
                </a:lnTo>
                <a:lnTo>
                  <a:pt x="122575" y="43450"/>
                </a:lnTo>
                <a:lnTo>
                  <a:pt x="122057" y="43979"/>
                </a:lnTo>
                <a:lnTo>
                  <a:pt x="121562" y="44525"/>
                </a:lnTo>
                <a:lnTo>
                  <a:pt x="121090" y="45089"/>
                </a:lnTo>
                <a:lnTo>
                  <a:pt x="120641" y="45671"/>
                </a:lnTo>
                <a:lnTo>
                  <a:pt x="120215" y="46269"/>
                </a:lnTo>
                <a:lnTo>
                  <a:pt x="119813" y="46886"/>
                </a:lnTo>
                <a:lnTo>
                  <a:pt x="119433" y="47519"/>
                </a:lnTo>
                <a:lnTo>
                  <a:pt x="119076" y="48170"/>
                </a:lnTo>
                <a:lnTo>
                  <a:pt x="118742" y="48839"/>
                </a:lnTo>
                <a:lnTo>
                  <a:pt x="118431" y="49525"/>
                </a:lnTo>
                <a:lnTo>
                  <a:pt x="118144" y="50228"/>
                </a:lnTo>
                <a:lnTo>
                  <a:pt x="117879" y="50949"/>
                </a:lnTo>
                <a:lnTo>
                  <a:pt x="117637" y="51687"/>
                </a:lnTo>
                <a:lnTo>
                  <a:pt x="117418" y="52443"/>
                </a:lnTo>
                <a:lnTo>
                  <a:pt x="117223" y="53216"/>
                </a:lnTo>
                <a:lnTo>
                  <a:pt x="117050" y="54006"/>
                </a:lnTo>
                <a:lnTo>
                  <a:pt x="116901" y="54814"/>
                </a:lnTo>
                <a:lnTo>
                  <a:pt x="116774" y="55639"/>
                </a:lnTo>
                <a:lnTo>
                  <a:pt x="116674" y="56454"/>
                </a:lnTo>
                <a:lnTo>
                  <a:pt x="116486" y="56454"/>
                </a:lnTo>
                <a:lnTo>
                  <a:pt x="116486" y="38600"/>
                </a:lnTo>
                <a:lnTo>
                  <a:pt x="101180" y="38600"/>
                </a:lnTo>
                <a:close/>
                <a:moveTo>
                  <a:pt x="346955" y="133720"/>
                </a:moveTo>
                <a:lnTo>
                  <a:pt x="348129" y="133636"/>
                </a:lnTo>
                <a:lnTo>
                  <a:pt x="349286" y="133528"/>
                </a:lnTo>
                <a:lnTo>
                  <a:pt x="350426" y="133397"/>
                </a:lnTo>
                <a:lnTo>
                  <a:pt x="351549" y="133241"/>
                </a:lnTo>
                <a:lnTo>
                  <a:pt x="352656" y="133062"/>
                </a:lnTo>
                <a:lnTo>
                  <a:pt x="353746" y="132859"/>
                </a:lnTo>
                <a:lnTo>
                  <a:pt x="354818" y="132632"/>
                </a:lnTo>
                <a:lnTo>
                  <a:pt x="355875" y="132381"/>
                </a:lnTo>
                <a:lnTo>
                  <a:pt x="356914" y="132106"/>
                </a:lnTo>
                <a:lnTo>
                  <a:pt x="357936" y="131807"/>
                </a:lnTo>
                <a:lnTo>
                  <a:pt x="358942" y="131484"/>
                </a:lnTo>
                <a:lnTo>
                  <a:pt x="359931" y="131137"/>
                </a:lnTo>
                <a:lnTo>
                  <a:pt x="360903" y="130767"/>
                </a:lnTo>
                <a:lnTo>
                  <a:pt x="361858" y="130372"/>
                </a:lnTo>
                <a:lnTo>
                  <a:pt x="362796" y="129954"/>
                </a:lnTo>
                <a:lnTo>
                  <a:pt x="363718" y="129511"/>
                </a:lnTo>
                <a:lnTo>
                  <a:pt x="364623" y="129045"/>
                </a:lnTo>
                <a:lnTo>
                  <a:pt x="365510" y="128555"/>
                </a:lnTo>
                <a:lnTo>
                  <a:pt x="366382" y="128041"/>
                </a:lnTo>
                <a:lnTo>
                  <a:pt x="367236" y="127503"/>
                </a:lnTo>
                <a:lnTo>
                  <a:pt x="368073" y="126941"/>
                </a:lnTo>
                <a:lnTo>
                  <a:pt x="368888" y="126358"/>
                </a:lnTo>
                <a:lnTo>
                  <a:pt x="369673" y="125759"/>
                </a:lnTo>
                <a:lnTo>
                  <a:pt x="370429" y="125143"/>
                </a:lnTo>
                <a:lnTo>
                  <a:pt x="371156" y="124511"/>
                </a:lnTo>
                <a:lnTo>
                  <a:pt x="371853" y="123861"/>
                </a:lnTo>
                <a:lnTo>
                  <a:pt x="372521" y="123195"/>
                </a:lnTo>
                <a:lnTo>
                  <a:pt x="373160" y="122511"/>
                </a:lnTo>
                <a:lnTo>
                  <a:pt x="373770" y="121811"/>
                </a:lnTo>
                <a:lnTo>
                  <a:pt x="374351" y="121094"/>
                </a:lnTo>
                <a:lnTo>
                  <a:pt x="374902" y="120360"/>
                </a:lnTo>
                <a:lnTo>
                  <a:pt x="375424" y="119610"/>
                </a:lnTo>
                <a:lnTo>
                  <a:pt x="375917" y="118842"/>
                </a:lnTo>
                <a:lnTo>
                  <a:pt x="376381" y="118058"/>
                </a:lnTo>
                <a:lnTo>
                  <a:pt x="376815" y="117257"/>
                </a:lnTo>
                <a:lnTo>
                  <a:pt x="377221" y="116439"/>
                </a:lnTo>
                <a:lnTo>
                  <a:pt x="377597" y="115605"/>
                </a:lnTo>
                <a:lnTo>
                  <a:pt x="377943" y="114753"/>
                </a:lnTo>
                <a:lnTo>
                  <a:pt x="378261" y="113885"/>
                </a:lnTo>
                <a:lnTo>
                  <a:pt x="378549" y="112999"/>
                </a:lnTo>
                <a:lnTo>
                  <a:pt x="378808" y="112097"/>
                </a:lnTo>
                <a:lnTo>
                  <a:pt x="379038" y="111178"/>
                </a:lnTo>
                <a:lnTo>
                  <a:pt x="379239" y="110243"/>
                </a:lnTo>
                <a:lnTo>
                  <a:pt x="379410" y="109290"/>
                </a:lnTo>
                <a:lnTo>
                  <a:pt x="379552" y="108321"/>
                </a:lnTo>
                <a:lnTo>
                  <a:pt x="364249" y="108321"/>
                </a:lnTo>
                <a:lnTo>
                  <a:pt x="364142" y="108840"/>
                </a:lnTo>
                <a:lnTo>
                  <a:pt x="364021" y="109348"/>
                </a:lnTo>
                <a:lnTo>
                  <a:pt x="363884" y="109845"/>
                </a:lnTo>
                <a:lnTo>
                  <a:pt x="363734" y="110331"/>
                </a:lnTo>
                <a:lnTo>
                  <a:pt x="363568" y="110806"/>
                </a:lnTo>
                <a:lnTo>
                  <a:pt x="363387" y="111270"/>
                </a:lnTo>
                <a:lnTo>
                  <a:pt x="363192" y="111724"/>
                </a:lnTo>
                <a:lnTo>
                  <a:pt x="362982" y="112166"/>
                </a:lnTo>
                <a:lnTo>
                  <a:pt x="362758" y="112598"/>
                </a:lnTo>
                <a:lnTo>
                  <a:pt x="362518" y="113018"/>
                </a:lnTo>
                <a:lnTo>
                  <a:pt x="362264" y="113428"/>
                </a:lnTo>
                <a:lnTo>
                  <a:pt x="361995" y="113827"/>
                </a:lnTo>
                <a:lnTo>
                  <a:pt x="361711" y="114215"/>
                </a:lnTo>
                <a:lnTo>
                  <a:pt x="361413" y="114592"/>
                </a:lnTo>
                <a:lnTo>
                  <a:pt x="361100" y="114958"/>
                </a:lnTo>
                <a:lnTo>
                  <a:pt x="360772" y="115313"/>
                </a:lnTo>
                <a:lnTo>
                  <a:pt x="360429" y="115657"/>
                </a:lnTo>
                <a:lnTo>
                  <a:pt x="360071" y="115990"/>
                </a:lnTo>
                <a:lnTo>
                  <a:pt x="359699" y="116313"/>
                </a:lnTo>
                <a:lnTo>
                  <a:pt x="359312" y="116624"/>
                </a:lnTo>
                <a:lnTo>
                  <a:pt x="358910" y="116924"/>
                </a:lnTo>
                <a:lnTo>
                  <a:pt x="358494" y="117214"/>
                </a:lnTo>
                <a:lnTo>
                  <a:pt x="358062" y="117493"/>
                </a:lnTo>
                <a:lnTo>
                  <a:pt x="357616" y="117760"/>
                </a:lnTo>
                <a:lnTo>
                  <a:pt x="357157" y="118017"/>
                </a:lnTo>
                <a:lnTo>
                  <a:pt x="356686" y="118263"/>
                </a:lnTo>
                <a:lnTo>
                  <a:pt x="356203" y="118498"/>
                </a:lnTo>
                <a:lnTo>
                  <a:pt x="355708" y="118721"/>
                </a:lnTo>
                <a:lnTo>
                  <a:pt x="355202" y="118934"/>
                </a:lnTo>
                <a:lnTo>
                  <a:pt x="354683" y="119136"/>
                </a:lnTo>
                <a:lnTo>
                  <a:pt x="354153" y="119327"/>
                </a:lnTo>
                <a:lnTo>
                  <a:pt x="353611" y="119508"/>
                </a:lnTo>
                <a:lnTo>
                  <a:pt x="353057" y="119677"/>
                </a:lnTo>
                <a:lnTo>
                  <a:pt x="352491" y="119835"/>
                </a:lnTo>
                <a:lnTo>
                  <a:pt x="351914" y="119983"/>
                </a:lnTo>
                <a:lnTo>
                  <a:pt x="351325" y="120119"/>
                </a:lnTo>
                <a:lnTo>
                  <a:pt x="350724" y="120245"/>
                </a:lnTo>
                <a:lnTo>
                  <a:pt x="350111" y="120359"/>
                </a:lnTo>
                <a:lnTo>
                  <a:pt x="349486" y="120463"/>
                </a:lnTo>
                <a:lnTo>
                  <a:pt x="348850" y="120556"/>
                </a:lnTo>
                <a:lnTo>
                  <a:pt x="348201" y="120638"/>
                </a:lnTo>
                <a:lnTo>
                  <a:pt x="347541" y="120709"/>
                </a:lnTo>
                <a:lnTo>
                  <a:pt x="346869" y="120769"/>
                </a:lnTo>
                <a:lnTo>
                  <a:pt x="346185" y="120818"/>
                </a:lnTo>
                <a:lnTo>
                  <a:pt x="345490" y="120856"/>
                </a:lnTo>
                <a:lnTo>
                  <a:pt x="344782" y="120883"/>
                </a:lnTo>
                <a:lnTo>
                  <a:pt x="344063" y="120900"/>
                </a:lnTo>
                <a:lnTo>
                  <a:pt x="343332" y="120905"/>
                </a:lnTo>
                <a:lnTo>
                  <a:pt x="342476" y="120895"/>
                </a:lnTo>
                <a:lnTo>
                  <a:pt x="341636" y="120865"/>
                </a:lnTo>
                <a:lnTo>
                  <a:pt x="340813" y="120814"/>
                </a:lnTo>
                <a:lnTo>
                  <a:pt x="340007" y="120742"/>
                </a:lnTo>
                <a:lnTo>
                  <a:pt x="339216" y="120651"/>
                </a:lnTo>
                <a:lnTo>
                  <a:pt x="338443" y="120539"/>
                </a:lnTo>
                <a:lnTo>
                  <a:pt x="337686" y="120406"/>
                </a:lnTo>
                <a:lnTo>
                  <a:pt x="336945" y="120253"/>
                </a:lnTo>
                <a:lnTo>
                  <a:pt x="336221" y="120080"/>
                </a:lnTo>
                <a:lnTo>
                  <a:pt x="335514" y="119887"/>
                </a:lnTo>
                <a:lnTo>
                  <a:pt x="334823" y="119673"/>
                </a:lnTo>
                <a:lnTo>
                  <a:pt x="334149" y="119439"/>
                </a:lnTo>
                <a:lnTo>
                  <a:pt x="333491" y="119184"/>
                </a:lnTo>
                <a:lnTo>
                  <a:pt x="332850" y="118909"/>
                </a:lnTo>
                <a:lnTo>
                  <a:pt x="332225" y="118614"/>
                </a:lnTo>
                <a:lnTo>
                  <a:pt x="331617" y="118298"/>
                </a:lnTo>
                <a:lnTo>
                  <a:pt x="331025" y="117962"/>
                </a:lnTo>
                <a:lnTo>
                  <a:pt x="330450" y="117605"/>
                </a:lnTo>
                <a:lnTo>
                  <a:pt x="329891" y="117228"/>
                </a:lnTo>
                <a:lnTo>
                  <a:pt x="329349" y="116831"/>
                </a:lnTo>
                <a:lnTo>
                  <a:pt x="328823" y="116414"/>
                </a:lnTo>
                <a:lnTo>
                  <a:pt x="328314" y="115976"/>
                </a:lnTo>
                <a:lnTo>
                  <a:pt x="327822" y="115517"/>
                </a:lnTo>
                <a:lnTo>
                  <a:pt x="327346" y="115039"/>
                </a:lnTo>
                <a:lnTo>
                  <a:pt x="326888" y="114541"/>
                </a:lnTo>
                <a:lnTo>
                  <a:pt x="326450" y="114025"/>
                </a:lnTo>
                <a:lnTo>
                  <a:pt x="326031" y="113491"/>
                </a:lnTo>
                <a:lnTo>
                  <a:pt x="325632" y="112939"/>
                </a:lnTo>
                <a:lnTo>
                  <a:pt x="325252" y="112369"/>
                </a:lnTo>
                <a:lnTo>
                  <a:pt x="324892" y="111781"/>
                </a:lnTo>
                <a:lnTo>
                  <a:pt x="324551" y="111175"/>
                </a:lnTo>
                <a:lnTo>
                  <a:pt x="324229" y="110551"/>
                </a:lnTo>
                <a:lnTo>
                  <a:pt x="323927" y="109909"/>
                </a:lnTo>
                <a:lnTo>
                  <a:pt x="323645" y="109249"/>
                </a:lnTo>
                <a:lnTo>
                  <a:pt x="323382" y="108571"/>
                </a:lnTo>
                <a:lnTo>
                  <a:pt x="323139" y="107875"/>
                </a:lnTo>
                <a:lnTo>
                  <a:pt x="322915" y="107161"/>
                </a:lnTo>
                <a:lnTo>
                  <a:pt x="322710" y="106429"/>
                </a:lnTo>
                <a:lnTo>
                  <a:pt x="322525" y="105679"/>
                </a:lnTo>
                <a:lnTo>
                  <a:pt x="322359" y="104911"/>
                </a:lnTo>
                <a:lnTo>
                  <a:pt x="322213" y="104125"/>
                </a:lnTo>
                <a:lnTo>
                  <a:pt x="322087" y="103321"/>
                </a:lnTo>
                <a:lnTo>
                  <a:pt x="321980" y="102499"/>
                </a:lnTo>
                <a:lnTo>
                  <a:pt x="321892" y="101659"/>
                </a:lnTo>
                <a:lnTo>
                  <a:pt x="321824" y="100801"/>
                </a:lnTo>
                <a:lnTo>
                  <a:pt x="321775" y="99924"/>
                </a:lnTo>
                <a:lnTo>
                  <a:pt x="321746" y="99030"/>
                </a:lnTo>
                <a:lnTo>
                  <a:pt x="321736" y="98118"/>
                </a:lnTo>
                <a:lnTo>
                  <a:pt x="321736" y="89104"/>
                </a:lnTo>
                <a:lnTo>
                  <a:pt x="379892" y="89104"/>
                </a:lnTo>
                <a:lnTo>
                  <a:pt x="379892" y="72609"/>
                </a:lnTo>
                <a:lnTo>
                  <a:pt x="379885" y="71707"/>
                </a:lnTo>
                <a:lnTo>
                  <a:pt x="379861" y="70815"/>
                </a:lnTo>
                <a:lnTo>
                  <a:pt x="379822" y="69934"/>
                </a:lnTo>
                <a:lnTo>
                  <a:pt x="379767" y="69062"/>
                </a:lnTo>
                <a:lnTo>
                  <a:pt x="379697" y="68200"/>
                </a:lnTo>
                <a:lnTo>
                  <a:pt x="379611" y="67349"/>
                </a:lnTo>
                <a:lnTo>
                  <a:pt x="379509" y="66507"/>
                </a:lnTo>
                <a:lnTo>
                  <a:pt x="379392" y="65675"/>
                </a:lnTo>
                <a:lnTo>
                  <a:pt x="379259" y="64854"/>
                </a:lnTo>
                <a:lnTo>
                  <a:pt x="379110" y="64042"/>
                </a:lnTo>
                <a:lnTo>
                  <a:pt x="378946" y="63241"/>
                </a:lnTo>
                <a:lnTo>
                  <a:pt x="378766" y="62449"/>
                </a:lnTo>
                <a:lnTo>
                  <a:pt x="378570" y="61668"/>
                </a:lnTo>
                <a:lnTo>
                  <a:pt x="378359" y="60897"/>
                </a:lnTo>
                <a:lnTo>
                  <a:pt x="378132" y="60135"/>
                </a:lnTo>
                <a:lnTo>
                  <a:pt x="377889" y="59384"/>
                </a:lnTo>
                <a:lnTo>
                  <a:pt x="377631" y="58643"/>
                </a:lnTo>
                <a:lnTo>
                  <a:pt x="377357" y="57911"/>
                </a:lnTo>
                <a:lnTo>
                  <a:pt x="377068" y="57190"/>
                </a:lnTo>
                <a:lnTo>
                  <a:pt x="376762" y="56479"/>
                </a:lnTo>
                <a:lnTo>
                  <a:pt x="376442" y="55778"/>
                </a:lnTo>
                <a:lnTo>
                  <a:pt x="376105" y="55087"/>
                </a:lnTo>
                <a:lnTo>
                  <a:pt x="375753" y="54406"/>
                </a:lnTo>
                <a:lnTo>
                  <a:pt x="375385" y="53735"/>
                </a:lnTo>
                <a:lnTo>
                  <a:pt x="375003" y="53075"/>
                </a:lnTo>
                <a:lnTo>
                  <a:pt x="374609" y="52428"/>
                </a:lnTo>
                <a:lnTo>
                  <a:pt x="374201" y="51793"/>
                </a:lnTo>
                <a:lnTo>
                  <a:pt x="373780" y="51170"/>
                </a:lnTo>
                <a:lnTo>
                  <a:pt x="373346" y="50560"/>
                </a:lnTo>
                <a:lnTo>
                  <a:pt x="372899" y="49962"/>
                </a:lnTo>
                <a:lnTo>
                  <a:pt x="372439" y="49377"/>
                </a:lnTo>
                <a:lnTo>
                  <a:pt x="371966" y="48804"/>
                </a:lnTo>
                <a:lnTo>
                  <a:pt x="371480" y="48243"/>
                </a:lnTo>
                <a:lnTo>
                  <a:pt x="370981" y="47695"/>
                </a:lnTo>
                <a:lnTo>
                  <a:pt x="370470" y="47159"/>
                </a:lnTo>
                <a:lnTo>
                  <a:pt x="369945" y="46636"/>
                </a:lnTo>
                <a:lnTo>
                  <a:pt x="369407" y="46125"/>
                </a:lnTo>
                <a:lnTo>
                  <a:pt x="368856" y="45626"/>
                </a:lnTo>
                <a:lnTo>
                  <a:pt x="368292" y="45140"/>
                </a:lnTo>
                <a:lnTo>
                  <a:pt x="367715" y="44666"/>
                </a:lnTo>
                <a:lnTo>
                  <a:pt x="367125" y="44204"/>
                </a:lnTo>
                <a:lnTo>
                  <a:pt x="366522" y="43755"/>
                </a:lnTo>
                <a:lnTo>
                  <a:pt x="365906" y="43319"/>
                </a:lnTo>
                <a:lnTo>
                  <a:pt x="365278" y="42895"/>
                </a:lnTo>
                <a:lnTo>
                  <a:pt x="364636" y="42483"/>
                </a:lnTo>
                <a:lnTo>
                  <a:pt x="363981" y="42083"/>
                </a:lnTo>
                <a:lnTo>
                  <a:pt x="363313" y="41696"/>
                </a:lnTo>
                <a:lnTo>
                  <a:pt x="362632" y="41322"/>
                </a:lnTo>
                <a:lnTo>
                  <a:pt x="361940" y="40961"/>
                </a:lnTo>
                <a:lnTo>
                  <a:pt x="361238" y="40615"/>
                </a:lnTo>
                <a:lnTo>
                  <a:pt x="360527" y="40285"/>
                </a:lnTo>
                <a:lnTo>
                  <a:pt x="359805" y="39971"/>
                </a:lnTo>
                <a:lnTo>
                  <a:pt x="359074" y="39671"/>
                </a:lnTo>
                <a:lnTo>
                  <a:pt x="358333" y="39387"/>
                </a:lnTo>
                <a:lnTo>
                  <a:pt x="357583" y="39118"/>
                </a:lnTo>
                <a:lnTo>
                  <a:pt x="356823" y="38865"/>
                </a:lnTo>
                <a:lnTo>
                  <a:pt x="356053" y="38627"/>
                </a:lnTo>
                <a:lnTo>
                  <a:pt x="355273" y="38405"/>
                </a:lnTo>
                <a:lnTo>
                  <a:pt x="354483" y="38197"/>
                </a:lnTo>
                <a:lnTo>
                  <a:pt x="353684" y="38005"/>
                </a:lnTo>
                <a:lnTo>
                  <a:pt x="352875" y="37829"/>
                </a:lnTo>
                <a:lnTo>
                  <a:pt x="352056" y="37668"/>
                </a:lnTo>
                <a:lnTo>
                  <a:pt x="351228" y="37522"/>
                </a:lnTo>
                <a:lnTo>
                  <a:pt x="350389" y="37391"/>
                </a:lnTo>
                <a:lnTo>
                  <a:pt x="349541" y="37276"/>
                </a:lnTo>
                <a:lnTo>
                  <a:pt x="348684" y="37176"/>
                </a:lnTo>
                <a:lnTo>
                  <a:pt x="347816" y="37092"/>
                </a:lnTo>
                <a:lnTo>
                  <a:pt x="346939" y="37023"/>
                </a:lnTo>
                <a:lnTo>
                  <a:pt x="346052" y="36969"/>
                </a:lnTo>
                <a:lnTo>
                  <a:pt x="345155" y="36931"/>
                </a:lnTo>
                <a:lnTo>
                  <a:pt x="344248" y="36908"/>
                </a:lnTo>
                <a:lnTo>
                  <a:pt x="343332" y="36900"/>
                </a:lnTo>
                <a:lnTo>
                  <a:pt x="342416" y="36908"/>
                </a:lnTo>
                <a:lnTo>
                  <a:pt x="341509" y="36931"/>
                </a:lnTo>
                <a:lnTo>
                  <a:pt x="340613" y="36969"/>
                </a:lnTo>
                <a:lnTo>
                  <a:pt x="339726" y="37023"/>
                </a:lnTo>
                <a:lnTo>
                  <a:pt x="338848" y="37092"/>
                </a:lnTo>
                <a:lnTo>
                  <a:pt x="337981" y="37176"/>
                </a:lnTo>
                <a:lnTo>
                  <a:pt x="337123" y="37276"/>
                </a:lnTo>
                <a:lnTo>
                  <a:pt x="336275" y="37391"/>
                </a:lnTo>
                <a:lnTo>
                  <a:pt x="335436" y="37522"/>
                </a:lnTo>
                <a:lnTo>
                  <a:pt x="334608" y="37668"/>
                </a:lnTo>
                <a:lnTo>
                  <a:pt x="333789" y="37829"/>
                </a:lnTo>
                <a:lnTo>
                  <a:pt x="332980" y="38005"/>
                </a:lnTo>
                <a:lnTo>
                  <a:pt x="332180" y="38197"/>
                </a:lnTo>
                <a:lnTo>
                  <a:pt x="331391" y="38405"/>
                </a:lnTo>
                <a:lnTo>
                  <a:pt x="330611" y="38627"/>
                </a:lnTo>
                <a:lnTo>
                  <a:pt x="329841" y="38865"/>
                </a:lnTo>
                <a:lnTo>
                  <a:pt x="329080" y="39118"/>
                </a:lnTo>
                <a:lnTo>
                  <a:pt x="328329" y="39387"/>
                </a:lnTo>
                <a:lnTo>
                  <a:pt x="327589" y="39671"/>
                </a:lnTo>
                <a:lnTo>
                  <a:pt x="326857" y="39971"/>
                </a:lnTo>
                <a:lnTo>
                  <a:pt x="326136" y="40285"/>
                </a:lnTo>
                <a:lnTo>
                  <a:pt x="325424" y="40615"/>
                </a:lnTo>
                <a:lnTo>
                  <a:pt x="324722" y="40961"/>
                </a:lnTo>
                <a:lnTo>
                  <a:pt x="324030" y="41322"/>
                </a:lnTo>
                <a:lnTo>
                  <a:pt x="323349" y="41696"/>
                </a:lnTo>
                <a:lnTo>
                  <a:pt x="322681" y="42083"/>
                </a:lnTo>
                <a:lnTo>
                  <a:pt x="322027" y="42483"/>
                </a:lnTo>
                <a:lnTo>
                  <a:pt x="321385" y="42895"/>
                </a:lnTo>
                <a:lnTo>
                  <a:pt x="320756" y="43319"/>
                </a:lnTo>
                <a:lnTo>
                  <a:pt x="320140" y="43755"/>
                </a:lnTo>
                <a:lnTo>
                  <a:pt x="319538" y="44204"/>
                </a:lnTo>
                <a:lnTo>
                  <a:pt x="318948" y="44666"/>
                </a:lnTo>
                <a:lnTo>
                  <a:pt x="318371" y="45140"/>
                </a:lnTo>
                <a:lnTo>
                  <a:pt x="317807" y="45626"/>
                </a:lnTo>
                <a:lnTo>
                  <a:pt x="317256" y="46125"/>
                </a:lnTo>
                <a:lnTo>
                  <a:pt x="316718" y="46636"/>
                </a:lnTo>
                <a:lnTo>
                  <a:pt x="316194" y="47159"/>
                </a:lnTo>
                <a:lnTo>
                  <a:pt x="315682" y="47695"/>
                </a:lnTo>
                <a:lnTo>
                  <a:pt x="315183" y="48243"/>
                </a:lnTo>
                <a:lnTo>
                  <a:pt x="314697" y="48804"/>
                </a:lnTo>
                <a:lnTo>
                  <a:pt x="314224" y="49377"/>
                </a:lnTo>
                <a:lnTo>
                  <a:pt x="313764" y="49962"/>
                </a:lnTo>
                <a:lnTo>
                  <a:pt x="313317" y="50560"/>
                </a:lnTo>
                <a:lnTo>
                  <a:pt x="312883" y="51170"/>
                </a:lnTo>
                <a:lnTo>
                  <a:pt x="312462" y="51793"/>
                </a:lnTo>
                <a:lnTo>
                  <a:pt x="312054" y="52428"/>
                </a:lnTo>
                <a:lnTo>
                  <a:pt x="311659" y="53075"/>
                </a:lnTo>
                <a:lnTo>
                  <a:pt x="311277" y="53735"/>
                </a:lnTo>
                <a:lnTo>
                  <a:pt x="310909" y="54406"/>
                </a:lnTo>
                <a:lnTo>
                  <a:pt x="310557" y="55087"/>
                </a:lnTo>
                <a:lnTo>
                  <a:pt x="310221" y="55778"/>
                </a:lnTo>
                <a:lnTo>
                  <a:pt x="309900" y="56479"/>
                </a:lnTo>
                <a:lnTo>
                  <a:pt x="309595" y="57190"/>
                </a:lnTo>
                <a:lnTo>
                  <a:pt x="309306" y="57911"/>
                </a:lnTo>
                <a:lnTo>
                  <a:pt x="309032" y="58643"/>
                </a:lnTo>
                <a:lnTo>
                  <a:pt x="308774" y="59384"/>
                </a:lnTo>
                <a:lnTo>
                  <a:pt x="308532" y="60135"/>
                </a:lnTo>
                <a:lnTo>
                  <a:pt x="308305" y="60897"/>
                </a:lnTo>
                <a:lnTo>
                  <a:pt x="308094" y="61668"/>
                </a:lnTo>
                <a:lnTo>
                  <a:pt x="307898" y="62449"/>
                </a:lnTo>
                <a:lnTo>
                  <a:pt x="307718" y="63241"/>
                </a:lnTo>
                <a:lnTo>
                  <a:pt x="307554" y="64042"/>
                </a:lnTo>
                <a:lnTo>
                  <a:pt x="307406" y="64854"/>
                </a:lnTo>
                <a:lnTo>
                  <a:pt x="307273" y="65675"/>
                </a:lnTo>
                <a:lnTo>
                  <a:pt x="307155" y="66507"/>
                </a:lnTo>
                <a:lnTo>
                  <a:pt x="307054" y="67349"/>
                </a:lnTo>
                <a:lnTo>
                  <a:pt x="306968" y="68200"/>
                </a:lnTo>
                <a:lnTo>
                  <a:pt x="306897" y="69062"/>
                </a:lnTo>
                <a:lnTo>
                  <a:pt x="306842" y="69934"/>
                </a:lnTo>
                <a:lnTo>
                  <a:pt x="306803" y="70815"/>
                </a:lnTo>
                <a:lnTo>
                  <a:pt x="306780" y="71707"/>
                </a:lnTo>
                <a:lnTo>
                  <a:pt x="306772" y="72609"/>
                </a:lnTo>
                <a:lnTo>
                  <a:pt x="306772" y="98118"/>
                </a:lnTo>
                <a:lnTo>
                  <a:pt x="306780" y="99006"/>
                </a:lnTo>
                <a:lnTo>
                  <a:pt x="306803" y="99885"/>
                </a:lnTo>
                <a:lnTo>
                  <a:pt x="306842" y="100755"/>
                </a:lnTo>
                <a:lnTo>
                  <a:pt x="306897" y="101616"/>
                </a:lnTo>
                <a:lnTo>
                  <a:pt x="306968" y="102468"/>
                </a:lnTo>
                <a:lnTo>
                  <a:pt x="307054" y="103310"/>
                </a:lnTo>
                <a:lnTo>
                  <a:pt x="307155" y="104144"/>
                </a:lnTo>
                <a:lnTo>
                  <a:pt x="307273" y="104968"/>
                </a:lnTo>
                <a:lnTo>
                  <a:pt x="307406" y="105783"/>
                </a:lnTo>
                <a:lnTo>
                  <a:pt x="307554" y="106589"/>
                </a:lnTo>
                <a:lnTo>
                  <a:pt x="307718" y="107385"/>
                </a:lnTo>
                <a:lnTo>
                  <a:pt x="307898" y="108173"/>
                </a:lnTo>
                <a:lnTo>
                  <a:pt x="308094" y="108951"/>
                </a:lnTo>
                <a:lnTo>
                  <a:pt x="308305" y="109720"/>
                </a:lnTo>
                <a:lnTo>
                  <a:pt x="308532" y="110481"/>
                </a:lnTo>
                <a:lnTo>
                  <a:pt x="308774" y="111231"/>
                </a:lnTo>
                <a:lnTo>
                  <a:pt x="309032" y="111973"/>
                </a:lnTo>
                <a:lnTo>
                  <a:pt x="309306" y="112706"/>
                </a:lnTo>
                <a:lnTo>
                  <a:pt x="309595" y="113429"/>
                </a:lnTo>
                <a:lnTo>
                  <a:pt x="309900" y="114144"/>
                </a:lnTo>
                <a:lnTo>
                  <a:pt x="310221" y="114849"/>
                </a:lnTo>
                <a:lnTo>
                  <a:pt x="310557" y="115545"/>
                </a:lnTo>
                <a:lnTo>
                  <a:pt x="310909" y="116232"/>
                </a:lnTo>
                <a:lnTo>
                  <a:pt x="311277" y="116909"/>
                </a:lnTo>
                <a:lnTo>
                  <a:pt x="311659" y="117576"/>
                </a:lnTo>
                <a:lnTo>
                  <a:pt x="312054" y="118230"/>
                </a:lnTo>
                <a:lnTo>
                  <a:pt x="312462" y="118871"/>
                </a:lnTo>
                <a:lnTo>
                  <a:pt x="312883" y="119500"/>
                </a:lnTo>
                <a:lnTo>
                  <a:pt x="313317" y="120115"/>
                </a:lnTo>
                <a:lnTo>
                  <a:pt x="313764" y="120718"/>
                </a:lnTo>
                <a:lnTo>
                  <a:pt x="314224" y="121309"/>
                </a:lnTo>
                <a:lnTo>
                  <a:pt x="314697" y="121887"/>
                </a:lnTo>
                <a:lnTo>
                  <a:pt x="315183" y="122452"/>
                </a:lnTo>
                <a:lnTo>
                  <a:pt x="315682" y="123004"/>
                </a:lnTo>
                <a:lnTo>
                  <a:pt x="316194" y="123544"/>
                </a:lnTo>
                <a:lnTo>
                  <a:pt x="316718" y="124071"/>
                </a:lnTo>
                <a:lnTo>
                  <a:pt x="317256" y="124585"/>
                </a:lnTo>
                <a:lnTo>
                  <a:pt x="317807" y="125087"/>
                </a:lnTo>
                <a:lnTo>
                  <a:pt x="318371" y="125576"/>
                </a:lnTo>
                <a:lnTo>
                  <a:pt x="318948" y="126052"/>
                </a:lnTo>
                <a:lnTo>
                  <a:pt x="319538" y="126516"/>
                </a:lnTo>
                <a:lnTo>
                  <a:pt x="320140" y="126967"/>
                </a:lnTo>
                <a:lnTo>
                  <a:pt x="320756" y="127405"/>
                </a:lnTo>
                <a:lnTo>
                  <a:pt x="321385" y="127830"/>
                </a:lnTo>
                <a:lnTo>
                  <a:pt x="322027" y="128243"/>
                </a:lnTo>
                <a:lnTo>
                  <a:pt x="322681" y="128643"/>
                </a:lnTo>
                <a:lnTo>
                  <a:pt x="323349" y="129031"/>
                </a:lnTo>
                <a:lnTo>
                  <a:pt x="324030" y="129406"/>
                </a:lnTo>
                <a:lnTo>
                  <a:pt x="324722" y="129767"/>
                </a:lnTo>
                <a:lnTo>
                  <a:pt x="325424" y="130112"/>
                </a:lnTo>
                <a:lnTo>
                  <a:pt x="326136" y="130442"/>
                </a:lnTo>
                <a:lnTo>
                  <a:pt x="326857" y="130757"/>
                </a:lnTo>
                <a:lnTo>
                  <a:pt x="327589" y="131056"/>
                </a:lnTo>
                <a:lnTo>
                  <a:pt x="328329" y="131340"/>
                </a:lnTo>
                <a:lnTo>
                  <a:pt x="329080" y="131609"/>
                </a:lnTo>
                <a:lnTo>
                  <a:pt x="329841" y="131862"/>
                </a:lnTo>
                <a:lnTo>
                  <a:pt x="330611" y="132100"/>
                </a:lnTo>
                <a:lnTo>
                  <a:pt x="331391" y="132323"/>
                </a:lnTo>
                <a:lnTo>
                  <a:pt x="332180" y="132530"/>
                </a:lnTo>
                <a:lnTo>
                  <a:pt x="332980" y="132722"/>
                </a:lnTo>
                <a:lnTo>
                  <a:pt x="333789" y="132898"/>
                </a:lnTo>
                <a:lnTo>
                  <a:pt x="334608" y="133060"/>
                </a:lnTo>
                <a:lnTo>
                  <a:pt x="335436" y="133205"/>
                </a:lnTo>
                <a:lnTo>
                  <a:pt x="336275" y="133336"/>
                </a:lnTo>
                <a:lnTo>
                  <a:pt x="337123" y="133451"/>
                </a:lnTo>
                <a:lnTo>
                  <a:pt x="337981" y="133551"/>
                </a:lnTo>
                <a:lnTo>
                  <a:pt x="338848" y="133635"/>
                </a:lnTo>
                <a:lnTo>
                  <a:pt x="339726" y="133704"/>
                </a:lnTo>
                <a:lnTo>
                  <a:pt x="340613" y="133758"/>
                </a:lnTo>
                <a:lnTo>
                  <a:pt x="341509" y="133797"/>
                </a:lnTo>
                <a:lnTo>
                  <a:pt x="342416" y="133820"/>
                </a:lnTo>
                <a:lnTo>
                  <a:pt x="343332" y="133827"/>
                </a:lnTo>
                <a:lnTo>
                  <a:pt x="344557" y="133815"/>
                </a:lnTo>
                <a:lnTo>
                  <a:pt x="345764" y="133779"/>
                </a:lnTo>
                <a:lnTo>
                  <a:pt x="346955" y="133720"/>
                </a:lnTo>
                <a:close/>
                <a:moveTo>
                  <a:pt x="321746" y="71697"/>
                </a:moveTo>
                <a:lnTo>
                  <a:pt x="321775" y="70803"/>
                </a:lnTo>
                <a:lnTo>
                  <a:pt x="321824" y="69926"/>
                </a:lnTo>
                <a:lnTo>
                  <a:pt x="321892" y="69067"/>
                </a:lnTo>
                <a:lnTo>
                  <a:pt x="321980" y="68226"/>
                </a:lnTo>
                <a:lnTo>
                  <a:pt x="322087" y="67402"/>
                </a:lnTo>
                <a:lnTo>
                  <a:pt x="322213" y="66596"/>
                </a:lnTo>
                <a:lnTo>
                  <a:pt x="322359" y="65808"/>
                </a:lnTo>
                <a:lnTo>
                  <a:pt x="322525" y="65038"/>
                </a:lnTo>
                <a:lnTo>
                  <a:pt x="322710" y="64285"/>
                </a:lnTo>
                <a:lnTo>
                  <a:pt x="322915" y="63550"/>
                </a:lnTo>
                <a:lnTo>
                  <a:pt x="323139" y="62833"/>
                </a:lnTo>
                <a:lnTo>
                  <a:pt x="323382" y="62133"/>
                </a:lnTo>
                <a:lnTo>
                  <a:pt x="323645" y="61451"/>
                </a:lnTo>
                <a:lnTo>
                  <a:pt x="323927" y="60787"/>
                </a:lnTo>
                <a:lnTo>
                  <a:pt x="324229" y="60140"/>
                </a:lnTo>
                <a:lnTo>
                  <a:pt x="324551" y="59512"/>
                </a:lnTo>
                <a:lnTo>
                  <a:pt x="324892" y="58901"/>
                </a:lnTo>
                <a:lnTo>
                  <a:pt x="325252" y="58307"/>
                </a:lnTo>
                <a:lnTo>
                  <a:pt x="325632" y="57731"/>
                </a:lnTo>
                <a:lnTo>
                  <a:pt x="326031" y="57173"/>
                </a:lnTo>
                <a:lnTo>
                  <a:pt x="326450" y="56633"/>
                </a:lnTo>
                <a:lnTo>
                  <a:pt x="326888" y="56111"/>
                </a:lnTo>
                <a:lnTo>
                  <a:pt x="327346" y="55606"/>
                </a:lnTo>
                <a:lnTo>
                  <a:pt x="327822" y="55120"/>
                </a:lnTo>
                <a:lnTo>
                  <a:pt x="328314" y="54655"/>
                </a:lnTo>
                <a:lnTo>
                  <a:pt x="328823" y="54211"/>
                </a:lnTo>
                <a:lnTo>
                  <a:pt x="329349" y="53787"/>
                </a:lnTo>
                <a:lnTo>
                  <a:pt x="329891" y="53384"/>
                </a:lnTo>
                <a:lnTo>
                  <a:pt x="330450" y="53001"/>
                </a:lnTo>
                <a:lnTo>
                  <a:pt x="331025" y="52640"/>
                </a:lnTo>
                <a:lnTo>
                  <a:pt x="331617" y="52299"/>
                </a:lnTo>
                <a:lnTo>
                  <a:pt x="332225" y="51978"/>
                </a:lnTo>
                <a:lnTo>
                  <a:pt x="332850" y="51679"/>
                </a:lnTo>
                <a:lnTo>
                  <a:pt x="333491" y="51400"/>
                </a:lnTo>
                <a:lnTo>
                  <a:pt x="334149" y="51141"/>
                </a:lnTo>
                <a:lnTo>
                  <a:pt x="334823" y="50904"/>
                </a:lnTo>
                <a:lnTo>
                  <a:pt x="335514" y="50687"/>
                </a:lnTo>
                <a:lnTo>
                  <a:pt x="336221" y="50490"/>
                </a:lnTo>
                <a:lnTo>
                  <a:pt x="336945" y="50315"/>
                </a:lnTo>
                <a:lnTo>
                  <a:pt x="337686" y="50160"/>
                </a:lnTo>
                <a:lnTo>
                  <a:pt x="338443" y="50025"/>
                </a:lnTo>
                <a:lnTo>
                  <a:pt x="339216" y="49912"/>
                </a:lnTo>
                <a:lnTo>
                  <a:pt x="340007" y="49819"/>
                </a:lnTo>
                <a:lnTo>
                  <a:pt x="340813" y="49746"/>
                </a:lnTo>
                <a:lnTo>
                  <a:pt x="341636" y="49695"/>
                </a:lnTo>
                <a:lnTo>
                  <a:pt x="342476" y="49664"/>
                </a:lnTo>
                <a:lnTo>
                  <a:pt x="343332" y="49653"/>
                </a:lnTo>
                <a:lnTo>
                  <a:pt x="344202" y="49664"/>
                </a:lnTo>
                <a:lnTo>
                  <a:pt x="345054" y="49695"/>
                </a:lnTo>
                <a:lnTo>
                  <a:pt x="345889" y="49746"/>
                </a:lnTo>
                <a:lnTo>
                  <a:pt x="346707" y="49819"/>
                </a:lnTo>
                <a:lnTo>
                  <a:pt x="347507" y="49912"/>
                </a:lnTo>
                <a:lnTo>
                  <a:pt x="348290" y="50025"/>
                </a:lnTo>
                <a:lnTo>
                  <a:pt x="349055" y="50160"/>
                </a:lnTo>
                <a:lnTo>
                  <a:pt x="349803" y="50315"/>
                </a:lnTo>
                <a:lnTo>
                  <a:pt x="350534" y="50490"/>
                </a:lnTo>
                <a:lnTo>
                  <a:pt x="351247" y="50687"/>
                </a:lnTo>
                <a:lnTo>
                  <a:pt x="351943" y="50904"/>
                </a:lnTo>
                <a:lnTo>
                  <a:pt x="352621" y="51141"/>
                </a:lnTo>
                <a:lnTo>
                  <a:pt x="353282" y="51400"/>
                </a:lnTo>
                <a:lnTo>
                  <a:pt x="353925" y="51679"/>
                </a:lnTo>
                <a:lnTo>
                  <a:pt x="354551" y="51978"/>
                </a:lnTo>
                <a:lnTo>
                  <a:pt x="355160" y="52299"/>
                </a:lnTo>
                <a:lnTo>
                  <a:pt x="355751" y="52640"/>
                </a:lnTo>
                <a:lnTo>
                  <a:pt x="356325" y="53001"/>
                </a:lnTo>
                <a:lnTo>
                  <a:pt x="356881" y="53384"/>
                </a:lnTo>
                <a:lnTo>
                  <a:pt x="357420" y="53787"/>
                </a:lnTo>
                <a:lnTo>
                  <a:pt x="357941" y="54211"/>
                </a:lnTo>
                <a:lnTo>
                  <a:pt x="358446" y="54655"/>
                </a:lnTo>
                <a:lnTo>
                  <a:pt x="358932" y="55120"/>
                </a:lnTo>
                <a:lnTo>
                  <a:pt x="359402" y="55606"/>
                </a:lnTo>
                <a:lnTo>
                  <a:pt x="359853" y="56111"/>
                </a:lnTo>
                <a:lnTo>
                  <a:pt x="360284" y="56633"/>
                </a:lnTo>
                <a:lnTo>
                  <a:pt x="360697" y="57173"/>
                </a:lnTo>
                <a:lnTo>
                  <a:pt x="361090" y="57731"/>
                </a:lnTo>
                <a:lnTo>
                  <a:pt x="361465" y="58307"/>
                </a:lnTo>
                <a:lnTo>
                  <a:pt x="361820" y="58901"/>
                </a:lnTo>
                <a:lnTo>
                  <a:pt x="362155" y="59512"/>
                </a:lnTo>
                <a:lnTo>
                  <a:pt x="362472" y="60140"/>
                </a:lnTo>
                <a:lnTo>
                  <a:pt x="362769" y="60787"/>
                </a:lnTo>
                <a:lnTo>
                  <a:pt x="363048" y="61451"/>
                </a:lnTo>
                <a:lnTo>
                  <a:pt x="363307" y="62133"/>
                </a:lnTo>
                <a:lnTo>
                  <a:pt x="363547" y="62833"/>
                </a:lnTo>
                <a:lnTo>
                  <a:pt x="363767" y="63550"/>
                </a:lnTo>
                <a:lnTo>
                  <a:pt x="363969" y="64285"/>
                </a:lnTo>
                <a:lnTo>
                  <a:pt x="364151" y="65038"/>
                </a:lnTo>
                <a:lnTo>
                  <a:pt x="364314" y="65808"/>
                </a:lnTo>
                <a:lnTo>
                  <a:pt x="364458" y="66596"/>
                </a:lnTo>
                <a:lnTo>
                  <a:pt x="364583" y="67402"/>
                </a:lnTo>
                <a:lnTo>
                  <a:pt x="364689" y="68226"/>
                </a:lnTo>
                <a:lnTo>
                  <a:pt x="364775" y="69067"/>
                </a:lnTo>
                <a:lnTo>
                  <a:pt x="364842" y="69926"/>
                </a:lnTo>
                <a:lnTo>
                  <a:pt x="364890" y="70803"/>
                </a:lnTo>
                <a:lnTo>
                  <a:pt x="364919" y="71697"/>
                </a:lnTo>
                <a:lnTo>
                  <a:pt x="364928" y="72609"/>
                </a:lnTo>
                <a:lnTo>
                  <a:pt x="364928" y="77542"/>
                </a:lnTo>
                <a:lnTo>
                  <a:pt x="321736" y="77542"/>
                </a:lnTo>
                <a:lnTo>
                  <a:pt x="321736" y="72609"/>
                </a:lnTo>
                <a:lnTo>
                  <a:pt x="321746" y="71697"/>
                </a:lnTo>
                <a:close/>
                <a:moveTo>
                  <a:pt x="451933" y="133586"/>
                </a:moveTo>
                <a:lnTo>
                  <a:pt x="453180" y="133451"/>
                </a:lnTo>
                <a:lnTo>
                  <a:pt x="454407" y="133285"/>
                </a:lnTo>
                <a:lnTo>
                  <a:pt x="455611" y="133090"/>
                </a:lnTo>
                <a:lnTo>
                  <a:pt x="456793" y="132864"/>
                </a:lnTo>
                <a:lnTo>
                  <a:pt x="457954" y="132608"/>
                </a:lnTo>
                <a:lnTo>
                  <a:pt x="459092" y="132322"/>
                </a:lnTo>
                <a:lnTo>
                  <a:pt x="460209" y="132006"/>
                </a:lnTo>
                <a:lnTo>
                  <a:pt x="461304" y="131659"/>
                </a:lnTo>
                <a:lnTo>
                  <a:pt x="462377" y="131283"/>
                </a:lnTo>
                <a:lnTo>
                  <a:pt x="463429" y="130876"/>
                </a:lnTo>
                <a:lnTo>
                  <a:pt x="464458" y="130440"/>
                </a:lnTo>
                <a:lnTo>
                  <a:pt x="465466" y="129973"/>
                </a:lnTo>
                <a:lnTo>
                  <a:pt x="466451" y="129476"/>
                </a:lnTo>
                <a:lnTo>
                  <a:pt x="467415" y="128949"/>
                </a:lnTo>
                <a:lnTo>
                  <a:pt x="468357" y="128392"/>
                </a:lnTo>
                <a:lnTo>
                  <a:pt x="469278" y="127805"/>
                </a:lnTo>
                <a:lnTo>
                  <a:pt x="470176" y="127188"/>
                </a:lnTo>
                <a:lnTo>
                  <a:pt x="471052" y="126541"/>
                </a:lnTo>
                <a:lnTo>
                  <a:pt x="471907" y="125863"/>
                </a:lnTo>
                <a:lnTo>
                  <a:pt x="472740" y="125156"/>
                </a:lnTo>
                <a:lnTo>
                  <a:pt x="473546" y="124422"/>
                </a:lnTo>
                <a:lnTo>
                  <a:pt x="474319" y="123667"/>
                </a:lnTo>
                <a:lnTo>
                  <a:pt x="475060" y="122889"/>
                </a:lnTo>
                <a:lnTo>
                  <a:pt x="475768" y="122090"/>
                </a:lnTo>
                <a:lnTo>
                  <a:pt x="476444" y="121269"/>
                </a:lnTo>
                <a:lnTo>
                  <a:pt x="477087" y="120426"/>
                </a:lnTo>
                <a:lnTo>
                  <a:pt x="477698" y="119562"/>
                </a:lnTo>
                <a:lnTo>
                  <a:pt x="478276" y="118675"/>
                </a:lnTo>
                <a:lnTo>
                  <a:pt x="478822" y="117767"/>
                </a:lnTo>
                <a:lnTo>
                  <a:pt x="479335" y="116837"/>
                </a:lnTo>
                <a:lnTo>
                  <a:pt x="479816" y="115885"/>
                </a:lnTo>
                <a:lnTo>
                  <a:pt x="480265" y="114911"/>
                </a:lnTo>
                <a:lnTo>
                  <a:pt x="480681" y="113915"/>
                </a:lnTo>
                <a:lnTo>
                  <a:pt x="481064" y="112897"/>
                </a:lnTo>
                <a:lnTo>
                  <a:pt x="481415" y="111858"/>
                </a:lnTo>
                <a:lnTo>
                  <a:pt x="481734" y="110797"/>
                </a:lnTo>
                <a:lnTo>
                  <a:pt x="482020" y="109714"/>
                </a:lnTo>
                <a:lnTo>
                  <a:pt x="482274" y="108609"/>
                </a:lnTo>
                <a:lnTo>
                  <a:pt x="482495" y="107482"/>
                </a:lnTo>
                <a:lnTo>
                  <a:pt x="482684" y="106333"/>
                </a:lnTo>
                <a:lnTo>
                  <a:pt x="482840" y="105163"/>
                </a:lnTo>
                <a:lnTo>
                  <a:pt x="482964" y="103970"/>
                </a:lnTo>
                <a:lnTo>
                  <a:pt x="483055" y="102756"/>
                </a:lnTo>
                <a:lnTo>
                  <a:pt x="483114" y="101520"/>
                </a:lnTo>
                <a:lnTo>
                  <a:pt x="467807" y="101520"/>
                </a:lnTo>
                <a:lnTo>
                  <a:pt x="467756" y="102250"/>
                </a:lnTo>
                <a:lnTo>
                  <a:pt x="467688" y="102966"/>
                </a:lnTo>
                <a:lnTo>
                  <a:pt x="467602" y="103669"/>
                </a:lnTo>
                <a:lnTo>
                  <a:pt x="467498" y="104358"/>
                </a:lnTo>
                <a:lnTo>
                  <a:pt x="467378" y="105034"/>
                </a:lnTo>
                <a:lnTo>
                  <a:pt x="467239" y="105696"/>
                </a:lnTo>
                <a:lnTo>
                  <a:pt x="467084" y="106344"/>
                </a:lnTo>
                <a:lnTo>
                  <a:pt x="466911" y="106979"/>
                </a:lnTo>
                <a:lnTo>
                  <a:pt x="466720" y="107601"/>
                </a:lnTo>
                <a:lnTo>
                  <a:pt x="466512" y="108208"/>
                </a:lnTo>
                <a:lnTo>
                  <a:pt x="466287" y="108803"/>
                </a:lnTo>
                <a:lnTo>
                  <a:pt x="466044" y="109383"/>
                </a:lnTo>
                <a:lnTo>
                  <a:pt x="465784" y="109950"/>
                </a:lnTo>
                <a:lnTo>
                  <a:pt x="465506" y="110504"/>
                </a:lnTo>
                <a:lnTo>
                  <a:pt x="465211" y="111044"/>
                </a:lnTo>
                <a:lnTo>
                  <a:pt x="464899" y="111570"/>
                </a:lnTo>
                <a:lnTo>
                  <a:pt x="464569" y="112083"/>
                </a:lnTo>
                <a:lnTo>
                  <a:pt x="464222" y="112582"/>
                </a:lnTo>
                <a:lnTo>
                  <a:pt x="463857" y="113068"/>
                </a:lnTo>
                <a:lnTo>
                  <a:pt x="463475" y="113540"/>
                </a:lnTo>
                <a:lnTo>
                  <a:pt x="463075" y="113999"/>
                </a:lnTo>
                <a:lnTo>
                  <a:pt x="462658" y="114444"/>
                </a:lnTo>
                <a:lnTo>
                  <a:pt x="462224" y="114875"/>
                </a:lnTo>
                <a:lnTo>
                  <a:pt x="461772" y="115293"/>
                </a:lnTo>
                <a:lnTo>
                  <a:pt x="461304" y="115695"/>
                </a:lnTo>
                <a:lnTo>
                  <a:pt x="460823" y="116080"/>
                </a:lnTo>
                <a:lnTo>
                  <a:pt x="460328" y="116448"/>
                </a:lnTo>
                <a:lnTo>
                  <a:pt x="459819" y="116799"/>
                </a:lnTo>
                <a:lnTo>
                  <a:pt x="459296" y="117133"/>
                </a:lnTo>
                <a:lnTo>
                  <a:pt x="458759" y="117450"/>
                </a:lnTo>
                <a:lnTo>
                  <a:pt x="458208" y="117749"/>
                </a:lnTo>
                <a:lnTo>
                  <a:pt x="457643" y="118032"/>
                </a:lnTo>
                <a:lnTo>
                  <a:pt x="457065" y="118297"/>
                </a:lnTo>
                <a:lnTo>
                  <a:pt x="456472" y="118545"/>
                </a:lnTo>
                <a:lnTo>
                  <a:pt x="455866" y="118776"/>
                </a:lnTo>
                <a:lnTo>
                  <a:pt x="455246" y="118990"/>
                </a:lnTo>
                <a:lnTo>
                  <a:pt x="454612" y="119187"/>
                </a:lnTo>
                <a:lnTo>
                  <a:pt x="453964" y="119367"/>
                </a:lnTo>
                <a:lnTo>
                  <a:pt x="453302" y="119530"/>
                </a:lnTo>
                <a:lnTo>
                  <a:pt x="452627" y="119675"/>
                </a:lnTo>
                <a:lnTo>
                  <a:pt x="451937" y="119804"/>
                </a:lnTo>
                <a:lnTo>
                  <a:pt x="451234" y="119915"/>
                </a:lnTo>
                <a:lnTo>
                  <a:pt x="450517" y="120009"/>
                </a:lnTo>
                <a:lnTo>
                  <a:pt x="449786" y="120086"/>
                </a:lnTo>
                <a:lnTo>
                  <a:pt x="449041" y="120146"/>
                </a:lnTo>
                <a:lnTo>
                  <a:pt x="448282" y="120189"/>
                </a:lnTo>
                <a:lnTo>
                  <a:pt x="447509" y="120214"/>
                </a:lnTo>
                <a:lnTo>
                  <a:pt x="446722" y="120223"/>
                </a:lnTo>
                <a:lnTo>
                  <a:pt x="445893" y="120213"/>
                </a:lnTo>
                <a:lnTo>
                  <a:pt x="445078" y="120183"/>
                </a:lnTo>
                <a:lnTo>
                  <a:pt x="444278" y="120133"/>
                </a:lnTo>
                <a:lnTo>
                  <a:pt x="443491" y="120062"/>
                </a:lnTo>
                <a:lnTo>
                  <a:pt x="442719" y="119972"/>
                </a:lnTo>
                <a:lnTo>
                  <a:pt x="441960" y="119862"/>
                </a:lnTo>
                <a:lnTo>
                  <a:pt x="441216" y="119731"/>
                </a:lnTo>
                <a:lnTo>
                  <a:pt x="440487" y="119581"/>
                </a:lnTo>
                <a:lnTo>
                  <a:pt x="439771" y="119410"/>
                </a:lnTo>
                <a:lnTo>
                  <a:pt x="439069" y="119219"/>
                </a:lnTo>
                <a:lnTo>
                  <a:pt x="438382" y="119008"/>
                </a:lnTo>
                <a:lnTo>
                  <a:pt x="437709" y="118778"/>
                </a:lnTo>
                <a:lnTo>
                  <a:pt x="437050" y="118527"/>
                </a:lnTo>
                <a:lnTo>
                  <a:pt x="436405" y="118256"/>
                </a:lnTo>
                <a:lnTo>
                  <a:pt x="435774" y="117965"/>
                </a:lnTo>
                <a:lnTo>
                  <a:pt x="435158" y="117654"/>
                </a:lnTo>
                <a:lnTo>
                  <a:pt x="434555" y="117322"/>
                </a:lnTo>
                <a:lnTo>
                  <a:pt x="433967" y="116971"/>
                </a:lnTo>
                <a:lnTo>
                  <a:pt x="433393" y="116600"/>
                </a:lnTo>
                <a:lnTo>
                  <a:pt x="432834" y="116208"/>
                </a:lnTo>
                <a:lnTo>
                  <a:pt x="432288" y="115797"/>
                </a:lnTo>
                <a:lnTo>
                  <a:pt x="431756" y="115365"/>
                </a:lnTo>
                <a:lnTo>
                  <a:pt x="431239" y="114914"/>
                </a:lnTo>
                <a:lnTo>
                  <a:pt x="430736" y="114442"/>
                </a:lnTo>
                <a:lnTo>
                  <a:pt x="430251" y="113952"/>
                </a:lnTo>
                <a:lnTo>
                  <a:pt x="429786" y="113445"/>
                </a:lnTo>
                <a:lnTo>
                  <a:pt x="429342" y="112922"/>
                </a:lnTo>
                <a:lnTo>
                  <a:pt x="428918" y="112382"/>
                </a:lnTo>
                <a:lnTo>
                  <a:pt x="428515" y="111826"/>
                </a:lnTo>
                <a:lnTo>
                  <a:pt x="428133" y="111254"/>
                </a:lnTo>
                <a:lnTo>
                  <a:pt x="427771" y="110664"/>
                </a:lnTo>
                <a:lnTo>
                  <a:pt x="427431" y="110059"/>
                </a:lnTo>
                <a:lnTo>
                  <a:pt x="427110" y="109436"/>
                </a:lnTo>
                <a:lnTo>
                  <a:pt x="426811" y="108798"/>
                </a:lnTo>
                <a:lnTo>
                  <a:pt x="426532" y="108142"/>
                </a:lnTo>
                <a:lnTo>
                  <a:pt x="426274" y="107470"/>
                </a:lnTo>
                <a:lnTo>
                  <a:pt x="426036" y="106782"/>
                </a:lnTo>
                <a:lnTo>
                  <a:pt x="425819" y="106077"/>
                </a:lnTo>
                <a:lnTo>
                  <a:pt x="425623" y="105355"/>
                </a:lnTo>
                <a:lnTo>
                  <a:pt x="425447" y="104617"/>
                </a:lnTo>
                <a:lnTo>
                  <a:pt x="425292" y="103863"/>
                </a:lnTo>
                <a:lnTo>
                  <a:pt x="425158" y="103092"/>
                </a:lnTo>
                <a:lnTo>
                  <a:pt x="425044" y="102304"/>
                </a:lnTo>
                <a:lnTo>
                  <a:pt x="424952" y="101500"/>
                </a:lnTo>
                <a:lnTo>
                  <a:pt x="424879" y="100679"/>
                </a:lnTo>
                <a:lnTo>
                  <a:pt x="424828" y="99842"/>
                </a:lnTo>
                <a:lnTo>
                  <a:pt x="424797" y="98988"/>
                </a:lnTo>
                <a:lnTo>
                  <a:pt x="424786" y="98118"/>
                </a:lnTo>
                <a:lnTo>
                  <a:pt x="424786" y="72440"/>
                </a:lnTo>
                <a:lnTo>
                  <a:pt x="424797" y="71570"/>
                </a:lnTo>
                <a:lnTo>
                  <a:pt x="424828" y="70717"/>
                </a:lnTo>
                <a:lnTo>
                  <a:pt x="424879" y="69881"/>
                </a:lnTo>
                <a:lnTo>
                  <a:pt x="424952" y="69061"/>
                </a:lnTo>
                <a:lnTo>
                  <a:pt x="425044" y="68258"/>
                </a:lnTo>
                <a:lnTo>
                  <a:pt x="425158" y="67472"/>
                </a:lnTo>
                <a:lnTo>
                  <a:pt x="425292" y="66703"/>
                </a:lnTo>
                <a:lnTo>
                  <a:pt x="425447" y="65951"/>
                </a:lnTo>
                <a:lnTo>
                  <a:pt x="425623" y="65215"/>
                </a:lnTo>
                <a:lnTo>
                  <a:pt x="425819" y="64497"/>
                </a:lnTo>
                <a:lnTo>
                  <a:pt x="426036" y="63795"/>
                </a:lnTo>
                <a:lnTo>
                  <a:pt x="426274" y="63110"/>
                </a:lnTo>
                <a:lnTo>
                  <a:pt x="426532" y="62442"/>
                </a:lnTo>
                <a:lnTo>
                  <a:pt x="426811" y="61790"/>
                </a:lnTo>
                <a:lnTo>
                  <a:pt x="427110" y="61156"/>
                </a:lnTo>
                <a:lnTo>
                  <a:pt x="427431" y="60538"/>
                </a:lnTo>
                <a:lnTo>
                  <a:pt x="427771" y="59937"/>
                </a:lnTo>
                <a:lnTo>
                  <a:pt x="428133" y="59353"/>
                </a:lnTo>
                <a:lnTo>
                  <a:pt x="428515" y="58786"/>
                </a:lnTo>
                <a:lnTo>
                  <a:pt x="428918" y="58236"/>
                </a:lnTo>
                <a:lnTo>
                  <a:pt x="429342" y="57702"/>
                </a:lnTo>
                <a:lnTo>
                  <a:pt x="429786" y="57185"/>
                </a:lnTo>
                <a:lnTo>
                  <a:pt x="430251" y="56685"/>
                </a:lnTo>
                <a:lnTo>
                  <a:pt x="430736" y="56202"/>
                </a:lnTo>
                <a:lnTo>
                  <a:pt x="431239" y="55737"/>
                </a:lnTo>
                <a:lnTo>
                  <a:pt x="431756" y="55292"/>
                </a:lnTo>
                <a:lnTo>
                  <a:pt x="432288" y="54867"/>
                </a:lnTo>
                <a:lnTo>
                  <a:pt x="432834" y="54461"/>
                </a:lnTo>
                <a:lnTo>
                  <a:pt x="433393" y="54076"/>
                </a:lnTo>
                <a:lnTo>
                  <a:pt x="433967" y="53710"/>
                </a:lnTo>
                <a:lnTo>
                  <a:pt x="434555" y="53363"/>
                </a:lnTo>
                <a:lnTo>
                  <a:pt x="435158" y="53037"/>
                </a:lnTo>
                <a:lnTo>
                  <a:pt x="435774" y="52730"/>
                </a:lnTo>
                <a:lnTo>
                  <a:pt x="436405" y="52443"/>
                </a:lnTo>
                <a:lnTo>
                  <a:pt x="437050" y="52176"/>
                </a:lnTo>
                <a:lnTo>
                  <a:pt x="437709" y="51929"/>
                </a:lnTo>
                <a:lnTo>
                  <a:pt x="438382" y="51701"/>
                </a:lnTo>
                <a:lnTo>
                  <a:pt x="439069" y="51494"/>
                </a:lnTo>
                <a:lnTo>
                  <a:pt x="439771" y="51306"/>
                </a:lnTo>
                <a:lnTo>
                  <a:pt x="440487" y="51137"/>
                </a:lnTo>
                <a:lnTo>
                  <a:pt x="441216" y="50989"/>
                </a:lnTo>
                <a:lnTo>
                  <a:pt x="441960" y="50860"/>
                </a:lnTo>
                <a:lnTo>
                  <a:pt x="442719" y="50752"/>
                </a:lnTo>
                <a:lnTo>
                  <a:pt x="443491" y="50663"/>
                </a:lnTo>
                <a:lnTo>
                  <a:pt x="444278" y="50593"/>
                </a:lnTo>
                <a:lnTo>
                  <a:pt x="445078" y="50544"/>
                </a:lnTo>
                <a:lnTo>
                  <a:pt x="445893" y="50514"/>
                </a:lnTo>
                <a:lnTo>
                  <a:pt x="446722" y="50504"/>
                </a:lnTo>
                <a:lnTo>
                  <a:pt x="447509" y="50513"/>
                </a:lnTo>
                <a:lnTo>
                  <a:pt x="448282" y="50538"/>
                </a:lnTo>
                <a:lnTo>
                  <a:pt x="449041" y="50580"/>
                </a:lnTo>
                <a:lnTo>
                  <a:pt x="449786" y="50639"/>
                </a:lnTo>
                <a:lnTo>
                  <a:pt x="450517" y="50715"/>
                </a:lnTo>
                <a:lnTo>
                  <a:pt x="451234" y="50807"/>
                </a:lnTo>
                <a:lnTo>
                  <a:pt x="451937" y="50917"/>
                </a:lnTo>
                <a:lnTo>
                  <a:pt x="452627" y="51043"/>
                </a:lnTo>
                <a:lnTo>
                  <a:pt x="453302" y="51186"/>
                </a:lnTo>
                <a:lnTo>
                  <a:pt x="453964" y="51346"/>
                </a:lnTo>
                <a:lnTo>
                  <a:pt x="454612" y="51523"/>
                </a:lnTo>
                <a:lnTo>
                  <a:pt x="455246" y="51716"/>
                </a:lnTo>
                <a:lnTo>
                  <a:pt x="455866" y="51926"/>
                </a:lnTo>
                <a:lnTo>
                  <a:pt x="456472" y="52154"/>
                </a:lnTo>
                <a:lnTo>
                  <a:pt x="457065" y="52398"/>
                </a:lnTo>
                <a:lnTo>
                  <a:pt x="457643" y="52659"/>
                </a:lnTo>
                <a:lnTo>
                  <a:pt x="458208" y="52936"/>
                </a:lnTo>
                <a:lnTo>
                  <a:pt x="458759" y="53231"/>
                </a:lnTo>
                <a:lnTo>
                  <a:pt x="459296" y="53542"/>
                </a:lnTo>
                <a:lnTo>
                  <a:pt x="459819" y="53870"/>
                </a:lnTo>
                <a:lnTo>
                  <a:pt x="460328" y="54215"/>
                </a:lnTo>
                <a:lnTo>
                  <a:pt x="460823" y="54577"/>
                </a:lnTo>
                <a:lnTo>
                  <a:pt x="461304" y="54956"/>
                </a:lnTo>
                <a:lnTo>
                  <a:pt x="461772" y="55351"/>
                </a:lnTo>
                <a:lnTo>
                  <a:pt x="462224" y="55762"/>
                </a:lnTo>
                <a:lnTo>
                  <a:pt x="462658" y="56188"/>
                </a:lnTo>
                <a:lnTo>
                  <a:pt x="463075" y="56628"/>
                </a:lnTo>
                <a:lnTo>
                  <a:pt x="463475" y="57082"/>
                </a:lnTo>
                <a:lnTo>
                  <a:pt x="463857" y="57551"/>
                </a:lnTo>
                <a:lnTo>
                  <a:pt x="464222" y="58034"/>
                </a:lnTo>
                <a:lnTo>
                  <a:pt x="464569" y="58532"/>
                </a:lnTo>
                <a:lnTo>
                  <a:pt x="464899" y="59044"/>
                </a:lnTo>
                <a:lnTo>
                  <a:pt x="465211" y="59571"/>
                </a:lnTo>
                <a:lnTo>
                  <a:pt x="465506" y="60112"/>
                </a:lnTo>
                <a:lnTo>
                  <a:pt x="465784" y="60668"/>
                </a:lnTo>
                <a:lnTo>
                  <a:pt x="466044" y="61238"/>
                </a:lnTo>
                <a:lnTo>
                  <a:pt x="466287" y="61823"/>
                </a:lnTo>
                <a:lnTo>
                  <a:pt x="466512" y="62422"/>
                </a:lnTo>
                <a:lnTo>
                  <a:pt x="466720" y="63036"/>
                </a:lnTo>
                <a:lnTo>
                  <a:pt x="466911" y="63664"/>
                </a:lnTo>
                <a:lnTo>
                  <a:pt x="467084" y="64306"/>
                </a:lnTo>
                <a:lnTo>
                  <a:pt x="467239" y="64963"/>
                </a:lnTo>
                <a:lnTo>
                  <a:pt x="467378" y="65635"/>
                </a:lnTo>
                <a:lnTo>
                  <a:pt x="467498" y="66321"/>
                </a:lnTo>
                <a:lnTo>
                  <a:pt x="467602" y="67022"/>
                </a:lnTo>
                <a:lnTo>
                  <a:pt x="467688" y="67737"/>
                </a:lnTo>
                <a:lnTo>
                  <a:pt x="467756" y="68466"/>
                </a:lnTo>
                <a:lnTo>
                  <a:pt x="467807" y="69210"/>
                </a:lnTo>
                <a:lnTo>
                  <a:pt x="483114" y="69210"/>
                </a:lnTo>
                <a:lnTo>
                  <a:pt x="483055" y="67974"/>
                </a:lnTo>
                <a:lnTo>
                  <a:pt x="482964" y="66760"/>
                </a:lnTo>
                <a:lnTo>
                  <a:pt x="482840" y="65567"/>
                </a:lnTo>
                <a:lnTo>
                  <a:pt x="482684" y="64397"/>
                </a:lnTo>
                <a:lnTo>
                  <a:pt x="482495" y="63248"/>
                </a:lnTo>
                <a:lnTo>
                  <a:pt x="482274" y="62121"/>
                </a:lnTo>
                <a:lnTo>
                  <a:pt x="482020" y="61016"/>
                </a:lnTo>
                <a:lnTo>
                  <a:pt x="481734" y="59933"/>
                </a:lnTo>
                <a:lnTo>
                  <a:pt x="481415" y="58872"/>
                </a:lnTo>
                <a:lnTo>
                  <a:pt x="481064" y="57832"/>
                </a:lnTo>
                <a:lnTo>
                  <a:pt x="480681" y="56815"/>
                </a:lnTo>
                <a:lnTo>
                  <a:pt x="480265" y="55819"/>
                </a:lnTo>
                <a:lnTo>
                  <a:pt x="479816" y="54845"/>
                </a:lnTo>
                <a:lnTo>
                  <a:pt x="479335" y="53893"/>
                </a:lnTo>
                <a:lnTo>
                  <a:pt x="478822" y="52963"/>
                </a:lnTo>
                <a:lnTo>
                  <a:pt x="478276" y="52055"/>
                </a:lnTo>
                <a:lnTo>
                  <a:pt x="477698" y="51168"/>
                </a:lnTo>
                <a:lnTo>
                  <a:pt x="477087" y="50303"/>
                </a:lnTo>
                <a:lnTo>
                  <a:pt x="476444" y="49461"/>
                </a:lnTo>
                <a:lnTo>
                  <a:pt x="475768" y="48640"/>
                </a:lnTo>
                <a:lnTo>
                  <a:pt x="475060" y="47841"/>
                </a:lnTo>
                <a:lnTo>
                  <a:pt x="474319" y="47063"/>
                </a:lnTo>
                <a:lnTo>
                  <a:pt x="473546" y="46308"/>
                </a:lnTo>
                <a:lnTo>
                  <a:pt x="472740" y="45574"/>
                </a:lnTo>
                <a:lnTo>
                  <a:pt x="471907" y="44867"/>
                </a:lnTo>
                <a:lnTo>
                  <a:pt x="471052" y="44189"/>
                </a:lnTo>
                <a:lnTo>
                  <a:pt x="470176" y="43541"/>
                </a:lnTo>
                <a:lnTo>
                  <a:pt x="469278" y="42924"/>
                </a:lnTo>
                <a:lnTo>
                  <a:pt x="468357" y="42337"/>
                </a:lnTo>
                <a:lnTo>
                  <a:pt x="467415" y="41779"/>
                </a:lnTo>
                <a:lnTo>
                  <a:pt x="466451" y="41252"/>
                </a:lnTo>
                <a:lnTo>
                  <a:pt x="465466" y="40755"/>
                </a:lnTo>
                <a:lnTo>
                  <a:pt x="464458" y="40288"/>
                </a:lnTo>
                <a:lnTo>
                  <a:pt x="463429" y="39852"/>
                </a:lnTo>
                <a:lnTo>
                  <a:pt x="462377" y="39445"/>
                </a:lnTo>
                <a:lnTo>
                  <a:pt x="461304" y="39069"/>
                </a:lnTo>
                <a:lnTo>
                  <a:pt x="460209" y="38722"/>
                </a:lnTo>
                <a:lnTo>
                  <a:pt x="459092" y="38406"/>
                </a:lnTo>
                <a:lnTo>
                  <a:pt x="457954" y="38120"/>
                </a:lnTo>
                <a:lnTo>
                  <a:pt x="456793" y="37864"/>
                </a:lnTo>
                <a:lnTo>
                  <a:pt x="455611" y="37638"/>
                </a:lnTo>
                <a:lnTo>
                  <a:pt x="454407" y="37442"/>
                </a:lnTo>
                <a:lnTo>
                  <a:pt x="453180" y="37277"/>
                </a:lnTo>
                <a:lnTo>
                  <a:pt x="451933" y="37141"/>
                </a:lnTo>
                <a:lnTo>
                  <a:pt x="450663" y="37036"/>
                </a:lnTo>
                <a:lnTo>
                  <a:pt x="449371" y="36960"/>
                </a:lnTo>
                <a:lnTo>
                  <a:pt x="448058" y="36915"/>
                </a:lnTo>
                <a:lnTo>
                  <a:pt x="446722" y="36900"/>
                </a:lnTo>
                <a:lnTo>
                  <a:pt x="445792" y="36907"/>
                </a:lnTo>
                <a:lnTo>
                  <a:pt x="444871" y="36930"/>
                </a:lnTo>
                <a:lnTo>
                  <a:pt x="443961" y="36966"/>
                </a:lnTo>
                <a:lnTo>
                  <a:pt x="443059" y="37018"/>
                </a:lnTo>
                <a:lnTo>
                  <a:pt x="442168" y="37085"/>
                </a:lnTo>
                <a:lnTo>
                  <a:pt x="441286" y="37166"/>
                </a:lnTo>
                <a:lnTo>
                  <a:pt x="440415" y="37262"/>
                </a:lnTo>
                <a:lnTo>
                  <a:pt x="439552" y="37373"/>
                </a:lnTo>
                <a:lnTo>
                  <a:pt x="438700" y="37498"/>
                </a:lnTo>
                <a:lnTo>
                  <a:pt x="437857" y="37638"/>
                </a:lnTo>
                <a:lnTo>
                  <a:pt x="437024" y="37793"/>
                </a:lnTo>
                <a:lnTo>
                  <a:pt x="436201" y="37963"/>
                </a:lnTo>
                <a:lnTo>
                  <a:pt x="435388" y="38148"/>
                </a:lnTo>
                <a:lnTo>
                  <a:pt x="434584" y="38347"/>
                </a:lnTo>
                <a:lnTo>
                  <a:pt x="433790" y="38561"/>
                </a:lnTo>
                <a:lnTo>
                  <a:pt x="433006" y="38790"/>
                </a:lnTo>
                <a:lnTo>
                  <a:pt x="432231" y="39034"/>
                </a:lnTo>
                <a:lnTo>
                  <a:pt x="431467" y="39292"/>
                </a:lnTo>
                <a:lnTo>
                  <a:pt x="430712" y="39565"/>
                </a:lnTo>
                <a:lnTo>
                  <a:pt x="429966" y="39853"/>
                </a:lnTo>
                <a:lnTo>
                  <a:pt x="429231" y="40156"/>
                </a:lnTo>
                <a:lnTo>
                  <a:pt x="428505" y="40474"/>
                </a:lnTo>
                <a:lnTo>
                  <a:pt x="427789" y="40806"/>
                </a:lnTo>
                <a:lnTo>
                  <a:pt x="427083" y="41153"/>
                </a:lnTo>
                <a:lnTo>
                  <a:pt x="426388" y="41514"/>
                </a:lnTo>
                <a:lnTo>
                  <a:pt x="425706" y="41887"/>
                </a:lnTo>
                <a:lnTo>
                  <a:pt x="425038" y="42274"/>
                </a:lnTo>
                <a:lnTo>
                  <a:pt x="424383" y="42674"/>
                </a:lnTo>
                <a:lnTo>
                  <a:pt x="423741" y="43086"/>
                </a:lnTo>
                <a:lnTo>
                  <a:pt x="423113" y="43512"/>
                </a:lnTo>
                <a:lnTo>
                  <a:pt x="422498" y="43950"/>
                </a:lnTo>
                <a:lnTo>
                  <a:pt x="421896" y="44402"/>
                </a:lnTo>
                <a:lnTo>
                  <a:pt x="421307" y="44867"/>
                </a:lnTo>
                <a:lnTo>
                  <a:pt x="420732" y="45344"/>
                </a:lnTo>
                <a:lnTo>
                  <a:pt x="420170" y="45835"/>
                </a:lnTo>
                <a:lnTo>
                  <a:pt x="419621" y="46338"/>
                </a:lnTo>
                <a:lnTo>
                  <a:pt x="419086" y="46855"/>
                </a:lnTo>
                <a:lnTo>
                  <a:pt x="418564" y="47385"/>
                </a:lnTo>
                <a:lnTo>
                  <a:pt x="418055" y="47927"/>
                </a:lnTo>
                <a:lnTo>
                  <a:pt x="417559" y="48483"/>
                </a:lnTo>
                <a:lnTo>
                  <a:pt x="417077" y="49051"/>
                </a:lnTo>
                <a:lnTo>
                  <a:pt x="416608" y="49633"/>
                </a:lnTo>
                <a:lnTo>
                  <a:pt x="416152" y="50227"/>
                </a:lnTo>
                <a:lnTo>
                  <a:pt x="415710" y="50835"/>
                </a:lnTo>
                <a:lnTo>
                  <a:pt x="415280" y="51455"/>
                </a:lnTo>
                <a:lnTo>
                  <a:pt x="414864" y="52089"/>
                </a:lnTo>
                <a:lnTo>
                  <a:pt x="414462" y="52735"/>
                </a:lnTo>
                <a:lnTo>
                  <a:pt x="414072" y="53395"/>
                </a:lnTo>
                <a:lnTo>
                  <a:pt x="413698" y="54067"/>
                </a:lnTo>
                <a:lnTo>
                  <a:pt x="413339" y="54749"/>
                </a:lnTo>
                <a:lnTo>
                  <a:pt x="412997" y="55443"/>
                </a:lnTo>
                <a:lnTo>
                  <a:pt x="412670" y="56149"/>
                </a:lnTo>
                <a:lnTo>
                  <a:pt x="412359" y="56865"/>
                </a:lnTo>
                <a:lnTo>
                  <a:pt x="412064" y="57593"/>
                </a:lnTo>
                <a:lnTo>
                  <a:pt x="411785" y="58332"/>
                </a:lnTo>
                <a:lnTo>
                  <a:pt x="411522" y="59082"/>
                </a:lnTo>
                <a:lnTo>
                  <a:pt x="411275" y="59843"/>
                </a:lnTo>
                <a:lnTo>
                  <a:pt x="411044" y="60616"/>
                </a:lnTo>
                <a:lnTo>
                  <a:pt x="410829" y="61399"/>
                </a:lnTo>
                <a:lnTo>
                  <a:pt x="410630" y="62194"/>
                </a:lnTo>
                <a:lnTo>
                  <a:pt x="410447" y="63001"/>
                </a:lnTo>
                <a:lnTo>
                  <a:pt x="410279" y="63818"/>
                </a:lnTo>
                <a:lnTo>
                  <a:pt x="410128" y="64647"/>
                </a:lnTo>
                <a:lnTo>
                  <a:pt x="409992" y="65486"/>
                </a:lnTo>
                <a:lnTo>
                  <a:pt x="409873" y="66338"/>
                </a:lnTo>
                <a:lnTo>
                  <a:pt x="409769" y="67200"/>
                </a:lnTo>
                <a:lnTo>
                  <a:pt x="409682" y="68073"/>
                </a:lnTo>
                <a:lnTo>
                  <a:pt x="409610" y="68958"/>
                </a:lnTo>
                <a:lnTo>
                  <a:pt x="409554" y="69854"/>
                </a:lnTo>
                <a:lnTo>
                  <a:pt x="409514" y="70761"/>
                </a:lnTo>
                <a:lnTo>
                  <a:pt x="409490" y="71680"/>
                </a:lnTo>
                <a:lnTo>
                  <a:pt x="409482" y="72609"/>
                </a:lnTo>
                <a:lnTo>
                  <a:pt x="409482" y="98118"/>
                </a:lnTo>
                <a:lnTo>
                  <a:pt x="409490" y="99034"/>
                </a:lnTo>
                <a:lnTo>
                  <a:pt x="409514" y="99940"/>
                </a:lnTo>
                <a:lnTo>
                  <a:pt x="409554" y="100835"/>
                </a:lnTo>
                <a:lnTo>
                  <a:pt x="409610" y="101720"/>
                </a:lnTo>
                <a:lnTo>
                  <a:pt x="409682" y="102595"/>
                </a:lnTo>
                <a:lnTo>
                  <a:pt x="409769" y="103459"/>
                </a:lnTo>
                <a:lnTo>
                  <a:pt x="409873" y="104313"/>
                </a:lnTo>
                <a:lnTo>
                  <a:pt x="409992" y="105157"/>
                </a:lnTo>
                <a:lnTo>
                  <a:pt x="410128" y="105990"/>
                </a:lnTo>
                <a:lnTo>
                  <a:pt x="410279" y="106813"/>
                </a:lnTo>
                <a:lnTo>
                  <a:pt x="410447" y="107625"/>
                </a:lnTo>
                <a:lnTo>
                  <a:pt x="410630" y="108428"/>
                </a:lnTo>
                <a:lnTo>
                  <a:pt x="410829" y="109220"/>
                </a:lnTo>
                <a:lnTo>
                  <a:pt x="411044" y="110001"/>
                </a:lnTo>
                <a:lnTo>
                  <a:pt x="411275" y="110773"/>
                </a:lnTo>
                <a:lnTo>
                  <a:pt x="411522" y="111534"/>
                </a:lnTo>
                <a:lnTo>
                  <a:pt x="411785" y="112284"/>
                </a:lnTo>
                <a:lnTo>
                  <a:pt x="412064" y="113025"/>
                </a:lnTo>
                <a:lnTo>
                  <a:pt x="412359" y="113755"/>
                </a:lnTo>
                <a:lnTo>
                  <a:pt x="412670" y="114474"/>
                </a:lnTo>
                <a:lnTo>
                  <a:pt x="412997" y="115183"/>
                </a:lnTo>
                <a:lnTo>
                  <a:pt x="413339" y="115882"/>
                </a:lnTo>
                <a:lnTo>
                  <a:pt x="413698" y="116571"/>
                </a:lnTo>
                <a:lnTo>
                  <a:pt x="414072" y="117249"/>
                </a:lnTo>
                <a:lnTo>
                  <a:pt x="414462" y="117916"/>
                </a:lnTo>
                <a:lnTo>
                  <a:pt x="414864" y="118569"/>
                </a:lnTo>
                <a:lnTo>
                  <a:pt x="415280" y="119209"/>
                </a:lnTo>
                <a:lnTo>
                  <a:pt x="415710" y="119835"/>
                </a:lnTo>
                <a:lnTo>
                  <a:pt x="416152" y="120449"/>
                </a:lnTo>
                <a:lnTo>
                  <a:pt x="416608" y="121049"/>
                </a:lnTo>
                <a:lnTo>
                  <a:pt x="417077" y="121636"/>
                </a:lnTo>
                <a:lnTo>
                  <a:pt x="417559" y="122209"/>
                </a:lnTo>
                <a:lnTo>
                  <a:pt x="418055" y="122769"/>
                </a:lnTo>
                <a:lnTo>
                  <a:pt x="418564" y="123316"/>
                </a:lnTo>
                <a:lnTo>
                  <a:pt x="419086" y="123850"/>
                </a:lnTo>
                <a:lnTo>
                  <a:pt x="419621" y="124370"/>
                </a:lnTo>
                <a:lnTo>
                  <a:pt x="420170" y="124877"/>
                </a:lnTo>
                <a:lnTo>
                  <a:pt x="420732" y="125371"/>
                </a:lnTo>
                <a:lnTo>
                  <a:pt x="421307" y="125851"/>
                </a:lnTo>
                <a:lnTo>
                  <a:pt x="421896" y="126318"/>
                </a:lnTo>
                <a:lnTo>
                  <a:pt x="422498" y="126772"/>
                </a:lnTo>
                <a:lnTo>
                  <a:pt x="423113" y="127213"/>
                </a:lnTo>
                <a:lnTo>
                  <a:pt x="423741" y="127640"/>
                </a:lnTo>
                <a:lnTo>
                  <a:pt x="424383" y="128054"/>
                </a:lnTo>
                <a:lnTo>
                  <a:pt x="425038" y="128455"/>
                </a:lnTo>
                <a:lnTo>
                  <a:pt x="425706" y="128842"/>
                </a:lnTo>
                <a:lnTo>
                  <a:pt x="426388" y="129216"/>
                </a:lnTo>
                <a:lnTo>
                  <a:pt x="427083" y="129577"/>
                </a:lnTo>
                <a:lnTo>
                  <a:pt x="427789" y="129924"/>
                </a:lnTo>
                <a:lnTo>
                  <a:pt x="428505" y="130256"/>
                </a:lnTo>
                <a:lnTo>
                  <a:pt x="429231" y="130573"/>
                </a:lnTo>
                <a:lnTo>
                  <a:pt x="429966" y="130876"/>
                </a:lnTo>
                <a:lnTo>
                  <a:pt x="430712" y="131163"/>
                </a:lnTo>
                <a:lnTo>
                  <a:pt x="431467" y="131436"/>
                </a:lnTo>
                <a:lnTo>
                  <a:pt x="432231" y="131695"/>
                </a:lnTo>
                <a:lnTo>
                  <a:pt x="433006" y="131938"/>
                </a:lnTo>
                <a:lnTo>
                  <a:pt x="433790" y="132167"/>
                </a:lnTo>
                <a:lnTo>
                  <a:pt x="434584" y="132381"/>
                </a:lnTo>
                <a:lnTo>
                  <a:pt x="435388" y="132580"/>
                </a:lnTo>
                <a:lnTo>
                  <a:pt x="436201" y="132765"/>
                </a:lnTo>
                <a:lnTo>
                  <a:pt x="437024" y="132934"/>
                </a:lnTo>
                <a:lnTo>
                  <a:pt x="437857" y="133089"/>
                </a:lnTo>
                <a:lnTo>
                  <a:pt x="438700" y="133230"/>
                </a:lnTo>
                <a:lnTo>
                  <a:pt x="439552" y="133355"/>
                </a:lnTo>
                <a:lnTo>
                  <a:pt x="440415" y="133466"/>
                </a:lnTo>
                <a:lnTo>
                  <a:pt x="441286" y="133562"/>
                </a:lnTo>
                <a:lnTo>
                  <a:pt x="442168" y="133643"/>
                </a:lnTo>
                <a:lnTo>
                  <a:pt x="443059" y="133709"/>
                </a:lnTo>
                <a:lnTo>
                  <a:pt x="443961" y="133761"/>
                </a:lnTo>
                <a:lnTo>
                  <a:pt x="444871" y="133798"/>
                </a:lnTo>
                <a:lnTo>
                  <a:pt x="445792" y="133820"/>
                </a:lnTo>
                <a:lnTo>
                  <a:pt x="446722" y="133827"/>
                </a:lnTo>
                <a:lnTo>
                  <a:pt x="448058" y="133812"/>
                </a:lnTo>
                <a:lnTo>
                  <a:pt x="449371" y="133767"/>
                </a:lnTo>
                <a:lnTo>
                  <a:pt x="450663" y="133692"/>
                </a:lnTo>
                <a:lnTo>
                  <a:pt x="451933" y="133586"/>
                </a:lnTo>
                <a:close/>
                <a:moveTo>
                  <a:pt x="229503" y="162584"/>
                </a:moveTo>
                <a:lnTo>
                  <a:pt x="230849" y="162466"/>
                </a:lnTo>
                <a:lnTo>
                  <a:pt x="232171" y="162315"/>
                </a:lnTo>
                <a:lnTo>
                  <a:pt x="233469" y="162130"/>
                </a:lnTo>
                <a:lnTo>
                  <a:pt x="234743" y="161911"/>
                </a:lnTo>
                <a:lnTo>
                  <a:pt x="235993" y="161658"/>
                </a:lnTo>
                <a:lnTo>
                  <a:pt x="237218" y="161372"/>
                </a:lnTo>
                <a:lnTo>
                  <a:pt x="238420" y="161052"/>
                </a:lnTo>
                <a:lnTo>
                  <a:pt x="239597" y="160699"/>
                </a:lnTo>
                <a:lnTo>
                  <a:pt x="240749" y="160312"/>
                </a:lnTo>
                <a:lnTo>
                  <a:pt x="241878" y="159891"/>
                </a:lnTo>
                <a:lnTo>
                  <a:pt x="242983" y="159437"/>
                </a:lnTo>
                <a:lnTo>
                  <a:pt x="244063" y="158949"/>
                </a:lnTo>
                <a:lnTo>
                  <a:pt x="245119" y="158427"/>
                </a:lnTo>
                <a:lnTo>
                  <a:pt x="246150" y="157872"/>
                </a:lnTo>
                <a:lnTo>
                  <a:pt x="247158" y="157283"/>
                </a:lnTo>
                <a:lnTo>
                  <a:pt x="248141" y="156660"/>
                </a:lnTo>
                <a:lnTo>
                  <a:pt x="249101" y="156003"/>
                </a:lnTo>
                <a:lnTo>
                  <a:pt x="250036" y="155313"/>
                </a:lnTo>
                <a:lnTo>
                  <a:pt x="250946" y="154590"/>
                </a:lnTo>
                <a:lnTo>
                  <a:pt x="251833" y="153832"/>
                </a:lnTo>
                <a:lnTo>
                  <a:pt x="252695" y="153041"/>
                </a:lnTo>
                <a:lnTo>
                  <a:pt x="253528" y="152222"/>
                </a:lnTo>
                <a:lnTo>
                  <a:pt x="254325" y="151379"/>
                </a:lnTo>
                <a:lnTo>
                  <a:pt x="255086" y="150512"/>
                </a:lnTo>
                <a:lnTo>
                  <a:pt x="255813" y="149622"/>
                </a:lnTo>
                <a:lnTo>
                  <a:pt x="256503" y="148708"/>
                </a:lnTo>
                <a:lnTo>
                  <a:pt x="257159" y="147770"/>
                </a:lnTo>
                <a:lnTo>
                  <a:pt x="257779" y="146809"/>
                </a:lnTo>
                <a:lnTo>
                  <a:pt x="258363" y="145825"/>
                </a:lnTo>
                <a:lnTo>
                  <a:pt x="258912" y="144816"/>
                </a:lnTo>
                <a:lnTo>
                  <a:pt x="259426" y="143784"/>
                </a:lnTo>
                <a:lnTo>
                  <a:pt x="259904" y="142728"/>
                </a:lnTo>
                <a:lnTo>
                  <a:pt x="260347" y="141649"/>
                </a:lnTo>
                <a:lnTo>
                  <a:pt x="260754" y="140546"/>
                </a:lnTo>
                <a:lnTo>
                  <a:pt x="261126" y="139420"/>
                </a:lnTo>
                <a:lnTo>
                  <a:pt x="261463" y="138270"/>
                </a:lnTo>
                <a:lnTo>
                  <a:pt x="261764" y="137096"/>
                </a:lnTo>
                <a:lnTo>
                  <a:pt x="262030" y="135898"/>
                </a:lnTo>
                <a:lnTo>
                  <a:pt x="262260" y="134677"/>
                </a:lnTo>
                <a:lnTo>
                  <a:pt x="262455" y="133433"/>
                </a:lnTo>
                <a:lnTo>
                  <a:pt x="262614" y="132164"/>
                </a:lnTo>
                <a:lnTo>
                  <a:pt x="262738" y="130873"/>
                </a:lnTo>
                <a:lnTo>
                  <a:pt x="262827" y="129557"/>
                </a:lnTo>
                <a:lnTo>
                  <a:pt x="262880" y="128218"/>
                </a:lnTo>
                <a:lnTo>
                  <a:pt x="262898" y="126855"/>
                </a:lnTo>
                <a:lnTo>
                  <a:pt x="262898" y="38600"/>
                </a:lnTo>
                <a:lnTo>
                  <a:pt x="208483" y="38600"/>
                </a:lnTo>
                <a:lnTo>
                  <a:pt x="208483" y="52544"/>
                </a:lnTo>
                <a:lnTo>
                  <a:pt x="247594" y="52544"/>
                </a:lnTo>
                <a:lnTo>
                  <a:pt x="247594" y="126855"/>
                </a:lnTo>
                <a:lnTo>
                  <a:pt x="247584" y="127711"/>
                </a:lnTo>
                <a:lnTo>
                  <a:pt x="247553" y="128552"/>
                </a:lnTo>
                <a:lnTo>
                  <a:pt x="247502" y="129375"/>
                </a:lnTo>
                <a:lnTo>
                  <a:pt x="247431" y="130183"/>
                </a:lnTo>
                <a:lnTo>
                  <a:pt x="247339" y="130974"/>
                </a:lnTo>
                <a:lnTo>
                  <a:pt x="247227" y="131750"/>
                </a:lnTo>
                <a:lnTo>
                  <a:pt x="247095" y="132509"/>
                </a:lnTo>
                <a:lnTo>
                  <a:pt x="246942" y="133251"/>
                </a:lnTo>
                <a:lnTo>
                  <a:pt x="246769" y="133978"/>
                </a:lnTo>
                <a:lnTo>
                  <a:pt x="246575" y="134688"/>
                </a:lnTo>
                <a:lnTo>
                  <a:pt x="246361" y="135382"/>
                </a:lnTo>
                <a:lnTo>
                  <a:pt x="246127" y="136059"/>
                </a:lnTo>
                <a:lnTo>
                  <a:pt x="245872" y="136721"/>
                </a:lnTo>
                <a:lnTo>
                  <a:pt x="245597" y="137366"/>
                </a:lnTo>
                <a:lnTo>
                  <a:pt x="245302" y="137995"/>
                </a:lnTo>
                <a:lnTo>
                  <a:pt x="244986" y="138608"/>
                </a:lnTo>
                <a:lnTo>
                  <a:pt x="244650" y="139204"/>
                </a:lnTo>
                <a:lnTo>
                  <a:pt x="244294" y="139784"/>
                </a:lnTo>
                <a:lnTo>
                  <a:pt x="243917" y="140348"/>
                </a:lnTo>
                <a:lnTo>
                  <a:pt x="243520" y="140896"/>
                </a:lnTo>
                <a:lnTo>
                  <a:pt x="243102" y="141427"/>
                </a:lnTo>
                <a:lnTo>
                  <a:pt x="242664" y="141943"/>
                </a:lnTo>
                <a:lnTo>
                  <a:pt x="242206" y="142442"/>
                </a:lnTo>
                <a:lnTo>
                  <a:pt x="241727" y="142924"/>
                </a:lnTo>
                <a:lnTo>
                  <a:pt x="241230" y="143389"/>
                </a:lnTo>
                <a:lnTo>
                  <a:pt x="240717" y="143835"/>
                </a:lnTo>
                <a:lnTo>
                  <a:pt x="240187" y="144260"/>
                </a:lnTo>
                <a:lnTo>
                  <a:pt x="239642" y="144666"/>
                </a:lnTo>
                <a:lnTo>
                  <a:pt x="239080" y="145051"/>
                </a:lnTo>
                <a:lnTo>
                  <a:pt x="238501" y="145417"/>
                </a:lnTo>
                <a:lnTo>
                  <a:pt x="237907" y="145764"/>
                </a:lnTo>
                <a:lnTo>
                  <a:pt x="237296" y="146090"/>
                </a:lnTo>
                <a:lnTo>
                  <a:pt x="236669" y="146397"/>
                </a:lnTo>
                <a:lnTo>
                  <a:pt x="236026" y="146684"/>
                </a:lnTo>
                <a:lnTo>
                  <a:pt x="235367" y="146951"/>
                </a:lnTo>
                <a:lnTo>
                  <a:pt x="234691" y="147198"/>
                </a:lnTo>
                <a:lnTo>
                  <a:pt x="234000" y="147426"/>
                </a:lnTo>
                <a:lnTo>
                  <a:pt x="233291" y="147633"/>
                </a:lnTo>
                <a:lnTo>
                  <a:pt x="232567" y="147821"/>
                </a:lnTo>
                <a:lnTo>
                  <a:pt x="231827" y="147989"/>
                </a:lnTo>
                <a:lnTo>
                  <a:pt x="231070" y="148138"/>
                </a:lnTo>
                <a:lnTo>
                  <a:pt x="230297" y="148266"/>
                </a:lnTo>
                <a:lnTo>
                  <a:pt x="229508" y="148375"/>
                </a:lnTo>
                <a:lnTo>
                  <a:pt x="228702" y="148464"/>
                </a:lnTo>
                <a:lnTo>
                  <a:pt x="227880" y="148533"/>
                </a:lnTo>
                <a:lnTo>
                  <a:pt x="227042" y="148583"/>
                </a:lnTo>
                <a:lnTo>
                  <a:pt x="226188" y="148613"/>
                </a:lnTo>
                <a:lnTo>
                  <a:pt x="225318" y="148623"/>
                </a:lnTo>
                <a:lnTo>
                  <a:pt x="203382" y="148623"/>
                </a:lnTo>
                <a:lnTo>
                  <a:pt x="203382" y="162735"/>
                </a:lnTo>
                <a:lnTo>
                  <a:pt x="225318" y="162735"/>
                </a:lnTo>
                <a:lnTo>
                  <a:pt x="226737" y="162719"/>
                </a:lnTo>
                <a:lnTo>
                  <a:pt x="228132" y="162668"/>
                </a:lnTo>
                <a:lnTo>
                  <a:pt x="229503" y="1625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B82E2-A8D6-4A5C-9C96-C42F1149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592" y="2582190"/>
            <a:ext cx="1761417" cy="408125"/>
          </a:xfrm>
          <a:custGeom xmlns:a="http://schemas.openxmlformats.org/drawingml/2006/main">
            <a:pathLst>
              <a:path w="1761417" h="408125" fill="none">
                <a:moveTo>
                  <a:pt x="60962" y="0"/>
                </a:moveTo>
                <a:lnTo>
                  <a:pt x="1699821" y="0"/>
                </a:lnTo>
                <a:cubicBezTo>
                  <a:pt x="1708151" y="0"/>
                  <a:pt x="1715848" y="1290"/>
                  <a:pt x="1723567" y="4505"/>
                </a:cubicBezTo>
                <a:cubicBezTo>
                  <a:pt x="1731264" y="7697"/>
                  <a:pt x="1737670" y="12201"/>
                  <a:pt x="1743443" y="17974"/>
                </a:cubicBezTo>
                <a:cubicBezTo>
                  <a:pt x="1749238" y="23746"/>
                  <a:pt x="1753720" y="30175"/>
                  <a:pt x="1756934" y="37872"/>
                </a:cubicBezTo>
                <a:cubicBezTo>
                  <a:pt x="1759492" y="45569"/>
                  <a:pt x="1761417" y="53265"/>
                  <a:pt x="1761417" y="60962"/>
                </a:cubicBezTo>
                <a:lnTo>
                  <a:pt x="1761417" y="347163"/>
                </a:lnTo>
                <a:cubicBezTo>
                  <a:pt x="1761417" y="355493"/>
                  <a:pt x="1759492" y="363190"/>
                  <a:pt x="1756934" y="370253"/>
                </a:cubicBezTo>
                <a:cubicBezTo>
                  <a:pt x="1753720" y="377949"/>
                  <a:pt x="1749238" y="384378"/>
                  <a:pt x="1743443" y="390151"/>
                </a:cubicBezTo>
                <a:cubicBezTo>
                  <a:pt x="1737670" y="395923"/>
                  <a:pt x="1731264" y="400405"/>
                  <a:pt x="1723567" y="403620"/>
                </a:cubicBezTo>
                <a:cubicBezTo>
                  <a:pt x="1715848" y="406834"/>
                  <a:pt x="1708151" y="408125"/>
                  <a:pt x="1699821" y="408125"/>
                </a:cubicBezTo>
                <a:lnTo>
                  <a:pt x="60962" y="408125"/>
                </a:lnTo>
                <a:cubicBezTo>
                  <a:pt x="52609" y="408125"/>
                  <a:pt x="44912" y="406834"/>
                  <a:pt x="37872" y="403620"/>
                </a:cubicBezTo>
                <a:cubicBezTo>
                  <a:pt x="30153" y="400405"/>
                  <a:pt x="23746" y="395923"/>
                  <a:pt x="17974" y="390151"/>
                </a:cubicBezTo>
                <a:cubicBezTo>
                  <a:pt x="12201" y="384378"/>
                  <a:pt x="7697" y="377949"/>
                  <a:pt x="4482" y="370253"/>
                </a:cubicBezTo>
                <a:cubicBezTo>
                  <a:pt x="1290" y="363190"/>
                  <a:pt x="0" y="355493"/>
                  <a:pt x="0" y="347163"/>
                </a:cubicBezTo>
                <a:lnTo>
                  <a:pt x="0" y="60962"/>
                </a:lnTo>
                <a:cubicBezTo>
                  <a:pt x="0" y="53265"/>
                  <a:pt x="1290" y="45569"/>
                  <a:pt x="4482" y="37872"/>
                </a:cubicBezTo>
                <a:cubicBezTo>
                  <a:pt x="7697" y="30175"/>
                  <a:pt x="12201" y="23746"/>
                  <a:pt x="17974" y="17974"/>
                </a:cubicBezTo>
                <a:cubicBezTo>
                  <a:pt x="23746" y="12201"/>
                  <a:pt x="30153" y="7697"/>
                  <a:pt x="37872" y="4505"/>
                </a:cubicBezTo>
                <a:cubicBezTo>
                  <a:pt x="44912" y="1290"/>
                  <a:pt x="52609" y="0"/>
                  <a:pt x="6096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000000"/>
            </a:solidFill>
            <a:miter/>
          </a:ln>
        </p:spPr>
      </p:sp>
      <p:sp>
        <p:nvSpPr>
          <p:cNvPr id="95" name="Text 2">
            <a:extLst xmlns:a="http://schemas.openxmlformats.org/drawingml/2006/main">
              <a:ext uri="{FF2B5EF4-FFF2-40B4-BE49-F238E27FC236}">
                <a16:creationId xmlns:a16="http://schemas.microsoft.com/office/drawing/2014/main" id="{DF3E2438-2000-41E0-9FDA-B6FF9A98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192" y="335594"/>
            <a:ext cx="77202" cy="125838"/>
          </a:xfrm>
          <a:custGeom xmlns:a="http://schemas.openxmlformats.org/drawingml/2006/main">
            <a:pathLst>
              <a:path w="77202" h="125838">
                <a:moveTo>
                  <a:pt x="3399" y="125838"/>
                </a:moveTo>
                <a:lnTo>
                  <a:pt x="3399" y="110194"/>
                </a:lnTo>
                <a:lnTo>
                  <a:pt x="41322" y="69892"/>
                </a:lnTo>
                <a:cubicBezTo>
                  <a:pt x="47782" y="62976"/>
                  <a:pt x="52487" y="56826"/>
                  <a:pt x="55434" y="51441"/>
                </a:cubicBezTo>
                <a:cubicBezTo>
                  <a:pt x="58382" y="46056"/>
                  <a:pt x="59856" y="40869"/>
                  <a:pt x="59856" y="35880"/>
                </a:cubicBezTo>
                <a:cubicBezTo>
                  <a:pt x="59856" y="28966"/>
                  <a:pt x="57957" y="23525"/>
                  <a:pt x="54158" y="19557"/>
                </a:cubicBezTo>
                <a:cubicBezTo>
                  <a:pt x="50361" y="15588"/>
                  <a:pt x="45175" y="13604"/>
                  <a:pt x="38600" y="13604"/>
                </a:cubicBezTo>
                <a:cubicBezTo>
                  <a:pt x="31345" y="13604"/>
                  <a:pt x="25648" y="15646"/>
                  <a:pt x="21511" y="19728"/>
                </a:cubicBezTo>
                <a:cubicBezTo>
                  <a:pt x="17373" y="23809"/>
                  <a:pt x="15304" y="29420"/>
                  <a:pt x="15304" y="36563"/>
                </a:cubicBezTo>
                <a:lnTo>
                  <a:pt x="0" y="36563"/>
                </a:lnTo>
                <a:cubicBezTo>
                  <a:pt x="227" y="29079"/>
                  <a:pt x="1955" y="22589"/>
                  <a:pt x="5184" y="17092"/>
                </a:cubicBezTo>
                <a:cubicBezTo>
                  <a:pt x="8416" y="11593"/>
                  <a:pt x="12893" y="7369"/>
                  <a:pt x="18617" y="4421"/>
                </a:cubicBezTo>
                <a:cubicBezTo>
                  <a:pt x="24343" y="1474"/>
                  <a:pt x="31004" y="0"/>
                  <a:pt x="38600" y="0"/>
                </a:cubicBezTo>
                <a:cubicBezTo>
                  <a:pt x="46083" y="0"/>
                  <a:pt x="52573" y="1446"/>
                  <a:pt x="58071" y="4338"/>
                </a:cubicBezTo>
                <a:cubicBezTo>
                  <a:pt x="63570" y="7229"/>
                  <a:pt x="67793" y="11338"/>
                  <a:pt x="70741" y="16666"/>
                </a:cubicBezTo>
                <a:cubicBezTo>
                  <a:pt x="73689" y="21994"/>
                  <a:pt x="75162" y="28343"/>
                  <a:pt x="75162" y="35712"/>
                </a:cubicBezTo>
                <a:cubicBezTo>
                  <a:pt x="75162" y="42740"/>
                  <a:pt x="73292" y="49712"/>
                  <a:pt x="69550" y="56628"/>
                </a:cubicBezTo>
                <a:cubicBezTo>
                  <a:pt x="65808" y="63544"/>
                  <a:pt x="59686" y="71422"/>
                  <a:pt x="51184" y="80264"/>
                </a:cubicBezTo>
                <a:lnTo>
                  <a:pt x="20574" y="111894"/>
                </a:lnTo>
                <a:lnTo>
                  <a:pt x="77202" y="111894"/>
                </a:lnTo>
                <a:lnTo>
                  <a:pt x="77202" y="125838"/>
                </a:lnTo>
                <a:lnTo>
                  <a:pt x="3399" y="1258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load[r8+rbx]">
            <a:extLst xmlns:a="http://schemas.openxmlformats.org/drawingml/2006/main">
              <a:ext uri="{FF2B5EF4-FFF2-40B4-BE49-F238E27FC236}">
                <a16:creationId xmlns:a16="http://schemas.microsoft.com/office/drawing/2014/main" id="{2E4C0B34-37D7-43C0-A274-F9A7CB93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775" y="2704195"/>
            <a:ext cx="1511919" cy="174317"/>
          </a:xfrm>
          <a:custGeom xmlns:a="http://schemas.openxmlformats.org/drawingml/2006/main">
            <a:pathLst>
              <a:path w="1511919" h="174317">
                <a:moveTo>
                  <a:pt x="63006" y="138687"/>
                </a:moveTo>
                <a:lnTo>
                  <a:pt x="62532" y="138655"/>
                </a:lnTo>
                <a:lnTo>
                  <a:pt x="62067" y="138611"/>
                </a:lnTo>
                <a:lnTo>
                  <a:pt x="61610" y="138555"/>
                </a:lnTo>
                <a:lnTo>
                  <a:pt x="61162" y="138486"/>
                </a:lnTo>
                <a:lnTo>
                  <a:pt x="60722" y="138404"/>
                </a:lnTo>
                <a:lnTo>
                  <a:pt x="60290" y="138310"/>
                </a:lnTo>
                <a:lnTo>
                  <a:pt x="59866" y="138203"/>
                </a:lnTo>
                <a:lnTo>
                  <a:pt x="59451" y="138084"/>
                </a:lnTo>
                <a:lnTo>
                  <a:pt x="59045" y="137952"/>
                </a:lnTo>
                <a:lnTo>
                  <a:pt x="58646" y="137808"/>
                </a:lnTo>
                <a:lnTo>
                  <a:pt x="58256" y="137651"/>
                </a:lnTo>
                <a:lnTo>
                  <a:pt x="57875" y="137481"/>
                </a:lnTo>
                <a:lnTo>
                  <a:pt x="57502" y="137299"/>
                </a:lnTo>
                <a:lnTo>
                  <a:pt x="57137" y="137105"/>
                </a:lnTo>
                <a:lnTo>
                  <a:pt x="56780" y="136897"/>
                </a:lnTo>
                <a:lnTo>
                  <a:pt x="56432" y="136678"/>
                </a:lnTo>
                <a:lnTo>
                  <a:pt x="56092" y="136445"/>
                </a:lnTo>
                <a:lnTo>
                  <a:pt x="55761" y="136200"/>
                </a:lnTo>
                <a:lnTo>
                  <a:pt x="55438" y="135943"/>
                </a:lnTo>
                <a:lnTo>
                  <a:pt x="55123" y="135673"/>
                </a:lnTo>
                <a:lnTo>
                  <a:pt x="54817" y="135391"/>
                </a:lnTo>
                <a:lnTo>
                  <a:pt x="54519" y="135095"/>
                </a:lnTo>
                <a:lnTo>
                  <a:pt x="54231" y="134789"/>
                </a:lnTo>
                <a:lnTo>
                  <a:pt x="53956" y="134474"/>
                </a:lnTo>
                <a:lnTo>
                  <a:pt x="53693" y="134149"/>
                </a:lnTo>
                <a:lnTo>
                  <a:pt x="53442" y="133815"/>
                </a:lnTo>
                <a:lnTo>
                  <a:pt x="53204" y="133472"/>
                </a:lnTo>
                <a:lnTo>
                  <a:pt x="52977" y="133119"/>
                </a:lnTo>
                <a:lnTo>
                  <a:pt x="52763" y="132757"/>
                </a:lnTo>
                <a:lnTo>
                  <a:pt x="52562" y="132386"/>
                </a:lnTo>
                <a:lnTo>
                  <a:pt x="52372" y="132005"/>
                </a:lnTo>
                <a:lnTo>
                  <a:pt x="52195" y="131615"/>
                </a:lnTo>
                <a:lnTo>
                  <a:pt x="52029" y="131216"/>
                </a:lnTo>
                <a:lnTo>
                  <a:pt x="51876" y="130807"/>
                </a:lnTo>
                <a:lnTo>
                  <a:pt x="51736" y="130389"/>
                </a:lnTo>
                <a:lnTo>
                  <a:pt x="51607" y="129962"/>
                </a:lnTo>
                <a:lnTo>
                  <a:pt x="51491" y="129525"/>
                </a:lnTo>
                <a:lnTo>
                  <a:pt x="51387" y="129079"/>
                </a:lnTo>
                <a:lnTo>
                  <a:pt x="51295" y="128624"/>
                </a:lnTo>
                <a:lnTo>
                  <a:pt x="51216" y="128159"/>
                </a:lnTo>
                <a:lnTo>
                  <a:pt x="51149" y="127685"/>
                </a:lnTo>
                <a:lnTo>
                  <a:pt x="51094" y="127202"/>
                </a:lnTo>
                <a:lnTo>
                  <a:pt x="51051" y="126709"/>
                </a:lnTo>
                <a:lnTo>
                  <a:pt x="51020" y="126207"/>
                </a:lnTo>
                <a:lnTo>
                  <a:pt x="51002" y="125695"/>
                </a:lnTo>
                <a:lnTo>
                  <a:pt x="50996" y="125175"/>
                </a:lnTo>
                <a:lnTo>
                  <a:pt x="50996" y="18545"/>
                </a:lnTo>
                <a:lnTo>
                  <a:pt x="0" y="18545"/>
                </a:lnTo>
                <a:lnTo>
                  <a:pt x="0" y="33752"/>
                </a:lnTo>
                <a:lnTo>
                  <a:pt x="34307" y="33752"/>
                </a:lnTo>
                <a:lnTo>
                  <a:pt x="34307" y="125175"/>
                </a:lnTo>
                <a:lnTo>
                  <a:pt x="34313" y="125897"/>
                </a:lnTo>
                <a:lnTo>
                  <a:pt x="34332" y="126612"/>
                </a:lnTo>
                <a:lnTo>
                  <a:pt x="34365" y="127319"/>
                </a:lnTo>
                <a:lnTo>
                  <a:pt x="34410" y="128018"/>
                </a:lnTo>
                <a:lnTo>
                  <a:pt x="34468" y="128710"/>
                </a:lnTo>
                <a:lnTo>
                  <a:pt x="34538" y="129393"/>
                </a:lnTo>
                <a:lnTo>
                  <a:pt x="34622" y="130069"/>
                </a:lnTo>
                <a:lnTo>
                  <a:pt x="34719" y="130738"/>
                </a:lnTo>
                <a:lnTo>
                  <a:pt x="34828" y="131398"/>
                </a:lnTo>
                <a:lnTo>
                  <a:pt x="34951" y="132051"/>
                </a:lnTo>
                <a:lnTo>
                  <a:pt x="35086" y="132697"/>
                </a:lnTo>
                <a:lnTo>
                  <a:pt x="35234" y="133334"/>
                </a:lnTo>
                <a:lnTo>
                  <a:pt x="35395" y="133964"/>
                </a:lnTo>
                <a:lnTo>
                  <a:pt x="35569" y="134586"/>
                </a:lnTo>
                <a:lnTo>
                  <a:pt x="35756" y="135200"/>
                </a:lnTo>
                <a:lnTo>
                  <a:pt x="35955" y="135807"/>
                </a:lnTo>
                <a:lnTo>
                  <a:pt x="36168" y="136406"/>
                </a:lnTo>
                <a:lnTo>
                  <a:pt x="36393" y="136997"/>
                </a:lnTo>
                <a:lnTo>
                  <a:pt x="36632" y="137580"/>
                </a:lnTo>
                <a:lnTo>
                  <a:pt x="36883" y="138156"/>
                </a:lnTo>
                <a:lnTo>
                  <a:pt x="37147" y="138724"/>
                </a:lnTo>
                <a:lnTo>
                  <a:pt x="37424" y="139284"/>
                </a:lnTo>
                <a:lnTo>
                  <a:pt x="37714" y="139836"/>
                </a:lnTo>
                <a:lnTo>
                  <a:pt x="38016" y="140381"/>
                </a:lnTo>
                <a:lnTo>
                  <a:pt x="38330" y="140917"/>
                </a:lnTo>
                <a:lnTo>
                  <a:pt x="38655" y="141443"/>
                </a:lnTo>
                <a:lnTo>
                  <a:pt x="38990" y="141958"/>
                </a:lnTo>
                <a:lnTo>
                  <a:pt x="39335" y="142463"/>
                </a:lnTo>
                <a:lnTo>
                  <a:pt x="39691" y="142957"/>
                </a:lnTo>
                <a:lnTo>
                  <a:pt x="40056" y="143441"/>
                </a:lnTo>
                <a:lnTo>
                  <a:pt x="40432" y="143915"/>
                </a:lnTo>
                <a:lnTo>
                  <a:pt x="40819" y="144379"/>
                </a:lnTo>
                <a:lnTo>
                  <a:pt x="41215" y="144832"/>
                </a:lnTo>
                <a:lnTo>
                  <a:pt x="41622" y="145275"/>
                </a:lnTo>
                <a:lnTo>
                  <a:pt x="42040" y="145708"/>
                </a:lnTo>
                <a:lnTo>
                  <a:pt x="42467" y="146130"/>
                </a:lnTo>
                <a:lnTo>
                  <a:pt x="42905" y="146542"/>
                </a:lnTo>
                <a:lnTo>
                  <a:pt x="43353" y="146944"/>
                </a:lnTo>
                <a:lnTo>
                  <a:pt x="43812" y="147336"/>
                </a:lnTo>
                <a:lnTo>
                  <a:pt x="44280" y="147717"/>
                </a:lnTo>
                <a:lnTo>
                  <a:pt x="44759" y="148088"/>
                </a:lnTo>
                <a:lnTo>
                  <a:pt x="45249" y="148448"/>
                </a:lnTo>
                <a:lnTo>
                  <a:pt x="45748" y="148799"/>
                </a:lnTo>
                <a:lnTo>
                  <a:pt x="46258" y="149139"/>
                </a:lnTo>
                <a:lnTo>
                  <a:pt x="46779" y="149468"/>
                </a:lnTo>
                <a:lnTo>
                  <a:pt x="47309" y="149788"/>
                </a:lnTo>
                <a:lnTo>
                  <a:pt x="47850" y="150097"/>
                </a:lnTo>
                <a:lnTo>
                  <a:pt x="48401" y="150395"/>
                </a:lnTo>
                <a:lnTo>
                  <a:pt x="48961" y="150683"/>
                </a:lnTo>
                <a:lnTo>
                  <a:pt x="49529" y="150958"/>
                </a:lnTo>
                <a:lnTo>
                  <a:pt x="50105" y="151221"/>
                </a:lnTo>
                <a:lnTo>
                  <a:pt x="50688" y="151472"/>
                </a:lnTo>
                <a:lnTo>
                  <a:pt x="51279" y="151710"/>
                </a:lnTo>
                <a:lnTo>
                  <a:pt x="51878" y="151937"/>
                </a:lnTo>
                <a:lnTo>
                  <a:pt x="52484" y="152151"/>
                </a:lnTo>
                <a:lnTo>
                  <a:pt x="53099" y="152353"/>
                </a:lnTo>
                <a:lnTo>
                  <a:pt x="53720" y="152542"/>
                </a:lnTo>
                <a:lnTo>
                  <a:pt x="54350" y="152719"/>
                </a:lnTo>
                <a:lnTo>
                  <a:pt x="54988" y="152885"/>
                </a:lnTo>
                <a:lnTo>
                  <a:pt x="55633" y="153038"/>
                </a:lnTo>
                <a:lnTo>
                  <a:pt x="56286" y="153178"/>
                </a:lnTo>
                <a:lnTo>
                  <a:pt x="56946" y="153307"/>
                </a:lnTo>
                <a:lnTo>
                  <a:pt x="57615" y="153423"/>
                </a:lnTo>
                <a:lnTo>
                  <a:pt x="58291" y="153527"/>
                </a:lnTo>
                <a:lnTo>
                  <a:pt x="58975" y="153619"/>
                </a:lnTo>
                <a:lnTo>
                  <a:pt x="59666" y="153698"/>
                </a:lnTo>
                <a:lnTo>
                  <a:pt x="60366" y="153765"/>
                </a:lnTo>
                <a:lnTo>
                  <a:pt x="61073" y="153820"/>
                </a:lnTo>
                <a:lnTo>
                  <a:pt x="61787" y="153863"/>
                </a:lnTo>
                <a:lnTo>
                  <a:pt x="62510" y="153894"/>
                </a:lnTo>
                <a:lnTo>
                  <a:pt x="63240" y="153912"/>
                </a:lnTo>
                <a:lnTo>
                  <a:pt x="63978" y="153918"/>
                </a:lnTo>
                <a:lnTo>
                  <a:pt x="96431" y="153918"/>
                </a:lnTo>
                <a:lnTo>
                  <a:pt x="96431" y="138712"/>
                </a:lnTo>
                <a:lnTo>
                  <a:pt x="63978" y="138712"/>
                </a:lnTo>
                <a:lnTo>
                  <a:pt x="63488" y="138705"/>
                </a:lnTo>
                <a:lnTo>
                  <a:pt x="63006" y="138687"/>
                </a:lnTo>
                <a:close/>
                <a:moveTo>
                  <a:pt x="522209" y="14836"/>
                </a:moveTo>
                <a:lnTo>
                  <a:pt x="522209" y="0"/>
                </a:lnTo>
                <a:lnTo>
                  <a:pt x="476776" y="0"/>
                </a:lnTo>
                <a:lnTo>
                  <a:pt x="476776" y="174317"/>
                </a:lnTo>
                <a:lnTo>
                  <a:pt x="522209" y="174317"/>
                </a:lnTo>
                <a:lnTo>
                  <a:pt x="522209" y="159481"/>
                </a:lnTo>
                <a:lnTo>
                  <a:pt x="493465" y="159481"/>
                </a:lnTo>
                <a:lnTo>
                  <a:pt x="493465" y="14836"/>
                </a:lnTo>
                <a:lnTo>
                  <a:pt x="522209" y="14836"/>
                </a:lnTo>
                <a:close/>
                <a:moveTo>
                  <a:pt x="404535" y="68141"/>
                </a:moveTo>
                <a:lnTo>
                  <a:pt x="404311" y="67320"/>
                </a:lnTo>
                <a:lnTo>
                  <a:pt x="404060" y="66515"/>
                </a:lnTo>
                <a:lnTo>
                  <a:pt x="403783" y="65726"/>
                </a:lnTo>
                <a:lnTo>
                  <a:pt x="403479" y="64953"/>
                </a:lnTo>
                <a:lnTo>
                  <a:pt x="403149" y="64196"/>
                </a:lnTo>
                <a:lnTo>
                  <a:pt x="402793" y="63455"/>
                </a:lnTo>
                <a:lnTo>
                  <a:pt x="402410" y="62731"/>
                </a:lnTo>
                <a:lnTo>
                  <a:pt x="402001" y="62022"/>
                </a:lnTo>
                <a:lnTo>
                  <a:pt x="401565" y="61329"/>
                </a:lnTo>
                <a:lnTo>
                  <a:pt x="401103" y="60653"/>
                </a:lnTo>
                <a:lnTo>
                  <a:pt x="400615" y="59993"/>
                </a:lnTo>
                <a:lnTo>
                  <a:pt x="400100" y="59348"/>
                </a:lnTo>
                <a:lnTo>
                  <a:pt x="399559" y="58720"/>
                </a:lnTo>
                <a:lnTo>
                  <a:pt x="398991" y="58108"/>
                </a:lnTo>
                <a:lnTo>
                  <a:pt x="398397" y="57512"/>
                </a:lnTo>
                <a:lnTo>
                  <a:pt x="397777" y="56932"/>
                </a:lnTo>
                <a:lnTo>
                  <a:pt x="397134" y="56372"/>
                </a:lnTo>
                <a:lnTo>
                  <a:pt x="396475" y="55836"/>
                </a:lnTo>
                <a:lnTo>
                  <a:pt x="395797" y="55324"/>
                </a:lnTo>
                <a:lnTo>
                  <a:pt x="395103" y="54836"/>
                </a:lnTo>
                <a:lnTo>
                  <a:pt x="394391" y="54371"/>
                </a:lnTo>
                <a:lnTo>
                  <a:pt x="393662" y="53930"/>
                </a:lnTo>
                <a:lnTo>
                  <a:pt x="392915" y="53513"/>
                </a:lnTo>
                <a:lnTo>
                  <a:pt x="392151" y="53120"/>
                </a:lnTo>
                <a:lnTo>
                  <a:pt x="391370" y="52751"/>
                </a:lnTo>
                <a:lnTo>
                  <a:pt x="390571" y="52405"/>
                </a:lnTo>
                <a:lnTo>
                  <a:pt x="389755" y="52084"/>
                </a:lnTo>
                <a:lnTo>
                  <a:pt x="388922" y="51786"/>
                </a:lnTo>
                <a:lnTo>
                  <a:pt x="388071" y="51512"/>
                </a:lnTo>
                <a:lnTo>
                  <a:pt x="387203" y="51262"/>
                </a:lnTo>
                <a:lnTo>
                  <a:pt x="386317" y="51035"/>
                </a:lnTo>
                <a:lnTo>
                  <a:pt x="385414" y="50833"/>
                </a:lnTo>
                <a:lnTo>
                  <a:pt x="384494" y="50654"/>
                </a:lnTo>
                <a:lnTo>
                  <a:pt x="383556" y="50499"/>
                </a:lnTo>
                <a:lnTo>
                  <a:pt x="382601" y="50368"/>
                </a:lnTo>
                <a:lnTo>
                  <a:pt x="381628" y="50261"/>
                </a:lnTo>
                <a:lnTo>
                  <a:pt x="380638" y="50178"/>
                </a:lnTo>
                <a:lnTo>
                  <a:pt x="379631" y="50118"/>
                </a:lnTo>
                <a:lnTo>
                  <a:pt x="378606" y="50082"/>
                </a:lnTo>
                <a:lnTo>
                  <a:pt x="377564" y="50070"/>
                </a:lnTo>
                <a:lnTo>
                  <a:pt x="376292" y="50088"/>
                </a:lnTo>
                <a:lnTo>
                  <a:pt x="375041" y="50141"/>
                </a:lnTo>
                <a:lnTo>
                  <a:pt x="373812" y="50230"/>
                </a:lnTo>
                <a:lnTo>
                  <a:pt x="372603" y="50354"/>
                </a:lnTo>
                <a:lnTo>
                  <a:pt x="371416" y="50513"/>
                </a:lnTo>
                <a:lnTo>
                  <a:pt x="370250" y="50708"/>
                </a:lnTo>
                <a:lnTo>
                  <a:pt x="369106" y="50938"/>
                </a:lnTo>
                <a:lnTo>
                  <a:pt x="367982" y="51204"/>
                </a:lnTo>
                <a:lnTo>
                  <a:pt x="366880" y="51505"/>
                </a:lnTo>
                <a:lnTo>
                  <a:pt x="365799" y="51841"/>
                </a:lnTo>
                <a:lnTo>
                  <a:pt x="364740" y="52213"/>
                </a:lnTo>
                <a:lnTo>
                  <a:pt x="363701" y="52621"/>
                </a:lnTo>
                <a:lnTo>
                  <a:pt x="362684" y="53063"/>
                </a:lnTo>
                <a:lnTo>
                  <a:pt x="361688" y="53542"/>
                </a:lnTo>
                <a:lnTo>
                  <a:pt x="360714" y="54055"/>
                </a:lnTo>
                <a:lnTo>
                  <a:pt x="359760" y="54604"/>
                </a:lnTo>
                <a:lnTo>
                  <a:pt x="358828" y="55189"/>
                </a:lnTo>
                <a:lnTo>
                  <a:pt x="357917" y="55808"/>
                </a:lnTo>
                <a:lnTo>
                  <a:pt x="357028" y="56464"/>
                </a:lnTo>
                <a:lnTo>
                  <a:pt x="356159" y="57154"/>
                </a:lnTo>
                <a:lnTo>
                  <a:pt x="355312" y="57881"/>
                </a:lnTo>
                <a:lnTo>
                  <a:pt x="354486" y="58642"/>
                </a:lnTo>
                <a:lnTo>
                  <a:pt x="353682" y="59439"/>
                </a:lnTo>
                <a:lnTo>
                  <a:pt x="352898" y="60271"/>
                </a:lnTo>
                <a:lnTo>
                  <a:pt x="352142" y="61134"/>
                </a:lnTo>
                <a:lnTo>
                  <a:pt x="351418" y="62023"/>
                </a:lnTo>
                <a:lnTo>
                  <a:pt x="350726" y="62937"/>
                </a:lnTo>
                <a:lnTo>
                  <a:pt x="350066" y="63877"/>
                </a:lnTo>
                <a:lnTo>
                  <a:pt x="349438" y="64843"/>
                </a:lnTo>
                <a:lnTo>
                  <a:pt x="348843" y="65834"/>
                </a:lnTo>
                <a:lnTo>
                  <a:pt x="348280" y="66851"/>
                </a:lnTo>
                <a:lnTo>
                  <a:pt x="347748" y="67894"/>
                </a:lnTo>
                <a:lnTo>
                  <a:pt x="347250" y="68963"/>
                </a:lnTo>
                <a:lnTo>
                  <a:pt x="346783" y="70058"/>
                </a:lnTo>
                <a:lnTo>
                  <a:pt x="346348" y="71178"/>
                </a:lnTo>
                <a:lnTo>
                  <a:pt x="345946" y="72324"/>
                </a:lnTo>
                <a:lnTo>
                  <a:pt x="345576" y="73496"/>
                </a:lnTo>
                <a:lnTo>
                  <a:pt x="345238" y="74694"/>
                </a:lnTo>
                <a:lnTo>
                  <a:pt x="344932" y="75917"/>
                </a:lnTo>
                <a:lnTo>
                  <a:pt x="344659" y="77166"/>
                </a:lnTo>
                <a:lnTo>
                  <a:pt x="344417" y="78441"/>
                </a:lnTo>
                <a:lnTo>
                  <a:pt x="344208" y="79742"/>
                </a:lnTo>
                <a:lnTo>
                  <a:pt x="344031" y="81068"/>
                </a:lnTo>
                <a:lnTo>
                  <a:pt x="343886" y="82420"/>
                </a:lnTo>
                <a:lnTo>
                  <a:pt x="343773" y="83798"/>
                </a:lnTo>
                <a:lnTo>
                  <a:pt x="343693" y="85202"/>
                </a:lnTo>
                <a:lnTo>
                  <a:pt x="343645" y="86631"/>
                </a:lnTo>
                <a:lnTo>
                  <a:pt x="343629" y="88087"/>
                </a:lnTo>
                <a:lnTo>
                  <a:pt x="343629" y="117942"/>
                </a:lnTo>
                <a:lnTo>
                  <a:pt x="343645" y="119382"/>
                </a:lnTo>
                <a:lnTo>
                  <a:pt x="343694" y="120797"/>
                </a:lnTo>
                <a:lnTo>
                  <a:pt x="343775" y="122187"/>
                </a:lnTo>
                <a:lnTo>
                  <a:pt x="343889" y="123552"/>
                </a:lnTo>
                <a:lnTo>
                  <a:pt x="344035" y="124891"/>
                </a:lnTo>
                <a:lnTo>
                  <a:pt x="344214" y="126206"/>
                </a:lnTo>
                <a:lnTo>
                  <a:pt x="344425" y="127495"/>
                </a:lnTo>
                <a:lnTo>
                  <a:pt x="344669" y="128759"/>
                </a:lnTo>
                <a:lnTo>
                  <a:pt x="344945" y="129998"/>
                </a:lnTo>
                <a:lnTo>
                  <a:pt x="345254" y="131213"/>
                </a:lnTo>
                <a:lnTo>
                  <a:pt x="345595" y="132402"/>
                </a:lnTo>
                <a:lnTo>
                  <a:pt x="345969" y="133565"/>
                </a:lnTo>
                <a:lnTo>
                  <a:pt x="346376" y="134704"/>
                </a:lnTo>
                <a:lnTo>
                  <a:pt x="346815" y="135818"/>
                </a:lnTo>
                <a:lnTo>
                  <a:pt x="347286" y="136906"/>
                </a:lnTo>
                <a:lnTo>
                  <a:pt x="347790" y="137970"/>
                </a:lnTo>
                <a:lnTo>
                  <a:pt x="348326" y="139008"/>
                </a:lnTo>
                <a:lnTo>
                  <a:pt x="348895" y="140021"/>
                </a:lnTo>
                <a:lnTo>
                  <a:pt x="349497" y="141010"/>
                </a:lnTo>
                <a:lnTo>
                  <a:pt x="350131" y="141973"/>
                </a:lnTo>
                <a:lnTo>
                  <a:pt x="350797" y="142910"/>
                </a:lnTo>
                <a:lnTo>
                  <a:pt x="351496" y="143823"/>
                </a:lnTo>
                <a:lnTo>
                  <a:pt x="352228" y="144711"/>
                </a:lnTo>
                <a:lnTo>
                  <a:pt x="352992" y="145574"/>
                </a:lnTo>
                <a:lnTo>
                  <a:pt x="353782" y="146406"/>
                </a:lnTo>
                <a:lnTo>
                  <a:pt x="354593" y="147202"/>
                </a:lnTo>
                <a:lnTo>
                  <a:pt x="355425" y="147964"/>
                </a:lnTo>
                <a:lnTo>
                  <a:pt x="356276" y="148690"/>
                </a:lnTo>
                <a:lnTo>
                  <a:pt x="357148" y="149380"/>
                </a:lnTo>
                <a:lnTo>
                  <a:pt x="358040" y="150035"/>
                </a:lnTo>
                <a:lnTo>
                  <a:pt x="358952" y="150655"/>
                </a:lnTo>
                <a:lnTo>
                  <a:pt x="359885" y="151239"/>
                </a:lnTo>
                <a:lnTo>
                  <a:pt x="360838" y="151788"/>
                </a:lnTo>
                <a:lnTo>
                  <a:pt x="361811" y="152302"/>
                </a:lnTo>
                <a:lnTo>
                  <a:pt x="362804" y="152780"/>
                </a:lnTo>
                <a:lnTo>
                  <a:pt x="363818" y="153222"/>
                </a:lnTo>
                <a:lnTo>
                  <a:pt x="364852" y="153629"/>
                </a:lnTo>
                <a:lnTo>
                  <a:pt x="365906" y="154001"/>
                </a:lnTo>
                <a:lnTo>
                  <a:pt x="366981" y="154338"/>
                </a:lnTo>
                <a:lnTo>
                  <a:pt x="368076" y="154639"/>
                </a:lnTo>
                <a:lnTo>
                  <a:pt x="369191" y="154904"/>
                </a:lnTo>
                <a:lnTo>
                  <a:pt x="370326" y="155134"/>
                </a:lnTo>
                <a:lnTo>
                  <a:pt x="371482" y="155329"/>
                </a:lnTo>
                <a:lnTo>
                  <a:pt x="372658" y="155488"/>
                </a:lnTo>
                <a:lnTo>
                  <a:pt x="373854" y="155612"/>
                </a:lnTo>
                <a:lnTo>
                  <a:pt x="375071" y="155701"/>
                </a:lnTo>
                <a:lnTo>
                  <a:pt x="376307" y="155754"/>
                </a:lnTo>
                <a:lnTo>
                  <a:pt x="377564" y="155772"/>
                </a:lnTo>
                <a:lnTo>
                  <a:pt x="378606" y="155760"/>
                </a:lnTo>
                <a:lnTo>
                  <a:pt x="379631" y="155725"/>
                </a:lnTo>
                <a:lnTo>
                  <a:pt x="380638" y="155666"/>
                </a:lnTo>
                <a:lnTo>
                  <a:pt x="381628" y="155584"/>
                </a:lnTo>
                <a:lnTo>
                  <a:pt x="382601" y="155478"/>
                </a:lnTo>
                <a:lnTo>
                  <a:pt x="383556" y="155349"/>
                </a:lnTo>
                <a:lnTo>
                  <a:pt x="384494" y="155196"/>
                </a:lnTo>
                <a:lnTo>
                  <a:pt x="385414" y="155020"/>
                </a:lnTo>
                <a:lnTo>
                  <a:pt x="386317" y="154820"/>
                </a:lnTo>
                <a:lnTo>
                  <a:pt x="387203" y="154597"/>
                </a:lnTo>
                <a:lnTo>
                  <a:pt x="388071" y="154350"/>
                </a:lnTo>
                <a:lnTo>
                  <a:pt x="388922" y="154080"/>
                </a:lnTo>
                <a:lnTo>
                  <a:pt x="389755" y="153786"/>
                </a:lnTo>
                <a:lnTo>
                  <a:pt x="390571" y="153468"/>
                </a:lnTo>
                <a:lnTo>
                  <a:pt x="391370" y="153128"/>
                </a:lnTo>
                <a:lnTo>
                  <a:pt x="392151" y="152763"/>
                </a:lnTo>
                <a:lnTo>
                  <a:pt x="392915" y="152376"/>
                </a:lnTo>
                <a:lnTo>
                  <a:pt x="393662" y="151964"/>
                </a:lnTo>
                <a:lnTo>
                  <a:pt x="394391" y="151530"/>
                </a:lnTo>
                <a:lnTo>
                  <a:pt x="395103" y="151071"/>
                </a:lnTo>
                <a:lnTo>
                  <a:pt x="395797" y="150590"/>
                </a:lnTo>
                <a:lnTo>
                  <a:pt x="396475" y="150084"/>
                </a:lnTo>
                <a:lnTo>
                  <a:pt x="397134" y="149555"/>
                </a:lnTo>
                <a:lnTo>
                  <a:pt x="397777" y="149003"/>
                </a:lnTo>
                <a:lnTo>
                  <a:pt x="398397" y="148431"/>
                </a:lnTo>
                <a:lnTo>
                  <a:pt x="398991" y="147841"/>
                </a:lnTo>
                <a:lnTo>
                  <a:pt x="399559" y="147234"/>
                </a:lnTo>
                <a:lnTo>
                  <a:pt x="400100" y="146610"/>
                </a:lnTo>
                <a:lnTo>
                  <a:pt x="400615" y="145970"/>
                </a:lnTo>
                <a:lnTo>
                  <a:pt x="401103" y="145312"/>
                </a:lnTo>
                <a:lnTo>
                  <a:pt x="401565" y="144637"/>
                </a:lnTo>
                <a:lnTo>
                  <a:pt x="402001" y="143945"/>
                </a:lnTo>
                <a:lnTo>
                  <a:pt x="402410" y="143236"/>
                </a:lnTo>
                <a:lnTo>
                  <a:pt x="402793" y="142509"/>
                </a:lnTo>
                <a:lnTo>
                  <a:pt x="403149" y="141766"/>
                </a:lnTo>
                <a:lnTo>
                  <a:pt x="403479" y="141006"/>
                </a:lnTo>
                <a:lnTo>
                  <a:pt x="403783" y="140229"/>
                </a:lnTo>
                <a:lnTo>
                  <a:pt x="404060" y="139434"/>
                </a:lnTo>
                <a:lnTo>
                  <a:pt x="404311" y="138623"/>
                </a:lnTo>
                <a:lnTo>
                  <a:pt x="404535" y="137794"/>
                </a:lnTo>
                <a:lnTo>
                  <a:pt x="404733" y="136948"/>
                </a:lnTo>
                <a:lnTo>
                  <a:pt x="404905" y="136086"/>
                </a:lnTo>
                <a:lnTo>
                  <a:pt x="405050" y="135206"/>
                </a:lnTo>
                <a:lnTo>
                  <a:pt x="405150" y="134448"/>
                </a:lnTo>
                <a:lnTo>
                  <a:pt x="405380" y="134448"/>
                </a:lnTo>
                <a:lnTo>
                  <a:pt x="405380" y="153918"/>
                </a:lnTo>
                <a:lnTo>
                  <a:pt x="422069" y="153918"/>
                </a:lnTo>
                <a:lnTo>
                  <a:pt x="422069" y="18545"/>
                </a:lnTo>
                <a:lnTo>
                  <a:pt x="405380" y="18545"/>
                </a:lnTo>
                <a:lnTo>
                  <a:pt x="405380" y="48214"/>
                </a:lnTo>
                <a:lnTo>
                  <a:pt x="405750" y="71395"/>
                </a:lnTo>
                <a:lnTo>
                  <a:pt x="405143" y="71395"/>
                </a:lnTo>
                <a:lnTo>
                  <a:pt x="405050" y="70702"/>
                </a:lnTo>
                <a:lnTo>
                  <a:pt x="404905" y="69832"/>
                </a:lnTo>
                <a:lnTo>
                  <a:pt x="404733" y="68979"/>
                </a:lnTo>
                <a:lnTo>
                  <a:pt x="404535" y="68141"/>
                </a:lnTo>
                <a:close/>
                <a:moveTo>
                  <a:pt x="379727" y="141134"/>
                </a:moveTo>
                <a:lnTo>
                  <a:pt x="378916" y="141036"/>
                </a:lnTo>
                <a:lnTo>
                  <a:pt x="378120" y="140915"/>
                </a:lnTo>
                <a:lnTo>
                  <a:pt x="377339" y="140773"/>
                </a:lnTo>
                <a:lnTo>
                  <a:pt x="376574" y="140609"/>
                </a:lnTo>
                <a:lnTo>
                  <a:pt x="375825" y="140423"/>
                </a:lnTo>
                <a:lnTo>
                  <a:pt x="375091" y="140215"/>
                </a:lnTo>
                <a:lnTo>
                  <a:pt x="374372" y="139985"/>
                </a:lnTo>
                <a:lnTo>
                  <a:pt x="373669" y="139733"/>
                </a:lnTo>
                <a:lnTo>
                  <a:pt x="372981" y="139460"/>
                </a:lnTo>
                <a:lnTo>
                  <a:pt x="372309" y="139164"/>
                </a:lnTo>
                <a:lnTo>
                  <a:pt x="371652" y="138847"/>
                </a:lnTo>
                <a:lnTo>
                  <a:pt x="371010" y="138507"/>
                </a:lnTo>
                <a:lnTo>
                  <a:pt x="370384" y="138146"/>
                </a:lnTo>
                <a:lnTo>
                  <a:pt x="369774" y="137763"/>
                </a:lnTo>
                <a:lnTo>
                  <a:pt x="369179" y="137358"/>
                </a:lnTo>
                <a:lnTo>
                  <a:pt x="368599" y="136931"/>
                </a:lnTo>
                <a:lnTo>
                  <a:pt x="368035" y="136483"/>
                </a:lnTo>
                <a:lnTo>
                  <a:pt x="367486" y="136012"/>
                </a:lnTo>
                <a:lnTo>
                  <a:pt x="366953" y="135519"/>
                </a:lnTo>
                <a:lnTo>
                  <a:pt x="366435" y="135005"/>
                </a:lnTo>
                <a:lnTo>
                  <a:pt x="365936" y="134470"/>
                </a:lnTo>
                <a:lnTo>
                  <a:pt x="365458" y="133915"/>
                </a:lnTo>
                <a:lnTo>
                  <a:pt x="365002" y="133341"/>
                </a:lnTo>
                <a:lnTo>
                  <a:pt x="364566" y="132748"/>
                </a:lnTo>
                <a:lnTo>
                  <a:pt x="364152" y="132136"/>
                </a:lnTo>
                <a:lnTo>
                  <a:pt x="363759" y="131504"/>
                </a:lnTo>
                <a:lnTo>
                  <a:pt x="363387" y="130853"/>
                </a:lnTo>
                <a:lnTo>
                  <a:pt x="363037" y="130182"/>
                </a:lnTo>
                <a:lnTo>
                  <a:pt x="362707" y="129493"/>
                </a:lnTo>
                <a:lnTo>
                  <a:pt x="362399" y="128784"/>
                </a:lnTo>
                <a:lnTo>
                  <a:pt x="362113" y="128055"/>
                </a:lnTo>
                <a:lnTo>
                  <a:pt x="361847" y="127308"/>
                </a:lnTo>
                <a:lnTo>
                  <a:pt x="361603" y="126541"/>
                </a:lnTo>
                <a:lnTo>
                  <a:pt x="361380" y="125754"/>
                </a:lnTo>
                <a:lnTo>
                  <a:pt x="361178" y="124949"/>
                </a:lnTo>
                <a:lnTo>
                  <a:pt x="360997" y="124124"/>
                </a:lnTo>
                <a:lnTo>
                  <a:pt x="360838" y="123280"/>
                </a:lnTo>
                <a:lnTo>
                  <a:pt x="360700" y="122416"/>
                </a:lnTo>
                <a:lnTo>
                  <a:pt x="360583" y="121534"/>
                </a:lnTo>
                <a:lnTo>
                  <a:pt x="360488" y="120632"/>
                </a:lnTo>
                <a:lnTo>
                  <a:pt x="360413" y="119710"/>
                </a:lnTo>
                <a:lnTo>
                  <a:pt x="360360" y="118769"/>
                </a:lnTo>
                <a:lnTo>
                  <a:pt x="360328" y="117809"/>
                </a:lnTo>
                <a:lnTo>
                  <a:pt x="360318" y="116830"/>
                </a:lnTo>
                <a:lnTo>
                  <a:pt x="360318" y="89012"/>
                </a:lnTo>
                <a:lnTo>
                  <a:pt x="360328" y="88033"/>
                </a:lnTo>
                <a:lnTo>
                  <a:pt x="360360" y="87073"/>
                </a:lnTo>
                <a:lnTo>
                  <a:pt x="360413" y="86132"/>
                </a:lnTo>
                <a:lnTo>
                  <a:pt x="360488" y="85211"/>
                </a:lnTo>
                <a:lnTo>
                  <a:pt x="360583" y="84309"/>
                </a:lnTo>
                <a:lnTo>
                  <a:pt x="360700" y="83426"/>
                </a:lnTo>
                <a:lnTo>
                  <a:pt x="360838" y="82563"/>
                </a:lnTo>
                <a:lnTo>
                  <a:pt x="360997" y="81718"/>
                </a:lnTo>
                <a:lnTo>
                  <a:pt x="361178" y="80894"/>
                </a:lnTo>
                <a:lnTo>
                  <a:pt x="361380" y="80088"/>
                </a:lnTo>
                <a:lnTo>
                  <a:pt x="361603" y="79302"/>
                </a:lnTo>
                <a:lnTo>
                  <a:pt x="361847" y="78535"/>
                </a:lnTo>
                <a:lnTo>
                  <a:pt x="362113" y="77788"/>
                </a:lnTo>
                <a:lnTo>
                  <a:pt x="362399" y="77060"/>
                </a:lnTo>
                <a:lnTo>
                  <a:pt x="362707" y="76351"/>
                </a:lnTo>
                <a:lnTo>
                  <a:pt x="363037" y="75661"/>
                </a:lnTo>
                <a:lnTo>
                  <a:pt x="363387" y="74991"/>
                </a:lnTo>
                <a:lnTo>
                  <a:pt x="363759" y="74340"/>
                </a:lnTo>
                <a:lnTo>
                  <a:pt x="364152" y="73708"/>
                </a:lnTo>
                <a:lnTo>
                  <a:pt x="364566" y="73096"/>
                </a:lnTo>
                <a:lnTo>
                  <a:pt x="365002" y="72503"/>
                </a:lnTo>
                <a:lnTo>
                  <a:pt x="365458" y="71929"/>
                </a:lnTo>
                <a:lnTo>
                  <a:pt x="365936" y="71375"/>
                </a:lnTo>
                <a:lnTo>
                  <a:pt x="366435" y="70840"/>
                </a:lnTo>
                <a:lnTo>
                  <a:pt x="366953" y="70326"/>
                </a:lnTo>
                <a:lnTo>
                  <a:pt x="367486" y="69833"/>
                </a:lnTo>
                <a:lnTo>
                  <a:pt x="368035" y="69362"/>
                </a:lnTo>
                <a:lnTo>
                  <a:pt x="368599" y="68914"/>
                </a:lnTo>
                <a:lnTo>
                  <a:pt x="369179" y="68487"/>
                </a:lnTo>
                <a:lnTo>
                  <a:pt x="369774" y="68082"/>
                </a:lnTo>
                <a:lnTo>
                  <a:pt x="370384" y="67699"/>
                </a:lnTo>
                <a:lnTo>
                  <a:pt x="371010" y="67338"/>
                </a:lnTo>
                <a:lnTo>
                  <a:pt x="371652" y="66998"/>
                </a:lnTo>
                <a:lnTo>
                  <a:pt x="372309" y="66681"/>
                </a:lnTo>
                <a:lnTo>
                  <a:pt x="372981" y="66385"/>
                </a:lnTo>
                <a:lnTo>
                  <a:pt x="373669" y="66112"/>
                </a:lnTo>
                <a:lnTo>
                  <a:pt x="374372" y="65860"/>
                </a:lnTo>
                <a:lnTo>
                  <a:pt x="375091" y="65630"/>
                </a:lnTo>
                <a:lnTo>
                  <a:pt x="375825" y="65422"/>
                </a:lnTo>
                <a:lnTo>
                  <a:pt x="376574" y="65236"/>
                </a:lnTo>
                <a:lnTo>
                  <a:pt x="377339" y="65072"/>
                </a:lnTo>
                <a:lnTo>
                  <a:pt x="378120" y="64930"/>
                </a:lnTo>
                <a:lnTo>
                  <a:pt x="378916" y="64809"/>
                </a:lnTo>
                <a:lnTo>
                  <a:pt x="379727" y="64711"/>
                </a:lnTo>
                <a:lnTo>
                  <a:pt x="380554" y="64634"/>
                </a:lnTo>
                <a:lnTo>
                  <a:pt x="381396" y="64579"/>
                </a:lnTo>
                <a:lnTo>
                  <a:pt x="382254" y="64547"/>
                </a:lnTo>
                <a:lnTo>
                  <a:pt x="383127" y="64536"/>
                </a:lnTo>
                <a:lnTo>
                  <a:pt x="383985" y="64547"/>
                </a:lnTo>
                <a:lnTo>
                  <a:pt x="384827" y="64581"/>
                </a:lnTo>
                <a:lnTo>
                  <a:pt x="385654" y="64637"/>
                </a:lnTo>
                <a:lnTo>
                  <a:pt x="386465" y="64716"/>
                </a:lnTo>
                <a:lnTo>
                  <a:pt x="387261" y="64817"/>
                </a:lnTo>
                <a:lnTo>
                  <a:pt x="388042" y="64941"/>
                </a:lnTo>
                <a:lnTo>
                  <a:pt x="388807" y="65088"/>
                </a:lnTo>
                <a:lnTo>
                  <a:pt x="389556" y="65257"/>
                </a:lnTo>
                <a:lnTo>
                  <a:pt x="390290" y="65448"/>
                </a:lnTo>
                <a:lnTo>
                  <a:pt x="391009" y="65663"/>
                </a:lnTo>
                <a:lnTo>
                  <a:pt x="391712" y="65899"/>
                </a:lnTo>
                <a:lnTo>
                  <a:pt x="392399" y="66158"/>
                </a:lnTo>
                <a:lnTo>
                  <a:pt x="393072" y="66440"/>
                </a:lnTo>
                <a:lnTo>
                  <a:pt x="393728" y="66744"/>
                </a:lnTo>
                <a:lnTo>
                  <a:pt x="394370" y="67071"/>
                </a:lnTo>
                <a:lnTo>
                  <a:pt x="394996" y="67421"/>
                </a:lnTo>
                <a:lnTo>
                  <a:pt x="395606" y="67792"/>
                </a:lnTo>
                <a:lnTo>
                  <a:pt x="396201" y="68187"/>
                </a:lnTo>
                <a:lnTo>
                  <a:pt x="396780" y="68604"/>
                </a:lnTo>
                <a:lnTo>
                  <a:pt x="397344" y="69043"/>
                </a:lnTo>
                <a:lnTo>
                  <a:pt x="397893" y="69505"/>
                </a:lnTo>
                <a:lnTo>
                  <a:pt x="398426" y="69990"/>
                </a:lnTo>
                <a:lnTo>
                  <a:pt x="398944" y="70497"/>
                </a:lnTo>
                <a:lnTo>
                  <a:pt x="399446" y="71027"/>
                </a:lnTo>
                <a:lnTo>
                  <a:pt x="399930" y="71576"/>
                </a:lnTo>
                <a:lnTo>
                  <a:pt x="400394" y="72143"/>
                </a:lnTo>
                <a:lnTo>
                  <a:pt x="400837" y="72727"/>
                </a:lnTo>
                <a:lnTo>
                  <a:pt x="401259" y="73329"/>
                </a:lnTo>
                <a:lnTo>
                  <a:pt x="401661" y="73948"/>
                </a:lnTo>
                <a:lnTo>
                  <a:pt x="402042" y="74584"/>
                </a:lnTo>
                <a:lnTo>
                  <a:pt x="402403" y="75238"/>
                </a:lnTo>
                <a:lnTo>
                  <a:pt x="402743" y="75909"/>
                </a:lnTo>
                <a:lnTo>
                  <a:pt x="403062" y="76597"/>
                </a:lnTo>
                <a:lnTo>
                  <a:pt x="403361" y="77303"/>
                </a:lnTo>
                <a:lnTo>
                  <a:pt x="403639" y="78027"/>
                </a:lnTo>
                <a:lnTo>
                  <a:pt x="403896" y="78767"/>
                </a:lnTo>
                <a:lnTo>
                  <a:pt x="404133" y="79525"/>
                </a:lnTo>
                <a:lnTo>
                  <a:pt x="404350" y="80301"/>
                </a:lnTo>
                <a:lnTo>
                  <a:pt x="404545" y="81094"/>
                </a:lnTo>
                <a:lnTo>
                  <a:pt x="404720" y="81904"/>
                </a:lnTo>
                <a:lnTo>
                  <a:pt x="404875" y="82732"/>
                </a:lnTo>
                <a:lnTo>
                  <a:pt x="405009" y="83577"/>
                </a:lnTo>
                <a:lnTo>
                  <a:pt x="405122" y="84439"/>
                </a:lnTo>
                <a:lnTo>
                  <a:pt x="405215" y="85319"/>
                </a:lnTo>
                <a:lnTo>
                  <a:pt x="405287" y="86216"/>
                </a:lnTo>
                <a:lnTo>
                  <a:pt x="405339" y="87131"/>
                </a:lnTo>
                <a:lnTo>
                  <a:pt x="405369" y="88063"/>
                </a:lnTo>
                <a:lnTo>
                  <a:pt x="405380" y="89012"/>
                </a:lnTo>
                <a:lnTo>
                  <a:pt x="405380" y="116830"/>
                </a:lnTo>
                <a:lnTo>
                  <a:pt x="405369" y="117780"/>
                </a:lnTo>
                <a:lnTo>
                  <a:pt x="405339" y="118712"/>
                </a:lnTo>
                <a:lnTo>
                  <a:pt x="405287" y="119626"/>
                </a:lnTo>
                <a:lnTo>
                  <a:pt x="405215" y="120523"/>
                </a:lnTo>
                <a:lnTo>
                  <a:pt x="405122" y="121403"/>
                </a:lnTo>
                <a:lnTo>
                  <a:pt x="405009" y="122266"/>
                </a:lnTo>
                <a:lnTo>
                  <a:pt x="404875" y="123111"/>
                </a:lnTo>
                <a:lnTo>
                  <a:pt x="404720" y="123939"/>
                </a:lnTo>
                <a:lnTo>
                  <a:pt x="404545" y="124749"/>
                </a:lnTo>
                <a:lnTo>
                  <a:pt x="404350" y="125542"/>
                </a:lnTo>
                <a:lnTo>
                  <a:pt x="404133" y="126317"/>
                </a:lnTo>
                <a:lnTo>
                  <a:pt x="403896" y="127076"/>
                </a:lnTo>
                <a:lnTo>
                  <a:pt x="403639" y="127816"/>
                </a:lnTo>
                <a:lnTo>
                  <a:pt x="403361" y="128540"/>
                </a:lnTo>
                <a:lnTo>
                  <a:pt x="403062" y="129246"/>
                </a:lnTo>
                <a:lnTo>
                  <a:pt x="402743" y="129935"/>
                </a:lnTo>
                <a:lnTo>
                  <a:pt x="402403" y="130606"/>
                </a:lnTo>
                <a:lnTo>
                  <a:pt x="402042" y="131260"/>
                </a:lnTo>
                <a:lnTo>
                  <a:pt x="401661" y="131896"/>
                </a:lnTo>
                <a:lnTo>
                  <a:pt x="401259" y="132515"/>
                </a:lnTo>
                <a:lnTo>
                  <a:pt x="400837" y="133117"/>
                </a:lnTo>
                <a:lnTo>
                  <a:pt x="400394" y="133702"/>
                </a:lnTo>
                <a:lnTo>
                  <a:pt x="399930" y="134269"/>
                </a:lnTo>
                <a:lnTo>
                  <a:pt x="399446" y="134818"/>
                </a:lnTo>
                <a:lnTo>
                  <a:pt x="398944" y="135348"/>
                </a:lnTo>
                <a:lnTo>
                  <a:pt x="398426" y="135855"/>
                </a:lnTo>
                <a:lnTo>
                  <a:pt x="397893" y="136340"/>
                </a:lnTo>
                <a:lnTo>
                  <a:pt x="397344" y="136802"/>
                </a:lnTo>
                <a:lnTo>
                  <a:pt x="396780" y="137241"/>
                </a:lnTo>
                <a:lnTo>
                  <a:pt x="396201" y="137658"/>
                </a:lnTo>
                <a:lnTo>
                  <a:pt x="395606" y="138053"/>
                </a:lnTo>
                <a:lnTo>
                  <a:pt x="394996" y="138424"/>
                </a:lnTo>
                <a:lnTo>
                  <a:pt x="394370" y="138774"/>
                </a:lnTo>
                <a:lnTo>
                  <a:pt x="393728" y="139101"/>
                </a:lnTo>
                <a:lnTo>
                  <a:pt x="393072" y="139405"/>
                </a:lnTo>
                <a:lnTo>
                  <a:pt x="392399" y="139687"/>
                </a:lnTo>
                <a:lnTo>
                  <a:pt x="391712" y="139946"/>
                </a:lnTo>
                <a:lnTo>
                  <a:pt x="391009" y="140182"/>
                </a:lnTo>
                <a:lnTo>
                  <a:pt x="390290" y="140397"/>
                </a:lnTo>
                <a:lnTo>
                  <a:pt x="389556" y="140588"/>
                </a:lnTo>
                <a:lnTo>
                  <a:pt x="388807" y="140757"/>
                </a:lnTo>
                <a:lnTo>
                  <a:pt x="388042" y="140904"/>
                </a:lnTo>
                <a:lnTo>
                  <a:pt x="387261" y="141028"/>
                </a:lnTo>
                <a:lnTo>
                  <a:pt x="386465" y="141129"/>
                </a:lnTo>
                <a:lnTo>
                  <a:pt x="385654" y="141208"/>
                </a:lnTo>
                <a:lnTo>
                  <a:pt x="384827" y="141264"/>
                </a:lnTo>
                <a:lnTo>
                  <a:pt x="383985" y="141298"/>
                </a:lnTo>
                <a:lnTo>
                  <a:pt x="383127" y="141309"/>
                </a:lnTo>
                <a:lnTo>
                  <a:pt x="382254" y="141298"/>
                </a:lnTo>
                <a:lnTo>
                  <a:pt x="381396" y="141266"/>
                </a:lnTo>
                <a:lnTo>
                  <a:pt x="380554" y="141211"/>
                </a:lnTo>
                <a:lnTo>
                  <a:pt x="379727" y="141134"/>
                </a:lnTo>
                <a:close/>
                <a:moveTo>
                  <a:pt x="587300" y="153918"/>
                </a:moveTo>
                <a:lnTo>
                  <a:pt x="587300" y="89012"/>
                </a:lnTo>
                <a:lnTo>
                  <a:pt x="587311" y="88032"/>
                </a:lnTo>
                <a:lnTo>
                  <a:pt x="587342" y="87071"/>
                </a:lnTo>
                <a:lnTo>
                  <a:pt x="587395" y="86129"/>
                </a:lnTo>
                <a:lnTo>
                  <a:pt x="587468" y="85206"/>
                </a:lnTo>
                <a:lnTo>
                  <a:pt x="587562" y="84301"/>
                </a:lnTo>
                <a:lnTo>
                  <a:pt x="587677" y="83414"/>
                </a:lnTo>
                <a:lnTo>
                  <a:pt x="587813" y="82547"/>
                </a:lnTo>
                <a:lnTo>
                  <a:pt x="587970" y="81698"/>
                </a:lnTo>
                <a:lnTo>
                  <a:pt x="588148" y="80868"/>
                </a:lnTo>
                <a:lnTo>
                  <a:pt x="588347" y="80056"/>
                </a:lnTo>
                <a:lnTo>
                  <a:pt x="588566" y="79263"/>
                </a:lnTo>
                <a:lnTo>
                  <a:pt x="588807" y="78489"/>
                </a:lnTo>
                <a:lnTo>
                  <a:pt x="589069" y="77734"/>
                </a:lnTo>
                <a:lnTo>
                  <a:pt x="589351" y="76997"/>
                </a:lnTo>
                <a:lnTo>
                  <a:pt x="589655" y="76279"/>
                </a:lnTo>
                <a:lnTo>
                  <a:pt x="589979" y="75579"/>
                </a:lnTo>
                <a:lnTo>
                  <a:pt x="590324" y="74899"/>
                </a:lnTo>
                <a:lnTo>
                  <a:pt x="590691" y="74236"/>
                </a:lnTo>
                <a:lnTo>
                  <a:pt x="591078" y="73593"/>
                </a:lnTo>
                <a:lnTo>
                  <a:pt x="591486" y="72968"/>
                </a:lnTo>
                <a:lnTo>
                  <a:pt x="591915" y="72362"/>
                </a:lnTo>
                <a:lnTo>
                  <a:pt x="592365" y="71775"/>
                </a:lnTo>
                <a:lnTo>
                  <a:pt x="592836" y="71206"/>
                </a:lnTo>
                <a:lnTo>
                  <a:pt x="593327" y="70656"/>
                </a:lnTo>
                <a:lnTo>
                  <a:pt x="593838" y="70126"/>
                </a:lnTo>
                <a:lnTo>
                  <a:pt x="594364" y="69619"/>
                </a:lnTo>
                <a:lnTo>
                  <a:pt x="594905" y="69135"/>
                </a:lnTo>
                <a:lnTo>
                  <a:pt x="595463" y="68673"/>
                </a:lnTo>
                <a:lnTo>
                  <a:pt x="596036" y="68233"/>
                </a:lnTo>
                <a:lnTo>
                  <a:pt x="596625" y="67816"/>
                </a:lnTo>
                <a:lnTo>
                  <a:pt x="597230" y="67422"/>
                </a:lnTo>
                <a:lnTo>
                  <a:pt x="597850" y="67050"/>
                </a:lnTo>
                <a:lnTo>
                  <a:pt x="598486" y="66701"/>
                </a:lnTo>
                <a:lnTo>
                  <a:pt x="599139" y="66374"/>
                </a:lnTo>
                <a:lnTo>
                  <a:pt x="599806" y="66069"/>
                </a:lnTo>
                <a:lnTo>
                  <a:pt x="600490" y="65788"/>
                </a:lnTo>
                <a:lnTo>
                  <a:pt x="601189" y="65529"/>
                </a:lnTo>
                <a:lnTo>
                  <a:pt x="601905" y="65292"/>
                </a:lnTo>
                <a:lnTo>
                  <a:pt x="602635" y="65078"/>
                </a:lnTo>
                <a:lnTo>
                  <a:pt x="603382" y="64886"/>
                </a:lnTo>
                <a:lnTo>
                  <a:pt x="604145" y="64717"/>
                </a:lnTo>
                <a:lnTo>
                  <a:pt x="604923" y="64571"/>
                </a:lnTo>
                <a:lnTo>
                  <a:pt x="605717" y="64447"/>
                </a:lnTo>
                <a:lnTo>
                  <a:pt x="606527" y="64345"/>
                </a:lnTo>
                <a:lnTo>
                  <a:pt x="607352" y="64266"/>
                </a:lnTo>
                <a:lnTo>
                  <a:pt x="608193" y="64210"/>
                </a:lnTo>
                <a:lnTo>
                  <a:pt x="609050" y="64176"/>
                </a:lnTo>
                <a:lnTo>
                  <a:pt x="609923" y="64165"/>
                </a:lnTo>
                <a:lnTo>
                  <a:pt x="610811" y="64176"/>
                </a:lnTo>
                <a:lnTo>
                  <a:pt x="611682" y="64209"/>
                </a:lnTo>
                <a:lnTo>
                  <a:pt x="612535" y="64265"/>
                </a:lnTo>
                <a:lnTo>
                  <a:pt x="613372" y="64343"/>
                </a:lnTo>
                <a:lnTo>
                  <a:pt x="614191" y="64443"/>
                </a:lnTo>
                <a:lnTo>
                  <a:pt x="614994" y="64565"/>
                </a:lnTo>
                <a:lnTo>
                  <a:pt x="615779" y="64709"/>
                </a:lnTo>
                <a:lnTo>
                  <a:pt x="616548" y="64876"/>
                </a:lnTo>
                <a:lnTo>
                  <a:pt x="617299" y="65065"/>
                </a:lnTo>
                <a:lnTo>
                  <a:pt x="618033" y="65276"/>
                </a:lnTo>
                <a:lnTo>
                  <a:pt x="618750" y="65509"/>
                </a:lnTo>
                <a:lnTo>
                  <a:pt x="619450" y="65764"/>
                </a:lnTo>
                <a:lnTo>
                  <a:pt x="620133" y="66042"/>
                </a:lnTo>
                <a:lnTo>
                  <a:pt x="620799" y="66342"/>
                </a:lnTo>
                <a:lnTo>
                  <a:pt x="621448" y="66664"/>
                </a:lnTo>
                <a:lnTo>
                  <a:pt x="622079" y="67008"/>
                </a:lnTo>
                <a:lnTo>
                  <a:pt x="622694" y="67375"/>
                </a:lnTo>
                <a:lnTo>
                  <a:pt x="623292" y="67764"/>
                </a:lnTo>
                <a:lnTo>
                  <a:pt x="623872" y="68175"/>
                </a:lnTo>
                <a:lnTo>
                  <a:pt x="624436" y="68608"/>
                </a:lnTo>
                <a:lnTo>
                  <a:pt x="624982" y="69063"/>
                </a:lnTo>
                <a:lnTo>
                  <a:pt x="625512" y="69541"/>
                </a:lnTo>
                <a:lnTo>
                  <a:pt x="626024" y="70041"/>
                </a:lnTo>
                <a:lnTo>
                  <a:pt x="626519" y="70563"/>
                </a:lnTo>
                <a:lnTo>
                  <a:pt x="626996" y="71106"/>
                </a:lnTo>
                <a:lnTo>
                  <a:pt x="627452" y="71668"/>
                </a:lnTo>
                <a:lnTo>
                  <a:pt x="627889" y="72251"/>
                </a:lnTo>
                <a:lnTo>
                  <a:pt x="628305" y="72852"/>
                </a:lnTo>
                <a:lnTo>
                  <a:pt x="628700" y="73474"/>
                </a:lnTo>
                <a:lnTo>
                  <a:pt x="629076" y="74115"/>
                </a:lnTo>
                <a:lnTo>
                  <a:pt x="629431" y="74776"/>
                </a:lnTo>
                <a:lnTo>
                  <a:pt x="629765" y="75456"/>
                </a:lnTo>
                <a:lnTo>
                  <a:pt x="630080" y="76156"/>
                </a:lnTo>
                <a:lnTo>
                  <a:pt x="630374" y="76876"/>
                </a:lnTo>
                <a:lnTo>
                  <a:pt x="630648" y="77615"/>
                </a:lnTo>
                <a:lnTo>
                  <a:pt x="630902" y="78374"/>
                </a:lnTo>
                <a:lnTo>
                  <a:pt x="631135" y="79152"/>
                </a:lnTo>
                <a:lnTo>
                  <a:pt x="631348" y="79951"/>
                </a:lnTo>
                <a:lnTo>
                  <a:pt x="631541" y="80768"/>
                </a:lnTo>
                <a:lnTo>
                  <a:pt x="631713" y="81606"/>
                </a:lnTo>
                <a:lnTo>
                  <a:pt x="631865" y="82463"/>
                </a:lnTo>
                <a:lnTo>
                  <a:pt x="631997" y="83340"/>
                </a:lnTo>
                <a:lnTo>
                  <a:pt x="632109" y="84236"/>
                </a:lnTo>
                <a:lnTo>
                  <a:pt x="632200" y="85152"/>
                </a:lnTo>
                <a:lnTo>
                  <a:pt x="632271" y="86087"/>
                </a:lnTo>
                <a:lnTo>
                  <a:pt x="632322" y="87043"/>
                </a:lnTo>
                <a:lnTo>
                  <a:pt x="632352" y="88018"/>
                </a:lnTo>
                <a:lnTo>
                  <a:pt x="632362" y="89012"/>
                </a:lnTo>
                <a:lnTo>
                  <a:pt x="632362" y="93650"/>
                </a:lnTo>
                <a:lnTo>
                  <a:pt x="649052" y="93650"/>
                </a:lnTo>
                <a:lnTo>
                  <a:pt x="649052" y="87529"/>
                </a:lnTo>
                <a:lnTo>
                  <a:pt x="649035" y="86104"/>
                </a:lnTo>
                <a:lnTo>
                  <a:pt x="648985" y="84704"/>
                </a:lnTo>
                <a:lnTo>
                  <a:pt x="648902" y="83329"/>
                </a:lnTo>
                <a:lnTo>
                  <a:pt x="648786" y="81979"/>
                </a:lnTo>
                <a:lnTo>
                  <a:pt x="648637" y="80653"/>
                </a:lnTo>
                <a:lnTo>
                  <a:pt x="648455" y="79352"/>
                </a:lnTo>
                <a:lnTo>
                  <a:pt x="648239" y="78076"/>
                </a:lnTo>
                <a:lnTo>
                  <a:pt x="647990" y="76825"/>
                </a:lnTo>
                <a:lnTo>
                  <a:pt x="647709" y="75599"/>
                </a:lnTo>
                <a:lnTo>
                  <a:pt x="647394" y="74397"/>
                </a:lnTo>
                <a:lnTo>
                  <a:pt x="647045" y="73220"/>
                </a:lnTo>
                <a:lnTo>
                  <a:pt x="646664" y="72068"/>
                </a:lnTo>
                <a:lnTo>
                  <a:pt x="646250" y="70941"/>
                </a:lnTo>
                <a:lnTo>
                  <a:pt x="645802" y="69838"/>
                </a:lnTo>
                <a:lnTo>
                  <a:pt x="645321" y="68761"/>
                </a:lnTo>
                <a:lnTo>
                  <a:pt x="644807" y="67708"/>
                </a:lnTo>
                <a:lnTo>
                  <a:pt x="644260" y="66680"/>
                </a:lnTo>
                <a:lnTo>
                  <a:pt x="643680" y="65677"/>
                </a:lnTo>
                <a:lnTo>
                  <a:pt x="643066" y="64698"/>
                </a:lnTo>
                <a:lnTo>
                  <a:pt x="642420" y="63745"/>
                </a:lnTo>
                <a:lnTo>
                  <a:pt x="641740" y="62816"/>
                </a:lnTo>
                <a:lnTo>
                  <a:pt x="641027" y="61912"/>
                </a:lnTo>
                <a:lnTo>
                  <a:pt x="640281" y="61032"/>
                </a:lnTo>
                <a:lnTo>
                  <a:pt x="639502" y="60178"/>
                </a:lnTo>
                <a:lnTo>
                  <a:pt x="638694" y="59353"/>
                </a:lnTo>
                <a:lnTo>
                  <a:pt x="637864" y="58564"/>
                </a:lnTo>
                <a:lnTo>
                  <a:pt x="637011" y="57809"/>
                </a:lnTo>
                <a:lnTo>
                  <a:pt x="636135" y="57090"/>
                </a:lnTo>
                <a:lnTo>
                  <a:pt x="635237" y="56405"/>
                </a:lnTo>
                <a:lnTo>
                  <a:pt x="634315" y="55756"/>
                </a:lnTo>
                <a:lnTo>
                  <a:pt x="633371" y="55142"/>
                </a:lnTo>
                <a:lnTo>
                  <a:pt x="632403" y="54563"/>
                </a:lnTo>
                <a:lnTo>
                  <a:pt x="631413" y="54019"/>
                </a:lnTo>
                <a:lnTo>
                  <a:pt x="630400" y="53510"/>
                </a:lnTo>
                <a:lnTo>
                  <a:pt x="629364" y="53036"/>
                </a:lnTo>
                <a:lnTo>
                  <a:pt x="628305" y="52597"/>
                </a:lnTo>
                <a:lnTo>
                  <a:pt x="627224" y="52194"/>
                </a:lnTo>
                <a:lnTo>
                  <a:pt x="626119" y="51825"/>
                </a:lnTo>
                <a:lnTo>
                  <a:pt x="624992" y="51492"/>
                </a:lnTo>
                <a:lnTo>
                  <a:pt x="623842" y="51194"/>
                </a:lnTo>
                <a:lnTo>
                  <a:pt x="622669" y="50930"/>
                </a:lnTo>
                <a:lnTo>
                  <a:pt x="621473" y="50702"/>
                </a:lnTo>
                <a:lnTo>
                  <a:pt x="620254" y="50509"/>
                </a:lnTo>
                <a:lnTo>
                  <a:pt x="619012" y="50351"/>
                </a:lnTo>
                <a:lnTo>
                  <a:pt x="617748" y="50228"/>
                </a:lnTo>
                <a:lnTo>
                  <a:pt x="616460" y="50141"/>
                </a:lnTo>
                <a:lnTo>
                  <a:pt x="615150" y="50088"/>
                </a:lnTo>
                <a:lnTo>
                  <a:pt x="613817" y="50070"/>
                </a:lnTo>
                <a:lnTo>
                  <a:pt x="612655" y="50085"/>
                </a:lnTo>
                <a:lnTo>
                  <a:pt x="611517" y="50129"/>
                </a:lnTo>
                <a:lnTo>
                  <a:pt x="610403" y="50202"/>
                </a:lnTo>
                <a:lnTo>
                  <a:pt x="609313" y="50305"/>
                </a:lnTo>
                <a:lnTo>
                  <a:pt x="608247" y="50437"/>
                </a:lnTo>
                <a:lnTo>
                  <a:pt x="607205" y="50598"/>
                </a:lnTo>
                <a:lnTo>
                  <a:pt x="606188" y="50788"/>
                </a:lnTo>
                <a:lnTo>
                  <a:pt x="605195" y="51008"/>
                </a:lnTo>
                <a:lnTo>
                  <a:pt x="604225" y="51257"/>
                </a:lnTo>
                <a:lnTo>
                  <a:pt x="603280" y="51535"/>
                </a:lnTo>
                <a:lnTo>
                  <a:pt x="602360" y="51843"/>
                </a:lnTo>
                <a:lnTo>
                  <a:pt x="601463" y="52180"/>
                </a:lnTo>
                <a:lnTo>
                  <a:pt x="600590" y="52546"/>
                </a:lnTo>
                <a:lnTo>
                  <a:pt x="599741" y="52942"/>
                </a:lnTo>
                <a:lnTo>
                  <a:pt x="598917" y="53367"/>
                </a:lnTo>
                <a:lnTo>
                  <a:pt x="598117" y="53821"/>
                </a:lnTo>
                <a:lnTo>
                  <a:pt x="597341" y="54304"/>
                </a:lnTo>
                <a:lnTo>
                  <a:pt x="596589" y="54817"/>
                </a:lnTo>
                <a:lnTo>
                  <a:pt x="595861" y="55359"/>
                </a:lnTo>
                <a:lnTo>
                  <a:pt x="595157" y="55930"/>
                </a:lnTo>
                <a:lnTo>
                  <a:pt x="594477" y="56531"/>
                </a:lnTo>
                <a:lnTo>
                  <a:pt x="593822" y="57161"/>
                </a:lnTo>
                <a:lnTo>
                  <a:pt x="593191" y="57820"/>
                </a:lnTo>
                <a:lnTo>
                  <a:pt x="592583" y="58508"/>
                </a:lnTo>
                <a:lnTo>
                  <a:pt x="592001" y="59226"/>
                </a:lnTo>
                <a:lnTo>
                  <a:pt x="591443" y="59971"/>
                </a:lnTo>
                <a:lnTo>
                  <a:pt x="590910" y="60744"/>
                </a:lnTo>
                <a:lnTo>
                  <a:pt x="590402" y="61545"/>
                </a:lnTo>
                <a:lnTo>
                  <a:pt x="589918" y="62374"/>
                </a:lnTo>
                <a:lnTo>
                  <a:pt x="589460" y="63231"/>
                </a:lnTo>
                <a:lnTo>
                  <a:pt x="589026" y="64117"/>
                </a:lnTo>
                <a:lnTo>
                  <a:pt x="588617" y="65030"/>
                </a:lnTo>
                <a:lnTo>
                  <a:pt x="588233" y="65971"/>
                </a:lnTo>
                <a:lnTo>
                  <a:pt x="587873" y="66940"/>
                </a:lnTo>
                <a:lnTo>
                  <a:pt x="587539" y="67937"/>
                </a:lnTo>
                <a:lnTo>
                  <a:pt x="587229" y="68963"/>
                </a:lnTo>
                <a:lnTo>
                  <a:pt x="586944" y="70016"/>
                </a:lnTo>
                <a:lnTo>
                  <a:pt x="586930" y="70075"/>
                </a:lnTo>
                <a:lnTo>
                  <a:pt x="586930" y="51924"/>
                </a:lnTo>
                <a:lnTo>
                  <a:pt x="570608" y="51924"/>
                </a:lnTo>
                <a:lnTo>
                  <a:pt x="570608" y="153918"/>
                </a:lnTo>
                <a:lnTo>
                  <a:pt x="587300" y="153918"/>
                </a:lnTo>
                <a:close/>
                <a:moveTo>
                  <a:pt x="165323" y="155272"/>
                </a:moveTo>
                <a:lnTo>
                  <a:pt x="166291" y="155200"/>
                </a:lnTo>
                <a:lnTo>
                  <a:pt x="167247" y="155111"/>
                </a:lnTo>
                <a:lnTo>
                  <a:pt x="168192" y="155007"/>
                </a:lnTo>
                <a:lnTo>
                  <a:pt x="169125" y="154886"/>
                </a:lnTo>
                <a:lnTo>
                  <a:pt x="170046" y="154749"/>
                </a:lnTo>
                <a:lnTo>
                  <a:pt x="170956" y="154596"/>
                </a:lnTo>
                <a:lnTo>
                  <a:pt x="171854" y="154427"/>
                </a:lnTo>
                <a:lnTo>
                  <a:pt x="172741" y="154242"/>
                </a:lnTo>
                <a:lnTo>
                  <a:pt x="173616" y="154041"/>
                </a:lnTo>
                <a:lnTo>
                  <a:pt x="174479" y="153824"/>
                </a:lnTo>
                <a:lnTo>
                  <a:pt x="175331" y="153590"/>
                </a:lnTo>
                <a:lnTo>
                  <a:pt x="176172" y="153341"/>
                </a:lnTo>
                <a:lnTo>
                  <a:pt x="177000" y="153075"/>
                </a:lnTo>
                <a:lnTo>
                  <a:pt x="177817" y="152794"/>
                </a:lnTo>
                <a:lnTo>
                  <a:pt x="178623" y="152496"/>
                </a:lnTo>
                <a:lnTo>
                  <a:pt x="179417" y="152182"/>
                </a:lnTo>
                <a:lnTo>
                  <a:pt x="180199" y="151852"/>
                </a:lnTo>
                <a:lnTo>
                  <a:pt x="180970" y="151506"/>
                </a:lnTo>
                <a:lnTo>
                  <a:pt x="181729" y="151144"/>
                </a:lnTo>
                <a:lnTo>
                  <a:pt x="182477" y="150766"/>
                </a:lnTo>
                <a:lnTo>
                  <a:pt x="183212" y="150372"/>
                </a:lnTo>
                <a:lnTo>
                  <a:pt x="183933" y="149964"/>
                </a:lnTo>
                <a:lnTo>
                  <a:pt x="184640" y="149541"/>
                </a:lnTo>
                <a:lnTo>
                  <a:pt x="185333" y="149104"/>
                </a:lnTo>
                <a:lnTo>
                  <a:pt x="186013" y="148653"/>
                </a:lnTo>
                <a:lnTo>
                  <a:pt x="186679" y="148187"/>
                </a:lnTo>
                <a:lnTo>
                  <a:pt x="187330" y="147706"/>
                </a:lnTo>
                <a:lnTo>
                  <a:pt x="187968" y="147211"/>
                </a:lnTo>
                <a:lnTo>
                  <a:pt x="188592" y="146702"/>
                </a:lnTo>
                <a:lnTo>
                  <a:pt x="189203" y="146178"/>
                </a:lnTo>
                <a:lnTo>
                  <a:pt x="189799" y="145639"/>
                </a:lnTo>
                <a:lnTo>
                  <a:pt x="190382" y="145086"/>
                </a:lnTo>
                <a:lnTo>
                  <a:pt x="190950" y="144519"/>
                </a:lnTo>
                <a:lnTo>
                  <a:pt x="191505" y="143937"/>
                </a:lnTo>
                <a:lnTo>
                  <a:pt x="192046" y="143341"/>
                </a:lnTo>
                <a:lnTo>
                  <a:pt x="192573" y="142730"/>
                </a:lnTo>
                <a:lnTo>
                  <a:pt x="193086" y="142105"/>
                </a:lnTo>
                <a:lnTo>
                  <a:pt x="193586" y="141465"/>
                </a:lnTo>
                <a:lnTo>
                  <a:pt x="194071" y="140811"/>
                </a:lnTo>
                <a:lnTo>
                  <a:pt x="194543" y="140142"/>
                </a:lnTo>
                <a:lnTo>
                  <a:pt x="195001" y="139459"/>
                </a:lnTo>
                <a:lnTo>
                  <a:pt x="195445" y="138761"/>
                </a:lnTo>
                <a:lnTo>
                  <a:pt x="195875" y="138049"/>
                </a:lnTo>
                <a:lnTo>
                  <a:pt x="196291" y="137322"/>
                </a:lnTo>
                <a:lnTo>
                  <a:pt x="196692" y="136583"/>
                </a:lnTo>
                <a:lnTo>
                  <a:pt x="197076" y="135832"/>
                </a:lnTo>
                <a:lnTo>
                  <a:pt x="197443" y="135070"/>
                </a:lnTo>
                <a:lnTo>
                  <a:pt x="197793" y="134296"/>
                </a:lnTo>
                <a:lnTo>
                  <a:pt x="198126" y="133511"/>
                </a:lnTo>
                <a:lnTo>
                  <a:pt x="198442" y="132715"/>
                </a:lnTo>
                <a:lnTo>
                  <a:pt x="198740" y="131908"/>
                </a:lnTo>
                <a:lnTo>
                  <a:pt x="199022" y="131089"/>
                </a:lnTo>
                <a:lnTo>
                  <a:pt x="199286" y="130260"/>
                </a:lnTo>
                <a:lnTo>
                  <a:pt x="199534" y="129418"/>
                </a:lnTo>
                <a:lnTo>
                  <a:pt x="199764" y="128566"/>
                </a:lnTo>
                <a:lnTo>
                  <a:pt x="199978" y="127702"/>
                </a:lnTo>
                <a:lnTo>
                  <a:pt x="200174" y="126827"/>
                </a:lnTo>
                <a:lnTo>
                  <a:pt x="200353" y="125941"/>
                </a:lnTo>
                <a:lnTo>
                  <a:pt x="200515" y="125044"/>
                </a:lnTo>
                <a:lnTo>
                  <a:pt x="200660" y="124135"/>
                </a:lnTo>
                <a:lnTo>
                  <a:pt x="200788" y="123215"/>
                </a:lnTo>
                <a:lnTo>
                  <a:pt x="200899" y="122284"/>
                </a:lnTo>
                <a:lnTo>
                  <a:pt x="200993" y="121341"/>
                </a:lnTo>
                <a:lnTo>
                  <a:pt x="201070" y="120387"/>
                </a:lnTo>
                <a:lnTo>
                  <a:pt x="201129" y="119422"/>
                </a:lnTo>
                <a:lnTo>
                  <a:pt x="201172" y="118446"/>
                </a:lnTo>
                <a:lnTo>
                  <a:pt x="201198" y="117458"/>
                </a:lnTo>
                <a:lnTo>
                  <a:pt x="201206" y="116459"/>
                </a:lnTo>
                <a:lnTo>
                  <a:pt x="201206" y="89199"/>
                </a:lnTo>
                <a:lnTo>
                  <a:pt x="201198" y="88200"/>
                </a:lnTo>
                <a:lnTo>
                  <a:pt x="201172" y="87213"/>
                </a:lnTo>
                <a:lnTo>
                  <a:pt x="201129" y="86237"/>
                </a:lnTo>
                <a:lnTo>
                  <a:pt x="201070" y="85273"/>
                </a:lnTo>
                <a:lnTo>
                  <a:pt x="200993" y="84321"/>
                </a:lnTo>
                <a:lnTo>
                  <a:pt x="200899" y="83380"/>
                </a:lnTo>
                <a:lnTo>
                  <a:pt x="200788" y="82451"/>
                </a:lnTo>
                <a:lnTo>
                  <a:pt x="200660" y="81534"/>
                </a:lnTo>
                <a:lnTo>
                  <a:pt x="200515" y="80628"/>
                </a:lnTo>
                <a:lnTo>
                  <a:pt x="200353" y="79733"/>
                </a:lnTo>
                <a:lnTo>
                  <a:pt x="200174" y="78850"/>
                </a:lnTo>
                <a:lnTo>
                  <a:pt x="199978" y="77979"/>
                </a:lnTo>
                <a:lnTo>
                  <a:pt x="199764" y="77120"/>
                </a:lnTo>
                <a:lnTo>
                  <a:pt x="199534" y="76272"/>
                </a:lnTo>
                <a:lnTo>
                  <a:pt x="199286" y="75435"/>
                </a:lnTo>
                <a:lnTo>
                  <a:pt x="199022" y="74610"/>
                </a:lnTo>
                <a:lnTo>
                  <a:pt x="198740" y="73797"/>
                </a:lnTo>
                <a:lnTo>
                  <a:pt x="198442" y="72996"/>
                </a:lnTo>
                <a:lnTo>
                  <a:pt x="198126" y="72205"/>
                </a:lnTo>
                <a:lnTo>
                  <a:pt x="197793" y="71427"/>
                </a:lnTo>
                <a:lnTo>
                  <a:pt x="197443" y="70660"/>
                </a:lnTo>
                <a:lnTo>
                  <a:pt x="197076" y="69905"/>
                </a:lnTo>
                <a:lnTo>
                  <a:pt x="196692" y="69161"/>
                </a:lnTo>
                <a:lnTo>
                  <a:pt x="196291" y="68429"/>
                </a:lnTo>
                <a:lnTo>
                  <a:pt x="195875" y="67710"/>
                </a:lnTo>
                <a:lnTo>
                  <a:pt x="195445" y="67005"/>
                </a:lnTo>
                <a:lnTo>
                  <a:pt x="195001" y="66314"/>
                </a:lnTo>
                <a:lnTo>
                  <a:pt x="194543" y="65637"/>
                </a:lnTo>
                <a:lnTo>
                  <a:pt x="194071" y="64975"/>
                </a:lnTo>
                <a:lnTo>
                  <a:pt x="193586" y="64327"/>
                </a:lnTo>
                <a:lnTo>
                  <a:pt x="193086" y="63692"/>
                </a:lnTo>
                <a:lnTo>
                  <a:pt x="192573" y="63072"/>
                </a:lnTo>
                <a:lnTo>
                  <a:pt x="192046" y="62467"/>
                </a:lnTo>
                <a:lnTo>
                  <a:pt x="191505" y="61875"/>
                </a:lnTo>
                <a:lnTo>
                  <a:pt x="190950" y="61297"/>
                </a:lnTo>
                <a:lnTo>
                  <a:pt x="190382" y="60734"/>
                </a:lnTo>
                <a:lnTo>
                  <a:pt x="189799" y="60185"/>
                </a:lnTo>
                <a:lnTo>
                  <a:pt x="189203" y="59650"/>
                </a:lnTo>
                <a:lnTo>
                  <a:pt x="188592" y="59129"/>
                </a:lnTo>
                <a:lnTo>
                  <a:pt x="187968" y="58622"/>
                </a:lnTo>
                <a:lnTo>
                  <a:pt x="187330" y="58130"/>
                </a:lnTo>
                <a:lnTo>
                  <a:pt x="186679" y="57651"/>
                </a:lnTo>
                <a:lnTo>
                  <a:pt x="186013" y="57187"/>
                </a:lnTo>
                <a:lnTo>
                  <a:pt x="185333" y="56737"/>
                </a:lnTo>
                <a:lnTo>
                  <a:pt x="184640" y="56301"/>
                </a:lnTo>
                <a:lnTo>
                  <a:pt x="183933" y="55880"/>
                </a:lnTo>
                <a:lnTo>
                  <a:pt x="183212" y="55472"/>
                </a:lnTo>
                <a:lnTo>
                  <a:pt x="182477" y="55079"/>
                </a:lnTo>
                <a:lnTo>
                  <a:pt x="181729" y="54701"/>
                </a:lnTo>
                <a:lnTo>
                  <a:pt x="180970" y="54338"/>
                </a:lnTo>
                <a:lnTo>
                  <a:pt x="180199" y="53992"/>
                </a:lnTo>
                <a:lnTo>
                  <a:pt x="179417" y="53662"/>
                </a:lnTo>
                <a:lnTo>
                  <a:pt x="178623" y="53348"/>
                </a:lnTo>
                <a:lnTo>
                  <a:pt x="177817" y="53050"/>
                </a:lnTo>
                <a:lnTo>
                  <a:pt x="177000" y="52768"/>
                </a:lnTo>
                <a:lnTo>
                  <a:pt x="176172" y="52502"/>
                </a:lnTo>
                <a:lnTo>
                  <a:pt x="175331" y="52253"/>
                </a:lnTo>
                <a:lnTo>
                  <a:pt x="174479" y="52019"/>
                </a:lnTo>
                <a:lnTo>
                  <a:pt x="173616" y="51802"/>
                </a:lnTo>
                <a:lnTo>
                  <a:pt x="172741" y="51601"/>
                </a:lnTo>
                <a:lnTo>
                  <a:pt x="171854" y="51415"/>
                </a:lnTo>
                <a:lnTo>
                  <a:pt x="170956" y="51246"/>
                </a:lnTo>
                <a:lnTo>
                  <a:pt x="170046" y="51093"/>
                </a:lnTo>
                <a:lnTo>
                  <a:pt x="169125" y="50956"/>
                </a:lnTo>
                <a:lnTo>
                  <a:pt x="168192" y="50836"/>
                </a:lnTo>
                <a:lnTo>
                  <a:pt x="167247" y="50731"/>
                </a:lnTo>
                <a:lnTo>
                  <a:pt x="166291" y="50642"/>
                </a:lnTo>
                <a:lnTo>
                  <a:pt x="165323" y="50570"/>
                </a:lnTo>
                <a:lnTo>
                  <a:pt x="164344" y="50514"/>
                </a:lnTo>
                <a:lnTo>
                  <a:pt x="163353" y="50473"/>
                </a:lnTo>
                <a:lnTo>
                  <a:pt x="162351" y="50449"/>
                </a:lnTo>
                <a:lnTo>
                  <a:pt x="161337" y="50441"/>
                </a:lnTo>
                <a:lnTo>
                  <a:pt x="160322" y="50449"/>
                </a:lnTo>
                <a:lnTo>
                  <a:pt x="159320" y="50473"/>
                </a:lnTo>
                <a:lnTo>
                  <a:pt x="158329" y="50514"/>
                </a:lnTo>
                <a:lnTo>
                  <a:pt x="157349" y="50570"/>
                </a:lnTo>
                <a:lnTo>
                  <a:pt x="156381" y="50642"/>
                </a:lnTo>
                <a:lnTo>
                  <a:pt x="155425" y="50731"/>
                </a:lnTo>
                <a:lnTo>
                  <a:pt x="154480" y="50836"/>
                </a:lnTo>
                <a:lnTo>
                  <a:pt x="153547" y="50956"/>
                </a:lnTo>
                <a:lnTo>
                  <a:pt x="152625" y="51093"/>
                </a:lnTo>
                <a:lnTo>
                  <a:pt x="151715" y="51246"/>
                </a:lnTo>
                <a:lnTo>
                  <a:pt x="150817" y="51415"/>
                </a:lnTo>
                <a:lnTo>
                  <a:pt x="149930" y="51601"/>
                </a:lnTo>
                <a:lnTo>
                  <a:pt x="149055" y="51802"/>
                </a:lnTo>
                <a:lnTo>
                  <a:pt x="148192" y="52019"/>
                </a:lnTo>
                <a:lnTo>
                  <a:pt x="147340" y="52253"/>
                </a:lnTo>
                <a:lnTo>
                  <a:pt x="146499" y="52502"/>
                </a:lnTo>
                <a:lnTo>
                  <a:pt x="145671" y="52768"/>
                </a:lnTo>
                <a:lnTo>
                  <a:pt x="144853" y="53050"/>
                </a:lnTo>
                <a:lnTo>
                  <a:pt x="144048" y="53348"/>
                </a:lnTo>
                <a:lnTo>
                  <a:pt x="143254" y="53662"/>
                </a:lnTo>
                <a:lnTo>
                  <a:pt x="142471" y="53992"/>
                </a:lnTo>
                <a:lnTo>
                  <a:pt x="141700" y="54338"/>
                </a:lnTo>
                <a:lnTo>
                  <a:pt x="140941" y="54701"/>
                </a:lnTo>
                <a:lnTo>
                  <a:pt x="140194" y="55079"/>
                </a:lnTo>
                <a:lnTo>
                  <a:pt x="139459" y="55472"/>
                </a:lnTo>
                <a:lnTo>
                  <a:pt x="138738" y="55880"/>
                </a:lnTo>
                <a:lnTo>
                  <a:pt x="138031" y="56301"/>
                </a:lnTo>
                <a:lnTo>
                  <a:pt x="137338" y="56737"/>
                </a:lnTo>
                <a:lnTo>
                  <a:pt x="136659" y="57187"/>
                </a:lnTo>
                <a:lnTo>
                  <a:pt x="135993" y="57651"/>
                </a:lnTo>
                <a:lnTo>
                  <a:pt x="135341" y="58130"/>
                </a:lnTo>
                <a:lnTo>
                  <a:pt x="134703" y="58622"/>
                </a:lnTo>
                <a:lnTo>
                  <a:pt x="134079" y="59129"/>
                </a:lnTo>
                <a:lnTo>
                  <a:pt x="133469" y="59650"/>
                </a:lnTo>
                <a:lnTo>
                  <a:pt x="132873" y="60185"/>
                </a:lnTo>
                <a:lnTo>
                  <a:pt x="132290" y="60734"/>
                </a:lnTo>
                <a:lnTo>
                  <a:pt x="131722" y="61297"/>
                </a:lnTo>
                <a:lnTo>
                  <a:pt x="131167" y="61875"/>
                </a:lnTo>
                <a:lnTo>
                  <a:pt x="130626" y="62467"/>
                </a:lnTo>
                <a:lnTo>
                  <a:pt x="130099" y="63072"/>
                </a:lnTo>
                <a:lnTo>
                  <a:pt x="129585" y="63692"/>
                </a:lnTo>
                <a:lnTo>
                  <a:pt x="129086" y="64327"/>
                </a:lnTo>
                <a:lnTo>
                  <a:pt x="128600" y="64975"/>
                </a:lnTo>
                <a:lnTo>
                  <a:pt x="128128" y="65637"/>
                </a:lnTo>
                <a:lnTo>
                  <a:pt x="127670" y="66314"/>
                </a:lnTo>
                <a:lnTo>
                  <a:pt x="127226" y="67005"/>
                </a:lnTo>
                <a:lnTo>
                  <a:pt x="126796" y="67710"/>
                </a:lnTo>
                <a:lnTo>
                  <a:pt x="126379" y="68429"/>
                </a:lnTo>
                <a:lnTo>
                  <a:pt x="125978" y="69162"/>
                </a:lnTo>
                <a:lnTo>
                  <a:pt x="125595" y="69906"/>
                </a:lnTo>
                <a:lnTo>
                  <a:pt x="125228" y="70663"/>
                </a:lnTo>
                <a:lnTo>
                  <a:pt x="124878" y="71432"/>
                </a:lnTo>
                <a:lnTo>
                  <a:pt x="124546" y="72213"/>
                </a:lnTo>
                <a:lnTo>
                  <a:pt x="124230" y="73007"/>
                </a:lnTo>
                <a:lnTo>
                  <a:pt x="123932" y="73813"/>
                </a:lnTo>
                <a:lnTo>
                  <a:pt x="123650" y="74631"/>
                </a:lnTo>
                <a:lnTo>
                  <a:pt x="123386" y="75461"/>
                </a:lnTo>
                <a:lnTo>
                  <a:pt x="123139" y="76304"/>
                </a:lnTo>
                <a:lnTo>
                  <a:pt x="122908" y="77158"/>
                </a:lnTo>
                <a:lnTo>
                  <a:pt x="122695" y="78025"/>
                </a:lnTo>
                <a:lnTo>
                  <a:pt x="122499" y="78904"/>
                </a:lnTo>
                <a:lnTo>
                  <a:pt x="122320" y="79796"/>
                </a:lnTo>
                <a:lnTo>
                  <a:pt x="122158" y="80699"/>
                </a:lnTo>
                <a:lnTo>
                  <a:pt x="122013" y="81615"/>
                </a:lnTo>
                <a:lnTo>
                  <a:pt x="121885" y="82543"/>
                </a:lnTo>
                <a:lnTo>
                  <a:pt x="121774" y="83484"/>
                </a:lnTo>
                <a:lnTo>
                  <a:pt x="121680" y="84436"/>
                </a:lnTo>
                <a:lnTo>
                  <a:pt x="121603" y="85401"/>
                </a:lnTo>
                <a:lnTo>
                  <a:pt x="121544" y="86378"/>
                </a:lnTo>
                <a:lnTo>
                  <a:pt x="121501" y="87367"/>
                </a:lnTo>
                <a:lnTo>
                  <a:pt x="121476" y="88369"/>
                </a:lnTo>
                <a:lnTo>
                  <a:pt x="121467" y="89383"/>
                </a:lnTo>
                <a:lnTo>
                  <a:pt x="121467" y="116459"/>
                </a:lnTo>
                <a:lnTo>
                  <a:pt x="121476" y="117458"/>
                </a:lnTo>
                <a:lnTo>
                  <a:pt x="121501" y="118446"/>
                </a:lnTo>
                <a:lnTo>
                  <a:pt x="121544" y="119422"/>
                </a:lnTo>
                <a:lnTo>
                  <a:pt x="121603" y="120387"/>
                </a:lnTo>
                <a:lnTo>
                  <a:pt x="121680" y="121341"/>
                </a:lnTo>
                <a:lnTo>
                  <a:pt x="121774" y="122284"/>
                </a:lnTo>
                <a:lnTo>
                  <a:pt x="121885" y="123215"/>
                </a:lnTo>
                <a:lnTo>
                  <a:pt x="122013" y="124135"/>
                </a:lnTo>
                <a:lnTo>
                  <a:pt x="122158" y="125044"/>
                </a:lnTo>
                <a:lnTo>
                  <a:pt x="122320" y="125941"/>
                </a:lnTo>
                <a:lnTo>
                  <a:pt x="122499" y="126827"/>
                </a:lnTo>
                <a:lnTo>
                  <a:pt x="122695" y="127702"/>
                </a:lnTo>
                <a:lnTo>
                  <a:pt x="122908" y="128566"/>
                </a:lnTo>
                <a:lnTo>
                  <a:pt x="123139" y="129418"/>
                </a:lnTo>
                <a:lnTo>
                  <a:pt x="123386" y="130260"/>
                </a:lnTo>
                <a:lnTo>
                  <a:pt x="123650" y="131089"/>
                </a:lnTo>
                <a:lnTo>
                  <a:pt x="123932" y="131908"/>
                </a:lnTo>
                <a:lnTo>
                  <a:pt x="124230" y="132715"/>
                </a:lnTo>
                <a:lnTo>
                  <a:pt x="124546" y="133511"/>
                </a:lnTo>
                <a:lnTo>
                  <a:pt x="124878" y="134296"/>
                </a:lnTo>
                <a:lnTo>
                  <a:pt x="125228" y="135070"/>
                </a:lnTo>
                <a:lnTo>
                  <a:pt x="125595" y="135832"/>
                </a:lnTo>
                <a:lnTo>
                  <a:pt x="125978" y="136583"/>
                </a:lnTo>
                <a:lnTo>
                  <a:pt x="126379" y="137322"/>
                </a:lnTo>
                <a:lnTo>
                  <a:pt x="126796" y="138049"/>
                </a:lnTo>
                <a:lnTo>
                  <a:pt x="127226" y="138761"/>
                </a:lnTo>
                <a:lnTo>
                  <a:pt x="127670" y="139459"/>
                </a:lnTo>
                <a:lnTo>
                  <a:pt x="128128" y="140142"/>
                </a:lnTo>
                <a:lnTo>
                  <a:pt x="128600" y="140811"/>
                </a:lnTo>
                <a:lnTo>
                  <a:pt x="129086" y="141465"/>
                </a:lnTo>
                <a:lnTo>
                  <a:pt x="129585" y="142105"/>
                </a:lnTo>
                <a:lnTo>
                  <a:pt x="130099" y="142730"/>
                </a:lnTo>
                <a:lnTo>
                  <a:pt x="130626" y="143341"/>
                </a:lnTo>
                <a:lnTo>
                  <a:pt x="131167" y="143937"/>
                </a:lnTo>
                <a:lnTo>
                  <a:pt x="131722" y="144519"/>
                </a:lnTo>
                <a:lnTo>
                  <a:pt x="132290" y="145086"/>
                </a:lnTo>
                <a:lnTo>
                  <a:pt x="132873" y="145639"/>
                </a:lnTo>
                <a:lnTo>
                  <a:pt x="133469" y="146178"/>
                </a:lnTo>
                <a:lnTo>
                  <a:pt x="134079" y="146702"/>
                </a:lnTo>
                <a:lnTo>
                  <a:pt x="134703" y="147211"/>
                </a:lnTo>
                <a:lnTo>
                  <a:pt x="135341" y="147706"/>
                </a:lnTo>
                <a:lnTo>
                  <a:pt x="135993" y="148187"/>
                </a:lnTo>
                <a:lnTo>
                  <a:pt x="136659" y="148653"/>
                </a:lnTo>
                <a:lnTo>
                  <a:pt x="137338" y="149104"/>
                </a:lnTo>
                <a:lnTo>
                  <a:pt x="138031" y="149541"/>
                </a:lnTo>
                <a:lnTo>
                  <a:pt x="138738" y="149964"/>
                </a:lnTo>
                <a:lnTo>
                  <a:pt x="139459" y="150372"/>
                </a:lnTo>
                <a:lnTo>
                  <a:pt x="140194" y="150766"/>
                </a:lnTo>
                <a:lnTo>
                  <a:pt x="140941" y="151144"/>
                </a:lnTo>
                <a:lnTo>
                  <a:pt x="141700" y="151506"/>
                </a:lnTo>
                <a:lnTo>
                  <a:pt x="142471" y="151852"/>
                </a:lnTo>
                <a:lnTo>
                  <a:pt x="143254" y="152182"/>
                </a:lnTo>
                <a:lnTo>
                  <a:pt x="144048" y="152496"/>
                </a:lnTo>
                <a:lnTo>
                  <a:pt x="144853" y="152794"/>
                </a:lnTo>
                <a:lnTo>
                  <a:pt x="145671" y="153075"/>
                </a:lnTo>
                <a:lnTo>
                  <a:pt x="146499" y="153341"/>
                </a:lnTo>
                <a:lnTo>
                  <a:pt x="147340" y="153590"/>
                </a:lnTo>
                <a:lnTo>
                  <a:pt x="148192" y="153824"/>
                </a:lnTo>
                <a:lnTo>
                  <a:pt x="149055" y="154041"/>
                </a:lnTo>
                <a:lnTo>
                  <a:pt x="149930" y="154242"/>
                </a:lnTo>
                <a:lnTo>
                  <a:pt x="150817" y="154427"/>
                </a:lnTo>
                <a:lnTo>
                  <a:pt x="151715" y="154596"/>
                </a:lnTo>
                <a:lnTo>
                  <a:pt x="152625" y="154749"/>
                </a:lnTo>
                <a:lnTo>
                  <a:pt x="153547" y="154886"/>
                </a:lnTo>
                <a:lnTo>
                  <a:pt x="154480" y="155007"/>
                </a:lnTo>
                <a:lnTo>
                  <a:pt x="155425" y="155111"/>
                </a:lnTo>
                <a:lnTo>
                  <a:pt x="156381" y="155200"/>
                </a:lnTo>
                <a:lnTo>
                  <a:pt x="157349" y="155272"/>
                </a:lnTo>
                <a:lnTo>
                  <a:pt x="158329" y="155329"/>
                </a:lnTo>
                <a:lnTo>
                  <a:pt x="159320" y="155369"/>
                </a:lnTo>
                <a:lnTo>
                  <a:pt x="160322" y="155393"/>
                </a:lnTo>
                <a:lnTo>
                  <a:pt x="161337" y="155401"/>
                </a:lnTo>
                <a:lnTo>
                  <a:pt x="162351" y="155393"/>
                </a:lnTo>
                <a:lnTo>
                  <a:pt x="163353" y="155369"/>
                </a:lnTo>
                <a:lnTo>
                  <a:pt x="164344" y="155329"/>
                </a:lnTo>
                <a:lnTo>
                  <a:pt x="165323" y="155272"/>
                </a:lnTo>
                <a:close/>
                <a:moveTo>
                  <a:pt x="157878" y="140395"/>
                </a:moveTo>
                <a:lnTo>
                  <a:pt x="157052" y="140300"/>
                </a:lnTo>
                <a:lnTo>
                  <a:pt x="156243" y="140183"/>
                </a:lnTo>
                <a:lnTo>
                  <a:pt x="155449" y="140045"/>
                </a:lnTo>
                <a:lnTo>
                  <a:pt x="154671" y="139885"/>
                </a:lnTo>
                <a:lnTo>
                  <a:pt x="153909" y="139705"/>
                </a:lnTo>
                <a:lnTo>
                  <a:pt x="153162" y="139503"/>
                </a:lnTo>
                <a:lnTo>
                  <a:pt x="152432" y="139280"/>
                </a:lnTo>
                <a:lnTo>
                  <a:pt x="151717" y="139036"/>
                </a:lnTo>
                <a:lnTo>
                  <a:pt x="151017" y="138770"/>
                </a:lnTo>
                <a:lnTo>
                  <a:pt x="150334" y="138483"/>
                </a:lnTo>
                <a:lnTo>
                  <a:pt x="149666" y="138175"/>
                </a:lnTo>
                <a:lnTo>
                  <a:pt x="149015" y="137846"/>
                </a:lnTo>
                <a:lnTo>
                  <a:pt x="148378" y="137496"/>
                </a:lnTo>
                <a:lnTo>
                  <a:pt x="147758" y="137124"/>
                </a:lnTo>
                <a:lnTo>
                  <a:pt x="147154" y="136731"/>
                </a:lnTo>
                <a:lnTo>
                  <a:pt x="146565" y="136317"/>
                </a:lnTo>
                <a:lnTo>
                  <a:pt x="145992" y="135881"/>
                </a:lnTo>
                <a:lnTo>
                  <a:pt x="145435" y="135425"/>
                </a:lnTo>
                <a:lnTo>
                  <a:pt x="144893" y="134947"/>
                </a:lnTo>
                <a:lnTo>
                  <a:pt x="144367" y="134448"/>
                </a:lnTo>
                <a:lnTo>
                  <a:pt x="143861" y="133927"/>
                </a:lnTo>
                <a:lnTo>
                  <a:pt x="143375" y="133388"/>
                </a:lnTo>
                <a:lnTo>
                  <a:pt x="142912" y="132828"/>
                </a:lnTo>
                <a:lnTo>
                  <a:pt x="142469" y="132248"/>
                </a:lnTo>
                <a:lnTo>
                  <a:pt x="142049" y="131648"/>
                </a:lnTo>
                <a:lnTo>
                  <a:pt x="141650" y="131028"/>
                </a:lnTo>
                <a:lnTo>
                  <a:pt x="141273" y="130388"/>
                </a:lnTo>
                <a:lnTo>
                  <a:pt x="140917" y="129729"/>
                </a:lnTo>
                <a:lnTo>
                  <a:pt x="140582" y="129049"/>
                </a:lnTo>
                <a:lnTo>
                  <a:pt x="140270" y="128349"/>
                </a:lnTo>
                <a:lnTo>
                  <a:pt x="139979" y="127630"/>
                </a:lnTo>
                <a:lnTo>
                  <a:pt x="139709" y="126890"/>
                </a:lnTo>
                <a:lnTo>
                  <a:pt x="139461" y="126131"/>
                </a:lnTo>
                <a:lnTo>
                  <a:pt x="139235" y="125351"/>
                </a:lnTo>
                <a:lnTo>
                  <a:pt x="139030" y="124552"/>
                </a:lnTo>
                <a:lnTo>
                  <a:pt x="138846" y="123733"/>
                </a:lnTo>
                <a:lnTo>
                  <a:pt x="138685" y="122893"/>
                </a:lnTo>
                <a:lnTo>
                  <a:pt x="138544" y="122034"/>
                </a:lnTo>
                <a:lnTo>
                  <a:pt x="138426" y="121155"/>
                </a:lnTo>
                <a:lnTo>
                  <a:pt x="138329" y="120256"/>
                </a:lnTo>
                <a:lnTo>
                  <a:pt x="138253" y="119337"/>
                </a:lnTo>
                <a:lnTo>
                  <a:pt x="138199" y="118397"/>
                </a:lnTo>
                <a:lnTo>
                  <a:pt x="138167" y="117438"/>
                </a:lnTo>
                <a:lnTo>
                  <a:pt x="138156" y="116459"/>
                </a:lnTo>
                <a:lnTo>
                  <a:pt x="138156" y="89383"/>
                </a:lnTo>
                <a:lnTo>
                  <a:pt x="138167" y="88404"/>
                </a:lnTo>
                <a:lnTo>
                  <a:pt x="138199" y="87445"/>
                </a:lnTo>
                <a:lnTo>
                  <a:pt x="138253" y="86506"/>
                </a:lnTo>
                <a:lnTo>
                  <a:pt x="138329" y="85587"/>
                </a:lnTo>
                <a:lnTo>
                  <a:pt x="138426" y="84687"/>
                </a:lnTo>
                <a:lnTo>
                  <a:pt x="138544" y="83808"/>
                </a:lnTo>
                <a:lnTo>
                  <a:pt x="138685" y="82949"/>
                </a:lnTo>
                <a:lnTo>
                  <a:pt x="138846" y="82110"/>
                </a:lnTo>
                <a:lnTo>
                  <a:pt x="139030" y="81291"/>
                </a:lnTo>
                <a:lnTo>
                  <a:pt x="139235" y="80491"/>
                </a:lnTo>
                <a:lnTo>
                  <a:pt x="139461" y="79712"/>
                </a:lnTo>
                <a:lnTo>
                  <a:pt x="139709" y="78953"/>
                </a:lnTo>
                <a:lnTo>
                  <a:pt x="139979" y="78213"/>
                </a:lnTo>
                <a:lnTo>
                  <a:pt x="140270" y="77494"/>
                </a:lnTo>
                <a:lnTo>
                  <a:pt x="140582" y="76794"/>
                </a:lnTo>
                <a:lnTo>
                  <a:pt x="140917" y="76115"/>
                </a:lnTo>
                <a:lnTo>
                  <a:pt x="141273" y="75455"/>
                </a:lnTo>
                <a:lnTo>
                  <a:pt x="141650" y="74816"/>
                </a:lnTo>
                <a:lnTo>
                  <a:pt x="142049" y="74196"/>
                </a:lnTo>
                <a:lnTo>
                  <a:pt x="142469" y="73596"/>
                </a:lnTo>
                <a:lnTo>
                  <a:pt x="142912" y="73017"/>
                </a:lnTo>
                <a:lnTo>
                  <a:pt x="143375" y="72457"/>
                </a:lnTo>
                <a:lnTo>
                  <a:pt x="143861" y="71917"/>
                </a:lnTo>
                <a:lnTo>
                  <a:pt x="144367" y="71397"/>
                </a:lnTo>
                <a:lnTo>
                  <a:pt x="144893" y="70898"/>
                </a:lnTo>
                <a:lnTo>
                  <a:pt x="145435" y="70420"/>
                </a:lnTo>
                <a:lnTo>
                  <a:pt x="145992" y="69963"/>
                </a:lnTo>
                <a:lnTo>
                  <a:pt x="146565" y="69527"/>
                </a:lnTo>
                <a:lnTo>
                  <a:pt x="147154" y="69113"/>
                </a:lnTo>
                <a:lnTo>
                  <a:pt x="147758" y="68720"/>
                </a:lnTo>
                <a:lnTo>
                  <a:pt x="148378" y="68348"/>
                </a:lnTo>
                <a:lnTo>
                  <a:pt x="149015" y="67997"/>
                </a:lnTo>
                <a:lnTo>
                  <a:pt x="149666" y="67668"/>
                </a:lnTo>
                <a:lnTo>
                  <a:pt x="150334" y="67360"/>
                </a:lnTo>
                <a:lnTo>
                  <a:pt x="151017" y="67073"/>
                </a:lnTo>
                <a:lnTo>
                  <a:pt x="151717" y="66807"/>
                </a:lnTo>
                <a:lnTo>
                  <a:pt x="152432" y="66563"/>
                </a:lnTo>
                <a:lnTo>
                  <a:pt x="153162" y="66340"/>
                </a:lnTo>
                <a:lnTo>
                  <a:pt x="153909" y="66138"/>
                </a:lnTo>
                <a:lnTo>
                  <a:pt x="154671" y="65957"/>
                </a:lnTo>
                <a:lnTo>
                  <a:pt x="155449" y="65798"/>
                </a:lnTo>
                <a:lnTo>
                  <a:pt x="156243" y="65659"/>
                </a:lnTo>
                <a:lnTo>
                  <a:pt x="157052" y="65543"/>
                </a:lnTo>
                <a:lnTo>
                  <a:pt x="157878" y="65447"/>
                </a:lnTo>
                <a:lnTo>
                  <a:pt x="158719" y="65373"/>
                </a:lnTo>
                <a:lnTo>
                  <a:pt x="159576" y="65319"/>
                </a:lnTo>
                <a:lnTo>
                  <a:pt x="160448" y="65288"/>
                </a:lnTo>
                <a:lnTo>
                  <a:pt x="161337" y="65277"/>
                </a:lnTo>
                <a:lnTo>
                  <a:pt x="162240" y="65288"/>
                </a:lnTo>
                <a:lnTo>
                  <a:pt x="163126" y="65319"/>
                </a:lnTo>
                <a:lnTo>
                  <a:pt x="163996" y="65373"/>
                </a:lnTo>
                <a:lnTo>
                  <a:pt x="164849" y="65447"/>
                </a:lnTo>
                <a:lnTo>
                  <a:pt x="165686" y="65543"/>
                </a:lnTo>
                <a:lnTo>
                  <a:pt x="166505" y="65659"/>
                </a:lnTo>
                <a:lnTo>
                  <a:pt x="167308" y="65798"/>
                </a:lnTo>
                <a:lnTo>
                  <a:pt x="168094" y="65957"/>
                </a:lnTo>
                <a:lnTo>
                  <a:pt x="168864" y="66138"/>
                </a:lnTo>
                <a:lnTo>
                  <a:pt x="169616" y="66340"/>
                </a:lnTo>
                <a:lnTo>
                  <a:pt x="170352" y="66563"/>
                </a:lnTo>
                <a:lnTo>
                  <a:pt x="171071" y="66807"/>
                </a:lnTo>
                <a:lnTo>
                  <a:pt x="171774" y="67073"/>
                </a:lnTo>
                <a:lnTo>
                  <a:pt x="172460" y="67360"/>
                </a:lnTo>
                <a:lnTo>
                  <a:pt x="173129" y="67668"/>
                </a:lnTo>
                <a:lnTo>
                  <a:pt x="173781" y="67997"/>
                </a:lnTo>
                <a:lnTo>
                  <a:pt x="174416" y="68348"/>
                </a:lnTo>
                <a:lnTo>
                  <a:pt x="175035" y="68720"/>
                </a:lnTo>
                <a:lnTo>
                  <a:pt x="175637" y="69113"/>
                </a:lnTo>
                <a:lnTo>
                  <a:pt x="176223" y="69527"/>
                </a:lnTo>
                <a:lnTo>
                  <a:pt x="176791" y="69963"/>
                </a:lnTo>
                <a:lnTo>
                  <a:pt x="177343" y="70420"/>
                </a:lnTo>
                <a:lnTo>
                  <a:pt x="177878" y="70898"/>
                </a:lnTo>
                <a:lnTo>
                  <a:pt x="178397" y="71397"/>
                </a:lnTo>
                <a:lnTo>
                  <a:pt x="178896" y="71917"/>
                </a:lnTo>
                <a:lnTo>
                  <a:pt x="179374" y="72457"/>
                </a:lnTo>
                <a:lnTo>
                  <a:pt x="179831" y="73017"/>
                </a:lnTo>
                <a:lnTo>
                  <a:pt x="180267" y="73596"/>
                </a:lnTo>
                <a:lnTo>
                  <a:pt x="180681" y="74196"/>
                </a:lnTo>
                <a:lnTo>
                  <a:pt x="181074" y="74816"/>
                </a:lnTo>
                <a:lnTo>
                  <a:pt x="181446" y="75455"/>
                </a:lnTo>
                <a:lnTo>
                  <a:pt x="181797" y="76115"/>
                </a:lnTo>
                <a:lnTo>
                  <a:pt x="182126" y="76794"/>
                </a:lnTo>
                <a:lnTo>
                  <a:pt x="182434" y="77494"/>
                </a:lnTo>
                <a:lnTo>
                  <a:pt x="182721" y="78213"/>
                </a:lnTo>
                <a:lnTo>
                  <a:pt x="182987" y="78953"/>
                </a:lnTo>
                <a:lnTo>
                  <a:pt x="183231" y="79712"/>
                </a:lnTo>
                <a:lnTo>
                  <a:pt x="183454" y="80491"/>
                </a:lnTo>
                <a:lnTo>
                  <a:pt x="183656" y="81291"/>
                </a:lnTo>
                <a:lnTo>
                  <a:pt x="183837" y="82110"/>
                </a:lnTo>
                <a:lnTo>
                  <a:pt x="183996" y="82949"/>
                </a:lnTo>
                <a:lnTo>
                  <a:pt x="184135" y="83808"/>
                </a:lnTo>
                <a:lnTo>
                  <a:pt x="184251" y="84687"/>
                </a:lnTo>
                <a:lnTo>
                  <a:pt x="184347" y="85587"/>
                </a:lnTo>
                <a:lnTo>
                  <a:pt x="184421" y="86506"/>
                </a:lnTo>
                <a:lnTo>
                  <a:pt x="184475" y="87445"/>
                </a:lnTo>
                <a:lnTo>
                  <a:pt x="184506" y="88404"/>
                </a:lnTo>
                <a:lnTo>
                  <a:pt x="184517" y="89383"/>
                </a:lnTo>
                <a:lnTo>
                  <a:pt x="184517" y="116459"/>
                </a:lnTo>
                <a:lnTo>
                  <a:pt x="184506" y="117438"/>
                </a:lnTo>
                <a:lnTo>
                  <a:pt x="184475" y="118397"/>
                </a:lnTo>
                <a:lnTo>
                  <a:pt x="184421" y="119337"/>
                </a:lnTo>
                <a:lnTo>
                  <a:pt x="184347" y="120256"/>
                </a:lnTo>
                <a:lnTo>
                  <a:pt x="184251" y="121155"/>
                </a:lnTo>
                <a:lnTo>
                  <a:pt x="184135" y="122034"/>
                </a:lnTo>
                <a:lnTo>
                  <a:pt x="183996" y="122893"/>
                </a:lnTo>
                <a:lnTo>
                  <a:pt x="183837" y="123733"/>
                </a:lnTo>
                <a:lnTo>
                  <a:pt x="183656" y="124552"/>
                </a:lnTo>
                <a:lnTo>
                  <a:pt x="183454" y="125351"/>
                </a:lnTo>
                <a:lnTo>
                  <a:pt x="183231" y="126131"/>
                </a:lnTo>
                <a:lnTo>
                  <a:pt x="182987" y="126890"/>
                </a:lnTo>
                <a:lnTo>
                  <a:pt x="182721" y="127630"/>
                </a:lnTo>
                <a:lnTo>
                  <a:pt x="182434" y="128349"/>
                </a:lnTo>
                <a:lnTo>
                  <a:pt x="182126" y="129049"/>
                </a:lnTo>
                <a:lnTo>
                  <a:pt x="181797" y="129729"/>
                </a:lnTo>
                <a:lnTo>
                  <a:pt x="181446" y="130388"/>
                </a:lnTo>
                <a:lnTo>
                  <a:pt x="181074" y="131028"/>
                </a:lnTo>
                <a:lnTo>
                  <a:pt x="180681" y="131648"/>
                </a:lnTo>
                <a:lnTo>
                  <a:pt x="180267" y="132248"/>
                </a:lnTo>
                <a:lnTo>
                  <a:pt x="179831" y="132828"/>
                </a:lnTo>
                <a:lnTo>
                  <a:pt x="179374" y="133388"/>
                </a:lnTo>
                <a:lnTo>
                  <a:pt x="178896" y="133927"/>
                </a:lnTo>
                <a:lnTo>
                  <a:pt x="178397" y="134448"/>
                </a:lnTo>
                <a:lnTo>
                  <a:pt x="177878" y="134947"/>
                </a:lnTo>
                <a:lnTo>
                  <a:pt x="177343" y="135425"/>
                </a:lnTo>
                <a:lnTo>
                  <a:pt x="176791" y="135881"/>
                </a:lnTo>
                <a:lnTo>
                  <a:pt x="176223" y="136317"/>
                </a:lnTo>
                <a:lnTo>
                  <a:pt x="175637" y="136731"/>
                </a:lnTo>
                <a:lnTo>
                  <a:pt x="175035" y="137124"/>
                </a:lnTo>
                <a:lnTo>
                  <a:pt x="174416" y="137496"/>
                </a:lnTo>
                <a:lnTo>
                  <a:pt x="173781" y="137846"/>
                </a:lnTo>
                <a:lnTo>
                  <a:pt x="173129" y="138175"/>
                </a:lnTo>
                <a:lnTo>
                  <a:pt x="172460" y="138483"/>
                </a:lnTo>
                <a:lnTo>
                  <a:pt x="171774" y="138770"/>
                </a:lnTo>
                <a:lnTo>
                  <a:pt x="171071" y="139036"/>
                </a:lnTo>
                <a:lnTo>
                  <a:pt x="170352" y="139280"/>
                </a:lnTo>
                <a:lnTo>
                  <a:pt x="169616" y="139503"/>
                </a:lnTo>
                <a:lnTo>
                  <a:pt x="168864" y="139705"/>
                </a:lnTo>
                <a:lnTo>
                  <a:pt x="168094" y="139885"/>
                </a:lnTo>
                <a:lnTo>
                  <a:pt x="167308" y="140045"/>
                </a:lnTo>
                <a:lnTo>
                  <a:pt x="166505" y="140183"/>
                </a:lnTo>
                <a:lnTo>
                  <a:pt x="165686" y="140300"/>
                </a:lnTo>
                <a:lnTo>
                  <a:pt x="164849" y="140395"/>
                </a:lnTo>
                <a:lnTo>
                  <a:pt x="163996" y="140470"/>
                </a:lnTo>
                <a:lnTo>
                  <a:pt x="163126" y="140523"/>
                </a:lnTo>
                <a:lnTo>
                  <a:pt x="162240" y="140555"/>
                </a:lnTo>
                <a:lnTo>
                  <a:pt x="161337" y="140565"/>
                </a:lnTo>
                <a:lnTo>
                  <a:pt x="160448" y="140555"/>
                </a:lnTo>
                <a:lnTo>
                  <a:pt x="159576" y="140523"/>
                </a:lnTo>
                <a:lnTo>
                  <a:pt x="158719" y="140470"/>
                </a:lnTo>
                <a:lnTo>
                  <a:pt x="157878" y="140395"/>
                </a:lnTo>
                <a:close/>
                <a:moveTo>
                  <a:pt x="311155" y="82533"/>
                </a:moveTo>
                <a:lnTo>
                  <a:pt x="311102" y="81268"/>
                </a:lnTo>
                <a:lnTo>
                  <a:pt x="311014" y="80027"/>
                </a:lnTo>
                <a:lnTo>
                  <a:pt x="310890" y="78808"/>
                </a:lnTo>
                <a:lnTo>
                  <a:pt x="310730" y="77611"/>
                </a:lnTo>
                <a:lnTo>
                  <a:pt x="310536" y="76437"/>
                </a:lnTo>
                <a:lnTo>
                  <a:pt x="310305" y="75285"/>
                </a:lnTo>
                <a:lnTo>
                  <a:pt x="310040" y="74156"/>
                </a:lnTo>
                <a:lnTo>
                  <a:pt x="309739" y="73050"/>
                </a:lnTo>
                <a:lnTo>
                  <a:pt x="309402" y="71966"/>
                </a:lnTo>
                <a:lnTo>
                  <a:pt x="309030" y="70904"/>
                </a:lnTo>
                <a:lnTo>
                  <a:pt x="308623" y="69865"/>
                </a:lnTo>
                <a:lnTo>
                  <a:pt x="308180" y="68849"/>
                </a:lnTo>
                <a:lnTo>
                  <a:pt x="307702" y="67855"/>
                </a:lnTo>
                <a:lnTo>
                  <a:pt x="307188" y="66884"/>
                </a:lnTo>
                <a:lnTo>
                  <a:pt x="306639" y="65935"/>
                </a:lnTo>
                <a:lnTo>
                  <a:pt x="306055" y="65009"/>
                </a:lnTo>
                <a:lnTo>
                  <a:pt x="305435" y="64105"/>
                </a:lnTo>
                <a:lnTo>
                  <a:pt x="304780" y="63224"/>
                </a:lnTo>
                <a:lnTo>
                  <a:pt x="304089" y="62365"/>
                </a:lnTo>
                <a:lnTo>
                  <a:pt x="303363" y="61529"/>
                </a:lnTo>
                <a:lnTo>
                  <a:pt x="302602" y="60716"/>
                </a:lnTo>
                <a:lnTo>
                  <a:pt x="301805" y="59925"/>
                </a:lnTo>
                <a:lnTo>
                  <a:pt x="300972" y="59156"/>
                </a:lnTo>
                <a:lnTo>
                  <a:pt x="300110" y="58415"/>
                </a:lnTo>
                <a:lnTo>
                  <a:pt x="299221" y="57705"/>
                </a:lnTo>
                <a:lnTo>
                  <a:pt x="298307" y="57027"/>
                </a:lnTo>
                <a:lnTo>
                  <a:pt x="297367" y="56380"/>
                </a:lnTo>
                <a:lnTo>
                  <a:pt x="296401" y="55765"/>
                </a:lnTo>
                <a:lnTo>
                  <a:pt x="295410" y="55181"/>
                </a:lnTo>
                <a:lnTo>
                  <a:pt x="294392" y="54629"/>
                </a:lnTo>
                <a:lnTo>
                  <a:pt x="293349" y="54109"/>
                </a:lnTo>
                <a:lnTo>
                  <a:pt x="292280" y="53620"/>
                </a:lnTo>
                <a:lnTo>
                  <a:pt x="291186" y="53162"/>
                </a:lnTo>
                <a:lnTo>
                  <a:pt x="290066" y="52736"/>
                </a:lnTo>
                <a:lnTo>
                  <a:pt x="288919" y="52342"/>
                </a:lnTo>
                <a:lnTo>
                  <a:pt x="287748" y="51979"/>
                </a:lnTo>
                <a:lnTo>
                  <a:pt x="286550" y="51648"/>
                </a:lnTo>
                <a:lnTo>
                  <a:pt x="285327" y="51348"/>
                </a:lnTo>
                <a:lnTo>
                  <a:pt x="284077" y="51080"/>
                </a:lnTo>
                <a:lnTo>
                  <a:pt x="282803" y="50843"/>
                </a:lnTo>
                <a:lnTo>
                  <a:pt x="281502" y="50638"/>
                </a:lnTo>
                <a:lnTo>
                  <a:pt x="280175" y="50465"/>
                </a:lnTo>
                <a:lnTo>
                  <a:pt x="278823" y="50323"/>
                </a:lnTo>
                <a:lnTo>
                  <a:pt x="277445" y="50212"/>
                </a:lnTo>
                <a:lnTo>
                  <a:pt x="276042" y="50134"/>
                </a:lnTo>
                <a:lnTo>
                  <a:pt x="274612" y="50086"/>
                </a:lnTo>
                <a:lnTo>
                  <a:pt x="273157" y="50070"/>
                </a:lnTo>
                <a:lnTo>
                  <a:pt x="271822" y="50084"/>
                </a:lnTo>
                <a:lnTo>
                  <a:pt x="270506" y="50125"/>
                </a:lnTo>
                <a:lnTo>
                  <a:pt x="269208" y="50192"/>
                </a:lnTo>
                <a:lnTo>
                  <a:pt x="267929" y="50287"/>
                </a:lnTo>
                <a:lnTo>
                  <a:pt x="266669" y="50409"/>
                </a:lnTo>
                <a:lnTo>
                  <a:pt x="265427" y="50557"/>
                </a:lnTo>
                <a:lnTo>
                  <a:pt x="264204" y="50733"/>
                </a:lnTo>
                <a:lnTo>
                  <a:pt x="263000" y="50936"/>
                </a:lnTo>
                <a:lnTo>
                  <a:pt x="261814" y="51166"/>
                </a:lnTo>
                <a:lnTo>
                  <a:pt x="260647" y="51423"/>
                </a:lnTo>
                <a:lnTo>
                  <a:pt x="259499" y="51707"/>
                </a:lnTo>
                <a:lnTo>
                  <a:pt x="258369" y="52018"/>
                </a:lnTo>
                <a:lnTo>
                  <a:pt x="257258" y="52356"/>
                </a:lnTo>
                <a:lnTo>
                  <a:pt x="256166" y="52721"/>
                </a:lnTo>
                <a:lnTo>
                  <a:pt x="255092" y="53113"/>
                </a:lnTo>
                <a:lnTo>
                  <a:pt x="254037" y="53533"/>
                </a:lnTo>
                <a:lnTo>
                  <a:pt x="253001" y="53979"/>
                </a:lnTo>
                <a:lnTo>
                  <a:pt x="251983" y="54452"/>
                </a:lnTo>
                <a:lnTo>
                  <a:pt x="250985" y="54953"/>
                </a:lnTo>
                <a:lnTo>
                  <a:pt x="250004" y="55480"/>
                </a:lnTo>
                <a:lnTo>
                  <a:pt x="249043" y="56035"/>
                </a:lnTo>
                <a:lnTo>
                  <a:pt x="248100" y="56616"/>
                </a:lnTo>
                <a:lnTo>
                  <a:pt x="247175" y="57225"/>
                </a:lnTo>
                <a:lnTo>
                  <a:pt x="246270" y="57860"/>
                </a:lnTo>
                <a:lnTo>
                  <a:pt x="245389" y="58519"/>
                </a:lnTo>
                <a:lnTo>
                  <a:pt x="244540" y="59196"/>
                </a:lnTo>
                <a:lnTo>
                  <a:pt x="243723" y="59891"/>
                </a:lnTo>
                <a:lnTo>
                  <a:pt x="242937" y="60606"/>
                </a:lnTo>
                <a:lnTo>
                  <a:pt x="242183" y="61339"/>
                </a:lnTo>
                <a:lnTo>
                  <a:pt x="241460" y="62090"/>
                </a:lnTo>
                <a:lnTo>
                  <a:pt x="240769" y="62861"/>
                </a:lnTo>
                <a:lnTo>
                  <a:pt x="240109" y="63650"/>
                </a:lnTo>
                <a:lnTo>
                  <a:pt x="239481" y="64457"/>
                </a:lnTo>
                <a:lnTo>
                  <a:pt x="238884" y="65284"/>
                </a:lnTo>
                <a:lnTo>
                  <a:pt x="238319" y="66129"/>
                </a:lnTo>
                <a:lnTo>
                  <a:pt x="237786" y="66992"/>
                </a:lnTo>
                <a:lnTo>
                  <a:pt x="237284" y="67875"/>
                </a:lnTo>
                <a:lnTo>
                  <a:pt x="236813" y="68776"/>
                </a:lnTo>
                <a:lnTo>
                  <a:pt x="236375" y="69696"/>
                </a:lnTo>
                <a:lnTo>
                  <a:pt x="235967" y="70634"/>
                </a:lnTo>
                <a:lnTo>
                  <a:pt x="235592" y="71591"/>
                </a:lnTo>
                <a:lnTo>
                  <a:pt x="235247" y="72567"/>
                </a:lnTo>
                <a:lnTo>
                  <a:pt x="234935" y="73561"/>
                </a:lnTo>
                <a:lnTo>
                  <a:pt x="234654" y="74575"/>
                </a:lnTo>
                <a:lnTo>
                  <a:pt x="234404" y="75606"/>
                </a:lnTo>
                <a:lnTo>
                  <a:pt x="234186" y="76657"/>
                </a:lnTo>
                <a:lnTo>
                  <a:pt x="234000" y="77726"/>
                </a:lnTo>
                <a:lnTo>
                  <a:pt x="233845" y="78814"/>
                </a:lnTo>
                <a:lnTo>
                  <a:pt x="250534" y="78814"/>
                </a:lnTo>
                <a:lnTo>
                  <a:pt x="250620" y="78278"/>
                </a:lnTo>
                <a:lnTo>
                  <a:pt x="250725" y="77751"/>
                </a:lnTo>
                <a:lnTo>
                  <a:pt x="250847" y="77233"/>
                </a:lnTo>
                <a:lnTo>
                  <a:pt x="250988" y="76725"/>
                </a:lnTo>
                <a:lnTo>
                  <a:pt x="251146" y="76226"/>
                </a:lnTo>
                <a:lnTo>
                  <a:pt x="251322" y="75737"/>
                </a:lnTo>
                <a:lnTo>
                  <a:pt x="251517" y="75256"/>
                </a:lnTo>
                <a:lnTo>
                  <a:pt x="251729" y="74785"/>
                </a:lnTo>
                <a:lnTo>
                  <a:pt x="251960" y="74324"/>
                </a:lnTo>
                <a:lnTo>
                  <a:pt x="252208" y="73872"/>
                </a:lnTo>
                <a:lnTo>
                  <a:pt x="252475" y="73429"/>
                </a:lnTo>
                <a:lnTo>
                  <a:pt x="252760" y="72996"/>
                </a:lnTo>
                <a:lnTo>
                  <a:pt x="253062" y="72571"/>
                </a:lnTo>
                <a:lnTo>
                  <a:pt x="253383" y="72157"/>
                </a:lnTo>
                <a:lnTo>
                  <a:pt x="253721" y="71751"/>
                </a:lnTo>
                <a:lnTo>
                  <a:pt x="254078" y="71355"/>
                </a:lnTo>
                <a:lnTo>
                  <a:pt x="254453" y="70968"/>
                </a:lnTo>
                <a:lnTo>
                  <a:pt x="254845" y="70591"/>
                </a:lnTo>
                <a:lnTo>
                  <a:pt x="255256" y="70223"/>
                </a:lnTo>
                <a:lnTo>
                  <a:pt x="255685" y="69864"/>
                </a:lnTo>
                <a:lnTo>
                  <a:pt x="256131" y="69515"/>
                </a:lnTo>
                <a:lnTo>
                  <a:pt x="256596" y="69175"/>
                </a:lnTo>
                <a:lnTo>
                  <a:pt x="257079" y="68844"/>
                </a:lnTo>
                <a:lnTo>
                  <a:pt x="257580" y="68523"/>
                </a:lnTo>
                <a:lnTo>
                  <a:pt x="258095" y="68212"/>
                </a:lnTo>
                <a:lnTo>
                  <a:pt x="258620" y="67915"/>
                </a:lnTo>
                <a:lnTo>
                  <a:pt x="259156" y="67631"/>
                </a:lnTo>
                <a:lnTo>
                  <a:pt x="259702" y="67361"/>
                </a:lnTo>
                <a:lnTo>
                  <a:pt x="260259" y="67103"/>
                </a:lnTo>
                <a:lnTo>
                  <a:pt x="260825" y="66859"/>
                </a:lnTo>
                <a:lnTo>
                  <a:pt x="261402" y="66628"/>
                </a:lnTo>
                <a:lnTo>
                  <a:pt x="261990" y="66410"/>
                </a:lnTo>
                <a:lnTo>
                  <a:pt x="262587" y="66205"/>
                </a:lnTo>
                <a:lnTo>
                  <a:pt x="263195" y="66014"/>
                </a:lnTo>
                <a:lnTo>
                  <a:pt x="263813" y="65835"/>
                </a:lnTo>
                <a:lnTo>
                  <a:pt x="264442" y="65670"/>
                </a:lnTo>
                <a:lnTo>
                  <a:pt x="265080" y="65518"/>
                </a:lnTo>
                <a:lnTo>
                  <a:pt x="265729" y="65380"/>
                </a:lnTo>
                <a:lnTo>
                  <a:pt x="266389" y="65254"/>
                </a:lnTo>
                <a:lnTo>
                  <a:pt x="267058" y="65142"/>
                </a:lnTo>
                <a:lnTo>
                  <a:pt x="267738" y="65043"/>
                </a:lnTo>
                <a:lnTo>
                  <a:pt x="268429" y="64957"/>
                </a:lnTo>
                <a:lnTo>
                  <a:pt x="269129" y="64885"/>
                </a:lnTo>
                <a:lnTo>
                  <a:pt x="269840" y="64825"/>
                </a:lnTo>
                <a:lnTo>
                  <a:pt x="270561" y="64779"/>
                </a:lnTo>
                <a:lnTo>
                  <a:pt x="271293" y="64746"/>
                </a:lnTo>
                <a:lnTo>
                  <a:pt x="272034" y="64726"/>
                </a:lnTo>
                <a:lnTo>
                  <a:pt x="272786" y="64720"/>
                </a:lnTo>
                <a:lnTo>
                  <a:pt x="273643" y="64728"/>
                </a:lnTo>
                <a:lnTo>
                  <a:pt x="274484" y="64755"/>
                </a:lnTo>
                <a:lnTo>
                  <a:pt x="275309" y="64799"/>
                </a:lnTo>
                <a:lnTo>
                  <a:pt x="276117" y="64861"/>
                </a:lnTo>
                <a:lnTo>
                  <a:pt x="276908" y="64941"/>
                </a:lnTo>
                <a:lnTo>
                  <a:pt x="277683" y="65038"/>
                </a:lnTo>
                <a:lnTo>
                  <a:pt x="278442" y="65154"/>
                </a:lnTo>
                <a:lnTo>
                  <a:pt x="279184" y="65286"/>
                </a:lnTo>
                <a:lnTo>
                  <a:pt x="279910" y="65437"/>
                </a:lnTo>
                <a:lnTo>
                  <a:pt x="280619" y="65605"/>
                </a:lnTo>
                <a:lnTo>
                  <a:pt x="281312" y="65791"/>
                </a:lnTo>
                <a:lnTo>
                  <a:pt x="281989" y="65995"/>
                </a:lnTo>
                <a:lnTo>
                  <a:pt x="282649" y="66216"/>
                </a:lnTo>
                <a:lnTo>
                  <a:pt x="283293" y="66456"/>
                </a:lnTo>
                <a:lnTo>
                  <a:pt x="283920" y="66712"/>
                </a:lnTo>
                <a:lnTo>
                  <a:pt x="284531" y="66987"/>
                </a:lnTo>
                <a:lnTo>
                  <a:pt x="285126" y="67279"/>
                </a:lnTo>
                <a:lnTo>
                  <a:pt x="285704" y="67589"/>
                </a:lnTo>
                <a:lnTo>
                  <a:pt x="286265" y="67917"/>
                </a:lnTo>
                <a:lnTo>
                  <a:pt x="286811" y="68262"/>
                </a:lnTo>
                <a:lnTo>
                  <a:pt x="287340" y="68626"/>
                </a:lnTo>
                <a:lnTo>
                  <a:pt x="287852" y="69006"/>
                </a:lnTo>
                <a:lnTo>
                  <a:pt x="288348" y="69405"/>
                </a:lnTo>
                <a:lnTo>
                  <a:pt x="288828" y="69821"/>
                </a:lnTo>
                <a:lnTo>
                  <a:pt x="289289" y="70254"/>
                </a:lnTo>
                <a:lnTo>
                  <a:pt x="289731" y="70701"/>
                </a:lnTo>
                <a:lnTo>
                  <a:pt x="290153" y="71164"/>
                </a:lnTo>
                <a:lnTo>
                  <a:pt x="290556" y="71642"/>
                </a:lnTo>
                <a:lnTo>
                  <a:pt x="290939" y="72135"/>
                </a:lnTo>
                <a:lnTo>
                  <a:pt x="291302" y="72643"/>
                </a:lnTo>
                <a:lnTo>
                  <a:pt x="291646" y="73166"/>
                </a:lnTo>
                <a:lnTo>
                  <a:pt x="291970" y="73705"/>
                </a:lnTo>
                <a:lnTo>
                  <a:pt x="292274" y="74258"/>
                </a:lnTo>
                <a:lnTo>
                  <a:pt x="292559" y="74827"/>
                </a:lnTo>
                <a:lnTo>
                  <a:pt x="292824" y="75411"/>
                </a:lnTo>
                <a:lnTo>
                  <a:pt x="293070" y="76010"/>
                </a:lnTo>
                <a:lnTo>
                  <a:pt x="293296" y="76624"/>
                </a:lnTo>
                <a:lnTo>
                  <a:pt x="293502" y="77253"/>
                </a:lnTo>
                <a:lnTo>
                  <a:pt x="293689" y="77897"/>
                </a:lnTo>
                <a:lnTo>
                  <a:pt x="293855" y="78557"/>
                </a:lnTo>
                <a:lnTo>
                  <a:pt x="294003" y="79231"/>
                </a:lnTo>
                <a:lnTo>
                  <a:pt x="294130" y="79921"/>
                </a:lnTo>
                <a:lnTo>
                  <a:pt x="294238" y="80626"/>
                </a:lnTo>
                <a:lnTo>
                  <a:pt x="294327" y="81346"/>
                </a:lnTo>
                <a:lnTo>
                  <a:pt x="294396" y="82081"/>
                </a:lnTo>
                <a:lnTo>
                  <a:pt x="294445" y="82831"/>
                </a:lnTo>
                <a:lnTo>
                  <a:pt x="294474" y="83597"/>
                </a:lnTo>
                <a:lnTo>
                  <a:pt x="294484" y="84377"/>
                </a:lnTo>
                <a:lnTo>
                  <a:pt x="294484" y="94575"/>
                </a:lnTo>
                <a:lnTo>
                  <a:pt x="262959" y="94575"/>
                </a:lnTo>
                <a:lnTo>
                  <a:pt x="261657" y="94589"/>
                </a:lnTo>
                <a:lnTo>
                  <a:pt x="260377" y="94632"/>
                </a:lnTo>
                <a:lnTo>
                  <a:pt x="259119" y="94703"/>
                </a:lnTo>
                <a:lnTo>
                  <a:pt x="257885" y="94802"/>
                </a:lnTo>
                <a:lnTo>
                  <a:pt x="256672" y="94929"/>
                </a:lnTo>
                <a:lnTo>
                  <a:pt x="255483" y="95085"/>
                </a:lnTo>
                <a:lnTo>
                  <a:pt x="254316" y="95269"/>
                </a:lnTo>
                <a:lnTo>
                  <a:pt x="253171" y="95482"/>
                </a:lnTo>
                <a:lnTo>
                  <a:pt x="252049" y="95723"/>
                </a:lnTo>
                <a:lnTo>
                  <a:pt x="250949" y="95992"/>
                </a:lnTo>
                <a:lnTo>
                  <a:pt x="249872" y="96289"/>
                </a:lnTo>
                <a:lnTo>
                  <a:pt x="248818" y="96615"/>
                </a:lnTo>
                <a:lnTo>
                  <a:pt x="247786" y="96969"/>
                </a:lnTo>
                <a:lnTo>
                  <a:pt x="246777" y="97352"/>
                </a:lnTo>
                <a:lnTo>
                  <a:pt x="245790" y="97763"/>
                </a:lnTo>
                <a:lnTo>
                  <a:pt x="244825" y="98202"/>
                </a:lnTo>
                <a:lnTo>
                  <a:pt x="243884" y="98670"/>
                </a:lnTo>
                <a:lnTo>
                  <a:pt x="242964" y="99165"/>
                </a:lnTo>
                <a:lnTo>
                  <a:pt x="242068" y="99690"/>
                </a:lnTo>
                <a:lnTo>
                  <a:pt x="241194" y="100242"/>
                </a:lnTo>
                <a:lnTo>
                  <a:pt x="240342" y="100823"/>
                </a:lnTo>
                <a:lnTo>
                  <a:pt x="239513" y="101432"/>
                </a:lnTo>
                <a:lnTo>
                  <a:pt x="238706" y="102070"/>
                </a:lnTo>
                <a:lnTo>
                  <a:pt x="237922" y="102736"/>
                </a:lnTo>
                <a:lnTo>
                  <a:pt x="237166" y="103426"/>
                </a:lnTo>
                <a:lnTo>
                  <a:pt x="236442" y="104138"/>
                </a:lnTo>
                <a:lnTo>
                  <a:pt x="235750" y="104871"/>
                </a:lnTo>
                <a:lnTo>
                  <a:pt x="235090" y="105626"/>
                </a:lnTo>
                <a:lnTo>
                  <a:pt x="234462" y="106402"/>
                </a:lnTo>
                <a:lnTo>
                  <a:pt x="233867" y="107198"/>
                </a:lnTo>
                <a:lnTo>
                  <a:pt x="233303" y="108017"/>
                </a:lnTo>
                <a:lnTo>
                  <a:pt x="232772" y="108856"/>
                </a:lnTo>
                <a:lnTo>
                  <a:pt x="232273" y="109717"/>
                </a:lnTo>
                <a:lnTo>
                  <a:pt x="231807" y="110598"/>
                </a:lnTo>
                <a:lnTo>
                  <a:pt x="231372" y="111501"/>
                </a:lnTo>
                <a:lnTo>
                  <a:pt x="230970" y="112426"/>
                </a:lnTo>
                <a:lnTo>
                  <a:pt x="230600" y="113371"/>
                </a:lnTo>
                <a:lnTo>
                  <a:pt x="230262" y="114338"/>
                </a:lnTo>
                <a:lnTo>
                  <a:pt x="229956" y="115326"/>
                </a:lnTo>
                <a:lnTo>
                  <a:pt x="229682" y="116336"/>
                </a:lnTo>
                <a:lnTo>
                  <a:pt x="229441" y="117366"/>
                </a:lnTo>
                <a:lnTo>
                  <a:pt x="229232" y="118418"/>
                </a:lnTo>
                <a:lnTo>
                  <a:pt x="229055" y="119491"/>
                </a:lnTo>
                <a:lnTo>
                  <a:pt x="228910" y="120585"/>
                </a:lnTo>
                <a:lnTo>
                  <a:pt x="228797" y="121701"/>
                </a:lnTo>
                <a:lnTo>
                  <a:pt x="228717" y="122838"/>
                </a:lnTo>
                <a:lnTo>
                  <a:pt x="228668" y="123996"/>
                </a:lnTo>
                <a:lnTo>
                  <a:pt x="228652" y="125175"/>
                </a:lnTo>
                <a:lnTo>
                  <a:pt x="228668" y="126339"/>
                </a:lnTo>
                <a:lnTo>
                  <a:pt x="228717" y="127483"/>
                </a:lnTo>
                <a:lnTo>
                  <a:pt x="228797" y="128607"/>
                </a:lnTo>
                <a:lnTo>
                  <a:pt x="228910" y="129711"/>
                </a:lnTo>
                <a:lnTo>
                  <a:pt x="229055" y="130794"/>
                </a:lnTo>
                <a:lnTo>
                  <a:pt x="229232" y="131857"/>
                </a:lnTo>
                <a:lnTo>
                  <a:pt x="229441" y="132899"/>
                </a:lnTo>
                <a:lnTo>
                  <a:pt x="229682" y="133922"/>
                </a:lnTo>
                <a:lnTo>
                  <a:pt x="229956" y="134924"/>
                </a:lnTo>
                <a:lnTo>
                  <a:pt x="230262" y="135906"/>
                </a:lnTo>
                <a:lnTo>
                  <a:pt x="230600" y="136867"/>
                </a:lnTo>
                <a:lnTo>
                  <a:pt x="230970" y="137808"/>
                </a:lnTo>
                <a:lnTo>
                  <a:pt x="231372" y="138729"/>
                </a:lnTo>
                <a:lnTo>
                  <a:pt x="231807" y="139630"/>
                </a:lnTo>
                <a:lnTo>
                  <a:pt x="232273" y="140510"/>
                </a:lnTo>
                <a:lnTo>
                  <a:pt x="232772" y="141370"/>
                </a:lnTo>
                <a:lnTo>
                  <a:pt x="233303" y="142210"/>
                </a:lnTo>
                <a:lnTo>
                  <a:pt x="233867" y="143030"/>
                </a:lnTo>
                <a:lnTo>
                  <a:pt x="234462" y="143829"/>
                </a:lnTo>
                <a:lnTo>
                  <a:pt x="235090" y="144608"/>
                </a:lnTo>
                <a:lnTo>
                  <a:pt x="235750" y="145366"/>
                </a:lnTo>
                <a:lnTo>
                  <a:pt x="236442" y="146105"/>
                </a:lnTo>
                <a:lnTo>
                  <a:pt x="237166" y="146823"/>
                </a:lnTo>
                <a:lnTo>
                  <a:pt x="237922" y="147520"/>
                </a:lnTo>
                <a:lnTo>
                  <a:pt x="238707" y="148194"/>
                </a:lnTo>
                <a:lnTo>
                  <a:pt x="239515" y="148838"/>
                </a:lnTo>
                <a:lnTo>
                  <a:pt x="240348" y="149454"/>
                </a:lnTo>
                <a:lnTo>
                  <a:pt x="241204" y="150042"/>
                </a:lnTo>
                <a:lnTo>
                  <a:pt x="242084" y="150600"/>
                </a:lnTo>
                <a:lnTo>
                  <a:pt x="242988" y="151130"/>
                </a:lnTo>
                <a:lnTo>
                  <a:pt x="243915" y="151632"/>
                </a:lnTo>
                <a:lnTo>
                  <a:pt x="244867" y="152104"/>
                </a:lnTo>
                <a:lnTo>
                  <a:pt x="245842" y="152549"/>
                </a:lnTo>
                <a:lnTo>
                  <a:pt x="246841" y="152964"/>
                </a:lnTo>
                <a:lnTo>
                  <a:pt x="247864" y="153351"/>
                </a:lnTo>
                <a:lnTo>
                  <a:pt x="248910" y="153709"/>
                </a:lnTo>
                <a:lnTo>
                  <a:pt x="249981" y="154038"/>
                </a:lnTo>
                <a:lnTo>
                  <a:pt x="251075" y="154339"/>
                </a:lnTo>
                <a:lnTo>
                  <a:pt x="252194" y="154611"/>
                </a:lnTo>
                <a:lnTo>
                  <a:pt x="253336" y="154855"/>
                </a:lnTo>
                <a:lnTo>
                  <a:pt x="254502" y="155070"/>
                </a:lnTo>
                <a:lnTo>
                  <a:pt x="255691" y="155256"/>
                </a:lnTo>
                <a:lnTo>
                  <a:pt x="256905" y="155414"/>
                </a:lnTo>
                <a:lnTo>
                  <a:pt x="258142" y="155542"/>
                </a:lnTo>
                <a:lnTo>
                  <a:pt x="259403" y="155643"/>
                </a:lnTo>
                <a:lnTo>
                  <a:pt x="260688" y="155714"/>
                </a:lnTo>
                <a:lnTo>
                  <a:pt x="261997" y="155757"/>
                </a:lnTo>
                <a:lnTo>
                  <a:pt x="263330" y="155772"/>
                </a:lnTo>
                <a:lnTo>
                  <a:pt x="264510" y="155760"/>
                </a:lnTo>
                <a:lnTo>
                  <a:pt x="265670" y="155727"/>
                </a:lnTo>
                <a:lnTo>
                  <a:pt x="266811" y="155670"/>
                </a:lnTo>
                <a:lnTo>
                  <a:pt x="267932" y="155591"/>
                </a:lnTo>
                <a:lnTo>
                  <a:pt x="269033" y="155490"/>
                </a:lnTo>
                <a:lnTo>
                  <a:pt x="270115" y="155366"/>
                </a:lnTo>
                <a:lnTo>
                  <a:pt x="271177" y="155220"/>
                </a:lnTo>
                <a:lnTo>
                  <a:pt x="272220" y="155051"/>
                </a:lnTo>
                <a:lnTo>
                  <a:pt x="273243" y="154859"/>
                </a:lnTo>
                <a:lnTo>
                  <a:pt x="274246" y="154645"/>
                </a:lnTo>
                <a:lnTo>
                  <a:pt x="275230" y="154409"/>
                </a:lnTo>
                <a:lnTo>
                  <a:pt x="276194" y="154150"/>
                </a:lnTo>
                <a:lnTo>
                  <a:pt x="277138" y="153868"/>
                </a:lnTo>
                <a:lnTo>
                  <a:pt x="278063" y="153564"/>
                </a:lnTo>
                <a:lnTo>
                  <a:pt x="278968" y="153237"/>
                </a:lnTo>
                <a:lnTo>
                  <a:pt x="279853" y="152888"/>
                </a:lnTo>
                <a:lnTo>
                  <a:pt x="280719" y="152516"/>
                </a:lnTo>
                <a:lnTo>
                  <a:pt x="281565" y="152122"/>
                </a:lnTo>
                <a:lnTo>
                  <a:pt x="282392" y="151705"/>
                </a:lnTo>
                <a:lnTo>
                  <a:pt x="283199" y="151266"/>
                </a:lnTo>
                <a:lnTo>
                  <a:pt x="283986" y="150804"/>
                </a:lnTo>
                <a:lnTo>
                  <a:pt x="284754" y="150320"/>
                </a:lnTo>
                <a:lnTo>
                  <a:pt x="285502" y="149813"/>
                </a:lnTo>
                <a:lnTo>
                  <a:pt x="286230" y="149283"/>
                </a:lnTo>
                <a:lnTo>
                  <a:pt x="286934" y="148734"/>
                </a:lnTo>
                <a:lnTo>
                  <a:pt x="287607" y="148169"/>
                </a:lnTo>
                <a:lnTo>
                  <a:pt x="288251" y="147588"/>
                </a:lnTo>
                <a:lnTo>
                  <a:pt x="288865" y="146991"/>
                </a:lnTo>
                <a:lnTo>
                  <a:pt x="289449" y="146377"/>
                </a:lnTo>
                <a:lnTo>
                  <a:pt x="290003" y="145748"/>
                </a:lnTo>
                <a:lnTo>
                  <a:pt x="290527" y="145102"/>
                </a:lnTo>
                <a:lnTo>
                  <a:pt x="291021" y="144441"/>
                </a:lnTo>
                <a:lnTo>
                  <a:pt x="291486" y="143763"/>
                </a:lnTo>
                <a:lnTo>
                  <a:pt x="291920" y="143069"/>
                </a:lnTo>
                <a:lnTo>
                  <a:pt x="292324" y="142359"/>
                </a:lnTo>
                <a:lnTo>
                  <a:pt x="292698" y="141633"/>
                </a:lnTo>
                <a:lnTo>
                  <a:pt x="293043" y="140891"/>
                </a:lnTo>
                <a:lnTo>
                  <a:pt x="293357" y="140133"/>
                </a:lnTo>
                <a:lnTo>
                  <a:pt x="293642" y="139359"/>
                </a:lnTo>
                <a:lnTo>
                  <a:pt x="293896" y="138568"/>
                </a:lnTo>
                <a:lnTo>
                  <a:pt x="294121" y="137762"/>
                </a:lnTo>
                <a:lnTo>
                  <a:pt x="294316" y="136939"/>
                </a:lnTo>
                <a:lnTo>
                  <a:pt x="294480" y="136101"/>
                </a:lnTo>
                <a:lnTo>
                  <a:pt x="294615" y="135246"/>
                </a:lnTo>
                <a:lnTo>
                  <a:pt x="294711" y="134448"/>
                </a:lnTo>
                <a:lnTo>
                  <a:pt x="294855" y="134448"/>
                </a:lnTo>
                <a:lnTo>
                  <a:pt x="294855" y="153918"/>
                </a:lnTo>
                <a:lnTo>
                  <a:pt x="311173" y="153918"/>
                </a:lnTo>
                <a:lnTo>
                  <a:pt x="311173" y="83820"/>
                </a:lnTo>
                <a:lnTo>
                  <a:pt x="311155" y="82533"/>
                </a:lnTo>
                <a:close/>
                <a:moveTo>
                  <a:pt x="263280" y="142392"/>
                </a:moveTo>
                <a:lnTo>
                  <a:pt x="262501" y="142298"/>
                </a:lnTo>
                <a:lnTo>
                  <a:pt x="261739" y="142187"/>
                </a:lnTo>
                <a:lnTo>
                  <a:pt x="260991" y="142060"/>
                </a:lnTo>
                <a:lnTo>
                  <a:pt x="260260" y="141915"/>
                </a:lnTo>
                <a:lnTo>
                  <a:pt x="259544" y="141753"/>
                </a:lnTo>
                <a:lnTo>
                  <a:pt x="258845" y="141573"/>
                </a:lnTo>
                <a:lnTo>
                  <a:pt x="258161" y="141377"/>
                </a:lnTo>
                <a:lnTo>
                  <a:pt x="257492" y="141164"/>
                </a:lnTo>
                <a:lnTo>
                  <a:pt x="256840" y="140934"/>
                </a:lnTo>
                <a:lnTo>
                  <a:pt x="256203" y="140687"/>
                </a:lnTo>
                <a:lnTo>
                  <a:pt x="255582" y="140422"/>
                </a:lnTo>
                <a:lnTo>
                  <a:pt x="254977" y="140141"/>
                </a:lnTo>
                <a:lnTo>
                  <a:pt x="254387" y="139842"/>
                </a:lnTo>
                <a:lnTo>
                  <a:pt x="253814" y="139527"/>
                </a:lnTo>
                <a:lnTo>
                  <a:pt x="253256" y="139194"/>
                </a:lnTo>
                <a:lnTo>
                  <a:pt x="252714" y="138844"/>
                </a:lnTo>
                <a:lnTo>
                  <a:pt x="252187" y="138478"/>
                </a:lnTo>
                <a:lnTo>
                  <a:pt x="251677" y="138094"/>
                </a:lnTo>
                <a:lnTo>
                  <a:pt x="251182" y="137693"/>
                </a:lnTo>
                <a:lnTo>
                  <a:pt x="250705" y="137277"/>
                </a:lnTo>
                <a:lnTo>
                  <a:pt x="250249" y="136849"/>
                </a:lnTo>
                <a:lnTo>
                  <a:pt x="249813" y="136408"/>
                </a:lnTo>
                <a:lnTo>
                  <a:pt x="249397" y="135954"/>
                </a:lnTo>
                <a:lnTo>
                  <a:pt x="249002" y="135488"/>
                </a:lnTo>
                <a:lnTo>
                  <a:pt x="248627" y="135010"/>
                </a:lnTo>
                <a:lnTo>
                  <a:pt x="248272" y="134518"/>
                </a:lnTo>
                <a:lnTo>
                  <a:pt x="247937" y="134015"/>
                </a:lnTo>
                <a:lnTo>
                  <a:pt x="247623" y="133498"/>
                </a:lnTo>
                <a:lnTo>
                  <a:pt x="247329" y="132969"/>
                </a:lnTo>
                <a:lnTo>
                  <a:pt x="247055" y="132428"/>
                </a:lnTo>
                <a:lnTo>
                  <a:pt x="246802" y="131874"/>
                </a:lnTo>
                <a:lnTo>
                  <a:pt x="246568" y="131307"/>
                </a:lnTo>
                <a:lnTo>
                  <a:pt x="246356" y="130728"/>
                </a:lnTo>
                <a:lnTo>
                  <a:pt x="246163" y="130137"/>
                </a:lnTo>
                <a:lnTo>
                  <a:pt x="245991" y="129532"/>
                </a:lnTo>
                <a:lnTo>
                  <a:pt x="245838" y="128916"/>
                </a:lnTo>
                <a:lnTo>
                  <a:pt x="245707" y="128286"/>
                </a:lnTo>
                <a:lnTo>
                  <a:pt x="245595" y="127644"/>
                </a:lnTo>
                <a:lnTo>
                  <a:pt x="245504" y="126990"/>
                </a:lnTo>
                <a:lnTo>
                  <a:pt x="245433" y="126323"/>
                </a:lnTo>
                <a:lnTo>
                  <a:pt x="245382" y="125643"/>
                </a:lnTo>
                <a:lnTo>
                  <a:pt x="245352" y="124951"/>
                </a:lnTo>
                <a:lnTo>
                  <a:pt x="245342" y="124247"/>
                </a:lnTo>
                <a:lnTo>
                  <a:pt x="245350" y="123588"/>
                </a:lnTo>
                <a:lnTo>
                  <a:pt x="245375" y="122941"/>
                </a:lnTo>
                <a:lnTo>
                  <a:pt x="245417" y="122305"/>
                </a:lnTo>
                <a:lnTo>
                  <a:pt x="245476" y="121681"/>
                </a:lnTo>
                <a:lnTo>
                  <a:pt x="245551" y="121069"/>
                </a:lnTo>
                <a:lnTo>
                  <a:pt x="245643" y="120468"/>
                </a:lnTo>
                <a:lnTo>
                  <a:pt x="245752" y="119879"/>
                </a:lnTo>
                <a:lnTo>
                  <a:pt x="245877" y="119302"/>
                </a:lnTo>
                <a:lnTo>
                  <a:pt x="246020" y="118736"/>
                </a:lnTo>
                <a:lnTo>
                  <a:pt x="246179" y="118181"/>
                </a:lnTo>
                <a:lnTo>
                  <a:pt x="246354" y="117639"/>
                </a:lnTo>
                <a:lnTo>
                  <a:pt x="246547" y="117107"/>
                </a:lnTo>
                <a:lnTo>
                  <a:pt x="246756" y="116588"/>
                </a:lnTo>
                <a:lnTo>
                  <a:pt x="246982" y="116080"/>
                </a:lnTo>
                <a:lnTo>
                  <a:pt x="247225" y="115584"/>
                </a:lnTo>
                <a:lnTo>
                  <a:pt x="247485" y="115099"/>
                </a:lnTo>
                <a:lnTo>
                  <a:pt x="247761" y="114626"/>
                </a:lnTo>
                <a:lnTo>
                  <a:pt x="248054" y="114164"/>
                </a:lnTo>
                <a:lnTo>
                  <a:pt x="248364" y="113714"/>
                </a:lnTo>
                <a:lnTo>
                  <a:pt x="248690" y="113276"/>
                </a:lnTo>
                <a:lnTo>
                  <a:pt x="249033" y="112849"/>
                </a:lnTo>
                <a:lnTo>
                  <a:pt x="249393" y="112433"/>
                </a:lnTo>
                <a:lnTo>
                  <a:pt x="249770" y="112030"/>
                </a:lnTo>
                <a:lnTo>
                  <a:pt x="250163" y="111638"/>
                </a:lnTo>
                <a:lnTo>
                  <a:pt x="250571" y="111259"/>
                </a:lnTo>
                <a:lnTo>
                  <a:pt x="250991" y="110897"/>
                </a:lnTo>
                <a:lnTo>
                  <a:pt x="251424" y="110551"/>
                </a:lnTo>
                <a:lnTo>
                  <a:pt x="251868" y="110221"/>
                </a:lnTo>
                <a:lnTo>
                  <a:pt x="252325" y="109907"/>
                </a:lnTo>
                <a:lnTo>
                  <a:pt x="252794" y="109609"/>
                </a:lnTo>
                <a:lnTo>
                  <a:pt x="253276" y="109327"/>
                </a:lnTo>
                <a:lnTo>
                  <a:pt x="253769" y="109061"/>
                </a:lnTo>
                <a:lnTo>
                  <a:pt x="254275" y="108812"/>
                </a:lnTo>
                <a:lnTo>
                  <a:pt x="254793" y="108578"/>
                </a:lnTo>
                <a:lnTo>
                  <a:pt x="255323" y="108361"/>
                </a:lnTo>
                <a:lnTo>
                  <a:pt x="255866" y="108159"/>
                </a:lnTo>
                <a:lnTo>
                  <a:pt x="256420" y="107974"/>
                </a:lnTo>
                <a:lnTo>
                  <a:pt x="256987" y="107805"/>
                </a:lnTo>
                <a:lnTo>
                  <a:pt x="257567" y="107652"/>
                </a:lnTo>
                <a:lnTo>
                  <a:pt x="258158" y="107515"/>
                </a:lnTo>
                <a:lnTo>
                  <a:pt x="258762" y="107395"/>
                </a:lnTo>
                <a:lnTo>
                  <a:pt x="259377" y="107290"/>
                </a:lnTo>
                <a:lnTo>
                  <a:pt x="260006" y="107201"/>
                </a:lnTo>
                <a:lnTo>
                  <a:pt x="260646" y="107129"/>
                </a:lnTo>
                <a:lnTo>
                  <a:pt x="261299" y="107072"/>
                </a:lnTo>
                <a:lnTo>
                  <a:pt x="261963" y="107032"/>
                </a:lnTo>
                <a:lnTo>
                  <a:pt x="262640" y="107008"/>
                </a:lnTo>
                <a:lnTo>
                  <a:pt x="263330" y="107000"/>
                </a:lnTo>
                <a:lnTo>
                  <a:pt x="294484" y="107000"/>
                </a:lnTo>
                <a:lnTo>
                  <a:pt x="294484" y="121465"/>
                </a:lnTo>
                <a:lnTo>
                  <a:pt x="294471" y="122232"/>
                </a:lnTo>
                <a:lnTo>
                  <a:pt x="294431" y="122987"/>
                </a:lnTo>
                <a:lnTo>
                  <a:pt x="294365" y="123731"/>
                </a:lnTo>
                <a:lnTo>
                  <a:pt x="294273" y="124463"/>
                </a:lnTo>
                <a:lnTo>
                  <a:pt x="294154" y="125184"/>
                </a:lnTo>
                <a:lnTo>
                  <a:pt x="294009" y="125893"/>
                </a:lnTo>
                <a:lnTo>
                  <a:pt x="293837" y="126590"/>
                </a:lnTo>
                <a:lnTo>
                  <a:pt x="293639" y="127276"/>
                </a:lnTo>
                <a:lnTo>
                  <a:pt x="293415" y="127950"/>
                </a:lnTo>
                <a:lnTo>
                  <a:pt x="293164" y="128613"/>
                </a:lnTo>
                <a:lnTo>
                  <a:pt x="292887" y="129264"/>
                </a:lnTo>
                <a:lnTo>
                  <a:pt x="292583" y="129903"/>
                </a:lnTo>
                <a:lnTo>
                  <a:pt x="292253" y="130531"/>
                </a:lnTo>
                <a:lnTo>
                  <a:pt x="291897" y="131147"/>
                </a:lnTo>
                <a:lnTo>
                  <a:pt x="291514" y="131752"/>
                </a:lnTo>
                <a:lnTo>
                  <a:pt x="291105" y="132345"/>
                </a:lnTo>
                <a:lnTo>
                  <a:pt x="290669" y="132926"/>
                </a:lnTo>
                <a:lnTo>
                  <a:pt x="290207" y="133496"/>
                </a:lnTo>
                <a:lnTo>
                  <a:pt x="289719" y="134054"/>
                </a:lnTo>
                <a:lnTo>
                  <a:pt x="289204" y="134601"/>
                </a:lnTo>
                <a:lnTo>
                  <a:pt x="288663" y="135136"/>
                </a:lnTo>
                <a:lnTo>
                  <a:pt x="288095" y="135659"/>
                </a:lnTo>
                <a:lnTo>
                  <a:pt x="287501" y="136171"/>
                </a:lnTo>
                <a:lnTo>
                  <a:pt x="286881" y="136672"/>
                </a:lnTo>
                <a:lnTo>
                  <a:pt x="286240" y="137156"/>
                </a:lnTo>
                <a:lnTo>
                  <a:pt x="285584" y="137619"/>
                </a:lnTo>
                <a:lnTo>
                  <a:pt x="284913" y="138062"/>
                </a:lnTo>
                <a:lnTo>
                  <a:pt x="284228" y="138485"/>
                </a:lnTo>
                <a:lnTo>
                  <a:pt x="283528" y="138886"/>
                </a:lnTo>
                <a:lnTo>
                  <a:pt x="282813" y="139268"/>
                </a:lnTo>
                <a:lnTo>
                  <a:pt x="282083" y="139628"/>
                </a:lnTo>
                <a:lnTo>
                  <a:pt x="281338" y="139968"/>
                </a:lnTo>
                <a:lnTo>
                  <a:pt x="280579" y="140287"/>
                </a:lnTo>
                <a:lnTo>
                  <a:pt x="279804" y="140586"/>
                </a:lnTo>
                <a:lnTo>
                  <a:pt x="279015" y="140864"/>
                </a:lnTo>
                <a:lnTo>
                  <a:pt x="278211" y="141122"/>
                </a:lnTo>
                <a:lnTo>
                  <a:pt x="277393" y="141359"/>
                </a:lnTo>
                <a:lnTo>
                  <a:pt x="276559" y="141575"/>
                </a:lnTo>
                <a:lnTo>
                  <a:pt x="275711" y="141771"/>
                </a:lnTo>
                <a:lnTo>
                  <a:pt x="274848" y="141946"/>
                </a:lnTo>
                <a:lnTo>
                  <a:pt x="273970" y="142101"/>
                </a:lnTo>
                <a:lnTo>
                  <a:pt x="273077" y="142234"/>
                </a:lnTo>
                <a:lnTo>
                  <a:pt x="272170" y="142348"/>
                </a:lnTo>
                <a:lnTo>
                  <a:pt x="271247" y="142441"/>
                </a:lnTo>
                <a:lnTo>
                  <a:pt x="270310" y="142513"/>
                </a:lnTo>
                <a:lnTo>
                  <a:pt x="269358" y="142564"/>
                </a:lnTo>
                <a:lnTo>
                  <a:pt x="268392" y="142595"/>
                </a:lnTo>
                <a:lnTo>
                  <a:pt x="267410" y="142605"/>
                </a:lnTo>
                <a:lnTo>
                  <a:pt x="266552" y="142597"/>
                </a:lnTo>
                <a:lnTo>
                  <a:pt x="265711" y="142571"/>
                </a:lnTo>
                <a:lnTo>
                  <a:pt x="264885" y="142529"/>
                </a:lnTo>
                <a:lnTo>
                  <a:pt x="264075" y="142469"/>
                </a:lnTo>
                <a:lnTo>
                  <a:pt x="263280" y="142392"/>
                </a:lnTo>
                <a:close/>
                <a:moveTo>
                  <a:pt x="730715" y="83494"/>
                </a:moveTo>
                <a:lnTo>
                  <a:pt x="731861" y="82850"/>
                </a:lnTo>
                <a:lnTo>
                  <a:pt x="732978" y="82204"/>
                </a:lnTo>
                <a:lnTo>
                  <a:pt x="734063" y="81556"/>
                </a:lnTo>
                <a:lnTo>
                  <a:pt x="735119" y="80906"/>
                </a:lnTo>
                <a:lnTo>
                  <a:pt x="736144" y="80253"/>
                </a:lnTo>
                <a:lnTo>
                  <a:pt x="737139" y="79598"/>
                </a:lnTo>
                <a:lnTo>
                  <a:pt x="738104" y="78941"/>
                </a:lnTo>
                <a:lnTo>
                  <a:pt x="739039" y="78281"/>
                </a:lnTo>
                <a:lnTo>
                  <a:pt x="739943" y="77620"/>
                </a:lnTo>
                <a:lnTo>
                  <a:pt x="740817" y="76956"/>
                </a:lnTo>
                <a:lnTo>
                  <a:pt x="741661" y="76289"/>
                </a:lnTo>
                <a:lnTo>
                  <a:pt x="742474" y="75621"/>
                </a:lnTo>
                <a:lnTo>
                  <a:pt x="743257" y="74950"/>
                </a:lnTo>
                <a:lnTo>
                  <a:pt x="744010" y="74277"/>
                </a:lnTo>
                <a:lnTo>
                  <a:pt x="744733" y="73602"/>
                </a:lnTo>
                <a:lnTo>
                  <a:pt x="745425" y="72924"/>
                </a:lnTo>
                <a:lnTo>
                  <a:pt x="746088" y="72245"/>
                </a:lnTo>
                <a:lnTo>
                  <a:pt x="746720" y="71563"/>
                </a:lnTo>
                <a:lnTo>
                  <a:pt x="747321" y="70879"/>
                </a:lnTo>
                <a:lnTo>
                  <a:pt x="747893" y="70192"/>
                </a:lnTo>
                <a:lnTo>
                  <a:pt x="748438" y="69498"/>
                </a:lnTo>
                <a:lnTo>
                  <a:pt x="748959" y="68793"/>
                </a:lnTo>
                <a:lnTo>
                  <a:pt x="749458" y="68075"/>
                </a:lnTo>
                <a:lnTo>
                  <a:pt x="749933" y="67345"/>
                </a:lnTo>
                <a:lnTo>
                  <a:pt x="750385" y="66604"/>
                </a:lnTo>
                <a:lnTo>
                  <a:pt x="750814" y="65851"/>
                </a:lnTo>
                <a:lnTo>
                  <a:pt x="751220" y="65085"/>
                </a:lnTo>
                <a:lnTo>
                  <a:pt x="751603" y="64308"/>
                </a:lnTo>
                <a:lnTo>
                  <a:pt x="751962" y="63519"/>
                </a:lnTo>
                <a:lnTo>
                  <a:pt x="752298" y="62718"/>
                </a:lnTo>
                <a:lnTo>
                  <a:pt x="752611" y="61905"/>
                </a:lnTo>
                <a:lnTo>
                  <a:pt x="752901" y="61081"/>
                </a:lnTo>
                <a:lnTo>
                  <a:pt x="753168" y="60244"/>
                </a:lnTo>
                <a:lnTo>
                  <a:pt x="753411" y="59395"/>
                </a:lnTo>
                <a:lnTo>
                  <a:pt x="753631" y="58535"/>
                </a:lnTo>
                <a:lnTo>
                  <a:pt x="753829" y="57662"/>
                </a:lnTo>
                <a:lnTo>
                  <a:pt x="754002" y="56778"/>
                </a:lnTo>
                <a:lnTo>
                  <a:pt x="754153" y="55882"/>
                </a:lnTo>
                <a:lnTo>
                  <a:pt x="754281" y="54974"/>
                </a:lnTo>
                <a:lnTo>
                  <a:pt x="754385" y="54054"/>
                </a:lnTo>
                <a:lnTo>
                  <a:pt x="754466" y="53122"/>
                </a:lnTo>
                <a:lnTo>
                  <a:pt x="754524" y="52178"/>
                </a:lnTo>
                <a:lnTo>
                  <a:pt x="754559" y="51222"/>
                </a:lnTo>
                <a:lnTo>
                  <a:pt x="754571" y="50254"/>
                </a:lnTo>
                <a:lnTo>
                  <a:pt x="754563" y="49394"/>
                </a:lnTo>
                <a:lnTo>
                  <a:pt x="754538" y="48543"/>
                </a:lnTo>
                <a:lnTo>
                  <a:pt x="754498" y="47702"/>
                </a:lnTo>
                <a:lnTo>
                  <a:pt x="754442" y="46870"/>
                </a:lnTo>
                <a:lnTo>
                  <a:pt x="754369" y="46048"/>
                </a:lnTo>
                <a:lnTo>
                  <a:pt x="754281" y="45236"/>
                </a:lnTo>
                <a:lnTo>
                  <a:pt x="754176" y="44433"/>
                </a:lnTo>
                <a:lnTo>
                  <a:pt x="754055" y="43640"/>
                </a:lnTo>
                <a:lnTo>
                  <a:pt x="753918" y="42857"/>
                </a:lnTo>
                <a:lnTo>
                  <a:pt x="753765" y="42083"/>
                </a:lnTo>
                <a:lnTo>
                  <a:pt x="753596" y="41319"/>
                </a:lnTo>
                <a:lnTo>
                  <a:pt x="753411" y="40565"/>
                </a:lnTo>
                <a:lnTo>
                  <a:pt x="753210" y="39820"/>
                </a:lnTo>
                <a:lnTo>
                  <a:pt x="752992" y="39085"/>
                </a:lnTo>
                <a:lnTo>
                  <a:pt x="752759" y="38360"/>
                </a:lnTo>
                <a:lnTo>
                  <a:pt x="752509" y="37644"/>
                </a:lnTo>
                <a:lnTo>
                  <a:pt x="752244" y="36938"/>
                </a:lnTo>
                <a:lnTo>
                  <a:pt x="751962" y="36242"/>
                </a:lnTo>
                <a:lnTo>
                  <a:pt x="751664" y="35555"/>
                </a:lnTo>
                <a:lnTo>
                  <a:pt x="751350" y="34878"/>
                </a:lnTo>
                <a:lnTo>
                  <a:pt x="751020" y="34211"/>
                </a:lnTo>
                <a:lnTo>
                  <a:pt x="750674" y="33553"/>
                </a:lnTo>
                <a:lnTo>
                  <a:pt x="750311" y="32905"/>
                </a:lnTo>
                <a:lnTo>
                  <a:pt x="749933" y="32266"/>
                </a:lnTo>
                <a:lnTo>
                  <a:pt x="749540" y="31639"/>
                </a:lnTo>
                <a:lnTo>
                  <a:pt x="749133" y="31024"/>
                </a:lnTo>
                <a:lnTo>
                  <a:pt x="748713" y="30421"/>
                </a:lnTo>
                <a:lnTo>
                  <a:pt x="748280" y="29830"/>
                </a:lnTo>
                <a:lnTo>
                  <a:pt x="747832" y="29251"/>
                </a:lnTo>
                <a:lnTo>
                  <a:pt x="747372" y="28685"/>
                </a:lnTo>
                <a:lnTo>
                  <a:pt x="746898" y="28131"/>
                </a:lnTo>
                <a:lnTo>
                  <a:pt x="746410" y="27589"/>
                </a:lnTo>
                <a:lnTo>
                  <a:pt x="745909" y="27060"/>
                </a:lnTo>
                <a:lnTo>
                  <a:pt x="745394" y="26542"/>
                </a:lnTo>
                <a:lnTo>
                  <a:pt x="744866" y="26037"/>
                </a:lnTo>
                <a:lnTo>
                  <a:pt x="744324" y="25545"/>
                </a:lnTo>
                <a:lnTo>
                  <a:pt x="743768" y="25064"/>
                </a:lnTo>
                <a:lnTo>
                  <a:pt x="743199" y="24596"/>
                </a:lnTo>
                <a:lnTo>
                  <a:pt x="742617" y="24140"/>
                </a:lnTo>
                <a:lnTo>
                  <a:pt x="742021" y="23696"/>
                </a:lnTo>
                <a:lnTo>
                  <a:pt x="741412" y="23264"/>
                </a:lnTo>
                <a:lnTo>
                  <a:pt x="740789" y="22845"/>
                </a:lnTo>
                <a:lnTo>
                  <a:pt x="740152" y="22438"/>
                </a:lnTo>
                <a:lnTo>
                  <a:pt x="739502" y="22043"/>
                </a:lnTo>
                <a:lnTo>
                  <a:pt x="738838" y="21660"/>
                </a:lnTo>
                <a:lnTo>
                  <a:pt x="738161" y="21290"/>
                </a:lnTo>
                <a:lnTo>
                  <a:pt x="737471" y="20932"/>
                </a:lnTo>
                <a:lnTo>
                  <a:pt x="736766" y="20586"/>
                </a:lnTo>
                <a:lnTo>
                  <a:pt x="736050" y="20253"/>
                </a:lnTo>
                <a:lnTo>
                  <a:pt x="735323" y="19934"/>
                </a:lnTo>
                <a:lnTo>
                  <a:pt x="734585" y="19629"/>
                </a:lnTo>
                <a:lnTo>
                  <a:pt x="733836" y="19339"/>
                </a:lnTo>
                <a:lnTo>
                  <a:pt x="733076" y="19063"/>
                </a:lnTo>
                <a:lnTo>
                  <a:pt x="732305" y="18800"/>
                </a:lnTo>
                <a:lnTo>
                  <a:pt x="731523" y="18553"/>
                </a:lnTo>
                <a:lnTo>
                  <a:pt x="730730" y="18319"/>
                </a:lnTo>
                <a:lnTo>
                  <a:pt x="729926" y="18099"/>
                </a:lnTo>
                <a:lnTo>
                  <a:pt x="729112" y="17894"/>
                </a:lnTo>
                <a:lnTo>
                  <a:pt x="728286" y="17702"/>
                </a:lnTo>
                <a:lnTo>
                  <a:pt x="727449" y="17525"/>
                </a:lnTo>
                <a:lnTo>
                  <a:pt x="726602" y="17362"/>
                </a:lnTo>
                <a:lnTo>
                  <a:pt x="725743" y="17214"/>
                </a:lnTo>
                <a:lnTo>
                  <a:pt x="724873" y="17079"/>
                </a:lnTo>
                <a:lnTo>
                  <a:pt x="723993" y="16959"/>
                </a:lnTo>
                <a:lnTo>
                  <a:pt x="723101" y="16852"/>
                </a:lnTo>
                <a:lnTo>
                  <a:pt x="722199" y="16760"/>
                </a:lnTo>
                <a:lnTo>
                  <a:pt x="721286" y="16682"/>
                </a:lnTo>
                <a:lnTo>
                  <a:pt x="720361" y="16619"/>
                </a:lnTo>
                <a:lnTo>
                  <a:pt x="719426" y="16569"/>
                </a:lnTo>
                <a:lnTo>
                  <a:pt x="718480" y="16534"/>
                </a:lnTo>
                <a:lnTo>
                  <a:pt x="717523" y="16512"/>
                </a:lnTo>
                <a:lnTo>
                  <a:pt x="716554" y="16505"/>
                </a:lnTo>
                <a:lnTo>
                  <a:pt x="715586" y="16512"/>
                </a:lnTo>
                <a:lnTo>
                  <a:pt x="714629" y="16534"/>
                </a:lnTo>
                <a:lnTo>
                  <a:pt x="713683" y="16569"/>
                </a:lnTo>
                <a:lnTo>
                  <a:pt x="712747" y="16619"/>
                </a:lnTo>
                <a:lnTo>
                  <a:pt x="711823" y="16682"/>
                </a:lnTo>
                <a:lnTo>
                  <a:pt x="710910" y="16760"/>
                </a:lnTo>
                <a:lnTo>
                  <a:pt x="710007" y="16852"/>
                </a:lnTo>
                <a:lnTo>
                  <a:pt x="709116" y="16959"/>
                </a:lnTo>
                <a:lnTo>
                  <a:pt x="708235" y="17079"/>
                </a:lnTo>
                <a:lnTo>
                  <a:pt x="707365" y="17214"/>
                </a:lnTo>
                <a:lnTo>
                  <a:pt x="706507" y="17362"/>
                </a:lnTo>
                <a:lnTo>
                  <a:pt x="705659" y="17525"/>
                </a:lnTo>
                <a:lnTo>
                  <a:pt x="704822" y="17702"/>
                </a:lnTo>
                <a:lnTo>
                  <a:pt x="703996" y="17894"/>
                </a:lnTo>
                <a:lnTo>
                  <a:pt x="703181" y="18099"/>
                </a:lnTo>
                <a:lnTo>
                  <a:pt x="702377" y="18319"/>
                </a:lnTo>
                <a:lnTo>
                  <a:pt x="701584" y="18553"/>
                </a:lnTo>
                <a:lnTo>
                  <a:pt x="700802" y="18800"/>
                </a:lnTo>
                <a:lnTo>
                  <a:pt x="700031" y="19063"/>
                </a:lnTo>
                <a:lnTo>
                  <a:pt x="699271" y="19339"/>
                </a:lnTo>
                <a:lnTo>
                  <a:pt x="698521" y="19629"/>
                </a:lnTo>
                <a:lnTo>
                  <a:pt x="697783" y="19934"/>
                </a:lnTo>
                <a:lnTo>
                  <a:pt x="697056" y="20253"/>
                </a:lnTo>
                <a:lnTo>
                  <a:pt x="696339" y="20586"/>
                </a:lnTo>
                <a:lnTo>
                  <a:pt x="695635" y="20932"/>
                </a:lnTo>
                <a:lnTo>
                  <a:pt x="694945" y="21290"/>
                </a:lnTo>
                <a:lnTo>
                  <a:pt x="694268" y="21660"/>
                </a:lnTo>
                <a:lnTo>
                  <a:pt x="693605" y="22043"/>
                </a:lnTo>
                <a:lnTo>
                  <a:pt x="692955" y="22438"/>
                </a:lnTo>
                <a:lnTo>
                  <a:pt x="692318" y="22845"/>
                </a:lnTo>
                <a:lnTo>
                  <a:pt x="691695" y="23264"/>
                </a:lnTo>
                <a:lnTo>
                  <a:pt x="691086" y="23696"/>
                </a:lnTo>
                <a:lnTo>
                  <a:pt x="690490" y="24140"/>
                </a:lnTo>
                <a:lnTo>
                  <a:pt x="689908" y="24596"/>
                </a:lnTo>
                <a:lnTo>
                  <a:pt x="689339" y="25064"/>
                </a:lnTo>
                <a:lnTo>
                  <a:pt x="688784" y="25545"/>
                </a:lnTo>
                <a:lnTo>
                  <a:pt x="688242" y="26037"/>
                </a:lnTo>
                <a:lnTo>
                  <a:pt x="687713" y="26542"/>
                </a:lnTo>
                <a:lnTo>
                  <a:pt x="687199" y="27060"/>
                </a:lnTo>
                <a:lnTo>
                  <a:pt x="686697" y="27589"/>
                </a:lnTo>
                <a:lnTo>
                  <a:pt x="686209" y="28131"/>
                </a:lnTo>
                <a:lnTo>
                  <a:pt x="685735" y="28685"/>
                </a:lnTo>
                <a:lnTo>
                  <a:pt x="685274" y="29251"/>
                </a:lnTo>
                <a:lnTo>
                  <a:pt x="684827" y="29830"/>
                </a:lnTo>
                <a:lnTo>
                  <a:pt x="684393" y="30421"/>
                </a:lnTo>
                <a:lnTo>
                  <a:pt x="683973" y="31024"/>
                </a:lnTo>
                <a:lnTo>
                  <a:pt x="683566" y="31639"/>
                </a:lnTo>
                <a:lnTo>
                  <a:pt x="683173" y="32266"/>
                </a:lnTo>
                <a:lnTo>
                  <a:pt x="682795" y="32905"/>
                </a:lnTo>
                <a:lnTo>
                  <a:pt x="682433" y="33553"/>
                </a:lnTo>
                <a:lnTo>
                  <a:pt x="682087" y="34211"/>
                </a:lnTo>
                <a:lnTo>
                  <a:pt x="681757" y="34878"/>
                </a:lnTo>
                <a:lnTo>
                  <a:pt x="681443" y="35555"/>
                </a:lnTo>
                <a:lnTo>
                  <a:pt x="681145" y="36242"/>
                </a:lnTo>
                <a:lnTo>
                  <a:pt x="680864" y="36938"/>
                </a:lnTo>
                <a:lnTo>
                  <a:pt x="680598" y="37644"/>
                </a:lnTo>
                <a:lnTo>
                  <a:pt x="680349" y="38360"/>
                </a:lnTo>
                <a:lnTo>
                  <a:pt x="680115" y="39085"/>
                </a:lnTo>
                <a:lnTo>
                  <a:pt x="679898" y="39820"/>
                </a:lnTo>
                <a:lnTo>
                  <a:pt x="679697" y="40565"/>
                </a:lnTo>
                <a:lnTo>
                  <a:pt x="679512" y="41319"/>
                </a:lnTo>
                <a:lnTo>
                  <a:pt x="679343" y="42083"/>
                </a:lnTo>
                <a:lnTo>
                  <a:pt x="679190" y="42857"/>
                </a:lnTo>
                <a:lnTo>
                  <a:pt x="679053" y="43640"/>
                </a:lnTo>
                <a:lnTo>
                  <a:pt x="678932" y="44433"/>
                </a:lnTo>
                <a:lnTo>
                  <a:pt x="678828" y="45236"/>
                </a:lnTo>
                <a:lnTo>
                  <a:pt x="678739" y="46048"/>
                </a:lnTo>
                <a:lnTo>
                  <a:pt x="678667" y="46870"/>
                </a:lnTo>
                <a:lnTo>
                  <a:pt x="678611" y="47702"/>
                </a:lnTo>
                <a:lnTo>
                  <a:pt x="678570" y="48543"/>
                </a:lnTo>
                <a:lnTo>
                  <a:pt x="678546" y="49394"/>
                </a:lnTo>
                <a:lnTo>
                  <a:pt x="678538" y="50254"/>
                </a:lnTo>
                <a:lnTo>
                  <a:pt x="678550" y="51222"/>
                </a:lnTo>
                <a:lnTo>
                  <a:pt x="678584" y="52178"/>
                </a:lnTo>
                <a:lnTo>
                  <a:pt x="678642" y="53123"/>
                </a:lnTo>
                <a:lnTo>
                  <a:pt x="678724" y="54056"/>
                </a:lnTo>
                <a:lnTo>
                  <a:pt x="678828" y="54978"/>
                </a:lnTo>
                <a:lnTo>
                  <a:pt x="678955" y="55888"/>
                </a:lnTo>
                <a:lnTo>
                  <a:pt x="679106" y="56786"/>
                </a:lnTo>
                <a:lnTo>
                  <a:pt x="679280" y="57672"/>
                </a:lnTo>
                <a:lnTo>
                  <a:pt x="679477" y="58548"/>
                </a:lnTo>
                <a:lnTo>
                  <a:pt x="679697" y="59411"/>
                </a:lnTo>
                <a:lnTo>
                  <a:pt x="679940" y="60263"/>
                </a:lnTo>
                <a:lnTo>
                  <a:pt x="680207" y="61103"/>
                </a:lnTo>
                <a:lnTo>
                  <a:pt x="680497" y="61932"/>
                </a:lnTo>
                <a:lnTo>
                  <a:pt x="680810" y="62749"/>
                </a:lnTo>
                <a:lnTo>
                  <a:pt x="681146" y="63555"/>
                </a:lnTo>
                <a:lnTo>
                  <a:pt x="681505" y="64349"/>
                </a:lnTo>
                <a:lnTo>
                  <a:pt x="681887" y="65131"/>
                </a:lnTo>
                <a:lnTo>
                  <a:pt x="682293" y="65902"/>
                </a:lnTo>
                <a:lnTo>
                  <a:pt x="682722" y="66661"/>
                </a:lnTo>
                <a:lnTo>
                  <a:pt x="683174" y="67408"/>
                </a:lnTo>
                <a:lnTo>
                  <a:pt x="683649" y="68144"/>
                </a:lnTo>
                <a:lnTo>
                  <a:pt x="684147" y="68869"/>
                </a:lnTo>
                <a:lnTo>
                  <a:pt x="684669" y="69581"/>
                </a:lnTo>
                <a:lnTo>
                  <a:pt x="685213" y="70283"/>
                </a:lnTo>
                <a:lnTo>
                  <a:pt x="685784" y="70976"/>
                </a:lnTo>
                <a:lnTo>
                  <a:pt x="686383" y="71666"/>
                </a:lnTo>
                <a:lnTo>
                  <a:pt x="687010" y="72351"/>
                </a:lnTo>
                <a:lnTo>
                  <a:pt x="687666" y="73033"/>
                </a:lnTo>
                <a:lnTo>
                  <a:pt x="688350" y="73711"/>
                </a:lnTo>
                <a:lnTo>
                  <a:pt x="689062" y="74385"/>
                </a:lnTo>
                <a:lnTo>
                  <a:pt x="689802" y="75056"/>
                </a:lnTo>
                <a:lnTo>
                  <a:pt x="690571" y="75722"/>
                </a:lnTo>
                <a:lnTo>
                  <a:pt x="691369" y="76385"/>
                </a:lnTo>
                <a:lnTo>
                  <a:pt x="692194" y="77043"/>
                </a:lnTo>
                <a:lnTo>
                  <a:pt x="693048" y="77698"/>
                </a:lnTo>
                <a:lnTo>
                  <a:pt x="693930" y="78349"/>
                </a:lnTo>
                <a:lnTo>
                  <a:pt x="694840" y="78996"/>
                </a:lnTo>
                <a:lnTo>
                  <a:pt x="695779" y="79640"/>
                </a:lnTo>
                <a:lnTo>
                  <a:pt x="696746" y="80279"/>
                </a:lnTo>
                <a:lnTo>
                  <a:pt x="697742" y="80914"/>
                </a:lnTo>
                <a:lnTo>
                  <a:pt x="698765" y="81546"/>
                </a:lnTo>
                <a:lnTo>
                  <a:pt x="699817" y="82174"/>
                </a:lnTo>
                <a:lnTo>
                  <a:pt x="700898" y="82798"/>
                </a:lnTo>
                <a:lnTo>
                  <a:pt x="702006" y="83418"/>
                </a:lnTo>
                <a:lnTo>
                  <a:pt x="702603" y="83741"/>
                </a:lnTo>
                <a:lnTo>
                  <a:pt x="702025" y="84024"/>
                </a:lnTo>
                <a:lnTo>
                  <a:pt x="700875" y="84605"/>
                </a:lnTo>
                <a:lnTo>
                  <a:pt x="699752" y="85193"/>
                </a:lnTo>
                <a:lnTo>
                  <a:pt x="698656" y="85788"/>
                </a:lnTo>
                <a:lnTo>
                  <a:pt x="697586" y="86389"/>
                </a:lnTo>
                <a:lnTo>
                  <a:pt x="696543" y="86996"/>
                </a:lnTo>
                <a:lnTo>
                  <a:pt x="695527" y="87610"/>
                </a:lnTo>
                <a:lnTo>
                  <a:pt x="694537" y="88230"/>
                </a:lnTo>
                <a:lnTo>
                  <a:pt x="693574" y="88856"/>
                </a:lnTo>
                <a:lnTo>
                  <a:pt x="692638" y="89489"/>
                </a:lnTo>
                <a:lnTo>
                  <a:pt x="691729" y="90129"/>
                </a:lnTo>
                <a:lnTo>
                  <a:pt x="690846" y="90775"/>
                </a:lnTo>
                <a:lnTo>
                  <a:pt x="689990" y="91427"/>
                </a:lnTo>
                <a:lnTo>
                  <a:pt x="689161" y="92086"/>
                </a:lnTo>
                <a:lnTo>
                  <a:pt x="688359" y="92751"/>
                </a:lnTo>
                <a:lnTo>
                  <a:pt x="687583" y="93423"/>
                </a:lnTo>
                <a:lnTo>
                  <a:pt x="686834" y="94101"/>
                </a:lnTo>
                <a:lnTo>
                  <a:pt x="686111" y="94786"/>
                </a:lnTo>
                <a:lnTo>
                  <a:pt x="685416" y="95477"/>
                </a:lnTo>
                <a:lnTo>
                  <a:pt x="684747" y="96174"/>
                </a:lnTo>
                <a:lnTo>
                  <a:pt x="684105" y="96878"/>
                </a:lnTo>
                <a:lnTo>
                  <a:pt x="683489" y="97589"/>
                </a:lnTo>
                <a:lnTo>
                  <a:pt x="682900" y="98306"/>
                </a:lnTo>
                <a:lnTo>
                  <a:pt x="682338" y="99029"/>
                </a:lnTo>
                <a:lnTo>
                  <a:pt x="681801" y="99761"/>
                </a:lnTo>
                <a:lnTo>
                  <a:pt x="681287" y="100505"/>
                </a:lnTo>
                <a:lnTo>
                  <a:pt x="680796" y="101260"/>
                </a:lnTo>
                <a:lnTo>
                  <a:pt x="680327" y="102027"/>
                </a:lnTo>
                <a:lnTo>
                  <a:pt x="679882" y="102805"/>
                </a:lnTo>
                <a:lnTo>
                  <a:pt x="679459" y="103595"/>
                </a:lnTo>
                <a:lnTo>
                  <a:pt x="679059" y="104397"/>
                </a:lnTo>
                <a:lnTo>
                  <a:pt x="678682" y="105210"/>
                </a:lnTo>
                <a:lnTo>
                  <a:pt x="678328" y="106035"/>
                </a:lnTo>
                <a:lnTo>
                  <a:pt x="677996" y="106871"/>
                </a:lnTo>
                <a:lnTo>
                  <a:pt x="677688" y="107719"/>
                </a:lnTo>
                <a:lnTo>
                  <a:pt x="677402" y="108578"/>
                </a:lnTo>
                <a:lnTo>
                  <a:pt x="677139" y="109449"/>
                </a:lnTo>
                <a:lnTo>
                  <a:pt x="676899" y="110332"/>
                </a:lnTo>
                <a:lnTo>
                  <a:pt x="676682" y="111226"/>
                </a:lnTo>
                <a:lnTo>
                  <a:pt x="676488" y="112132"/>
                </a:lnTo>
                <a:lnTo>
                  <a:pt x="676317" y="113049"/>
                </a:lnTo>
                <a:lnTo>
                  <a:pt x="676168" y="113978"/>
                </a:lnTo>
                <a:lnTo>
                  <a:pt x="676042" y="114919"/>
                </a:lnTo>
                <a:lnTo>
                  <a:pt x="675939" y="115871"/>
                </a:lnTo>
                <a:lnTo>
                  <a:pt x="675859" y="116835"/>
                </a:lnTo>
                <a:lnTo>
                  <a:pt x="675802" y="117810"/>
                </a:lnTo>
                <a:lnTo>
                  <a:pt x="675768" y="118797"/>
                </a:lnTo>
                <a:lnTo>
                  <a:pt x="675757" y="119796"/>
                </a:lnTo>
                <a:lnTo>
                  <a:pt x="675765" y="120703"/>
                </a:lnTo>
                <a:lnTo>
                  <a:pt x="675791" y="121600"/>
                </a:lnTo>
                <a:lnTo>
                  <a:pt x="675835" y="122488"/>
                </a:lnTo>
                <a:lnTo>
                  <a:pt x="675896" y="123366"/>
                </a:lnTo>
                <a:lnTo>
                  <a:pt x="675974" y="124234"/>
                </a:lnTo>
                <a:lnTo>
                  <a:pt x="676069" y="125093"/>
                </a:lnTo>
                <a:lnTo>
                  <a:pt x="676182" y="125942"/>
                </a:lnTo>
                <a:lnTo>
                  <a:pt x="676313" y="126781"/>
                </a:lnTo>
                <a:lnTo>
                  <a:pt x="676461" y="127611"/>
                </a:lnTo>
                <a:lnTo>
                  <a:pt x="676626" y="128431"/>
                </a:lnTo>
                <a:lnTo>
                  <a:pt x="676808" y="129242"/>
                </a:lnTo>
                <a:lnTo>
                  <a:pt x="677008" y="130042"/>
                </a:lnTo>
                <a:lnTo>
                  <a:pt x="677225" y="130834"/>
                </a:lnTo>
                <a:lnTo>
                  <a:pt x="677460" y="131615"/>
                </a:lnTo>
                <a:lnTo>
                  <a:pt x="677712" y="132387"/>
                </a:lnTo>
                <a:lnTo>
                  <a:pt x="677981" y="133149"/>
                </a:lnTo>
                <a:lnTo>
                  <a:pt x="678268" y="133902"/>
                </a:lnTo>
                <a:lnTo>
                  <a:pt x="678572" y="134644"/>
                </a:lnTo>
                <a:lnTo>
                  <a:pt x="678894" y="135378"/>
                </a:lnTo>
                <a:lnTo>
                  <a:pt x="679233" y="136101"/>
                </a:lnTo>
                <a:lnTo>
                  <a:pt x="679589" y="136815"/>
                </a:lnTo>
                <a:lnTo>
                  <a:pt x="679963" y="137519"/>
                </a:lnTo>
                <a:lnTo>
                  <a:pt x="680354" y="138214"/>
                </a:lnTo>
                <a:lnTo>
                  <a:pt x="680762" y="138899"/>
                </a:lnTo>
                <a:lnTo>
                  <a:pt x="681187" y="139572"/>
                </a:lnTo>
                <a:lnTo>
                  <a:pt x="681626" y="140232"/>
                </a:lnTo>
                <a:lnTo>
                  <a:pt x="682080" y="140879"/>
                </a:lnTo>
                <a:lnTo>
                  <a:pt x="682548" y="141512"/>
                </a:lnTo>
                <a:lnTo>
                  <a:pt x="683030" y="142133"/>
                </a:lnTo>
                <a:lnTo>
                  <a:pt x="683527" y="142740"/>
                </a:lnTo>
                <a:lnTo>
                  <a:pt x="684039" y="143334"/>
                </a:lnTo>
                <a:lnTo>
                  <a:pt x="684565" y="143915"/>
                </a:lnTo>
                <a:lnTo>
                  <a:pt x="685105" y="144483"/>
                </a:lnTo>
                <a:lnTo>
                  <a:pt x="685660" y="145037"/>
                </a:lnTo>
                <a:lnTo>
                  <a:pt x="686229" y="145578"/>
                </a:lnTo>
                <a:lnTo>
                  <a:pt x="686813" y="146106"/>
                </a:lnTo>
                <a:lnTo>
                  <a:pt x="687412" y="146621"/>
                </a:lnTo>
                <a:lnTo>
                  <a:pt x="688025" y="147123"/>
                </a:lnTo>
                <a:lnTo>
                  <a:pt x="688652" y="147611"/>
                </a:lnTo>
                <a:lnTo>
                  <a:pt x="689294" y="148087"/>
                </a:lnTo>
                <a:lnTo>
                  <a:pt x="689950" y="148549"/>
                </a:lnTo>
                <a:lnTo>
                  <a:pt x="690621" y="148998"/>
                </a:lnTo>
                <a:lnTo>
                  <a:pt x="691306" y="149433"/>
                </a:lnTo>
                <a:lnTo>
                  <a:pt x="692006" y="149856"/>
                </a:lnTo>
                <a:lnTo>
                  <a:pt x="692720" y="150265"/>
                </a:lnTo>
                <a:lnTo>
                  <a:pt x="693449" y="150661"/>
                </a:lnTo>
                <a:lnTo>
                  <a:pt x="694192" y="151044"/>
                </a:lnTo>
                <a:lnTo>
                  <a:pt x="694950" y="151414"/>
                </a:lnTo>
                <a:lnTo>
                  <a:pt x="695721" y="151770"/>
                </a:lnTo>
                <a:lnTo>
                  <a:pt x="696502" y="152110"/>
                </a:lnTo>
                <a:lnTo>
                  <a:pt x="697296" y="152435"/>
                </a:lnTo>
                <a:lnTo>
                  <a:pt x="698100" y="152746"/>
                </a:lnTo>
                <a:lnTo>
                  <a:pt x="698916" y="153041"/>
                </a:lnTo>
                <a:lnTo>
                  <a:pt x="699743" y="153320"/>
                </a:lnTo>
                <a:lnTo>
                  <a:pt x="700581" y="153585"/>
                </a:lnTo>
                <a:lnTo>
                  <a:pt x="701430" y="153835"/>
                </a:lnTo>
                <a:lnTo>
                  <a:pt x="702291" y="154069"/>
                </a:lnTo>
                <a:lnTo>
                  <a:pt x="703163" y="154289"/>
                </a:lnTo>
                <a:lnTo>
                  <a:pt x="704046" y="154493"/>
                </a:lnTo>
                <a:lnTo>
                  <a:pt x="704941" y="154682"/>
                </a:lnTo>
                <a:lnTo>
                  <a:pt x="705847" y="154856"/>
                </a:lnTo>
                <a:lnTo>
                  <a:pt x="706764" y="155015"/>
                </a:lnTo>
                <a:lnTo>
                  <a:pt x="707692" y="155159"/>
                </a:lnTo>
                <a:lnTo>
                  <a:pt x="708632" y="155287"/>
                </a:lnTo>
                <a:lnTo>
                  <a:pt x="709583" y="155401"/>
                </a:lnTo>
                <a:lnTo>
                  <a:pt x="710545" y="155499"/>
                </a:lnTo>
                <a:lnTo>
                  <a:pt x="711518" y="155583"/>
                </a:lnTo>
                <a:lnTo>
                  <a:pt x="712503" y="155651"/>
                </a:lnTo>
                <a:lnTo>
                  <a:pt x="713499" y="155704"/>
                </a:lnTo>
                <a:lnTo>
                  <a:pt x="714506" y="155741"/>
                </a:lnTo>
                <a:lnTo>
                  <a:pt x="715525" y="155764"/>
                </a:lnTo>
                <a:lnTo>
                  <a:pt x="716554" y="155772"/>
                </a:lnTo>
                <a:lnTo>
                  <a:pt x="718102" y="155755"/>
                </a:lnTo>
                <a:lnTo>
                  <a:pt x="719622" y="155704"/>
                </a:lnTo>
                <a:lnTo>
                  <a:pt x="721116" y="155620"/>
                </a:lnTo>
                <a:lnTo>
                  <a:pt x="722584" y="155501"/>
                </a:lnTo>
                <a:lnTo>
                  <a:pt x="724024" y="155349"/>
                </a:lnTo>
                <a:lnTo>
                  <a:pt x="725438" y="155163"/>
                </a:lnTo>
                <a:lnTo>
                  <a:pt x="726825" y="154944"/>
                </a:lnTo>
                <a:lnTo>
                  <a:pt x="728185" y="154690"/>
                </a:lnTo>
                <a:lnTo>
                  <a:pt x="729519" y="154403"/>
                </a:lnTo>
                <a:lnTo>
                  <a:pt x="730826" y="154082"/>
                </a:lnTo>
                <a:lnTo>
                  <a:pt x="732106" y="153727"/>
                </a:lnTo>
                <a:lnTo>
                  <a:pt x="733360" y="153338"/>
                </a:lnTo>
                <a:lnTo>
                  <a:pt x="734586" y="152916"/>
                </a:lnTo>
                <a:lnTo>
                  <a:pt x="735786" y="152459"/>
                </a:lnTo>
                <a:lnTo>
                  <a:pt x="736960" y="151969"/>
                </a:lnTo>
                <a:lnTo>
                  <a:pt x="738106" y="151445"/>
                </a:lnTo>
                <a:lnTo>
                  <a:pt x="739226" y="150888"/>
                </a:lnTo>
                <a:lnTo>
                  <a:pt x="740319" y="150296"/>
                </a:lnTo>
                <a:lnTo>
                  <a:pt x="741385" y="149671"/>
                </a:lnTo>
                <a:lnTo>
                  <a:pt x="742425" y="149012"/>
                </a:lnTo>
                <a:lnTo>
                  <a:pt x="743438" y="148319"/>
                </a:lnTo>
                <a:lnTo>
                  <a:pt x="744424" y="147592"/>
                </a:lnTo>
                <a:lnTo>
                  <a:pt x="745384" y="146832"/>
                </a:lnTo>
                <a:lnTo>
                  <a:pt x="746316" y="146038"/>
                </a:lnTo>
                <a:lnTo>
                  <a:pt x="747217" y="145215"/>
                </a:lnTo>
                <a:lnTo>
                  <a:pt x="748079" y="144368"/>
                </a:lnTo>
                <a:lnTo>
                  <a:pt x="748903" y="143498"/>
                </a:lnTo>
                <a:lnTo>
                  <a:pt x="749688" y="142604"/>
                </a:lnTo>
                <a:lnTo>
                  <a:pt x="750436" y="141687"/>
                </a:lnTo>
                <a:lnTo>
                  <a:pt x="751145" y="140746"/>
                </a:lnTo>
                <a:lnTo>
                  <a:pt x="751815" y="139782"/>
                </a:lnTo>
                <a:lnTo>
                  <a:pt x="752447" y="138794"/>
                </a:lnTo>
                <a:lnTo>
                  <a:pt x="753041" y="137783"/>
                </a:lnTo>
                <a:lnTo>
                  <a:pt x="753597" y="136749"/>
                </a:lnTo>
                <a:lnTo>
                  <a:pt x="754114" y="135690"/>
                </a:lnTo>
                <a:lnTo>
                  <a:pt x="754593" y="134609"/>
                </a:lnTo>
                <a:lnTo>
                  <a:pt x="755034" y="133504"/>
                </a:lnTo>
                <a:lnTo>
                  <a:pt x="755436" y="132375"/>
                </a:lnTo>
                <a:lnTo>
                  <a:pt x="755800" y="131223"/>
                </a:lnTo>
                <a:lnTo>
                  <a:pt x="756126" y="130047"/>
                </a:lnTo>
                <a:lnTo>
                  <a:pt x="756413" y="128848"/>
                </a:lnTo>
                <a:lnTo>
                  <a:pt x="756662" y="127625"/>
                </a:lnTo>
                <a:lnTo>
                  <a:pt x="756873" y="126379"/>
                </a:lnTo>
                <a:lnTo>
                  <a:pt x="757046" y="125109"/>
                </a:lnTo>
                <a:lnTo>
                  <a:pt x="757180" y="123816"/>
                </a:lnTo>
                <a:lnTo>
                  <a:pt x="757275" y="122500"/>
                </a:lnTo>
                <a:lnTo>
                  <a:pt x="757333" y="121159"/>
                </a:lnTo>
                <a:lnTo>
                  <a:pt x="757352" y="119796"/>
                </a:lnTo>
                <a:lnTo>
                  <a:pt x="757341" y="118782"/>
                </a:lnTo>
                <a:lnTo>
                  <a:pt x="757306" y="117780"/>
                </a:lnTo>
                <a:lnTo>
                  <a:pt x="757248" y="116790"/>
                </a:lnTo>
                <a:lnTo>
                  <a:pt x="757167" y="115811"/>
                </a:lnTo>
                <a:lnTo>
                  <a:pt x="757062" y="114845"/>
                </a:lnTo>
                <a:lnTo>
                  <a:pt x="756935" y="113891"/>
                </a:lnTo>
                <a:lnTo>
                  <a:pt x="756784" y="112948"/>
                </a:lnTo>
                <a:lnTo>
                  <a:pt x="756610" y="112018"/>
                </a:lnTo>
                <a:lnTo>
                  <a:pt x="756413" y="111099"/>
                </a:lnTo>
                <a:lnTo>
                  <a:pt x="756193" y="110193"/>
                </a:lnTo>
                <a:lnTo>
                  <a:pt x="755949" y="109298"/>
                </a:lnTo>
                <a:lnTo>
                  <a:pt x="755683" y="108415"/>
                </a:lnTo>
                <a:lnTo>
                  <a:pt x="755393" y="107544"/>
                </a:lnTo>
                <a:lnTo>
                  <a:pt x="755080" y="106685"/>
                </a:lnTo>
                <a:lnTo>
                  <a:pt x="754744" y="105838"/>
                </a:lnTo>
                <a:lnTo>
                  <a:pt x="754384" y="105002"/>
                </a:lnTo>
                <a:lnTo>
                  <a:pt x="754002" y="104179"/>
                </a:lnTo>
                <a:lnTo>
                  <a:pt x="753596" y="103367"/>
                </a:lnTo>
                <a:lnTo>
                  <a:pt x="753167" y="102568"/>
                </a:lnTo>
                <a:lnTo>
                  <a:pt x="752715" y="101780"/>
                </a:lnTo>
                <a:lnTo>
                  <a:pt x="752239" y="101005"/>
                </a:lnTo>
                <a:lnTo>
                  <a:pt x="751741" y="100241"/>
                </a:lnTo>
                <a:lnTo>
                  <a:pt x="751219" y="99489"/>
                </a:lnTo>
                <a:lnTo>
                  <a:pt x="750674" y="98749"/>
                </a:lnTo>
                <a:lnTo>
                  <a:pt x="750104" y="98018"/>
                </a:lnTo>
                <a:lnTo>
                  <a:pt x="749505" y="97294"/>
                </a:lnTo>
                <a:lnTo>
                  <a:pt x="748878" y="96577"/>
                </a:lnTo>
                <a:lnTo>
                  <a:pt x="748222" y="95867"/>
                </a:lnTo>
                <a:lnTo>
                  <a:pt x="747539" y="95163"/>
                </a:lnTo>
                <a:lnTo>
                  <a:pt x="746827" y="94466"/>
                </a:lnTo>
                <a:lnTo>
                  <a:pt x="746086" y="93776"/>
                </a:lnTo>
                <a:lnTo>
                  <a:pt x="745317" y="93093"/>
                </a:lnTo>
                <a:lnTo>
                  <a:pt x="744520" y="92416"/>
                </a:lnTo>
                <a:lnTo>
                  <a:pt x="743695" y="91746"/>
                </a:lnTo>
                <a:lnTo>
                  <a:pt x="742841" y="91083"/>
                </a:lnTo>
                <a:lnTo>
                  <a:pt x="741959" y="90427"/>
                </a:lnTo>
                <a:lnTo>
                  <a:pt x="741048" y="89777"/>
                </a:lnTo>
                <a:lnTo>
                  <a:pt x="740110" y="89134"/>
                </a:lnTo>
                <a:lnTo>
                  <a:pt x="739142" y="88498"/>
                </a:lnTo>
                <a:lnTo>
                  <a:pt x="738147" y="87869"/>
                </a:lnTo>
                <a:lnTo>
                  <a:pt x="737123" y="87247"/>
                </a:lnTo>
                <a:lnTo>
                  <a:pt x="736071" y="86631"/>
                </a:lnTo>
                <a:lnTo>
                  <a:pt x="734991" y="86022"/>
                </a:lnTo>
                <a:lnTo>
                  <a:pt x="733882" y="85420"/>
                </a:lnTo>
                <a:lnTo>
                  <a:pt x="732745" y="84824"/>
                </a:lnTo>
                <a:lnTo>
                  <a:pt x="731579" y="84235"/>
                </a:lnTo>
                <a:lnTo>
                  <a:pt x="730405" y="83663"/>
                </a:lnTo>
                <a:lnTo>
                  <a:pt x="730715" y="83494"/>
                </a:lnTo>
                <a:close/>
                <a:moveTo>
                  <a:pt x="710547" y="74236"/>
                </a:moveTo>
                <a:lnTo>
                  <a:pt x="709931" y="73913"/>
                </a:lnTo>
                <a:lnTo>
                  <a:pt x="709325" y="73582"/>
                </a:lnTo>
                <a:lnTo>
                  <a:pt x="708731" y="73241"/>
                </a:lnTo>
                <a:lnTo>
                  <a:pt x="708148" y="72891"/>
                </a:lnTo>
                <a:lnTo>
                  <a:pt x="707576" y="72533"/>
                </a:lnTo>
                <a:lnTo>
                  <a:pt x="707016" y="72165"/>
                </a:lnTo>
                <a:lnTo>
                  <a:pt x="706467" y="71788"/>
                </a:lnTo>
                <a:lnTo>
                  <a:pt x="705929" y="71403"/>
                </a:lnTo>
                <a:lnTo>
                  <a:pt x="705403" y="71008"/>
                </a:lnTo>
                <a:lnTo>
                  <a:pt x="704887" y="70604"/>
                </a:lnTo>
                <a:lnTo>
                  <a:pt x="704383" y="70191"/>
                </a:lnTo>
                <a:lnTo>
                  <a:pt x="703891" y="69770"/>
                </a:lnTo>
                <a:lnTo>
                  <a:pt x="703409" y="69339"/>
                </a:lnTo>
                <a:lnTo>
                  <a:pt x="702939" y="68899"/>
                </a:lnTo>
                <a:lnTo>
                  <a:pt x="702480" y="68450"/>
                </a:lnTo>
                <a:lnTo>
                  <a:pt x="702032" y="67992"/>
                </a:lnTo>
                <a:lnTo>
                  <a:pt x="701596" y="67526"/>
                </a:lnTo>
                <a:lnTo>
                  <a:pt x="701171" y="67050"/>
                </a:lnTo>
                <a:lnTo>
                  <a:pt x="700757" y="66565"/>
                </a:lnTo>
                <a:lnTo>
                  <a:pt x="700354" y="66071"/>
                </a:lnTo>
                <a:lnTo>
                  <a:pt x="699963" y="65568"/>
                </a:lnTo>
                <a:lnTo>
                  <a:pt x="699583" y="65056"/>
                </a:lnTo>
                <a:lnTo>
                  <a:pt x="699214" y="64536"/>
                </a:lnTo>
                <a:lnTo>
                  <a:pt x="698859" y="64008"/>
                </a:lnTo>
                <a:lnTo>
                  <a:pt x="698518" y="63477"/>
                </a:lnTo>
                <a:lnTo>
                  <a:pt x="698193" y="62941"/>
                </a:lnTo>
                <a:lnTo>
                  <a:pt x="697883" y="62402"/>
                </a:lnTo>
                <a:lnTo>
                  <a:pt x="697588" y="61859"/>
                </a:lnTo>
                <a:lnTo>
                  <a:pt x="697308" y="61313"/>
                </a:lnTo>
                <a:lnTo>
                  <a:pt x="697043" y="60762"/>
                </a:lnTo>
                <a:lnTo>
                  <a:pt x="696793" y="60208"/>
                </a:lnTo>
                <a:lnTo>
                  <a:pt x="696559" y="59649"/>
                </a:lnTo>
                <a:lnTo>
                  <a:pt x="696339" y="59087"/>
                </a:lnTo>
                <a:lnTo>
                  <a:pt x="696135" y="58521"/>
                </a:lnTo>
                <a:lnTo>
                  <a:pt x="695946" y="57951"/>
                </a:lnTo>
                <a:lnTo>
                  <a:pt x="695772" y="57377"/>
                </a:lnTo>
                <a:lnTo>
                  <a:pt x="695613" y="56800"/>
                </a:lnTo>
                <a:lnTo>
                  <a:pt x="695469" y="56218"/>
                </a:lnTo>
                <a:lnTo>
                  <a:pt x="695341" y="55633"/>
                </a:lnTo>
                <a:lnTo>
                  <a:pt x="695227" y="55044"/>
                </a:lnTo>
                <a:lnTo>
                  <a:pt x="695129" y="54451"/>
                </a:lnTo>
                <a:lnTo>
                  <a:pt x="695046" y="53854"/>
                </a:lnTo>
                <a:lnTo>
                  <a:pt x="694978" y="53253"/>
                </a:lnTo>
                <a:lnTo>
                  <a:pt x="694925" y="52649"/>
                </a:lnTo>
                <a:lnTo>
                  <a:pt x="694887" y="52040"/>
                </a:lnTo>
                <a:lnTo>
                  <a:pt x="694864" y="51428"/>
                </a:lnTo>
                <a:lnTo>
                  <a:pt x="694857" y="50812"/>
                </a:lnTo>
                <a:lnTo>
                  <a:pt x="694867" y="50076"/>
                </a:lnTo>
                <a:lnTo>
                  <a:pt x="694897" y="49353"/>
                </a:lnTo>
                <a:lnTo>
                  <a:pt x="694948" y="48643"/>
                </a:lnTo>
                <a:lnTo>
                  <a:pt x="695019" y="47945"/>
                </a:lnTo>
                <a:lnTo>
                  <a:pt x="695110" y="47260"/>
                </a:lnTo>
                <a:lnTo>
                  <a:pt x="695222" y="46587"/>
                </a:lnTo>
                <a:lnTo>
                  <a:pt x="695354" y="45927"/>
                </a:lnTo>
                <a:lnTo>
                  <a:pt x="695506" y="45279"/>
                </a:lnTo>
                <a:lnTo>
                  <a:pt x="695678" y="44644"/>
                </a:lnTo>
                <a:lnTo>
                  <a:pt x="695871" y="44022"/>
                </a:lnTo>
                <a:lnTo>
                  <a:pt x="696084" y="43412"/>
                </a:lnTo>
                <a:lnTo>
                  <a:pt x="696317" y="42815"/>
                </a:lnTo>
                <a:lnTo>
                  <a:pt x="696570" y="42230"/>
                </a:lnTo>
                <a:lnTo>
                  <a:pt x="696844" y="41658"/>
                </a:lnTo>
                <a:lnTo>
                  <a:pt x="697138" y="41098"/>
                </a:lnTo>
                <a:lnTo>
                  <a:pt x="697452" y="40551"/>
                </a:lnTo>
                <a:lnTo>
                  <a:pt x="697787" y="40016"/>
                </a:lnTo>
                <a:lnTo>
                  <a:pt x="698142" y="39495"/>
                </a:lnTo>
                <a:lnTo>
                  <a:pt x="698517" y="38985"/>
                </a:lnTo>
                <a:lnTo>
                  <a:pt x="698912" y="38488"/>
                </a:lnTo>
                <a:lnTo>
                  <a:pt x="699328" y="38004"/>
                </a:lnTo>
                <a:lnTo>
                  <a:pt x="699764" y="37532"/>
                </a:lnTo>
                <a:lnTo>
                  <a:pt x="700220" y="37073"/>
                </a:lnTo>
                <a:lnTo>
                  <a:pt x="700697" y="36627"/>
                </a:lnTo>
                <a:lnTo>
                  <a:pt x="701191" y="36196"/>
                </a:lnTo>
                <a:lnTo>
                  <a:pt x="701700" y="35783"/>
                </a:lnTo>
                <a:lnTo>
                  <a:pt x="702223" y="35388"/>
                </a:lnTo>
                <a:lnTo>
                  <a:pt x="702761" y="35012"/>
                </a:lnTo>
                <a:lnTo>
                  <a:pt x="703313" y="34654"/>
                </a:lnTo>
                <a:lnTo>
                  <a:pt x="703879" y="34314"/>
                </a:lnTo>
                <a:lnTo>
                  <a:pt x="704460" y="33993"/>
                </a:lnTo>
                <a:lnTo>
                  <a:pt x="705056" y="33690"/>
                </a:lnTo>
                <a:lnTo>
                  <a:pt x="705666" y="33406"/>
                </a:lnTo>
                <a:lnTo>
                  <a:pt x="706290" y="33140"/>
                </a:lnTo>
                <a:lnTo>
                  <a:pt x="706929" y="32892"/>
                </a:lnTo>
                <a:lnTo>
                  <a:pt x="707583" y="32663"/>
                </a:lnTo>
                <a:lnTo>
                  <a:pt x="708251" y="32451"/>
                </a:lnTo>
                <a:lnTo>
                  <a:pt x="708933" y="32259"/>
                </a:lnTo>
                <a:lnTo>
                  <a:pt x="709630" y="32084"/>
                </a:lnTo>
                <a:lnTo>
                  <a:pt x="710342" y="31928"/>
                </a:lnTo>
                <a:lnTo>
                  <a:pt x="711068" y="31791"/>
                </a:lnTo>
                <a:lnTo>
                  <a:pt x="711808" y="31671"/>
                </a:lnTo>
                <a:lnTo>
                  <a:pt x="712563" y="31571"/>
                </a:lnTo>
                <a:lnTo>
                  <a:pt x="713332" y="31488"/>
                </a:lnTo>
                <a:lnTo>
                  <a:pt x="714116" y="31424"/>
                </a:lnTo>
                <a:lnTo>
                  <a:pt x="714914" y="31378"/>
                </a:lnTo>
                <a:lnTo>
                  <a:pt x="715727" y="31350"/>
                </a:lnTo>
                <a:lnTo>
                  <a:pt x="716554" y="31341"/>
                </a:lnTo>
                <a:lnTo>
                  <a:pt x="717382" y="31350"/>
                </a:lnTo>
                <a:lnTo>
                  <a:pt x="718194" y="31377"/>
                </a:lnTo>
                <a:lnTo>
                  <a:pt x="718993" y="31422"/>
                </a:lnTo>
                <a:lnTo>
                  <a:pt x="719776" y="31485"/>
                </a:lnTo>
                <a:lnTo>
                  <a:pt x="720546" y="31566"/>
                </a:lnTo>
                <a:lnTo>
                  <a:pt x="721301" y="31666"/>
                </a:lnTo>
                <a:lnTo>
                  <a:pt x="722041" y="31783"/>
                </a:lnTo>
                <a:lnTo>
                  <a:pt x="722767" y="31918"/>
                </a:lnTo>
                <a:lnTo>
                  <a:pt x="723478" y="32071"/>
                </a:lnTo>
                <a:lnTo>
                  <a:pt x="724175" y="32243"/>
                </a:lnTo>
                <a:lnTo>
                  <a:pt x="724857" y="32432"/>
                </a:lnTo>
                <a:lnTo>
                  <a:pt x="725525" y="32639"/>
                </a:lnTo>
                <a:lnTo>
                  <a:pt x="726178" y="32865"/>
                </a:lnTo>
                <a:lnTo>
                  <a:pt x="726817" y="33108"/>
                </a:lnTo>
                <a:lnTo>
                  <a:pt x="727442" y="33369"/>
                </a:lnTo>
                <a:lnTo>
                  <a:pt x="728051" y="33649"/>
                </a:lnTo>
                <a:lnTo>
                  <a:pt x="728647" y="33946"/>
                </a:lnTo>
                <a:lnTo>
                  <a:pt x="729228" y="34262"/>
                </a:lnTo>
                <a:lnTo>
                  <a:pt x="729794" y="34595"/>
                </a:lnTo>
                <a:lnTo>
                  <a:pt x="730346" y="34947"/>
                </a:lnTo>
                <a:lnTo>
                  <a:pt x="730884" y="35317"/>
                </a:lnTo>
                <a:lnTo>
                  <a:pt x="731406" y="35704"/>
                </a:lnTo>
                <a:lnTo>
                  <a:pt x="731915" y="36110"/>
                </a:lnTo>
                <a:lnTo>
                  <a:pt x="732409" y="36533"/>
                </a:lnTo>
                <a:lnTo>
                  <a:pt x="732886" y="36973"/>
                </a:lnTo>
                <a:lnTo>
                  <a:pt x="733342" y="37425"/>
                </a:lnTo>
                <a:lnTo>
                  <a:pt x="733778" y="37889"/>
                </a:lnTo>
                <a:lnTo>
                  <a:pt x="734194" y="38367"/>
                </a:lnTo>
                <a:lnTo>
                  <a:pt x="734590" y="38858"/>
                </a:lnTo>
                <a:lnTo>
                  <a:pt x="734965" y="39361"/>
                </a:lnTo>
                <a:lnTo>
                  <a:pt x="735320" y="39878"/>
                </a:lnTo>
                <a:lnTo>
                  <a:pt x="735655" y="40407"/>
                </a:lnTo>
                <a:lnTo>
                  <a:pt x="735970" y="40949"/>
                </a:lnTo>
                <a:lnTo>
                  <a:pt x="736264" y="41504"/>
                </a:lnTo>
                <a:lnTo>
                  <a:pt x="736538" y="42072"/>
                </a:lnTo>
                <a:lnTo>
                  <a:pt x="736791" y="42653"/>
                </a:lnTo>
                <a:lnTo>
                  <a:pt x="737025" y="43246"/>
                </a:lnTo>
                <a:lnTo>
                  <a:pt x="737238" y="43853"/>
                </a:lnTo>
                <a:lnTo>
                  <a:pt x="737430" y="44472"/>
                </a:lnTo>
                <a:lnTo>
                  <a:pt x="737603" y="45104"/>
                </a:lnTo>
                <a:lnTo>
                  <a:pt x="737755" y="45749"/>
                </a:lnTo>
                <a:lnTo>
                  <a:pt x="737887" y="46407"/>
                </a:lnTo>
                <a:lnTo>
                  <a:pt x="737998" y="47078"/>
                </a:lnTo>
                <a:lnTo>
                  <a:pt x="738090" y="47762"/>
                </a:lnTo>
                <a:lnTo>
                  <a:pt x="738161" y="48458"/>
                </a:lnTo>
                <a:lnTo>
                  <a:pt x="738211" y="49168"/>
                </a:lnTo>
                <a:lnTo>
                  <a:pt x="738242" y="49890"/>
                </a:lnTo>
                <a:lnTo>
                  <a:pt x="738252" y="50625"/>
                </a:lnTo>
                <a:lnTo>
                  <a:pt x="738244" y="51256"/>
                </a:lnTo>
                <a:lnTo>
                  <a:pt x="738221" y="51883"/>
                </a:lnTo>
                <a:lnTo>
                  <a:pt x="738182" y="52506"/>
                </a:lnTo>
                <a:lnTo>
                  <a:pt x="738128" y="53123"/>
                </a:lnTo>
                <a:lnTo>
                  <a:pt x="738059" y="53737"/>
                </a:lnTo>
                <a:lnTo>
                  <a:pt x="737974" y="54346"/>
                </a:lnTo>
                <a:lnTo>
                  <a:pt x="737873" y="54950"/>
                </a:lnTo>
                <a:lnTo>
                  <a:pt x="737757" y="55550"/>
                </a:lnTo>
                <a:lnTo>
                  <a:pt x="737626" y="56145"/>
                </a:lnTo>
                <a:lnTo>
                  <a:pt x="737479" y="56736"/>
                </a:lnTo>
                <a:lnTo>
                  <a:pt x="737317" y="57322"/>
                </a:lnTo>
                <a:lnTo>
                  <a:pt x="737139" y="57904"/>
                </a:lnTo>
                <a:lnTo>
                  <a:pt x="736946" y="58482"/>
                </a:lnTo>
                <a:lnTo>
                  <a:pt x="736737" y="59055"/>
                </a:lnTo>
                <a:lnTo>
                  <a:pt x="736513" y="59623"/>
                </a:lnTo>
                <a:lnTo>
                  <a:pt x="736274" y="60187"/>
                </a:lnTo>
                <a:lnTo>
                  <a:pt x="736019" y="60746"/>
                </a:lnTo>
                <a:lnTo>
                  <a:pt x="735748" y="61301"/>
                </a:lnTo>
                <a:lnTo>
                  <a:pt x="735462" y="61851"/>
                </a:lnTo>
                <a:lnTo>
                  <a:pt x="735161" y="62397"/>
                </a:lnTo>
                <a:lnTo>
                  <a:pt x="734844" y="62939"/>
                </a:lnTo>
                <a:lnTo>
                  <a:pt x="734512" y="63475"/>
                </a:lnTo>
                <a:lnTo>
                  <a:pt x="734164" y="64008"/>
                </a:lnTo>
                <a:lnTo>
                  <a:pt x="733801" y="64536"/>
                </a:lnTo>
                <a:lnTo>
                  <a:pt x="733424" y="65057"/>
                </a:lnTo>
                <a:lnTo>
                  <a:pt x="733033" y="65570"/>
                </a:lnTo>
                <a:lnTo>
                  <a:pt x="732630" y="66074"/>
                </a:lnTo>
                <a:lnTo>
                  <a:pt x="732214" y="66570"/>
                </a:lnTo>
                <a:lnTo>
                  <a:pt x="731785" y="67058"/>
                </a:lnTo>
                <a:lnTo>
                  <a:pt x="731344" y="67537"/>
                </a:lnTo>
                <a:lnTo>
                  <a:pt x="730889" y="68008"/>
                </a:lnTo>
                <a:lnTo>
                  <a:pt x="730421" y="68471"/>
                </a:lnTo>
                <a:lnTo>
                  <a:pt x="729941" y="68925"/>
                </a:lnTo>
                <a:lnTo>
                  <a:pt x="729448" y="69371"/>
                </a:lnTo>
                <a:lnTo>
                  <a:pt x="728942" y="69808"/>
                </a:lnTo>
                <a:lnTo>
                  <a:pt x="728423" y="70237"/>
                </a:lnTo>
                <a:lnTo>
                  <a:pt x="727891" y="70658"/>
                </a:lnTo>
                <a:lnTo>
                  <a:pt x="727346" y="71070"/>
                </a:lnTo>
                <a:lnTo>
                  <a:pt x="726788" y="71474"/>
                </a:lnTo>
                <a:lnTo>
                  <a:pt x="726218" y="71870"/>
                </a:lnTo>
                <a:lnTo>
                  <a:pt x="725634" y="72257"/>
                </a:lnTo>
                <a:lnTo>
                  <a:pt x="725038" y="72636"/>
                </a:lnTo>
                <a:lnTo>
                  <a:pt x="724429" y="73007"/>
                </a:lnTo>
                <a:lnTo>
                  <a:pt x="723806" y="73369"/>
                </a:lnTo>
                <a:lnTo>
                  <a:pt x="723172" y="73723"/>
                </a:lnTo>
                <a:lnTo>
                  <a:pt x="722524" y="74068"/>
                </a:lnTo>
                <a:lnTo>
                  <a:pt x="721863" y="74405"/>
                </a:lnTo>
                <a:lnTo>
                  <a:pt x="721189" y="74734"/>
                </a:lnTo>
                <a:lnTo>
                  <a:pt x="716428" y="77040"/>
                </a:lnTo>
                <a:lnTo>
                  <a:pt x="711175" y="74550"/>
                </a:lnTo>
                <a:lnTo>
                  <a:pt x="710547" y="74236"/>
                </a:lnTo>
                <a:close/>
                <a:moveTo>
                  <a:pt x="725186" y="94904"/>
                </a:moveTo>
                <a:lnTo>
                  <a:pt x="725831" y="95242"/>
                </a:lnTo>
                <a:lnTo>
                  <a:pt x="726464" y="95590"/>
                </a:lnTo>
                <a:lnTo>
                  <a:pt x="727083" y="95946"/>
                </a:lnTo>
                <a:lnTo>
                  <a:pt x="727690" y="96311"/>
                </a:lnTo>
                <a:lnTo>
                  <a:pt x="728283" y="96685"/>
                </a:lnTo>
                <a:lnTo>
                  <a:pt x="728864" y="97069"/>
                </a:lnTo>
                <a:lnTo>
                  <a:pt x="729432" y="97461"/>
                </a:lnTo>
                <a:lnTo>
                  <a:pt x="729987" y="97862"/>
                </a:lnTo>
                <a:lnTo>
                  <a:pt x="730529" y="98273"/>
                </a:lnTo>
                <a:lnTo>
                  <a:pt x="731058" y="98692"/>
                </a:lnTo>
                <a:lnTo>
                  <a:pt x="731575" y="99120"/>
                </a:lnTo>
                <a:lnTo>
                  <a:pt x="732078" y="99557"/>
                </a:lnTo>
                <a:lnTo>
                  <a:pt x="732569" y="100004"/>
                </a:lnTo>
                <a:lnTo>
                  <a:pt x="733047" y="100459"/>
                </a:lnTo>
                <a:lnTo>
                  <a:pt x="733511" y="100924"/>
                </a:lnTo>
                <a:lnTo>
                  <a:pt x="733963" y="101397"/>
                </a:lnTo>
                <a:lnTo>
                  <a:pt x="734402" y="101879"/>
                </a:lnTo>
                <a:lnTo>
                  <a:pt x="734829" y="102371"/>
                </a:lnTo>
                <a:lnTo>
                  <a:pt x="735242" y="102871"/>
                </a:lnTo>
                <a:lnTo>
                  <a:pt x="735642" y="103380"/>
                </a:lnTo>
                <a:lnTo>
                  <a:pt x="736030" y="103899"/>
                </a:lnTo>
                <a:lnTo>
                  <a:pt x="736405" y="104426"/>
                </a:lnTo>
                <a:lnTo>
                  <a:pt x="736766" y="104963"/>
                </a:lnTo>
                <a:lnTo>
                  <a:pt x="737115" y="105506"/>
                </a:lnTo>
                <a:lnTo>
                  <a:pt x="737448" y="106054"/>
                </a:lnTo>
                <a:lnTo>
                  <a:pt x="737767" y="106608"/>
                </a:lnTo>
                <a:lnTo>
                  <a:pt x="738070" y="107167"/>
                </a:lnTo>
                <a:lnTo>
                  <a:pt x="738359" y="107731"/>
                </a:lnTo>
                <a:lnTo>
                  <a:pt x="738633" y="108300"/>
                </a:lnTo>
                <a:lnTo>
                  <a:pt x="738893" y="108874"/>
                </a:lnTo>
                <a:lnTo>
                  <a:pt x="739137" y="109453"/>
                </a:lnTo>
                <a:lnTo>
                  <a:pt x="739367" y="110038"/>
                </a:lnTo>
                <a:lnTo>
                  <a:pt x="739582" y="110628"/>
                </a:lnTo>
                <a:lnTo>
                  <a:pt x="739782" y="111222"/>
                </a:lnTo>
                <a:lnTo>
                  <a:pt x="739967" y="111822"/>
                </a:lnTo>
                <a:lnTo>
                  <a:pt x="740137" y="112428"/>
                </a:lnTo>
                <a:lnTo>
                  <a:pt x="740293" y="113038"/>
                </a:lnTo>
                <a:lnTo>
                  <a:pt x="740433" y="113653"/>
                </a:lnTo>
                <a:lnTo>
                  <a:pt x="740559" y="114274"/>
                </a:lnTo>
                <a:lnTo>
                  <a:pt x="740671" y="114900"/>
                </a:lnTo>
                <a:lnTo>
                  <a:pt x="740767" y="115531"/>
                </a:lnTo>
                <a:lnTo>
                  <a:pt x="740848" y="116167"/>
                </a:lnTo>
                <a:lnTo>
                  <a:pt x="740915" y="116808"/>
                </a:lnTo>
                <a:lnTo>
                  <a:pt x="740967" y="117455"/>
                </a:lnTo>
                <a:lnTo>
                  <a:pt x="741004" y="118106"/>
                </a:lnTo>
                <a:lnTo>
                  <a:pt x="741026" y="118763"/>
                </a:lnTo>
                <a:lnTo>
                  <a:pt x="741034" y="119425"/>
                </a:lnTo>
                <a:lnTo>
                  <a:pt x="741022" y="120237"/>
                </a:lnTo>
                <a:lnTo>
                  <a:pt x="740988" y="121036"/>
                </a:lnTo>
                <a:lnTo>
                  <a:pt x="740931" y="121820"/>
                </a:lnTo>
                <a:lnTo>
                  <a:pt x="740851" y="122591"/>
                </a:lnTo>
                <a:lnTo>
                  <a:pt x="740748" y="123348"/>
                </a:lnTo>
                <a:lnTo>
                  <a:pt x="740622" y="124091"/>
                </a:lnTo>
                <a:lnTo>
                  <a:pt x="740473" y="124820"/>
                </a:lnTo>
                <a:lnTo>
                  <a:pt x="740302" y="125535"/>
                </a:lnTo>
                <a:lnTo>
                  <a:pt x="740108" y="126237"/>
                </a:lnTo>
                <a:lnTo>
                  <a:pt x="739890" y="126924"/>
                </a:lnTo>
                <a:lnTo>
                  <a:pt x="739650" y="127598"/>
                </a:lnTo>
                <a:lnTo>
                  <a:pt x="739387" y="128258"/>
                </a:lnTo>
                <a:lnTo>
                  <a:pt x="739102" y="128904"/>
                </a:lnTo>
                <a:lnTo>
                  <a:pt x="738793" y="129536"/>
                </a:lnTo>
                <a:lnTo>
                  <a:pt x="738461" y="130154"/>
                </a:lnTo>
                <a:lnTo>
                  <a:pt x="738107" y="130759"/>
                </a:lnTo>
                <a:lnTo>
                  <a:pt x="737730" y="131349"/>
                </a:lnTo>
                <a:lnTo>
                  <a:pt x="737330" y="131926"/>
                </a:lnTo>
                <a:lnTo>
                  <a:pt x="736907" y="132489"/>
                </a:lnTo>
                <a:lnTo>
                  <a:pt x="736461" y="133038"/>
                </a:lnTo>
                <a:lnTo>
                  <a:pt x="735992" y="133573"/>
                </a:lnTo>
                <a:lnTo>
                  <a:pt x="735501" y="134094"/>
                </a:lnTo>
                <a:lnTo>
                  <a:pt x="734986" y="134602"/>
                </a:lnTo>
                <a:lnTo>
                  <a:pt x="734449" y="135095"/>
                </a:lnTo>
                <a:lnTo>
                  <a:pt x="733892" y="135572"/>
                </a:lnTo>
                <a:lnTo>
                  <a:pt x="733319" y="136028"/>
                </a:lnTo>
                <a:lnTo>
                  <a:pt x="732729" y="136464"/>
                </a:lnTo>
                <a:lnTo>
                  <a:pt x="732123" y="136880"/>
                </a:lnTo>
                <a:lnTo>
                  <a:pt x="731500" y="137275"/>
                </a:lnTo>
                <a:lnTo>
                  <a:pt x="730861" y="137651"/>
                </a:lnTo>
                <a:lnTo>
                  <a:pt x="730206" y="138006"/>
                </a:lnTo>
                <a:lnTo>
                  <a:pt x="729534" y="138340"/>
                </a:lnTo>
                <a:lnTo>
                  <a:pt x="728846" y="138654"/>
                </a:lnTo>
                <a:lnTo>
                  <a:pt x="728141" y="138949"/>
                </a:lnTo>
                <a:lnTo>
                  <a:pt x="727420" y="139222"/>
                </a:lnTo>
                <a:lnTo>
                  <a:pt x="726683" y="139476"/>
                </a:lnTo>
                <a:lnTo>
                  <a:pt x="725929" y="139709"/>
                </a:lnTo>
                <a:lnTo>
                  <a:pt x="725159" y="139922"/>
                </a:lnTo>
                <a:lnTo>
                  <a:pt x="724372" y="140115"/>
                </a:lnTo>
                <a:lnTo>
                  <a:pt x="723569" y="140287"/>
                </a:lnTo>
                <a:lnTo>
                  <a:pt x="722750" y="140439"/>
                </a:lnTo>
                <a:lnTo>
                  <a:pt x="721914" y="140571"/>
                </a:lnTo>
                <a:lnTo>
                  <a:pt x="721062" y="140682"/>
                </a:lnTo>
                <a:lnTo>
                  <a:pt x="720193" y="140774"/>
                </a:lnTo>
                <a:lnTo>
                  <a:pt x="719308" y="140845"/>
                </a:lnTo>
                <a:lnTo>
                  <a:pt x="718407" y="140895"/>
                </a:lnTo>
                <a:lnTo>
                  <a:pt x="717489" y="140926"/>
                </a:lnTo>
                <a:lnTo>
                  <a:pt x="716554" y="140936"/>
                </a:lnTo>
                <a:lnTo>
                  <a:pt x="715620" y="140926"/>
                </a:lnTo>
                <a:lnTo>
                  <a:pt x="714702" y="140895"/>
                </a:lnTo>
                <a:lnTo>
                  <a:pt x="713800" y="140843"/>
                </a:lnTo>
                <a:lnTo>
                  <a:pt x="712915" y="140771"/>
                </a:lnTo>
                <a:lnTo>
                  <a:pt x="712046" y="140678"/>
                </a:lnTo>
                <a:lnTo>
                  <a:pt x="711193" y="140565"/>
                </a:lnTo>
                <a:lnTo>
                  <a:pt x="710357" y="140431"/>
                </a:lnTo>
                <a:lnTo>
                  <a:pt x="709538" y="140277"/>
                </a:lnTo>
                <a:lnTo>
                  <a:pt x="708735" y="140101"/>
                </a:lnTo>
                <a:lnTo>
                  <a:pt x="707948" y="139906"/>
                </a:lnTo>
                <a:lnTo>
                  <a:pt x="707177" y="139689"/>
                </a:lnTo>
                <a:lnTo>
                  <a:pt x="706424" y="139452"/>
                </a:lnTo>
                <a:lnTo>
                  <a:pt x="705686" y="139195"/>
                </a:lnTo>
                <a:lnTo>
                  <a:pt x="704965" y="138917"/>
                </a:lnTo>
                <a:lnTo>
                  <a:pt x="704260" y="138618"/>
                </a:lnTo>
                <a:lnTo>
                  <a:pt x="703572" y="138299"/>
                </a:lnTo>
                <a:lnTo>
                  <a:pt x="702900" y="137959"/>
                </a:lnTo>
                <a:lnTo>
                  <a:pt x="702245" y="137598"/>
                </a:lnTo>
                <a:lnTo>
                  <a:pt x="701606" y="137217"/>
                </a:lnTo>
                <a:lnTo>
                  <a:pt x="700983" y="136815"/>
                </a:lnTo>
                <a:lnTo>
                  <a:pt x="700377" y="136393"/>
                </a:lnTo>
                <a:lnTo>
                  <a:pt x="699787" y="135950"/>
                </a:lnTo>
                <a:lnTo>
                  <a:pt x="699214" y="135486"/>
                </a:lnTo>
                <a:lnTo>
                  <a:pt x="698657" y="135002"/>
                </a:lnTo>
                <a:lnTo>
                  <a:pt x="698120" y="134501"/>
                </a:lnTo>
                <a:lnTo>
                  <a:pt x="697606" y="133985"/>
                </a:lnTo>
                <a:lnTo>
                  <a:pt x="697114" y="133455"/>
                </a:lnTo>
                <a:lnTo>
                  <a:pt x="696646" y="132911"/>
                </a:lnTo>
                <a:lnTo>
                  <a:pt x="696200" y="132353"/>
                </a:lnTo>
                <a:lnTo>
                  <a:pt x="695777" y="131780"/>
                </a:lnTo>
                <a:lnTo>
                  <a:pt x="695377" y="131194"/>
                </a:lnTo>
                <a:lnTo>
                  <a:pt x="695000" y="130593"/>
                </a:lnTo>
                <a:lnTo>
                  <a:pt x="694646" y="129978"/>
                </a:lnTo>
                <a:lnTo>
                  <a:pt x="694315" y="129349"/>
                </a:lnTo>
                <a:lnTo>
                  <a:pt x="694006" y="128706"/>
                </a:lnTo>
                <a:lnTo>
                  <a:pt x="693721" y="128048"/>
                </a:lnTo>
                <a:lnTo>
                  <a:pt x="693458" y="127377"/>
                </a:lnTo>
                <a:lnTo>
                  <a:pt x="693218" y="126691"/>
                </a:lnTo>
                <a:lnTo>
                  <a:pt x="693001" y="125991"/>
                </a:lnTo>
                <a:lnTo>
                  <a:pt x="692806" y="125277"/>
                </a:lnTo>
                <a:lnTo>
                  <a:pt x="692635" y="124549"/>
                </a:lnTo>
                <a:lnTo>
                  <a:pt x="692486" y="123806"/>
                </a:lnTo>
                <a:lnTo>
                  <a:pt x="692361" y="123050"/>
                </a:lnTo>
                <a:lnTo>
                  <a:pt x="692258" y="122279"/>
                </a:lnTo>
                <a:lnTo>
                  <a:pt x="692178" y="121494"/>
                </a:lnTo>
                <a:lnTo>
                  <a:pt x="692121" y="120695"/>
                </a:lnTo>
                <a:lnTo>
                  <a:pt x="692087" y="119882"/>
                </a:lnTo>
                <a:lnTo>
                  <a:pt x="692075" y="119054"/>
                </a:lnTo>
                <a:lnTo>
                  <a:pt x="692082" y="118408"/>
                </a:lnTo>
                <a:lnTo>
                  <a:pt x="692104" y="117766"/>
                </a:lnTo>
                <a:lnTo>
                  <a:pt x="692140" y="117129"/>
                </a:lnTo>
                <a:lnTo>
                  <a:pt x="692191" y="116497"/>
                </a:lnTo>
                <a:lnTo>
                  <a:pt x="692256" y="115870"/>
                </a:lnTo>
                <a:lnTo>
                  <a:pt x="692336" y="115248"/>
                </a:lnTo>
                <a:lnTo>
                  <a:pt x="692430" y="114630"/>
                </a:lnTo>
                <a:lnTo>
                  <a:pt x="692539" y="114017"/>
                </a:lnTo>
                <a:lnTo>
                  <a:pt x="692662" y="113409"/>
                </a:lnTo>
                <a:lnTo>
                  <a:pt x="692799" y="112806"/>
                </a:lnTo>
                <a:lnTo>
                  <a:pt x="692951" y="112208"/>
                </a:lnTo>
                <a:lnTo>
                  <a:pt x="693118" y="111614"/>
                </a:lnTo>
                <a:lnTo>
                  <a:pt x="693299" y="111026"/>
                </a:lnTo>
                <a:lnTo>
                  <a:pt x="693494" y="110442"/>
                </a:lnTo>
                <a:lnTo>
                  <a:pt x="693704" y="109863"/>
                </a:lnTo>
                <a:lnTo>
                  <a:pt x="693929" y="109289"/>
                </a:lnTo>
                <a:lnTo>
                  <a:pt x="694168" y="108720"/>
                </a:lnTo>
                <a:lnTo>
                  <a:pt x="694421" y="108155"/>
                </a:lnTo>
                <a:lnTo>
                  <a:pt x="694689" y="107595"/>
                </a:lnTo>
                <a:lnTo>
                  <a:pt x="694972" y="107040"/>
                </a:lnTo>
                <a:lnTo>
                  <a:pt x="695268" y="106490"/>
                </a:lnTo>
                <a:lnTo>
                  <a:pt x="695580" y="105945"/>
                </a:lnTo>
                <a:lnTo>
                  <a:pt x="695906" y="105405"/>
                </a:lnTo>
                <a:lnTo>
                  <a:pt x="696246" y="104869"/>
                </a:lnTo>
                <a:lnTo>
                  <a:pt x="696600" y="104341"/>
                </a:lnTo>
                <a:lnTo>
                  <a:pt x="696965" y="103822"/>
                </a:lnTo>
                <a:lnTo>
                  <a:pt x="697343" y="103312"/>
                </a:lnTo>
                <a:lnTo>
                  <a:pt x="697733" y="102811"/>
                </a:lnTo>
                <a:lnTo>
                  <a:pt x="698134" y="102320"/>
                </a:lnTo>
                <a:lnTo>
                  <a:pt x="698547" y="101838"/>
                </a:lnTo>
                <a:lnTo>
                  <a:pt x="698972" y="101366"/>
                </a:lnTo>
                <a:lnTo>
                  <a:pt x="699410" y="100903"/>
                </a:lnTo>
                <a:lnTo>
                  <a:pt x="699859" y="100449"/>
                </a:lnTo>
                <a:lnTo>
                  <a:pt x="700320" y="100004"/>
                </a:lnTo>
                <a:lnTo>
                  <a:pt x="700792" y="99569"/>
                </a:lnTo>
                <a:lnTo>
                  <a:pt x="701277" y="99144"/>
                </a:lnTo>
                <a:lnTo>
                  <a:pt x="701774" y="98727"/>
                </a:lnTo>
                <a:lnTo>
                  <a:pt x="702282" y="98320"/>
                </a:lnTo>
                <a:lnTo>
                  <a:pt x="702803" y="97922"/>
                </a:lnTo>
                <a:lnTo>
                  <a:pt x="703335" y="97534"/>
                </a:lnTo>
                <a:lnTo>
                  <a:pt x="703880" y="97154"/>
                </a:lnTo>
                <a:lnTo>
                  <a:pt x="704436" y="96785"/>
                </a:lnTo>
                <a:lnTo>
                  <a:pt x="705004" y="96424"/>
                </a:lnTo>
                <a:lnTo>
                  <a:pt x="705584" y="96073"/>
                </a:lnTo>
                <a:lnTo>
                  <a:pt x="706176" y="95731"/>
                </a:lnTo>
                <a:lnTo>
                  <a:pt x="706780" y="95399"/>
                </a:lnTo>
                <a:lnTo>
                  <a:pt x="707395" y="95076"/>
                </a:lnTo>
                <a:lnTo>
                  <a:pt x="708023" y="94762"/>
                </a:lnTo>
                <a:lnTo>
                  <a:pt x="716466" y="90629"/>
                </a:lnTo>
                <a:lnTo>
                  <a:pt x="724528" y="94575"/>
                </a:lnTo>
                <a:lnTo>
                  <a:pt x="725186" y="94904"/>
                </a:lnTo>
                <a:close/>
                <a:moveTo>
                  <a:pt x="1495227" y="14836"/>
                </a:moveTo>
                <a:lnTo>
                  <a:pt x="1495227" y="159481"/>
                </a:lnTo>
                <a:lnTo>
                  <a:pt x="1466484" y="159481"/>
                </a:lnTo>
                <a:lnTo>
                  <a:pt x="1466484" y="174317"/>
                </a:lnTo>
                <a:lnTo>
                  <a:pt x="1511919" y="174317"/>
                </a:lnTo>
                <a:lnTo>
                  <a:pt x="1511919" y="0"/>
                </a:lnTo>
                <a:lnTo>
                  <a:pt x="1466484" y="0"/>
                </a:lnTo>
                <a:lnTo>
                  <a:pt x="1466484" y="14836"/>
                </a:lnTo>
                <a:lnTo>
                  <a:pt x="1495227" y="14836"/>
                </a:lnTo>
                <a:close/>
                <a:moveTo>
                  <a:pt x="1251105" y="137794"/>
                </a:moveTo>
                <a:lnTo>
                  <a:pt x="1251329" y="138623"/>
                </a:lnTo>
                <a:lnTo>
                  <a:pt x="1251580" y="139434"/>
                </a:lnTo>
                <a:lnTo>
                  <a:pt x="1251857" y="140229"/>
                </a:lnTo>
                <a:lnTo>
                  <a:pt x="1252161" y="141006"/>
                </a:lnTo>
                <a:lnTo>
                  <a:pt x="1252491" y="141766"/>
                </a:lnTo>
                <a:lnTo>
                  <a:pt x="1252847" y="142509"/>
                </a:lnTo>
                <a:lnTo>
                  <a:pt x="1253230" y="143236"/>
                </a:lnTo>
                <a:lnTo>
                  <a:pt x="1253639" y="143945"/>
                </a:lnTo>
                <a:lnTo>
                  <a:pt x="1254075" y="144637"/>
                </a:lnTo>
                <a:lnTo>
                  <a:pt x="1254537" y="145312"/>
                </a:lnTo>
                <a:lnTo>
                  <a:pt x="1255025" y="145970"/>
                </a:lnTo>
                <a:lnTo>
                  <a:pt x="1255540" y="146610"/>
                </a:lnTo>
                <a:lnTo>
                  <a:pt x="1256081" y="147234"/>
                </a:lnTo>
                <a:lnTo>
                  <a:pt x="1256649" y="147841"/>
                </a:lnTo>
                <a:lnTo>
                  <a:pt x="1257243" y="148431"/>
                </a:lnTo>
                <a:lnTo>
                  <a:pt x="1257863" y="149003"/>
                </a:lnTo>
                <a:lnTo>
                  <a:pt x="1258505" y="149555"/>
                </a:lnTo>
                <a:lnTo>
                  <a:pt x="1259165" y="150084"/>
                </a:lnTo>
                <a:lnTo>
                  <a:pt x="1259842" y="150590"/>
                </a:lnTo>
                <a:lnTo>
                  <a:pt x="1260537" y="151071"/>
                </a:lnTo>
                <a:lnTo>
                  <a:pt x="1261248" y="151530"/>
                </a:lnTo>
                <a:lnTo>
                  <a:pt x="1261978" y="151964"/>
                </a:lnTo>
                <a:lnTo>
                  <a:pt x="1262724" y="152376"/>
                </a:lnTo>
                <a:lnTo>
                  <a:pt x="1263488" y="152763"/>
                </a:lnTo>
                <a:lnTo>
                  <a:pt x="1264269" y="153128"/>
                </a:lnTo>
                <a:lnTo>
                  <a:pt x="1265068" y="153468"/>
                </a:lnTo>
                <a:lnTo>
                  <a:pt x="1265884" y="153786"/>
                </a:lnTo>
                <a:lnTo>
                  <a:pt x="1266718" y="154080"/>
                </a:lnTo>
                <a:lnTo>
                  <a:pt x="1267569" y="154350"/>
                </a:lnTo>
                <a:lnTo>
                  <a:pt x="1268437" y="154597"/>
                </a:lnTo>
                <a:lnTo>
                  <a:pt x="1269323" y="154820"/>
                </a:lnTo>
                <a:lnTo>
                  <a:pt x="1270226" y="155020"/>
                </a:lnTo>
                <a:lnTo>
                  <a:pt x="1271146" y="155196"/>
                </a:lnTo>
                <a:lnTo>
                  <a:pt x="1272084" y="155349"/>
                </a:lnTo>
                <a:lnTo>
                  <a:pt x="1273039" y="155478"/>
                </a:lnTo>
                <a:lnTo>
                  <a:pt x="1274011" y="155584"/>
                </a:lnTo>
                <a:lnTo>
                  <a:pt x="1275001" y="155666"/>
                </a:lnTo>
                <a:lnTo>
                  <a:pt x="1276009" y="155725"/>
                </a:lnTo>
                <a:lnTo>
                  <a:pt x="1277033" y="155760"/>
                </a:lnTo>
                <a:lnTo>
                  <a:pt x="1278075" y="155772"/>
                </a:lnTo>
                <a:lnTo>
                  <a:pt x="1279347" y="155754"/>
                </a:lnTo>
                <a:lnTo>
                  <a:pt x="1280598" y="155701"/>
                </a:lnTo>
                <a:lnTo>
                  <a:pt x="1281827" y="155612"/>
                </a:lnTo>
                <a:lnTo>
                  <a:pt x="1283035" y="155488"/>
                </a:lnTo>
                <a:lnTo>
                  <a:pt x="1284222" y="155329"/>
                </a:lnTo>
                <a:lnTo>
                  <a:pt x="1285388" y="155134"/>
                </a:lnTo>
                <a:lnTo>
                  <a:pt x="1286533" y="154904"/>
                </a:lnTo>
                <a:lnTo>
                  <a:pt x="1287656" y="154639"/>
                </a:lnTo>
                <a:lnTo>
                  <a:pt x="1288758" y="154338"/>
                </a:lnTo>
                <a:lnTo>
                  <a:pt x="1289838" y="154001"/>
                </a:lnTo>
                <a:lnTo>
                  <a:pt x="1290898" y="153629"/>
                </a:lnTo>
                <a:lnTo>
                  <a:pt x="1291936" y="153222"/>
                </a:lnTo>
                <a:lnTo>
                  <a:pt x="1292953" y="152780"/>
                </a:lnTo>
                <a:lnTo>
                  <a:pt x="1293949" y="152302"/>
                </a:lnTo>
                <a:lnTo>
                  <a:pt x="1294924" y="151788"/>
                </a:lnTo>
                <a:lnTo>
                  <a:pt x="1295877" y="151239"/>
                </a:lnTo>
                <a:lnTo>
                  <a:pt x="1296809" y="150655"/>
                </a:lnTo>
                <a:lnTo>
                  <a:pt x="1297720" y="150035"/>
                </a:lnTo>
                <a:lnTo>
                  <a:pt x="1298609" y="149380"/>
                </a:lnTo>
                <a:lnTo>
                  <a:pt x="1299478" y="148690"/>
                </a:lnTo>
                <a:lnTo>
                  <a:pt x="1300325" y="147964"/>
                </a:lnTo>
                <a:lnTo>
                  <a:pt x="1301150" y="147202"/>
                </a:lnTo>
                <a:lnTo>
                  <a:pt x="1301955" y="146406"/>
                </a:lnTo>
                <a:lnTo>
                  <a:pt x="1302738" y="145574"/>
                </a:lnTo>
                <a:lnTo>
                  <a:pt x="1303495" y="144711"/>
                </a:lnTo>
                <a:lnTo>
                  <a:pt x="1304219" y="143823"/>
                </a:lnTo>
                <a:lnTo>
                  <a:pt x="1304912" y="142910"/>
                </a:lnTo>
                <a:lnTo>
                  <a:pt x="1305572" y="141973"/>
                </a:lnTo>
                <a:lnTo>
                  <a:pt x="1306200" y="141010"/>
                </a:lnTo>
                <a:lnTo>
                  <a:pt x="1306795" y="140021"/>
                </a:lnTo>
                <a:lnTo>
                  <a:pt x="1307359" y="139008"/>
                </a:lnTo>
                <a:lnTo>
                  <a:pt x="1307890" y="137970"/>
                </a:lnTo>
                <a:lnTo>
                  <a:pt x="1308389" y="136906"/>
                </a:lnTo>
                <a:lnTo>
                  <a:pt x="1308856" y="135818"/>
                </a:lnTo>
                <a:lnTo>
                  <a:pt x="1309290" y="134704"/>
                </a:lnTo>
                <a:lnTo>
                  <a:pt x="1309693" y="133565"/>
                </a:lnTo>
                <a:lnTo>
                  <a:pt x="1310063" y="132402"/>
                </a:lnTo>
                <a:lnTo>
                  <a:pt x="1310401" y="131213"/>
                </a:lnTo>
                <a:lnTo>
                  <a:pt x="1310707" y="129998"/>
                </a:lnTo>
                <a:lnTo>
                  <a:pt x="1310981" y="128759"/>
                </a:lnTo>
                <a:lnTo>
                  <a:pt x="1311222" y="127495"/>
                </a:lnTo>
                <a:lnTo>
                  <a:pt x="1311432" y="126206"/>
                </a:lnTo>
                <a:lnTo>
                  <a:pt x="1311609" y="124891"/>
                </a:lnTo>
                <a:lnTo>
                  <a:pt x="1311754" y="123552"/>
                </a:lnTo>
                <a:lnTo>
                  <a:pt x="1311866" y="122187"/>
                </a:lnTo>
                <a:lnTo>
                  <a:pt x="1311947" y="120797"/>
                </a:lnTo>
                <a:lnTo>
                  <a:pt x="1311995" y="119382"/>
                </a:lnTo>
                <a:lnTo>
                  <a:pt x="1312011" y="117942"/>
                </a:lnTo>
                <a:lnTo>
                  <a:pt x="1312011" y="88087"/>
                </a:lnTo>
                <a:lnTo>
                  <a:pt x="1311995" y="86631"/>
                </a:lnTo>
                <a:lnTo>
                  <a:pt x="1311947" y="85202"/>
                </a:lnTo>
                <a:lnTo>
                  <a:pt x="1311866" y="83798"/>
                </a:lnTo>
                <a:lnTo>
                  <a:pt x="1311754" y="82420"/>
                </a:lnTo>
                <a:lnTo>
                  <a:pt x="1311609" y="81068"/>
                </a:lnTo>
                <a:lnTo>
                  <a:pt x="1311432" y="79742"/>
                </a:lnTo>
                <a:lnTo>
                  <a:pt x="1311222" y="78441"/>
                </a:lnTo>
                <a:lnTo>
                  <a:pt x="1310981" y="77166"/>
                </a:lnTo>
                <a:lnTo>
                  <a:pt x="1310707" y="75917"/>
                </a:lnTo>
                <a:lnTo>
                  <a:pt x="1310401" y="74694"/>
                </a:lnTo>
                <a:lnTo>
                  <a:pt x="1310063" y="73496"/>
                </a:lnTo>
                <a:lnTo>
                  <a:pt x="1309693" y="72324"/>
                </a:lnTo>
                <a:lnTo>
                  <a:pt x="1309290" y="71178"/>
                </a:lnTo>
                <a:lnTo>
                  <a:pt x="1308856" y="70058"/>
                </a:lnTo>
                <a:lnTo>
                  <a:pt x="1308389" y="68963"/>
                </a:lnTo>
                <a:lnTo>
                  <a:pt x="1307890" y="67894"/>
                </a:lnTo>
                <a:lnTo>
                  <a:pt x="1307359" y="66851"/>
                </a:lnTo>
                <a:lnTo>
                  <a:pt x="1306795" y="65834"/>
                </a:lnTo>
                <a:lnTo>
                  <a:pt x="1306200" y="64843"/>
                </a:lnTo>
                <a:lnTo>
                  <a:pt x="1305572" y="63877"/>
                </a:lnTo>
                <a:lnTo>
                  <a:pt x="1304912" y="62937"/>
                </a:lnTo>
                <a:lnTo>
                  <a:pt x="1304219" y="62023"/>
                </a:lnTo>
                <a:lnTo>
                  <a:pt x="1303495" y="61134"/>
                </a:lnTo>
                <a:lnTo>
                  <a:pt x="1302738" y="60271"/>
                </a:lnTo>
                <a:lnTo>
                  <a:pt x="1301955" y="59439"/>
                </a:lnTo>
                <a:lnTo>
                  <a:pt x="1301150" y="58642"/>
                </a:lnTo>
                <a:lnTo>
                  <a:pt x="1300325" y="57881"/>
                </a:lnTo>
                <a:lnTo>
                  <a:pt x="1299478" y="57154"/>
                </a:lnTo>
                <a:lnTo>
                  <a:pt x="1298609" y="56464"/>
                </a:lnTo>
                <a:lnTo>
                  <a:pt x="1297720" y="55808"/>
                </a:lnTo>
                <a:lnTo>
                  <a:pt x="1296809" y="55189"/>
                </a:lnTo>
                <a:lnTo>
                  <a:pt x="1295877" y="54604"/>
                </a:lnTo>
                <a:lnTo>
                  <a:pt x="1294924" y="54055"/>
                </a:lnTo>
                <a:lnTo>
                  <a:pt x="1293949" y="53542"/>
                </a:lnTo>
                <a:lnTo>
                  <a:pt x="1292953" y="53063"/>
                </a:lnTo>
                <a:lnTo>
                  <a:pt x="1291936" y="52621"/>
                </a:lnTo>
                <a:lnTo>
                  <a:pt x="1290898" y="52213"/>
                </a:lnTo>
                <a:lnTo>
                  <a:pt x="1289838" y="51841"/>
                </a:lnTo>
                <a:lnTo>
                  <a:pt x="1288758" y="51505"/>
                </a:lnTo>
                <a:lnTo>
                  <a:pt x="1287656" y="51204"/>
                </a:lnTo>
                <a:lnTo>
                  <a:pt x="1286533" y="50938"/>
                </a:lnTo>
                <a:lnTo>
                  <a:pt x="1285388" y="50708"/>
                </a:lnTo>
                <a:lnTo>
                  <a:pt x="1284222" y="50513"/>
                </a:lnTo>
                <a:lnTo>
                  <a:pt x="1283035" y="50354"/>
                </a:lnTo>
                <a:lnTo>
                  <a:pt x="1281827" y="50230"/>
                </a:lnTo>
                <a:lnTo>
                  <a:pt x="1280598" y="50141"/>
                </a:lnTo>
                <a:lnTo>
                  <a:pt x="1279347" y="50088"/>
                </a:lnTo>
                <a:lnTo>
                  <a:pt x="1278075" y="50070"/>
                </a:lnTo>
                <a:lnTo>
                  <a:pt x="1277048" y="50082"/>
                </a:lnTo>
                <a:lnTo>
                  <a:pt x="1276037" y="50118"/>
                </a:lnTo>
                <a:lnTo>
                  <a:pt x="1275043" y="50178"/>
                </a:lnTo>
                <a:lnTo>
                  <a:pt x="1274065" y="50261"/>
                </a:lnTo>
                <a:lnTo>
                  <a:pt x="1273103" y="50368"/>
                </a:lnTo>
                <a:lnTo>
                  <a:pt x="1272158" y="50499"/>
                </a:lnTo>
                <a:lnTo>
                  <a:pt x="1271230" y="50654"/>
                </a:lnTo>
                <a:lnTo>
                  <a:pt x="1270317" y="50833"/>
                </a:lnTo>
                <a:lnTo>
                  <a:pt x="1269421" y="51035"/>
                </a:lnTo>
                <a:lnTo>
                  <a:pt x="1268542" y="51262"/>
                </a:lnTo>
                <a:lnTo>
                  <a:pt x="1267679" y="51512"/>
                </a:lnTo>
                <a:lnTo>
                  <a:pt x="1266832" y="51786"/>
                </a:lnTo>
                <a:lnTo>
                  <a:pt x="1266002" y="52084"/>
                </a:lnTo>
                <a:lnTo>
                  <a:pt x="1265188" y="52405"/>
                </a:lnTo>
                <a:lnTo>
                  <a:pt x="1264391" y="52751"/>
                </a:lnTo>
                <a:lnTo>
                  <a:pt x="1263610" y="53120"/>
                </a:lnTo>
                <a:lnTo>
                  <a:pt x="1262846" y="53513"/>
                </a:lnTo>
                <a:lnTo>
                  <a:pt x="1262098" y="53930"/>
                </a:lnTo>
                <a:lnTo>
                  <a:pt x="1261366" y="54371"/>
                </a:lnTo>
                <a:lnTo>
                  <a:pt x="1260651" y="54836"/>
                </a:lnTo>
                <a:lnTo>
                  <a:pt x="1259952" y="55324"/>
                </a:lnTo>
                <a:lnTo>
                  <a:pt x="1259269" y="55836"/>
                </a:lnTo>
                <a:lnTo>
                  <a:pt x="1258603" y="56372"/>
                </a:lnTo>
                <a:lnTo>
                  <a:pt x="1257954" y="56932"/>
                </a:lnTo>
                <a:lnTo>
                  <a:pt x="1257326" y="57512"/>
                </a:lnTo>
                <a:lnTo>
                  <a:pt x="1256725" y="58108"/>
                </a:lnTo>
                <a:lnTo>
                  <a:pt x="1256150" y="58720"/>
                </a:lnTo>
                <a:lnTo>
                  <a:pt x="1255603" y="59348"/>
                </a:lnTo>
                <a:lnTo>
                  <a:pt x="1255082" y="59993"/>
                </a:lnTo>
                <a:lnTo>
                  <a:pt x="1254588" y="60653"/>
                </a:lnTo>
                <a:lnTo>
                  <a:pt x="1254120" y="61329"/>
                </a:lnTo>
                <a:lnTo>
                  <a:pt x="1253679" y="62022"/>
                </a:lnTo>
                <a:lnTo>
                  <a:pt x="1253265" y="62731"/>
                </a:lnTo>
                <a:lnTo>
                  <a:pt x="1252878" y="63455"/>
                </a:lnTo>
                <a:lnTo>
                  <a:pt x="1252517" y="64196"/>
                </a:lnTo>
                <a:lnTo>
                  <a:pt x="1252183" y="64953"/>
                </a:lnTo>
                <a:lnTo>
                  <a:pt x="1251876" y="65726"/>
                </a:lnTo>
                <a:lnTo>
                  <a:pt x="1251596" y="66515"/>
                </a:lnTo>
                <a:lnTo>
                  <a:pt x="1251342" y="67320"/>
                </a:lnTo>
                <a:lnTo>
                  <a:pt x="1251115" y="68141"/>
                </a:lnTo>
                <a:lnTo>
                  <a:pt x="1250914" y="68979"/>
                </a:lnTo>
                <a:lnTo>
                  <a:pt x="1250741" y="69832"/>
                </a:lnTo>
                <a:lnTo>
                  <a:pt x="1250594" y="70702"/>
                </a:lnTo>
                <a:lnTo>
                  <a:pt x="1250500" y="71395"/>
                </a:lnTo>
                <a:lnTo>
                  <a:pt x="1249886" y="71395"/>
                </a:lnTo>
                <a:lnTo>
                  <a:pt x="1250260" y="48214"/>
                </a:lnTo>
                <a:lnTo>
                  <a:pt x="1250260" y="18545"/>
                </a:lnTo>
                <a:lnTo>
                  <a:pt x="1233568" y="18545"/>
                </a:lnTo>
                <a:lnTo>
                  <a:pt x="1233568" y="153918"/>
                </a:lnTo>
                <a:lnTo>
                  <a:pt x="1250260" y="153918"/>
                </a:lnTo>
                <a:lnTo>
                  <a:pt x="1250260" y="134448"/>
                </a:lnTo>
                <a:lnTo>
                  <a:pt x="1250489" y="134448"/>
                </a:lnTo>
                <a:lnTo>
                  <a:pt x="1250590" y="135206"/>
                </a:lnTo>
                <a:lnTo>
                  <a:pt x="1250735" y="136086"/>
                </a:lnTo>
                <a:lnTo>
                  <a:pt x="1250907" y="136948"/>
                </a:lnTo>
                <a:lnTo>
                  <a:pt x="1251105" y="137794"/>
                </a:lnTo>
                <a:close/>
                <a:moveTo>
                  <a:pt x="1269228" y="141129"/>
                </a:moveTo>
                <a:lnTo>
                  <a:pt x="1268443" y="141028"/>
                </a:lnTo>
                <a:lnTo>
                  <a:pt x="1267673" y="140904"/>
                </a:lnTo>
                <a:lnTo>
                  <a:pt x="1266917" y="140757"/>
                </a:lnTo>
                <a:lnTo>
                  <a:pt x="1266175" y="140588"/>
                </a:lnTo>
                <a:lnTo>
                  <a:pt x="1265448" y="140397"/>
                </a:lnTo>
                <a:lnTo>
                  <a:pt x="1264736" y="140182"/>
                </a:lnTo>
                <a:lnTo>
                  <a:pt x="1264038" y="139946"/>
                </a:lnTo>
                <a:lnTo>
                  <a:pt x="1263355" y="139687"/>
                </a:lnTo>
                <a:lnTo>
                  <a:pt x="1262686" y="139405"/>
                </a:lnTo>
                <a:lnTo>
                  <a:pt x="1262031" y="139101"/>
                </a:lnTo>
                <a:lnTo>
                  <a:pt x="1261391" y="138774"/>
                </a:lnTo>
                <a:lnTo>
                  <a:pt x="1260766" y="138424"/>
                </a:lnTo>
                <a:lnTo>
                  <a:pt x="1260155" y="138053"/>
                </a:lnTo>
                <a:lnTo>
                  <a:pt x="1259559" y="137658"/>
                </a:lnTo>
                <a:lnTo>
                  <a:pt x="1258977" y="137241"/>
                </a:lnTo>
                <a:lnTo>
                  <a:pt x="1258409" y="136802"/>
                </a:lnTo>
                <a:lnTo>
                  <a:pt x="1257856" y="136340"/>
                </a:lnTo>
                <a:lnTo>
                  <a:pt x="1257318" y="135855"/>
                </a:lnTo>
                <a:lnTo>
                  <a:pt x="1256794" y="135348"/>
                </a:lnTo>
                <a:lnTo>
                  <a:pt x="1256284" y="134818"/>
                </a:lnTo>
                <a:lnTo>
                  <a:pt x="1255793" y="134269"/>
                </a:lnTo>
                <a:lnTo>
                  <a:pt x="1255322" y="133702"/>
                </a:lnTo>
                <a:lnTo>
                  <a:pt x="1254872" y="133117"/>
                </a:lnTo>
                <a:lnTo>
                  <a:pt x="1254443" y="132515"/>
                </a:lnTo>
                <a:lnTo>
                  <a:pt x="1254036" y="131896"/>
                </a:lnTo>
                <a:lnTo>
                  <a:pt x="1253649" y="131260"/>
                </a:lnTo>
                <a:lnTo>
                  <a:pt x="1253283" y="130606"/>
                </a:lnTo>
                <a:lnTo>
                  <a:pt x="1252937" y="129935"/>
                </a:lnTo>
                <a:lnTo>
                  <a:pt x="1252613" y="129246"/>
                </a:lnTo>
                <a:lnTo>
                  <a:pt x="1252310" y="128540"/>
                </a:lnTo>
                <a:lnTo>
                  <a:pt x="1252027" y="127816"/>
                </a:lnTo>
                <a:lnTo>
                  <a:pt x="1251766" y="127076"/>
                </a:lnTo>
                <a:lnTo>
                  <a:pt x="1251525" y="126317"/>
                </a:lnTo>
                <a:lnTo>
                  <a:pt x="1251306" y="125542"/>
                </a:lnTo>
                <a:lnTo>
                  <a:pt x="1251107" y="124749"/>
                </a:lnTo>
                <a:lnTo>
                  <a:pt x="1250929" y="123939"/>
                </a:lnTo>
                <a:lnTo>
                  <a:pt x="1250772" y="123111"/>
                </a:lnTo>
                <a:lnTo>
                  <a:pt x="1250636" y="122266"/>
                </a:lnTo>
                <a:lnTo>
                  <a:pt x="1250521" y="121403"/>
                </a:lnTo>
                <a:lnTo>
                  <a:pt x="1250427" y="120523"/>
                </a:lnTo>
                <a:lnTo>
                  <a:pt x="1250354" y="119626"/>
                </a:lnTo>
                <a:lnTo>
                  <a:pt x="1250302" y="118712"/>
                </a:lnTo>
                <a:lnTo>
                  <a:pt x="1250270" y="117780"/>
                </a:lnTo>
                <a:lnTo>
                  <a:pt x="1250260" y="116830"/>
                </a:lnTo>
                <a:lnTo>
                  <a:pt x="1250260" y="89012"/>
                </a:lnTo>
                <a:lnTo>
                  <a:pt x="1250270" y="88063"/>
                </a:lnTo>
                <a:lnTo>
                  <a:pt x="1250302" y="87131"/>
                </a:lnTo>
                <a:lnTo>
                  <a:pt x="1250354" y="86216"/>
                </a:lnTo>
                <a:lnTo>
                  <a:pt x="1250427" y="85319"/>
                </a:lnTo>
                <a:lnTo>
                  <a:pt x="1250521" y="84439"/>
                </a:lnTo>
                <a:lnTo>
                  <a:pt x="1250636" y="83577"/>
                </a:lnTo>
                <a:lnTo>
                  <a:pt x="1250772" y="82732"/>
                </a:lnTo>
                <a:lnTo>
                  <a:pt x="1250929" y="81904"/>
                </a:lnTo>
                <a:lnTo>
                  <a:pt x="1251107" y="81094"/>
                </a:lnTo>
                <a:lnTo>
                  <a:pt x="1251306" y="80301"/>
                </a:lnTo>
                <a:lnTo>
                  <a:pt x="1251525" y="79525"/>
                </a:lnTo>
                <a:lnTo>
                  <a:pt x="1251766" y="78767"/>
                </a:lnTo>
                <a:lnTo>
                  <a:pt x="1252027" y="78027"/>
                </a:lnTo>
                <a:lnTo>
                  <a:pt x="1252310" y="77303"/>
                </a:lnTo>
                <a:lnTo>
                  <a:pt x="1252613" y="76597"/>
                </a:lnTo>
                <a:lnTo>
                  <a:pt x="1252937" y="75909"/>
                </a:lnTo>
                <a:lnTo>
                  <a:pt x="1253283" y="75238"/>
                </a:lnTo>
                <a:lnTo>
                  <a:pt x="1253649" y="74584"/>
                </a:lnTo>
                <a:lnTo>
                  <a:pt x="1254036" y="73948"/>
                </a:lnTo>
                <a:lnTo>
                  <a:pt x="1254443" y="73329"/>
                </a:lnTo>
                <a:lnTo>
                  <a:pt x="1254872" y="72727"/>
                </a:lnTo>
                <a:lnTo>
                  <a:pt x="1255322" y="72143"/>
                </a:lnTo>
                <a:lnTo>
                  <a:pt x="1255793" y="71576"/>
                </a:lnTo>
                <a:lnTo>
                  <a:pt x="1256284" y="71027"/>
                </a:lnTo>
                <a:lnTo>
                  <a:pt x="1256794" y="70497"/>
                </a:lnTo>
                <a:lnTo>
                  <a:pt x="1257318" y="69990"/>
                </a:lnTo>
                <a:lnTo>
                  <a:pt x="1257856" y="69505"/>
                </a:lnTo>
                <a:lnTo>
                  <a:pt x="1258409" y="69043"/>
                </a:lnTo>
                <a:lnTo>
                  <a:pt x="1258977" y="68604"/>
                </a:lnTo>
                <a:lnTo>
                  <a:pt x="1259559" y="68187"/>
                </a:lnTo>
                <a:lnTo>
                  <a:pt x="1260155" y="67792"/>
                </a:lnTo>
                <a:lnTo>
                  <a:pt x="1260766" y="67421"/>
                </a:lnTo>
                <a:lnTo>
                  <a:pt x="1261391" y="67071"/>
                </a:lnTo>
                <a:lnTo>
                  <a:pt x="1262031" y="66744"/>
                </a:lnTo>
                <a:lnTo>
                  <a:pt x="1262686" y="66440"/>
                </a:lnTo>
                <a:lnTo>
                  <a:pt x="1263355" y="66158"/>
                </a:lnTo>
                <a:lnTo>
                  <a:pt x="1264038" y="65899"/>
                </a:lnTo>
                <a:lnTo>
                  <a:pt x="1264736" y="65663"/>
                </a:lnTo>
                <a:lnTo>
                  <a:pt x="1265448" y="65448"/>
                </a:lnTo>
                <a:lnTo>
                  <a:pt x="1266175" y="65257"/>
                </a:lnTo>
                <a:lnTo>
                  <a:pt x="1266917" y="65088"/>
                </a:lnTo>
                <a:lnTo>
                  <a:pt x="1267673" y="64941"/>
                </a:lnTo>
                <a:lnTo>
                  <a:pt x="1268443" y="64817"/>
                </a:lnTo>
                <a:lnTo>
                  <a:pt x="1269228" y="64716"/>
                </a:lnTo>
                <a:lnTo>
                  <a:pt x="1270027" y="64637"/>
                </a:lnTo>
                <a:lnTo>
                  <a:pt x="1270841" y="64581"/>
                </a:lnTo>
                <a:lnTo>
                  <a:pt x="1271669" y="64547"/>
                </a:lnTo>
                <a:lnTo>
                  <a:pt x="1272512" y="64536"/>
                </a:lnTo>
                <a:lnTo>
                  <a:pt x="1273385" y="64547"/>
                </a:lnTo>
                <a:lnTo>
                  <a:pt x="1274243" y="64579"/>
                </a:lnTo>
                <a:lnTo>
                  <a:pt x="1275085" y="64634"/>
                </a:lnTo>
                <a:lnTo>
                  <a:pt x="1275912" y="64711"/>
                </a:lnTo>
                <a:lnTo>
                  <a:pt x="1276723" y="64809"/>
                </a:lnTo>
                <a:lnTo>
                  <a:pt x="1277519" y="64930"/>
                </a:lnTo>
                <a:lnTo>
                  <a:pt x="1278299" y="65072"/>
                </a:lnTo>
                <a:lnTo>
                  <a:pt x="1279064" y="65236"/>
                </a:lnTo>
                <a:lnTo>
                  <a:pt x="1279813" y="65422"/>
                </a:lnTo>
                <a:lnTo>
                  <a:pt x="1280547" y="65630"/>
                </a:lnTo>
                <a:lnTo>
                  <a:pt x="1281266" y="65860"/>
                </a:lnTo>
                <a:lnTo>
                  <a:pt x="1281969" y="66112"/>
                </a:lnTo>
                <a:lnTo>
                  <a:pt x="1282657" y="66385"/>
                </a:lnTo>
                <a:lnTo>
                  <a:pt x="1283329" y="66681"/>
                </a:lnTo>
                <a:lnTo>
                  <a:pt x="1283985" y="66998"/>
                </a:lnTo>
                <a:lnTo>
                  <a:pt x="1284627" y="67338"/>
                </a:lnTo>
                <a:lnTo>
                  <a:pt x="1285253" y="67699"/>
                </a:lnTo>
                <a:lnTo>
                  <a:pt x="1285863" y="68082"/>
                </a:lnTo>
                <a:lnTo>
                  <a:pt x="1286458" y="68487"/>
                </a:lnTo>
                <a:lnTo>
                  <a:pt x="1287038" y="68914"/>
                </a:lnTo>
                <a:lnTo>
                  <a:pt x="1287602" y="69362"/>
                </a:lnTo>
                <a:lnTo>
                  <a:pt x="1288150" y="69833"/>
                </a:lnTo>
                <a:lnTo>
                  <a:pt x="1288684" y="70326"/>
                </a:lnTo>
                <a:lnTo>
                  <a:pt x="1289201" y="70840"/>
                </a:lnTo>
                <a:lnTo>
                  <a:pt x="1289701" y="71375"/>
                </a:lnTo>
                <a:lnTo>
                  <a:pt x="1290179" y="71929"/>
                </a:lnTo>
                <a:lnTo>
                  <a:pt x="1290636" y="72503"/>
                </a:lnTo>
                <a:lnTo>
                  <a:pt x="1291072" y="73096"/>
                </a:lnTo>
                <a:lnTo>
                  <a:pt x="1291486" y="73708"/>
                </a:lnTo>
                <a:lnTo>
                  <a:pt x="1291879" y="74340"/>
                </a:lnTo>
                <a:lnTo>
                  <a:pt x="1292251" y="74991"/>
                </a:lnTo>
                <a:lnTo>
                  <a:pt x="1292602" y="75661"/>
                </a:lnTo>
                <a:lnTo>
                  <a:pt x="1292931" y="76351"/>
                </a:lnTo>
                <a:lnTo>
                  <a:pt x="1293239" y="77060"/>
                </a:lnTo>
                <a:lnTo>
                  <a:pt x="1293526" y="77788"/>
                </a:lnTo>
                <a:lnTo>
                  <a:pt x="1293792" y="78535"/>
                </a:lnTo>
                <a:lnTo>
                  <a:pt x="1294036" y="79302"/>
                </a:lnTo>
                <a:lnTo>
                  <a:pt x="1294259" y="80088"/>
                </a:lnTo>
                <a:lnTo>
                  <a:pt x="1294461" y="80894"/>
                </a:lnTo>
                <a:lnTo>
                  <a:pt x="1294642" y="81718"/>
                </a:lnTo>
                <a:lnTo>
                  <a:pt x="1294801" y="82563"/>
                </a:lnTo>
                <a:lnTo>
                  <a:pt x="1294939" y="83426"/>
                </a:lnTo>
                <a:lnTo>
                  <a:pt x="1295056" y="84309"/>
                </a:lnTo>
                <a:lnTo>
                  <a:pt x="1295152" y="85211"/>
                </a:lnTo>
                <a:lnTo>
                  <a:pt x="1295226" y="86132"/>
                </a:lnTo>
                <a:lnTo>
                  <a:pt x="1295279" y="87073"/>
                </a:lnTo>
                <a:lnTo>
                  <a:pt x="1295311" y="88033"/>
                </a:lnTo>
                <a:lnTo>
                  <a:pt x="1295322" y="89012"/>
                </a:lnTo>
                <a:lnTo>
                  <a:pt x="1295322" y="116830"/>
                </a:lnTo>
                <a:lnTo>
                  <a:pt x="1295311" y="117809"/>
                </a:lnTo>
                <a:lnTo>
                  <a:pt x="1295279" y="118769"/>
                </a:lnTo>
                <a:lnTo>
                  <a:pt x="1295226" y="119710"/>
                </a:lnTo>
                <a:lnTo>
                  <a:pt x="1295152" y="120632"/>
                </a:lnTo>
                <a:lnTo>
                  <a:pt x="1295056" y="121534"/>
                </a:lnTo>
                <a:lnTo>
                  <a:pt x="1294939" y="122416"/>
                </a:lnTo>
                <a:lnTo>
                  <a:pt x="1294801" y="123280"/>
                </a:lnTo>
                <a:lnTo>
                  <a:pt x="1294642" y="124124"/>
                </a:lnTo>
                <a:lnTo>
                  <a:pt x="1294461" y="124949"/>
                </a:lnTo>
                <a:lnTo>
                  <a:pt x="1294259" y="125754"/>
                </a:lnTo>
                <a:lnTo>
                  <a:pt x="1294036" y="126541"/>
                </a:lnTo>
                <a:lnTo>
                  <a:pt x="1293792" y="127308"/>
                </a:lnTo>
                <a:lnTo>
                  <a:pt x="1293526" y="128055"/>
                </a:lnTo>
                <a:lnTo>
                  <a:pt x="1293239" y="128784"/>
                </a:lnTo>
                <a:lnTo>
                  <a:pt x="1292931" y="129493"/>
                </a:lnTo>
                <a:lnTo>
                  <a:pt x="1292602" y="130182"/>
                </a:lnTo>
                <a:lnTo>
                  <a:pt x="1292251" y="130853"/>
                </a:lnTo>
                <a:lnTo>
                  <a:pt x="1291879" y="131504"/>
                </a:lnTo>
                <a:lnTo>
                  <a:pt x="1291486" y="132136"/>
                </a:lnTo>
                <a:lnTo>
                  <a:pt x="1291072" y="132748"/>
                </a:lnTo>
                <a:lnTo>
                  <a:pt x="1290636" y="133341"/>
                </a:lnTo>
                <a:lnTo>
                  <a:pt x="1290179" y="133915"/>
                </a:lnTo>
                <a:lnTo>
                  <a:pt x="1289701" y="134470"/>
                </a:lnTo>
                <a:lnTo>
                  <a:pt x="1289201" y="135005"/>
                </a:lnTo>
                <a:lnTo>
                  <a:pt x="1288684" y="135519"/>
                </a:lnTo>
                <a:lnTo>
                  <a:pt x="1288150" y="136012"/>
                </a:lnTo>
                <a:lnTo>
                  <a:pt x="1287602" y="136483"/>
                </a:lnTo>
                <a:lnTo>
                  <a:pt x="1287038" y="136931"/>
                </a:lnTo>
                <a:lnTo>
                  <a:pt x="1286458" y="137358"/>
                </a:lnTo>
                <a:lnTo>
                  <a:pt x="1285863" y="137763"/>
                </a:lnTo>
                <a:lnTo>
                  <a:pt x="1285253" y="138146"/>
                </a:lnTo>
                <a:lnTo>
                  <a:pt x="1284627" y="138507"/>
                </a:lnTo>
                <a:lnTo>
                  <a:pt x="1283985" y="138847"/>
                </a:lnTo>
                <a:lnTo>
                  <a:pt x="1283329" y="139164"/>
                </a:lnTo>
                <a:lnTo>
                  <a:pt x="1282657" y="139460"/>
                </a:lnTo>
                <a:lnTo>
                  <a:pt x="1281969" y="139733"/>
                </a:lnTo>
                <a:lnTo>
                  <a:pt x="1281266" y="139985"/>
                </a:lnTo>
                <a:lnTo>
                  <a:pt x="1280547" y="140215"/>
                </a:lnTo>
                <a:lnTo>
                  <a:pt x="1279813" y="140423"/>
                </a:lnTo>
                <a:lnTo>
                  <a:pt x="1279064" y="140609"/>
                </a:lnTo>
                <a:lnTo>
                  <a:pt x="1278299" y="140773"/>
                </a:lnTo>
                <a:lnTo>
                  <a:pt x="1277519" y="140915"/>
                </a:lnTo>
                <a:lnTo>
                  <a:pt x="1276723" y="141036"/>
                </a:lnTo>
                <a:lnTo>
                  <a:pt x="1275912" y="141134"/>
                </a:lnTo>
                <a:lnTo>
                  <a:pt x="1275085" y="141211"/>
                </a:lnTo>
                <a:lnTo>
                  <a:pt x="1274243" y="141266"/>
                </a:lnTo>
                <a:lnTo>
                  <a:pt x="1273385" y="141298"/>
                </a:lnTo>
                <a:lnTo>
                  <a:pt x="1272512" y="141309"/>
                </a:lnTo>
                <a:lnTo>
                  <a:pt x="1271669" y="141298"/>
                </a:lnTo>
                <a:lnTo>
                  <a:pt x="1270841" y="141264"/>
                </a:lnTo>
                <a:lnTo>
                  <a:pt x="1270027" y="141208"/>
                </a:lnTo>
                <a:lnTo>
                  <a:pt x="1269228" y="141129"/>
                </a:lnTo>
                <a:close/>
                <a:moveTo>
                  <a:pt x="947244" y="85305"/>
                </a:moveTo>
                <a:lnTo>
                  <a:pt x="947244" y="49142"/>
                </a:lnTo>
                <a:lnTo>
                  <a:pt x="930925" y="49142"/>
                </a:lnTo>
                <a:lnTo>
                  <a:pt x="930925" y="85305"/>
                </a:lnTo>
                <a:lnTo>
                  <a:pt x="895507" y="85305"/>
                </a:lnTo>
                <a:lnTo>
                  <a:pt x="895507" y="100141"/>
                </a:lnTo>
                <a:lnTo>
                  <a:pt x="930925" y="100141"/>
                </a:lnTo>
                <a:lnTo>
                  <a:pt x="930925" y="136301"/>
                </a:lnTo>
                <a:lnTo>
                  <a:pt x="947244" y="136301"/>
                </a:lnTo>
                <a:lnTo>
                  <a:pt x="947244" y="100141"/>
                </a:lnTo>
                <a:lnTo>
                  <a:pt x="982665" y="100141"/>
                </a:lnTo>
                <a:lnTo>
                  <a:pt x="982665" y="85305"/>
                </a:lnTo>
                <a:lnTo>
                  <a:pt x="947244" y="85305"/>
                </a:lnTo>
                <a:close/>
                <a:moveTo>
                  <a:pt x="1142888" y="89012"/>
                </a:moveTo>
                <a:lnTo>
                  <a:pt x="1142899" y="88032"/>
                </a:lnTo>
                <a:lnTo>
                  <a:pt x="1142930" y="87071"/>
                </a:lnTo>
                <a:lnTo>
                  <a:pt x="1142982" y="86129"/>
                </a:lnTo>
                <a:lnTo>
                  <a:pt x="1143056" y="85206"/>
                </a:lnTo>
                <a:lnTo>
                  <a:pt x="1143150" y="84301"/>
                </a:lnTo>
                <a:lnTo>
                  <a:pt x="1143265" y="83414"/>
                </a:lnTo>
                <a:lnTo>
                  <a:pt x="1143401" y="82547"/>
                </a:lnTo>
                <a:lnTo>
                  <a:pt x="1143558" y="81698"/>
                </a:lnTo>
                <a:lnTo>
                  <a:pt x="1143736" y="80868"/>
                </a:lnTo>
                <a:lnTo>
                  <a:pt x="1143934" y="80056"/>
                </a:lnTo>
                <a:lnTo>
                  <a:pt x="1144154" y="79263"/>
                </a:lnTo>
                <a:lnTo>
                  <a:pt x="1144395" y="78489"/>
                </a:lnTo>
                <a:lnTo>
                  <a:pt x="1144656" y="77734"/>
                </a:lnTo>
                <a:lnTo>
                  <a:pt x="1144939" y="76997"/>
                </a:lnTo>
                <a:lnTo>
                  <a:pt x="1145242" y="76279"/>
                </a:lnTo>
                <a:lnTo>
                  <a:pt x="1145567" y="75579"/>
                </a:lnTo>
                <a:lnTo>
                  <a:pt x="1145912" y="74899"/>
                </a:lnTo>
                <a:lnTo>
                  <a:pt x="1146278" y="74236"/>
                </a:lnTo>
                <a:lnTo>
                  <a:pt x="1146666" y="73593"/>
                </a:lnTo>
                <a:lnTo>
                  <a:pt x="1147074" y="72968"/>
                </a:lnTo>
                <a:lnTo>
                  <a:pt x="1147503" y="72362"/>
                </a:lnTo>
                <a:lnTo>
                  <a:pt x="1147953" y="71775"/>
                </a:lnTo>
                <a:lnTo>
                  <a:pt x="1148423" y="71206"/>
                </a:lnTo>
                <a:lnTo>
                  <a:pt x="1148915" y="70656"/>
                </a:lnTo>
                <a:lnTo>
                  <a:pt x="1149425" y="70126"/>
                </a:lnTo>
                <a:lnTo>
                  <a:pt x="1149951" y="69619"/>
                </a:lnTo>
                <a:lnTo>
                  <a:pt x="1150493" y="69135"/>
                </a:lnTo>
                <a:lnTo>
                  <a:pt x="1151050" y="68673"/>
                </a:lnTo>
                <a:lnTo>
                  <a:pt x="1151624" y="68233"/>
                </a:lnTo>
                <a:lnTo>
                  <a:pt x="1152213" y="67816"/>
                </a:lnTo>
                <a:lnTo>
                  <a:pt x="1152817" y="67422"/>
                </a:lnTo>
                <a:lnTo>
                  <a:pt x="1153438" y="67050"/>
                </a:lnTo>
                <a:lnTo>
                  <a:pt x="1154074" y="66701"/>
                </a:lnTo>
                <a:lnTo>
                  <a:pt x="1154726" y="66374"/>
                </a:lnTo>
                <a:lnTo>
                  <a:pt x="1155394" y="66069"/>
                </a:lnTo>
                <a:lnTo>
                  <a:pt x="1156078" y="65788"/>
                </a:lnTo>
                <a:lnTo>
                  <a:pt x="1156777" y="65529"/>
                </a:lnTo>
                <a:lnTo>
                  <a:pt x="1157492" y="65292"/>
                </a:lnTo>
                <a:lnTo>
                  <a:pt x="1158223" y="65078"/>
                </a:lnTo>
                <a:lnTo>
                  <a:pt x="1158970" y="64886"/>
                </a:lnTo>
                <a:lnTo>
                  <a:pt x="1159732" y="64717"/>
                </a:lnTo>
                <a:lnTo>
                  <a:pt x="1160511" y="64571"/>
                </a:lnTo>
                <a:lnTo>
                  <a:pt x="1161305" y="64447"/>
                </a:lnTo>
                <a:lnTo>
                  <a:pt x="1162114" y="64345"/>
                </a:lnTo>
                <a:lnTo>
                  <a:pt x="1162940" y="64266"/>
                </a:lnTo>
                <a:lnTo>
                  <a:pt x="1163781" y="64210"/>
                </a:lnTo>
                <a:lnTo>
                  <a:pt x="1164638" y="64176"/>
                </a:lnTo>
                <a:lnTo>
                  <a:pt x="1165511" y="64165"/>
                </a:lnTo>
                <a:lnTo>
                  <a:pt x="1166399" y="64176"/>
                </a:lnTo>
                <a:lnTo>
                  <a:pt x="1167269" y="64209"/>
                </a:lnTo>
                <a:lnTo>
                  <a:pt x="1168123" y="64265"/>
                </a:lnTo>
                <a:lnTo>
                  <a:pt x="1168960" y="64343"/>
                </a:lnTo>
                <a:lnTo>
                  <a:pt x="1169779" y="64443"/>
                </a:lnTo>
                <a:lnTo>
                  <a:pt x="1170582" y="64565"/>
                </a:lnTo>
                <a:lnTo>
                  <a:pt x="1171367" y="64709"/>
                </a:lnTo>
                <a:lnTo>
                  <a:pt x="1172135" y="64876"/>
                </a:lnTo>
                <a:lnTo>
                  <a:pt x="1172886" y="65065"/>
                </a:lnTo>
                <a:lnTo>
                  <a:pt x="1173621" y="65276"/>
                </a:lnTo>
                <a:lnTo>
                  <a:pt x="1174338" y="65509"/>
                </a:lnTo>
                <a:lnTo>
                  <a:pt x="1175038" y="65764"/>
                </a:lnTo>
                <a:lnTo>
                  <a:pt x="1175721" y="66042"/>
                </a:lnTo>
                <a:lnTo>
                  <a:pt x="1176387" y="66342"/>
                </a:lnTo>
                <a:lnTo>
                  <a:pt x="1177035" y="66664"/>
                </a:lnTo>
                <a:lnTo>
                  <a:pt x="1177667" y="67008"/>
                </a:lnTo>
                <a:lnTo>
                  <a:pt x="1178282" y="67375"/>
                </a:lnTo>
                <a:lnTo>
                  <a:pt x="1178880" y="67764"/>
                </a:lnTo>
                <a:lnTo>
                  <a:pt x="1179460" y="68175"/>
                </a:lnTo>
                <a:lnTo>
                  <a:pt x="1180024" y="68608"/>
                </a:lnTo>
                <a:lnTo>
                  <a:pt x="1180570" y="69063"/>
                </a:lnTo>
                <a:lnTo>
                  <a:pt x="1181099" y="69541"/>
                </a:lnTo>
                <a:lnTo>
                  <a:pt x="1181612" y="70041"/>
                </a:lnTo>
                <a:lnTo>
                  <a:pt x="1182107" y="70563"/>
                </a:lnTo>
                <a:lnTo>
                  <a:pt x="1182584" y="71106"/>
                </a:lnTo>
                <a:lnTo>
                  <a:pt x="1183040" y="71668"/>
                </a:lnTo>
                <a:lnTo>
                  <a:pt x="1183476" y="72251"/>
                </a:lnTo>
                <a:lnTo>
                  <a:pt x="1183892" y="72852"/>
                </a:lnTo>
                <a:lnTo>
                  <a:pt x="1184288" y="73474"/>
                </a:lnTo>
                <a:lnTo>
                  <a:pt x="1184663" y="74115"/>
                </a:lnTo>
                <a:lnTo>
                  <a:pt x="1185018" y="74776"/>
                </a:lnTo>
                <a:lnTo>
                  <a:pt x="1185353" y="75456"/>
                </a:lnTo>
                <a:lnTo>
                  <a:pt x="1185668" y="76156"/>
                </a:lnTo>
                <a:lnTo>
                  <a:pt x="1185962" y="76876"/>
                </a:lnTo>
                <a:lnTo>
                  <a:pt x="1186236" y="77615"/>
                </a:lnTo>
                <a:lnTo>
                  <a:pt x="1186489" y="78374"/>
                </a:lnTo>
                <a:lnTo>
                  <a:pt x="1186723" y="79152"/>
                </a:lnTo>
                <a:lnTo>
                  <a:pt x="1186936" y="79951"/>
                </a:lnTo>
                <a:lnTo>
                  <a:pt x="1187128" y="80768"/>
                </a:lnTo>
                <a:lnTo>
                  <a:pt x="1187301" y="81606"/>
                </a:lnTo>
                <a:lnTo>
                  <a:pt x="1187453" y="82463"/>
                </a:lnTo>
                <a:lnTo>
                  <a:pt x="1187585" y="83340"/>
                </a:lnTo>
                <a:lnTo>
                  <a:pt x="1187696" y="84236"/>
                </a:lnTo>
                <a:lnTo>
                  <a:pt x="1187788" y="85152"/>
                </a:lnTo>
                <a:lnTo>
                  <a:pt x="1187859" y="86087"/>
                </a:lnTo>
                <a:lnTo>
                  <a:pt x="1187910" y="87043"/>
                </a:lnTo>
                <a:lnTo>
                  <a:pt x="1187940" y="88018"/>
                </a:lnTo>
                <a:lnTo>
                  <a:pt x="1187950" y="89012"/>
                </a:lnTo>
                <a:lnTo>
                  <a:pt x="1187950" y="93650"/>
                </a:lnTo>
                <a:lnTo>
                  <a:pt x="1204639" y="93650"/>
                </a:lnTo>
                <a:lnTo>
                  <a:pt x="1204639" y="87529"/>
                </a:lnTo>
                <a:lnTo>
                  <a:pt x="1204623" y="86104"/>
                </a:lnTo>
                <a:lnTo>
                  <a:pt x="1204573" y="84704"/>
                </a:lnTo>
                <a:lnTo>
                  <a:pt x="1204490" y="83329"/>
                </a:lnTo>
                <a:lnTo>
                  <a:pt x="1204374" y="81979"/>
                </a:lnTo>
                <a:lnTo>
                  <a:pt x="1204225" y="80653"/>
                </a:lnTo>
                <a:lnTo>
                  <a:pt x="1204042" y="79352"/>
                </a:lnTo>
                <a:lnTo>
                  <a:pt x="1203827" y="78076"/>
                </a:lnTo>
                <a:lnTo>
                  <a:pt x="1203578" y="76825"/>
                </a:lnTo>
                <a:lnTo>
                  <a:pt x="1203296" y="75599"/>
                </a:lnTo>
                <a:lnTo>
                  <a:pt x="1202981" y="74397"/>
                </a:lnTo>
                <a:lnTo>
                  <a:pt x="1202633" y="73220"/>
                </a:lnTo>
                <a:lnTo>
                  <a:pt x="1202252" y="72068"/>
                </a:lnTo>
                <a:lnTo>
                  <a:pt x="1201837" y="70941"/>
                </a:lnTo>
                <a:lnTo>
                  <a:pt x="1201390" y="69838"/>
                </a:lnTo>
                <a:lnTo>
                  <a:pt x="1200909" y="68761"/>
                </a:lnTo>
                <a:lnTo>
                  <a:pt x="1200395" y="67708"/>
                </a:lnTo>
                <a:lnTo>
                  <a:pt x="1199848" y="66680"/>
                </a:lnTo>
                <a:lnTo>
                  <a:pt x="1199267" y="65677"/>
                </a:lnTo>
                <a:lnTo>
                  <a:pt x="1198654" y="64698"/>
                </a:lnTo>
                <a:lnTo>
                  <a:pt x="1198007" y="63745"/>
                </a:lnTo>
                <a:lnTo>
                  <a:pt x="1197328" y="62816"/>
                </a:lnTo>
                <a:lnTo>
                  <a:pt x="1196615" y="61912"/>
                </a:lnTo>
                <a:lnTo>
                  <a:pt x="1195869" y="61032"/>
                </a:lnTo>
                <a:lnTo>
                  <a:pt x="1195089" y="60178"/>
                </a:lnTo>
                <a:lnTo>
                  <a:pt x="1194282" y="59353"/>
                </a:lnTo>
                <a:lnTo>
                  <a:pt x="1193452" y="58564"/>
                </a:lnTo>
                <a:lnTo>
                  <a:pt x="1192599" y="57809"/>
                </a:lnTo>
                <a:lnTo>
                  <a:pt x="1191723" y="57090"/>
                </a:lnTo>
                <a:lnTo>
                  <a:pt x="1190824" y="56405"/>
                </a:lnTo>
                <a:lnTo>
                  <a:pt x="1189903" y="55756"/>
                </a:lnTo>
                <a:lnTo>
                  <a:pt x="1188958" y="55142"/>
                </a:lnTo>
                <a:lnTo>
                  <a:pt x="1187991" y="54563"/>
                </a:lnTo>
                <a:lnTo>
                  <a:pt x="1187001" y="54019"/>
                </a:lnTo>
                <a:lnTo>
                  <a:pt x="1185988" y="53510"/>
                </a:lnTo>
                <a:lnTo>
                  <a:pt x="1184952" y="53036"/>
                </a:lnTo>
                <a:lnTo>
                  <a:pt x="1183893" y="52597"/>
                </a:lnTo>
                <a:lnTo>
                  <a:pt x="1182811" y="52194"/>
                </a:lnTo>
                <a:lnTo>
                  <a:pt x="1181707" y="51825"/>
                </a:lnTo>
                <a:lnTo>
                  <a:pt x="1180580" y="51492"/>
                </a:lnTo>
                <a:lnTo>
                  <a:pt x="1179429" y="51194"/>
                </a:lnTo>
                <a:lnTo>
                  <a:pt x="1178256" y="50930"/>
                </a:lnTo>
                <a:lnTo>
                  <a:pt x="1177060" y="50702"/>
                </a:lnTo>
                <a:lnTo>
                  <a:pt x="1175842" y="50509"/>
                </a:lnTo>
                <a:lnTo>
                  <a:pt x="1174600" y="50351"/>
                </a:lnTo>
                <a:lnTo>
                  <a:pt x="1173335" y="50228"/>
                </a:lnTo>
                <a:lnTo>
                  <a:pt x="1172048" y="50141"/>
                </a:lnTo>
                <a:lnTo>
                  <a:pt x="1170738" y="50088"/>
                </a:lnTo>
                <a:lnTo>
                  <a:pt x="1169405" y="50070"/>
                </a:lnTo>
                <a:lnTo>
                  <a:pt x="1168242" y="50085"/>
                </a:lnTo>
                <a:lnTo>
                  <a:pt x="1167104" y="50129"/>
                </a:lnTo>
                <a:lnTo>
                  <a:pt x="1165990" y="50202"/>
                </a:lnTo>
                <a:lnTo>
                  <a:pt x="1164900" y="50305"/>
                </a:lnTo>
                <a:lnTo>
                  <a:pt x="1163835" y="50437"/>
                </a:lnTo>
                <a:lnTo>
                  <a:pt x="1162793" y="50598"/>
                </a:lnTo>
                <a:lnTo>
                  <a:pt x="1161776" y="50788"/>
                </a:lnTo>
                <a:lnTo>
                  <a:pt x="1160782" y="51008"/>
                </a:lnTo>
                <a:lnTo>
                  <a:pt x="1159813" y="51257"/>
                </a:lnTo>
                <a:lnTo>
                  <a:pt x="1158868" y="51535"/>
                </a:lnTo>
                <a:lnTo>
                  <a:pt x="1157947" y="51843"/>
                </a:lnTo>
                <a:lnTo>
                  <a:pt x="1157050" y="52180"/>
                </a:lnTo>
                <a:lnTo>
                  <a:pt x="1156178" y="52546"/>
                </a:lnTo>
                <a:lnTo>
                  <a:pt x="1155329" y="52942"/>
                </a:lnTo>
                <a:lnTo>
                  <a:pt x="1154505" y="53367"/>
                </a:lnTo>
                <a:lnTo>
                  <a:pt x="1153705" y="53821"/>
                </a:lnTo>
                <a:lnTo>
                  <a:pt x="1152928" y="54304"/>
                </a:lnTo>
                <a:lnTo>
                  <a:pt x="1152176" y="54817"/>
                </a:lnTo>
                <a:lnTo>
                  <a:pt x="1151448" y="55359"/>
                </a:lnTo>
                <a:lnTo>
                  <a:pt x="1150745" y="55930"/>
                </a:lnTo>
                <a:lnTo>
                  <a:pt x="1150065" y="56531"/>
                </a:lnTo>
                <a:lnTo>
                  <a:pt x="1149410" y="57161"/>
                </a:lnTo>
                <a:lnTo>
                  <a:pt x="1148778" y="57820"/>
                </a:lnTo>
                <a:lnTo>
                  <a:pt x="1148171" y="58508"/>
                </a:lnTo>
                <a:lnTo>
                  <a:pt x="1147588" y="59226"/>
                </a:lnTo>
                <a:lnTo>
                  <a:pt x="1147031" y="59971"/>
                </a:lnTo>
                <a:lnTo>
                  <a:pt x="1146498" y="60744"/>
                </a:lnTo>
                <a:lnTo>
                  <a:pt x="1145990" y="61545"/>
                </a:lnTo>
                <a:lnTo>
                  <a:pt x="1145506" y="62374"/>
                </a:lnTo>
                <a:lnTo>
                  <a:pt x="1145048" y="63231"/>
                </a:lnTo>
                <a:lnTo>
                  <a:pt x="1144614" y="64117"/>
                </a:lnTo>
                <a:lnTo>
                  <a:pt x="1144205" y="65030"/>
                </a:lnTo>
                <a:lnTo>
                  <a:pt x="1143821" y="65971"/>
                </a:lnTo>
                <a:lnTo>
                  <a:pt x="1143461" y="66940"/>
                </a:lnTo>
                <a:lnTo>
                  <a:pt x="1143126" y="67937"/>
                </a:lnTo>
                <a:lnTo>
                  <a:pt x="1142817" y="68963"/>
                </a:lnTo>
                <a:lnTo>
                  <a:pt x="1142532" y="70016"/>
                </a:lnTo>
                <a:lnTo>
                  <a:pt x="1142517" y="70075"/>
                </a:lnTo>
                <a:lnTo>
                  <a:pt x="1142517" y="51924"/>
                </a:lnTo>
                <a:lnTo>
                  <a:pt x="1126196" y="51924"/>
                </a:lnTo>
                <a:lnTo>
                  <a:pt x="1126196" y="153918"/>
                </a:lnTo>
                <a:lnTo>
                  <a:pt x="1142888" y="153918"/>
                </a:lnTo>
                <a:lnTo>
                  <a:pt x="1142888" y="89012"/>
                </a:lnTo>
                <a:close/>
                <a:moveTo>
                  <a:pt x="1378832" y="120195"/>
                </a:moveTo>
                <a:lnTo>
                  <a:pt x="1378955" y="120020"/>
                </a:lnTo>
                <a:lnTo>
                  <a:pt x="1379077" y="119842"/>
                </a:lnTo>
                <a:lnTo>
                  <a:pt x="1379199" y="119662"/>
                </a:lnTo>
                <a:lnTo>
                  <a:pt x="1379321" y="119479"/>
                </a:lnTo>
                <a:lnTo>
                  <a:pt x="1379442" y="119295"/>
                </a:lnTo>
                <a:lnTo>
                  <a:pt x="1379564" y="119108"/>
                </a:lnTo>
                <a:lnTo>
                  <a:pt x="1379684" y="118919"/>
                </a:lnTo>
                <a:lnTo>
                  <a:pt x="1379805" y="118727"/>
                </a:lnTo>
                <a:lnTo>
                  <a:pt x="1379925" y="118534"/>
                </a:lnTo>
                <a:lnTo>
                  <a:pt x="1380045" y="118338"/>
                </a:lnTo>
                <a:lnTo>
                  <a:pt x="1380164" y="118140"/>
                </a:lnTo>
                <a:lnTo>
                  <a:pt x="1380283" y="117939"/>
                </a:lnTo>
                <a:lnTo>
                  <a:pt x="1380402" y="117736"/>
                </a:lnTo>
                <a:lnTo>
                  <a:pt x="1380521" y="117532"/>
                </a:lnTo>
                <a:lnTo>
                  <a:pt x="1380639" y="117324"/>
                </a:lnTo>
                <a:lnTo>
                  <a:pt x="1380757" y="117115"/>
                </a:lnTo>
                <a:lnTo>
                  <a:pt x="1380875" y="116903"/>
                </a:lnTo>
                <a:lnTo>
                  <a:pt x="1380992" y="116690"/>
                </a:lnTo>
                <a:lnTo>
                  <a:pt x="1381109" y="116473"/>
                </a:lnTo>
                <a:lnTo>
                  <a:pt x="1381225" y="116255"/>
                </a:lnTo>
                <a:lnTo>
                  <a:pt x="1381342" y="116034"/>
                </a:lnTo>
                <a:lnTo>
                  <a:pt x="1381458" y="115811"/>
                </a:lnTo>
                <a:lnTo>
                  <a:pt x="1381572" y="115589"/>
                </a:lnTo>
                <a:lnTo>
                  <a:pt x="1381685" y="115370"/>
                </a:lnTo>
                <a:lnTo>
                  <a:pt x="1381795" y="115155"/>
                </a:lnTo>
                <a:lnTo>
                  <a:pt x="1381903" y="114943"/>
                </a:lnTo>
                <a:lnTo>
                  <a:pt x="1382009" y="114735"/>
                </a:lnTo>
                <a:lnTo>
                  <a:pt x="1382113" y="114530"/>
                </a:lnTo>
                <a:lnTo>
                  <a:pt x="1382214" y="114329"/>
                </a:lnTo>
                <a:lnTo>
                  <a:pt x="1382313" y="114131"/>
                </a:lnTo>
                <a:lnTo>
                  <a:pt x="1382410" y="113937"/>
                </a:lnTo>
                <a:lnTo>
                  <a:pt x="1382505" y="113746"/>
                </a:lnTo>
                <a:lnTo>
                  <a:pt x="1382597" y="113559"/>
                </a:lnTo>
                <a:lnTo>
                  <a:pt x="1382687" y="113376"/>
                </a:lnTo>
                <a:lnTo>
                  <a:pt x="1382775" y="113196"/>
                </a:lnTo>
                <a:lnTo>
                  <a:pt x="1382860" y="113020"/>
                </a:lnTo>
                <a:lnTo>
                  <a:pt x="1382944" y="112847"/>
                </a:lnTo>
                <a:lnTo>
                  <a:pt x="1383024" y="112678"/>
                </a:lnTo>
                <a:lnTo>
                  <a:pt x="1383103" y="112512"/>
                </a:lnTo>
                <a:lnTo>
                  <a:pt x="1383180" y="112350"/>
                </a:lnTo>
                <a:lnTo>
                  <a:pt x="1383254" y="112191"/>
                </a:lnTo>
                <a:lnTo>
                  <a:pt x="1383326" y="112036"/>
                </a:lnTo>
                <a:lnTo>
                  <a:pt x="1383396" y="111884"/>
                </a:lnTo>
                <a:lnTo>
                  <a:pt x="1383463" y="111736"/>
                </a:lnTo>
                <a:lnTo>
                  <a:pt x="1383528" y="111592"/>
                </a:lnTo>
                <a:lnTo>
                  <a:pt x="1383591" y="111451"/>
                </a:lnTo>
                <a:lnTo>
                  <a:pt x="1383669" y="111592"/>
                </a:lnTo>
                <a:lnTo>
                  <a:pt x="1383748" y="111736"/>
                </a:lnTo>
                <a:lnTo>
                  <a:pt x="1383827" y="111884"/>
                </a:lnTo>
                <a:lnTo>
                  <a:pt x="1383908" y="112036"/>
                </a:lnTo>
                <a:lnTo>
                  <a:pt x="1383990" y="112191"/>
                </a:lnTo>
                <a:lnTo>
                  <a:pt x="1384072" y="112350"/>
                </a:lnTo>
                <a:lnTo>
                  <a:pt x="1384156" y="112512"/>
                </a:lnTo>
                <a:lnTo>
                  <a:pt x="1384241" y="112678"/>
                </a:lnTo>
                <a:lnTo>
                  <a:pt x="1384326" y="112847"/>
                </a:lnTo>
                <a:lnTo>
                  <a:pt x="1384413" y="113020"/>
                </a:lnTo>
                <a:lnTo>
                  <a:pt x="1384500" y="113196"/>
                </a:lnTo>
                <a:lnTo>
                  <a:pt x="1384588" y="113376"/>
                </a:lnTo>
                <a:lnTo>
                  <a:pt x="1384678" y="113559"/>
                </a:lnTo>
                <a:lnTo>
                  <a:pt x="1384768" y="113746"/>
                </a:lnTo>
                <a:lnTo>
                  <a:pt x="1384860" y="113937"/>
                </a:lnTo>
                <a:lnTo>
                  <a:pt x="1384952" y="114131"/>
                </a:lnTo>
                <a:lnTo>
                  <a:pt x="1385045" y="114329"/>
                </a:lnTo>
                <a:lnTo>
                  <a:pt x="1385139" y="114530"/>
                </a:lnTo>
                <a:lnTo>
                  <a:pt x="1385234" y="114735"/>
                </a:lnTo>
                <a:lnTo>
                  <a:pt x="1385330" y="114943"/>
                </a:lnTo>
                <a:lnTo>
                  <a:pt x="1385428" y="115155"/>
                </a:lnTo>
                <a:lnTo>
                  <a:pt x="1385526" y="115370"/>
                </a:lnTo>
                <a:lnTo>
                  <a:pt x="1385625" y="115589"/>
                </a:lnTo>
                <a:lnTo>
                  <a:pt x="1385725" y="115811"/>
                </a:lnTo>
                <a:lnTo>
                  <a:pt x="1385825" y="116034"/>
                </a:lnTo>
                <a:lnTo>
                  <a:pt x="1385926" y="116255"/>
                </a:lnTo>
                <a:lnTo>
                  <a:pt x="1386027" y="116473"/>
                </a:lnTo>
                <a:lnTo>
                  <a:pt x="1386129" y="116690"/>
                </a:lnTo>
                <a:lnTo>
                  <a:pt x="1386231" y="116903"/>
                </a:lnTo>
                <a:lnTo>
                  <a:pt x="1386333" y="117115"/>
                </a:lnTo>
                <a:lnTo>
                  <a:pt x="1386436" y="117324"/>
                </a:lnTo>
                <a:lnTo>
                  <a:pt x="1386539" y="117532"/>
                </a:lnTo>
                <a:lnTo>
                  <a:pt x="1386642" y="117736"/>
                </a:lnTo>
                <a:lnTo>
                  <a:pt x="1386745" y="117939"/>
                </a:lnTo>
                <a:lnTo>
                  <a:pt x="1386849" y="118140"/>
                </a:lnTo>
                <a:lnTo>
                  <a:pt x="1386953" y="118338"/>
                </a:lnTo>
                <a:lnTo>
                  <a:pt x="1387058" y="118534"/>
                </a:lnTo>
                <a:lnTo>
                  <a:pt x="1387163" y="118727"/>
                </a:lnTo>
                <a:lnTo>
                  <a:pt x="1387268" y="118919"/>
                </a:lnTo>
                <a:lnTo>
                  <a:pt x="1387373" y="119108"/>
                </a:lnTo>
                <a:lnTo>
                  <a:pt x="1387479" y="119295"/>
                </a:lnTo>
                <a:lnTo>
                  <a:pt x="1387585" y="119479"/>
                </a:lnTo>
                <a:lnTo>
                  <a:pt x="1387692" y="119662"/>
                </a:lnTo>
                <a:lnTo>
                  <a:pt x="1387798" y="119842"/>
                </a:lnTo>
                <a:lnTo>
                  <a:pt x="1387906" y="120020"/>
                </a:lnTo>
                <a:lnTo>
                  <a:pt x="1388013" y="120195"/>
                </a:lnTo>
                <a:lnTo>
                  <a:pt x="1388121" y="120369"/>
                </a:lnTo>
                <a:lnTo>
                  <a:pt x="1388229" y="120540"/>
                </a:lnTo>
                <a:lnTo>
                  <a:pt x="1410110" y="153918"/>
                </a:lnTo>
                <a:lnTo>
                  <a:pt x="1429768" y="153918"/>
                </a:lnTo>
                <a:lnTo>
                  <a:pt x="1393792" y="101624"/>
                </a:lnTo>
                <a:lnTo>
                  <a:pt x="1427728" y="51924"/>
                </a:lnTo>
                <a:lnTo>
                  <a:pt x="1408257" y="51924"/>
                </a:lnTo>
                <a:lnTo>
                  <a:pt x="1387858" y="83449"/>
                </a:lnTo>
                <a:lnTo>
                  <a:pt x="1387750" y="83620"/>
                </a:lnTo>
                <a:lnTo>
                  <a:pt x="1387642" y="83792"/>
                </a:lnTo>
                <a:lnTo>
                  <a:pt x="1387535" y="83965"/>
                </a:lnTo>
                <a:lnTo>
                  <a:pt x="1387428" y="84139"/>
                </a:lnTo>
                <a:lnTo>
                  <a:pt x="1387321" y="84315"/>
                </a:lnTo>
                <a:lnTo>
                  <a:pt x="1387215" y="84492"/>
                </a:lnTo>
                <a:lnTo>
                  <a:pt x="1387108" y="84671"/>
                </a:lnTo>
                <a:lnTo>
                  <a:pt x="1387003" y="84850"/>
                </a:lnTo>
                <a:lnTo>
                  <a:pt x="1386897" y="85031"/>
                </a:lnTo>
                <a:lnTo>
                  <a:pt x="1386792" y="85213"/>
                </a:lnTo>
                <a:lnTo>
                  <a:pt x="1386687" y="85397"/>
                </a:lnTo>
                <a:lnTo>
                  <a:pt x="1386583" y="85582"/>
                </a:lnTo>
                <a:lnTo>
                  <a:pt x="1386479" y="85768"/>
                </a:lnTo>
                <a:lnTo>
                  <a:pt x="1386375" y="85955"/>
                </a:lnTo>
                <a:lnTo>
                  <a:pt x="1386271" y="86144"/>
                </a:lnTo>
                <a:lnTo>
                  <a:pt x="1386168" y="86334"/>
                </a:lnTo>
                <a:lnTo>
                  <a:pt x="1386065" y="86525"/>
                </a:lnTo>
                <a:lnTo>
                  <a:pt x="1385962" y="86718"/>
                </a:lnTo>
                <a:lnTo>
                  <a:pt x="1385860" y="86911"/>
                </a:lnTo>
                <a:lnTo>
                  <a:pt x="1385758" y="87107"/>
                </a:lnTo>
                <a:lnTo>
                  <a:pt x="1385657" y="87303"/>
                </a:lnTo>
                <a:lnTo>
                  <a:pt x="1385555" y="87501"/>
                </a:lnTo>
                <a:lnTo>
                  <a:pt x="1385455" y="87700"/>
                </a:lnTo>
                <a:lnTo>
                  <a:pt x="1385354" y="87900"/>
                </a:lnTo>
                <a:lnTo>
                  <a:pt x="1385255" y="88099"/>
                </a:lnTo>
                <a:lnTo>
                  <a:pt x="1385158" y="88295"/>
                </a:lnTo>
                <a:lnTo>
                  <a:pt x="1385063" y="88488"/>
                </a:lnTo>
                <a:lnTo>
                  <a:pt x="1384970" y="88678"/>
                </a:lnTo>
                <a:lnTo>
                  <a:pt x="1384880" y="88864"/>
                </a:lnTo>
                <a:lnTo>
                  <a:pt x="1384792" y="89047"/>
                </a:lnTo>
                <a:lnTo>
                  <a:pt x="1384706" y="89227"/>
                </a:lnTo>
                <a:lnTo>
                  <a:pt x="1384622" y="89404"/>
                </a:lnTo>
                <a:lnTo>
                  <a:pt x="1384541" y="89578"/>
                </a:lnTo>
                <a:lnTo>
                  <a:pt x="1384462" y="89748"/>
                </a:lnTo>
                <a:lnTo>
                  <a:pt x="1384385" y="89915"/>
                </a:lnTo>
                <a:lnTo>
                  <a:pt x="1384310" y="90079"/>
                </a:lnTo>
                <a:lnTo>
                  <a:pt x="1384238" y="90239"/>
                </a:lnTo>
                <a:lnTo>
                  <a:pt x="1384168" y="90397"/>
                </a:lnTo>
                <a:lnTo>
                  <a:pt x="1384100" y="90551"/>
                </a:lnTo>
                <a:lnTo>
                  <a:pt x="1384035" y="90702"/>
                </a:lnTo>
                <a:lnTo>
                  <a:pt x="1383971" y="90850"/>
                </a:lnTo>
                <a:lnTo>
                  <a:pt x="1383910" y="90994"/>
                </a:lnTo>
                <a:lnTo>
                  <a:pt x="1383851" y="91135"/>
                </a:lnTo>
                <a:lnTo>
                  <a:pt x="1383795" y="91273"/>
                </a:lnTo>
                <a:lnTo>
                  <a:pt x="1383741" y="91408"/>
                </a:lnTo>
                <a:lnTo>
                  <a:pt x="1383688" y="91540"/>
                </a:lnTo>
                <a:lnTo>
                  <a:pt x="1383639" y="91668"/>
                </a:lnTo>
                <a:lnTo>
                  <a:pt x="1383591" y="91794"/>
                </a:lnTo>
                <a:lnTo>
                  <a:pt x="1383528" y="91668"/>
                </a:lnTo>
                <a:lnTo>
                  <a:pt x="1383464" y="91540"/>
                </a:lnTo>
                <a:lnTo>
                  <a:pt x="1383398" y="91408"/>
                </a:lnTo>
                <a:lnTo>
                  <a:pt x="1383331" y="91273"/>
                </a:lnTo>
                <a:lnTo>
                  <a:pt x="1383262" y="91135"/>
                </a:lnTo>
                <a:lnTo>
                  <a:pt x="1383191" y="90994"/>
                </a:lnTo>
                <a:lnTo>
                  <a:pt x="1383119" y="90850"/>
                </a:lnTo>
                <a:lnTo>
                  <a:pt x="1383045" y="90702"/>
                </a:lnTo>
                <a:lnTo>
                  <a:pt x="1382970" y="90551"/>
                </a:lnTo>
                <a:lnTo>
                  <a:pt x="1382893" y="90397"/>
                </a:lnTo>
                <a:lnTo>
                  <a:pt x="1382814" y="90239"/>
                </a:lnTo>
                <a:lnTo>
                  <a:pt x="1382734" y="90079"/>
                </a:lnTo>
                <a:lnTo>
                  <a:pt x="1382652" y="89915"/>
                </a:lnTo>
                <a:lnTo>
                  <a:pt x="1382568" y="89748"/>
                </a:lnTo>
                <a:lnTo>
                  <a:pt x="1382483" y="89578"/>
                </a:lnTo>
                <a:lnTo>
                  <a:pt x="1382396" y="89404"/>
                </a:lnTo>
                <a:lnTo>
                  <a:pt x="1382308" y="89227"/>
                </a:lnTo>
                <a:lnTo>
                  <a:pt x="1382218" y="89047"/>
                </a:lnTo>
                <a:lnTo>
                  <a:pt x="1382126" y="88864"/>
                </a:lnTo>
                <a:lnTo>
                  <a:pt x="1382033" y="88678"/>
                </a:lnTo>
                <a:lnTo>
                  <a:pt x="1381938" y="88488"/>
                </a:lnTo>
                <a:lnTo>
                  <a:pt x="1381842" y="88295"/>
                </a:lnTo>
                <a:lnTo>
                  <a:pt x="1381744" y="88099"/>
                </a:lnTo>
                <a:lnTo>
                  <a:pt x="1381644" y="87900"/>
                </a:lnTo>
                <a:lnTo>
                  <a:pt x="1381544" y="87700"/>
                </a:lnTo>
                <a:lnTo>
                  <a:pt x="1381443" y="87501"/>
                </a:lnTo>
                <a:lnTo>
                  <a:pt x="1381341" y="87303"/>
                </a:lnTo>
                <a:lnTo>
                  <a:pt x="1381240" y="87107"/>
                </a:lnTo>
                <a:lnTo>
                  <a:pt x="1381138" y="86911"/>
                </a:lnTo>
                <a:lnTo>
                  <a:pt x="1381036" y="86718"/>
                </a:lnTo>
                <a:lnTo>
                  <a:pt x="1380933" y="86525"/>
                </a:lnTo>
                <a:lnTo>
                  <a:pt x="1380830" y="86334"/>
                </a:lnTo>
                <a:lnTo>
                  <a:pt x="1380727" y="86144"/>
                </a:lnTo>
                <a:lnTo>
                  <a:pt x="1380624" y="85955"/>
                </a:lnTo>
                <a:lnTo>
                  <a:pt x="1380520" y="85768"/>
                </a:lnTo>
                <a:lnTo>
                  <a:pt x="1380415" y="85582"/>
                </a:lnTo>
                <a:lnTo>
                  <a:pt x="1380311" y="85397"/>
                </a:lnTo>
                <a:lnTo>
                  <a:pt x="1380206" y="85213"/>
                </a:lnTo>
                <a:lnTo>
                  <a:pt x="1380101" y="85031"/>
                </a:lnTo>
                <a:lnTo>
                  <a:pt x="1379996" y="84850"/>
                </a:lnTo>
                <a:lnTo>
                  <a:pt x="1379890" y="84671"/>
                </a:lnTo>
                <a:lnTo>
                  <a:pt x="1379784" y="84492"/>
                </a:lnTo>
                <a:lnTo>
                  <a:pt x="1379677" y="84315"/>
                </a:lnTo>
                <a:lnTo>
                  <a:pt x="1379570" y="84139"/>
                </a:lnTo>
                <a:lnTo>
                  <a:pt x="1379463" y="83965"/>
                </a:lnTo>
                <a:lnTo>
                  <a:pt x="1379356" y="83792"/>
                </a:lnTo>
                <a:lnTo>
                  <a:pt x="1379248" y="83620"/>
                </a:lnTo>
                <a:lnTo>
                  <a:pt x="1379140" y="83449"/>
                </a:lnTo>
                <a:lnTo>
                  <a:pt x="1358928" y="51924"/>
                </a:lnTo>
                <a:lnTo>
                  <a:pt x="1339270" y="51924"/>
                </a:lnTo>
                <a:lnTo>
                  <a:pt x="1373206" y="101437"/>
                </a:lnTo>
                <a:lnTo>
                  <a:pt x="1337046" y="153918"/>
                </a:lnTo>
                <a:lnTo>
                  <a:pt x="1356517" y="153918"/>
                </a:lnTo>
                <a:lnTo>
                  <a:pt x="1378585" y="120540"/>
                </a:lnTo>
                <a:lnTo>
                  <a:pt x="1378709" y="120369"/>
                </a:lnTo>
                <a:lnTo>
                  <a:pt x="1378832" y="1201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&lt;_">
            <a:extLst xmlns:a="http://schemas.openxmlformats.org/drawingml/2006/main">
              <a:ext uri="{FF2B5EF4-FFF2-40B4-BE49-F238E27FC236}">
                <a16:creationId xmlns:a16="http://schemas.microsoft.com/office/drawing/2014/main" id="{9D23B24A-330D-465A-9D7D-6C077A21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480" y="492082"/>
            <a:ext cx="232963" cy="161176"/>
          </a:xfrm>
          <a:custGeom xmlns:a="http://schemas.openxmlformats.org/drawingml/2006/main">
            <a:pathLst>
              <a:path w="232963" h="161176">
                <a:moveTo>
                  <a:pt x="38574" y="52476"/>
                </a:moveTo>
                <a:lnTo>
                  <a:pt x="98698" y="85933"/>
                </a:lnTo>
                <a:cubicBezTo>
                  <a:pt x="101716" y="87616"/>
                  <a:pt x="103723" y="89119"/>
                  <a:pt x="104719" y="90441"/>
                </a:cubicBezTo>
                <a:cubicBezTo>
                  <a:pt x="105715" y="91761"/>
                  <a:pt x="106213" y="93442"/>
                  <a:pt x="106213" y="95483"/>
                </a:cubicBezTo>
                <a:cubicBezTo>
                  <a:pt x="106213" y="98068"/>
                  <a:pt x="105278" y="100306"/>
                  <a:pt x="103406" y="102198"/>
                </a:cubicBezTo>
                <a:cubicBezTo>
                  <a:pt x="101535" y="104090"/>
                  <a:pt x="99362" y="105036"/>
                  <a:pt x="96887" y="105036"/>
                </a:cubicBezTo>
                <a:cubicBezTo>
                  <a:pt x="95257" y="105036"/>
                  <a:pt x="92812" y="104129"/>
                  <a:pt x="89552" y="102314"/>
                </a:cubicBezTo>
                <a:lnTo>
                  <a:pt x="0" y="52428"/>
                </a:lnTo>
                <a:lnTo>
                  <a:pt x="89552" y="2626"/>
                </a:lnTo>
                <a:cubicBezTo>
                  <a:pt x="92812" y="875"/>
                  <a:pt x="95227" y="0"/>
                  <a:pt x="96796" y="0"/>
                </a:cubicBezTo>
                <a:cubicBezTo>
                  <a:pt x="99332" y="0"/>
                  <a:pt x="101535" y="929"/>
                  <a:pt x="103406" y="2787"/>
                </a:cubicBezTo>
                <a:cubicBezTo>
                  <a:pt x="105278" y="4645"/>
                  <a:pt x="106213" y="6863"/>
                  <a:pt x="106213" y="9440"/>
                </a:cubicBezTo>
                <a:cubicBezTo>
                  <a:pt x="106213" y="11477"/>
                  <a:pt x="105715" y="13155"/>
                  <a:pt x="104719" y="14474"/>
                </a:cubicBezTo>
                <a:cubicBezTo>
                  <a:pt x="103723" y="15792"/>
                  <a:pt x="101716" y="17290"/>
                  <a:pt x="98698" y="18967"/>
                </a:cubicBezTo>
                <a:lnTo>
                  <a:pt x="38574" y="52476"/>
                </a:lnTo>
                <a:close/>
                <a:moveTo>
                  <a:pt x="220648" y="161176"/>
                </a:moveTo>
                <a:lnTo>
                  <a:pt x="118691" y="161176"/>
                </a:lnTo>
                <a:cubicBezTo>
                  <a:pt x="114224" y="161176"/>
                  <a:pt x="111040" y="160326"/>
                  <a:pt x="109138" y="158627"/>
                </a:cubicBezTo>
                <a:cubicBezTo>
                  <a:pt x="107236" y="156929"/>
                  <a:pt x="106286" y="154685"/>
                  <a:pt x="106286" y="151895"/>
                </a:cubicBezTo>
                <a:cubicBezTo>
                  <a:pt x="106286" y="149105"/>
                  <a:pt x="107236" y="146845"/>
                  <a:pt x="109138" y="145115"/>
                </a:cubicBezTo>
                <a:cubicBezTo>
                  <a:pt x="111040" y="143387"/>
                  <a:pt x="114224" y="142523"/>
                  <a:pt x="118691" y="142523"/>
                </a:cubicBezTo>
                <a:lnTo>
                  <a:pt x="220648" y="142523"/>
                </a:lnTo>
                <a:cubicBezTo>
                  <a:pt x="225055" y="142523"/>
                  <a:pt x="228209" y="143387"/>
                  <a:pt x="230111" y="145115"/>
                </a:cubicBezTo>
                <a:cubicBezTo>
                  <a:pt x="232012" y="146845"/>
                  <a:pt x="232963" y="149105"/>
                  <a:pt x="232963" y="151895"/>
                </a:cubicBezTo>
                <a:cubicBezTo>
                  <a:pt x="232963" y="154625"/>
                  <a:pt x="232027" y="156854"/>
                  <a:pt x="230156" y="158582"/>
                </a:cubicBezTo>
                <a:cubicBezTo>
                  <a:pt x="228285" y="160311"/>
                  <a:pt x="225116" y="161176"/>
                  <a:pt x="220648" y="1611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_cfi_unix_">
            <a:extLst xmlns:a="http://schemas.openxmlformats.org/drawingml/2006/main">
              <a:ext uri="{FF2B5EF4-FFF2-40B4-BE49-F238E27FC236}">
                <a16:creationId xmlns:a16="http://schemas.microsoft.com/office/drawing/2014/main" id="{87CD49A6-575C-44B5-8DEE-CDFB43BA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61" y="479949"/>
            <a:ext cx="1126588" cy="173310"/>
          </a:xfrm>
          <a:custGeom xmlns:a="http://schemas.openxmlformats.org/drawingml/2006/main">
            <a:pathLst>
              <a:path w="1126588" h="173310">
                <a:moveTo>
                  <a:pt x="114363" y="173310"/>
                </a:moveTo>
                <a:lnTo>
                  <a:pt x="12405" y="173310"/>
                </a:lnTo>
                <a:cubicBezTo>
                  <a:pt x="7938" y="173310"/>
                  <a:pt x="4754" y="172460"/>
                  <a:pt x="2852" y="170760"/>
                </a:cubicBezTo>
                <a:cubicBezTo>
                  <a:pt x="951" y="169062"/>
                  <a:pt x="0" y="166819"/>
                  <a:pt x="0" y="164029"/>
                </a:cubicBezTo>
                <a:cubicBezTo>
                  <a:pt x="0" y="161239"/>
                  <a:pt x="951" y="158979"/>
                  <a:pt x="2852" y="157249"/>
                </a:cubicBezTo>
                <a:cubicBezTo>
                  <a:pt x="4754" y="155521"/>
                  <a:pt x="7938" y="154657"/>
                  <a:pt x="12405" y="154657"/>
                </a:cubicBezTo>
                <a:lnTo>
                  <a:pt x="114363" y="154657"/>
                </a:lnTo>
                <a:cubicBezTo>
                  <a:pt x="118769" y="154657"/>
                  <a:pt x="121924" y="155521"/>
                  <a:pt x="123825" y="157249"/>
                </a:cubicBezTo>
                <a:cubicBezTo>
                  <a:pt x="125727" y="158979"/>
                  <a:pt x="126677" y="161239"/>
                  <a:pt x="126677" y="164029"/>
                </a:cubicBezTo>
                <a:cubicBezTo>
                  <a:pt x="126677" y="166758"/>
                  <a:pt x="125742" y="168987"/>
                  <a:pt x="123870" y="170715"/>
                </a:cubicBezTo>
                <a:cubicBezTo>
                  <a:pt x="121999" y="172445"/>
                  <a:pt x="118830" y="173310"/>
                  <a:pt x="114363" y="173310"/>
                </a:cubicBezTo>
                <a:close/>
                <a:moveTo>
                  <a:pt x="203173" y="38574"/>
                </a:moveTo>
                <a:cubicBezTo>
                  <a:pt x="205406" y="36521"/>
                  <a:pt x="207700" y="35495"/>
                  <a:pt x="210054" y="35495"/>
                </a:cubicBezTo>
                <a:cubicBezTo>
                  <a:pt x="212711" y="35495"/>
                  <a:pt x="214899" y="36446"/>
                  <a:pt x="216619" y="38347"/>
                </a:cubicBezTo>
                <a:cubicBezTo>
                  <a:pt x="218340" y="40249"/>
                  <a:pt x="219200" y="43403"/>
                  <a:pt x="219200" y="47810"/>
                </a:cubicBezTo>
                <a:lnTo>
                  <a:pt x="219200" y="59762"/>
                </a:lnTo>
                <a:cubicBezTo>
                  <a:pt x="219200" y="64229"/>
                  <a:pt x="218340" y="67398"/>
                  <a:pt x="216619" y="69270"/>
                </a:cubicBezTo>
                <a:cubicBezTo>
                  <a:pt x="214899" y="71141"/>
                  <a:pt x="212650" y="72077"/>
                  <a:pt x="209873" y="72077"/>
                </a:cubicBezTo>
                <a:cubicBezTo>
                  <a:pt x="207338" y="72077"/>
                  <a:pt x="205195" y="71352"/>
                  <a:pt x="203444" y="69903"/>
                </a:cubicBezTo>
                <a:cubicBezTo>
                  <a:pt x="202177" y="68817"/>
                  <a:pt x="201181" y="66598"/>
                  <a:pt x="200456" y="63248"/>
                </a:cubicBezTo>
                <a:cubicBezTo>
                  <a:pt x="199732" y="59898"/>
                  <a:pt x="197981" y="57408"/>
                  <a:pt x="195205" y="55778"/>
                </a:cubicBezTo>
                <a:cubicBezTo>
                  <a:pt x="190315" y="52880"/>
                  <a:pt x="184067" y="51432"/>
                  <a:pt x="176461" y="51432"/>
                </a:cubicBezTo>
                <a:cubicBezTo>
                  <a:pt x="167708" y="51432"/>
                  <a:pt x="160690" y="53984"/>
                  <a:pt x="155408" y="59089"/>
                </a:cubicBezTo>
                <a:cubicBezTo>
                  <a:pt x="150126" y="64191"/>
                  <a:pt x="147485" y="70645"/>
                  <a:pt x="147485" y="78449"/>
                </a:cubicBezTo>
                <a:cubicBezTo>
                  <a:pt x="147485" y="85655"/>
                  <a:pt x="150021" y="91345"/>
                  <a:pt x="155092" y="95517"/>
                </a:cubicBezTo>
                <a:cubicBezTo>
                  <a:pt x="160162" y="99690"/>
                  <a:pt x="168583" y="101776"/>
                  <a:pt x="180355" y="101776"/>
                </a:cubicBezTo>
                <a:cubicBezTo>
                  <a:pt x="188081" y="101776"/>
                  <a:pt x="194390" y="100998"/>
                  <a:pt x="199279" y="99442"/>
                </a:cubicBezTo>
                <a:cubicBezTo>
                  <a:pt x="202177" y="98484"/>
                  <a:pt x="204923" y="96853"/>
                  <a:pt x="207519" y="94550"/>
                </a:cubicBezTo>
                <a:cubicBezTo>
                  <a:pt x="210115" y="92244"/>
                  <a:pt x="212469" y="91092"/>
                  <a:pt x="214582" y="91092"/>
                </a:cubicBezTo>
                <a:cubicBezTo>
                  <a:pt x="217117" y="91092"/>
                  <a:pt x="219306" y="92027"/>
                  <a:pt x="221147" y="93899"/>
                </a:cubicBezTo>
                <a:cubicBezTo>
                  <a:pt x="222988" y="95770"/>
                  <a:pt x="223908" y="97973"/>
                  <a:pt x="223908" y="100509"/>
                </a:cubicBezTo>
                <a:cubicBezTo>
                  <a:pt x="223908" y="104614"/>
                  <a:pt x="221101" y="108507"/>
                  <a:pt x="215487" y="112190"/>
                </a:cubicBezTo>
                <a:cubicBezTo>
                  <a:pt x="207157" y="117683"/>
                  <a:pt x="194963" y="120429"/>
                  <a:pt x="178906" y="120429"/>
                </a:cubicBezTo>
                <a:cubicBezTo>
                  <a:pt x="164478" y="120429"/>
                  <a:pt x="153250" y="117444"/>
                  <a:pt x="145222" y="111474"/>
                </a:cubicBezTo>
                <a:cubicBezTo>
                  <a:pt x="134356" y="103454"/>
                  <a:pt x="128923" y="92479"/>
                  <a:pt x="128923" y="78548"/>
                </a:cubicBezTo>
                <a:cubicBezTo>
                  <a:pt x="128923" y="65343"/>
                  <a:pt x="133330" y="54414"/>
                  <a:pt x="142143" y="45761"/>
                </a:cubicBezTo>
                <a:cubicBezTo>
                  <a:pt x="150957" y="37106"/>
                  <a:pt x="162456" y="32779"/>
                  <a:pt x="176642" y="32779"/>
                </a:cubicBezTo>
                <a:cubicBezTo>
                  <a:pt x="181773" y="32779"/>
                  <a:pt x="186542" y="33261"/>
                  <a:pt x="190949" y="34227"/>
                </a:cubicBezTo>
                <a:cubicBezTo>
                  <a:pt x="195355" y="35193"/>
                  <a:pt x="199430" y="36642"/>
                  <a:pt x="203173" y="38574"/>
                </a:cubicBezTo>
                <a:close/>
                <a:moveTo>
                  <a:pt x="285002" y="53967"/>
                </a:moveTo>
                <a:lnTo>
                  <a:pt x="285002" y="98879"/>
                </a:lnTo>
                <a:lnTo>
                  <a:pt x="311442" y="98879"/>
                </a:lnTo>
                <a:cubicBezTo>
                  <a:pt x="315909" y="98879"/>
                  <a:pt x="319093" y="99739"/>
                  <a:pt x="320995" y="101460"/>
                </a:cubicBezTo>
                <a:cubicBezTo>
                  <a:pt x="322896" y="103180"/>
                  <a:pt x="323847" y="105429"/>
                  <a:pt x="323847" y="108205"/>
                </a:cubicBezTo>
                <a:cubicBezTo>
                  <a:pt x="323847" y="110982"/>
                  <a:pt x="322896" y="113231"/>
                  <a:pt x="320995" y="114951"/>
                </a:cubicBezTo>
                <a:cubicBezTo>
                  <a:pt x="319093" y="116672"/>
                  <a:pt x="315909" y="117532"/>
                  <a:pt x="311442" y="117532"/>
                </a:cubicBezTo>
                <a:lnTo>
                  <a:pt x="255392" y="117532"/>
                </a:lnTo>
                <a:cubicBezTo>
                  <a:pt x="250925" y="117532"/>
                  <a:pt x="247741" y="116657"/>
                  <a:pt x="245840" y="114906"/>
                </a:cubicBezTo>
                <a:cubicBezTo>
                  <a:pt x="243938" y="113155"/>
                  <a:pt x="242987" y="110892"/>
                  <a:pt x="242987" y="108115"/>
                </a:cubicBezTo>
                <a:cubicBezTo>
                  <a:pt x="242987" y="105338"/>
                  <a:pt x="243938" y="103105"/>
                  <a:pt x="245840" y="101414"/>
                </a:cubicBezTo>
                <a:cubicBezTo>
                  <a:pt x="247741" y="99724"/>
                  <a:pt x="250925" y="98879"/>
                  <a:pt x="255392" y="98879"/>
                </a:cubicBezTo>
                <a:lnTo>
                  <a:pt x="266439" y="98879"/>
                </a:lnTo>
                <a:lnTo>
                  <a:pt x="266439" y="53967"/>
                </a:lnTo>
                <a:lnTo>
                  <a:pt x="257566" y="53967"/>
                </a:lnTo>
                <a:cubicBezTo>
                  <a:pt x="253099" y="53967"/>
                  <a:pt x="249914" y="53092"/>
                  <a:pt x="248013" y="51341"/>
                </a:cubicBezTo>
                <a:cubicBezTo>
                  <a:pt x="246111" y="49590"/>
                  <a:pt x="245161" y="47327"/>
                  <a:pt x="245161" y="44550"/>
                </a:cubicBezTo>
                <a:cubicBezTo>
                  <a:pt x="245161" y="41773"/>
                  <a:pt x="246111" y="39540"/>
                  <a:pt x="248013" y="37849"/>
                </a:cubicBezTo>
                <a:cubicBezTo>
                  <a:pt x="249914" y="36159"/>
                  <a:pt x="253099" y="35314"/>
                  <a:pt x="257566" y="35314"/>
                </a:cubicBezTo>
                <a:lnTo>
                  <a:pt x="266439" y="35314"/>
                </a:lnTo>
                <a:lnTo>
                  <a:pt x="266439" y="28234"/>
                </a:lnTo>
                <a:cubicBezTo>
                  <a:pt x="266439" y="20124"/>
                  <a:pt x="269473" y="13392"/>
                  <a:pt x="275540" y="8036"/>
                </a:cubicBezTo>
                <a:cubicBezTo>
                  <a:pt x="281606" y="2679"/>
                  <a:pt x="290405" y="0"/>
                  <a:pt x="301934" y="0"/>
                </a:cubicBezTo>
                <a:cubicBezTo>
                  <a:pt x="307065" y="0"/>
                  <a:pt x="312996" y="470"/>
                  <a:pt x="319727" y="1409"/>
                </a:cubicBezTo>
                <a:cubicBezTo>
                  <a:pt x="326458" y="2349"/>
                  <a:pt x="330774" y="3667"/>
                  <a:pt x="332676" y="5365"/>
                </a:cubicBezTo>
                <a:cubicBezTo>
                  <a:pt x="334577" y="7063"/>
                  <a:pt x="335528" y="9245"/>
                  <a:pt x="335528" y="11913"/>
                </a:cubicBezTo>
                <a:cubicBezTo>
                  <a:pt x="335528" y="14761"/>
                  <a:pt x="334683" y="17080"/>
                  <a:pt x="332993" y="18868"/>
                </a:cubicBezTo>
                <a:cubicBezTo>
                  <a:pt x="331302" y="20656"/>
                  <a:pt x="329220" y="21551"/>
                  <a:pt x="326745" y="21551"/>
                </a:cubicBezTo>
                <a:cubicBezTo>
                  <a:pt x="325598" y="21551"/>
                  <a:pt x="323877" y="21339"/>
                  <a:pt x="321583" y="20917"/>
                </a:cubicBezTo>
                <a:cubicBezTo>
                  <a:pt x="313917" y="19408"/>
                  <a:pt x="307126" y="18653"/>
                  <a:pt x="301210" y="18653"/>
                </a:cubicBezTo>
                <a:cubicBezTo>
                  <a:pt x="295053" y="18653"/>
                  <a:pt x="290812" y="19574"/>
                  <a:pt x="288488" y="21415"/>
                </a:cubicBezTo>
                <a:cubicBezTo>
                  <a:pt x="286164" y="23256"/>
                  <a:pt x="285002" y="25535"/>
                  <a:pt x="285002" y="28251"/>
                </a:cubicBezTo>
                <a:lnTo>
                  <a:pt x="285002" y="35314"/>
                </a:lnTo>
                <a:lnTo>
                  <a:pt x="313615" y="35314"/>
                </a:lnTo>
                <a:cubicBezTo>
                  <a:pt x="318082" y="35314"/>
                  <a:pt x="321266" y="36174"/>
                  <a:pt x="323168" y="37895"/>
                </a:cubicBezTo>
                <a:cubicBezTo>
                  <a:pt x="325070" y="39615"/>
                  <a:pt x="326020" y="41864"/>
                  <a:pt x="326020" y="44640"/>
                </a:cubicBezTo>
                <a:cubicBezTo>
                  <a:pt x="326020" y="47417"/>
                  <a:pt x="325070" y="49666"/>
                  <a:pt x="323168" y="51386"/>
                </a:cubicBezTo>
                <a:cubicBezTo>
                  <a:pt x="321266" y="53107"/>
                  <a:pt x="318082" y="53967"/>
                  <a:pt x="313615" y="53967"/>
                </a:cubicBezTo>
                <a:lnTo>
                  <a:pt x="285002" y="53967"/>
                </a:lnTo>
                <a:close/>
                <a:moveTo>
                  <a:pt x="403059" y="0"/>
                </a:moveTo>
                <a:lnTo>
                  <a:pt x="403059" y="19740"/>
                </a:lnTo>
                <a:lnTo>
                  <a:pt x="380965" y="19740"/>
                </a:lnTo>
                <a:lnTo>
                  <a:pt x="380965" y="0"/>
                </a:lnTo>
                <a:lnTo>
                  <a:pt x="403059" y="0"/>
                </a:lnTo>
                <a:moveTo>
                  <a:pt x="405594" y="35314"/>
                </a:moveTo>
                <a:lnTo>
                  <a:pt x="405594" y="98879"/>
                </a:lnTo>
                <a:lnTo>
                  <a:pt x="427869" y="98879"/>
                </a:lnTo>
                <a:cubicBezTo>
                  <a:pt x="432336" y="98879"/>
                  <a:pt x="435520" y="99739"/>
                  <a:pt x="437422" y="101460"/>
                </a:cubicBezTo>
                <a:cubicBezTo>
                  <a:pt x="439324" y="103180"/>
                  <a:pt x="440274" y="105429"/>
                  <a:pt x="440274" y="108205"/>
                </a:cubicBezTo>
                <a:cubicBezTo>
                  <a:pt x="440274" y="110982"/>
                  <a:pt x="439324" y="113231"/>
                  <a:pt x="437422" y="114951"/>
                </a:cubicBezTo>
                <a:cubicBezTo>
                  <a:pt x="435520" y="116672"/>
                  <a:pt x="432336" y="117532"/>
                  <a:pt x="427869" y="117532"/>
                </a:cubicBezTo>
                <a:lnTo>
                  <a:pt x="364757" y="117532"/>
                </a:lnTo>
                <a:cubicBezTo>
                  <a:pt x="360290" y="117532"/>
                  <a:pt x="357106" y="116657"/>
                  <a:pt x="355204" y="114906"/>
                </a:cubicBezTo>
                <a:cubicBezTo>
                  <a:pt x="353302" y="113155"/>
                  <a:pt x="352352" y="110892"/>
                  <a:pt x="352352" y="108115"/>
                </a:cubicBezTo>
                <a:cubicBezTo>
                  <a:pt x="352352" y="105338"/>
                  <a:pt x="353302" y="103105"/>
                  <a:pt x="355204" y="101414"/>
                </a:cubicBezTo>
                <a:cubicBezTo>
                  <a:pt x="357106" y="99724"/>
                  <a:pt x="360290" y="98879"/>
                  <a:pt x="364757" y="98879"/>
                </a:cubicBezTo>
                <a:lnTo>
                  <a:pt x="387032" y="98879"/>
                </a:lnTo>
                <a:lnTo>
                  <a:pt x="387032" y="53967"/>
                </a:lnTo>
                <a:lnTo>
                  <a:pt x="372091" y="53967"/>
                </a:lnTo>
                <a:cubicBezTo>
                  <a:pt x="367685" y="53967"/>
                  <a:pt x="364515" y="53092"/>
                  <a:pt x="362584" y="51341"/>
                </a:cubicBezTo>
                <a:cubicBezTo>
                  <a:pt x="360652" y="49590"/>
                  <a:pt x="359686" y="47327"/>
                  <a:pt x="359686" y="44550"/>
                </a:cubicBezTo>
                <a:cubicBezTo>
                  <a:pt x="359686" y="41773"/>
                  <a:pt x="360637" y="39540"/>
                  <a:pt x="362538" y="37849"/>
                </a:cubicBezTo>
                <a:cubicBezTo>
                  <a:pt x="364440" y="36159"/>
                  <a:pt x="367624" y="35314"/>
                  <a:pt x="372091" y="35314"/>
                </a:cubicBezTo>
                <a:lnTo>
                  <a:pt x="405594" y="35314"/>
                </a:lnTo>
                <a:close/>
                <a:moveTo>
                  <a:pt x="558685" y="173310"/>
                </a:moveTo>
                <a:lnTo>
                  <a:pt x="456727" y="173310"/>
                </a:lnTo>
                <a:cubicBezTo>
                  <a:pt x="452260" y="173310"/>
                  <a:pt x="449076" y="172460"/>
                  <a:pt x="447175" y="170760"/>
                </a:cubicBezTo>
                <a:cubicBezTo>
                  <a:pt x="445273" y="169062"/>
                  <a:pt x="444322" y="166819"/>
                  <a:pt x="444322" y="164029"/>
                </a:cubicBezTo>
                <a:cubicBezTo>
                  <a:pt x="444322" y="161239"/>
                  <a:pt x="445273" y="158979"/>
                  <a:pt x="447175" y="157249"/>
                </a:cubicBezTo>
                <a:cubicBezTo>
                  <a:pt x="449076" y="155521"/>
                  <a:pt x="452260" y="154657"/>
                  <a:pt x="456727" y="154657"/>
                </a:cubicBezTo>
                <a:lnTo>
                  <a:pt x="558685" y="154657"/>
                </a:lnTo>
                <a:cubicBezTo>
                  <a:pt x="563092" y="154657"/>
                  <a:pt x="566246" y="155521"/>
                  <a:pt x="568147" y="157249"/>
                </a:cubicBezTo>
                <a:cubicBezTo>
                  <a:pt x="570049" y="158979"/>
                  <a:pt x="571000" y="161239"/>
                  <a:pt x="571000" y="164029"/>
                </a:cubicBezTo>
                <a:cubicBezTo>
                  <a:pt x="571000" y="166758"/>
                  <a:pt x="570064" y="168987"/>
                  <a:pt x="568193" y="170715"/>
                </a:cubicBezTo>
                <a:cubicBezTo>
                  <a:pt x="566321" y="172445"/>
                  <a:pt x="563152" y="173310"/>
                  <a:pt x="558685" y="173310"/>
                </a:cubicBezTo>
                <a:close/>
                <a:moveTo>
                  <a:pt x="657999" y="35314"/>
                </a:moveTo>
                <a:lnTo>
                  <a:pt x="657999" y="98879"/>
                </a:lnTo>
                <a:cubicBezTo>
                  <a:pt x="661922" y="98879"/>
                  <a:pt x="664820" y="99739"/>
                  <a:pt x="666691" y="101460"/>
                </a:cubicBezTo>
                <a:cubicBezTo>
                  <a:pt x="668563" y="103180"/>
                  <a:pt x="669498" y="105429"/>
                  <a:pt x="669498" y="108205"/>
                </a:cubicBezTo>
                <a:cubicBezTo>
                  <a:pt x="669498" y="110982"/>
                  <a:pt x="668548" y="113231"/>
                  <a:pt x="666646" y="114951"/>
                </a:cubicBezTo>
                <a:cubicBezTo>
                  <a:pt x="664744" y="116672"/>
                  <a:pt x="661560" y="117532"/>
                  <a:pt x="657093" y="117532"/>
                </a:cubicBezTo>
                <a:lnTo>
                  <a:pt x="639436" y="117532"/>
                </a:lnTo>
                <a:lnTo>
                  <a:pt x="639436" y="113186"/>
                </a:lnTo>
                <a:cubicBezTo>
                  <a:pt x="634124" y="115600"/>
                  <a:pt x="629053" y="117411"/>
                  <a:pt x="624224" y="118618"/>
                </a:cubicBezTo>
                <a:cubicBezTo>
                  <a:pt x="619395" y="119826"/>
                  <a:pt x="614807" y="120429"/>
                  <a:pt x="610461" y="120429"/>
                </a:cubicBezTo>
                <a:cubicBezTo>
                  <a:pt x="604364" y="120429"/>
                  <a:pt x="599082" y="119150"/>
                  <a:pt x="594615" y="116592"/>
                </a:cubicBezTo>
                <a:cubicBezTo>
                  <a:pt x="590148" y="114033"/>
                  <a:pt x="586616" y="110496"/>
                  <a:pt x="584021" y="105981"/>
                </a:cubicBezTo>
                <a:cubicBezTo>
                  <a:pt x="582149" y="102731"/>
                  <a:pt x="581214" y="98668"/>
                  <a:pt x="581214" y="93791"/>
                </a:cubicBezTo>
                <a:lnTo>
                  <a:pt x="581214" y="53967"/>
                </a:lnTo>
                <a:lnTo>
                  <a:pt x="578044" y="53967"/>
                </a:lnTo>
                <a:cubicBezTo>
                  <a:pt x="573577" y="53967"/>
                  <a:pt x="570393" y="53092"/>
                  <a:pt x="568491" y="51341"/>
                </a:cubicBezTo>
                <a:cubicBezTo>
                  <a:pt x="566590" y="49590"/>
                  <a:pt x="565639" y="47327"/>
                  <a:pt x="565639" y="44550"/>
                </a:cubicBezTo>
                <a:cubicBezTo>
                  <a:pt x="565639" y="41773"/>
                  <a:pt x="566590" y="39540"/>
                  <a:pt x="568491" y="37849"/>
                </a:cubicBezTo>
                <a:cubicBezTo>
                  <a:pt x="570393" y="36159"/>
                  <a:pt x="573577" y="35314"/>
                  <a:pt x="578044" y="35314"/>
                </a:cubicBezTo>
                <a:lnTo>
                  <a:pt x="599776" y="35314"/>
                </a:lnTo>
                <a:lnTo>
                  <a:pt x="599776" y="90399"/>
                </a:lnTo>
                <a:cubicBezTo>
                  <a:pt x="599776" y="94311"/>
                  <a:pt x="600727" y="97186"/>
                  <a:pt x="602628" y="99023"/>
                </a:cubicBezTo>
                <a:cubicBezTo>
                  <a:pt x="604530" y="100859"/>
                  <a:pt x="607442" y="101776"/>
                  <a:pt x="611366" y="101776"/>
                </a:cubicBezTo>
                <a:cubicBezTo>
                  <a:pt x="615109" y="101776"/>
                  <a:pt x="619138" y="101039"/>
                  <a:pt x="623454" y="99564"/>
                </a:cubicBezTo>
                <a:cubicBezTo>
                  <a:pt x="627771" y="98089"/>
                  <a:pt x="633098" y="95425"/>
                  <a:pt x="639436" y="91573"/>
                </a:cubicBezTo>
                <a:lnTo>
                  <a:pt x="639436" y="53967"/>
                </a:lnTo>
                <a:lnTo>
                  <a:pt x="632736" y="53967"/>
                </a:lnTo>
                <a:cubicBezTo>
                  <a:pt x="628269" y="53967"/>
                  <a:pt x="625084" y="53092"/>
                  <a:pt x="623183" y="51341"/>
                </a:cubicBezTo>
                <a:cubicBezTo>
                  <a:pt x="621281" y="49590"/>
                  <a:pt x="620330" y="47327"/>
                  <a:pt x="620330" y="44550"/>
                </a:cubicBezTo>
                <a:cubicBezTo>
                  <a:pt x="620330" y="41773"/>
                  <a:pt x="621281" y="39540"/>
                  <a:pt x="623183" y="37849"/>
                </a:cubicBezTo>
                <a:cubicBezTo>
                  <a:pt x="625084" y="36159"/>
                  <a:pt x="628269" y="35314"/>
                  <a:pt x="632736" y="35314"/>
                </a:cubicBezTo>
                <a:lnTo>
                  <a:pt x="657999" y="35314"/>
                </a:lnTo>
                <a:close/>
                <a:moveTo>
                  <a:pt x="711042" y="35314"/>
                </a:moveTo>
                <a:lnTo>
                  <a:pt x="711042" y="41471"/>
                </a:lnTo>
                <a:cubicBezTo>
                  <a:pt x="714423" y="38574"/>
                  <a:pt x="718150" y="36400"/>
                  <a:pt x="722225" y="34952"/>
                </a:cubicBezTo>
                <a:cubicBezTo>
                  <a:pt x="726300" y="33503"/>
                  <a:pt x="730721" y="32779"/>
                  <a:pt x="735490" y="32779"/>
                </a:cubicBezTo>
                <a:cubicBezTo>
                  <a:pt x="746477" y="32779"/>
                  <a:pt x="755169" y="36189"/>
                  <a:pt x="761568" y="43011"/>
                </a:cubicBezTo>
                <a:cubicBezTo>
                  <a:pt x="766639" y="48443"/>
                  <a:pt x="769174" y="55567"/>
                  <a:pt x="769174" y="64380"/>
                </a:cubicBezTo>
                <a:lnTo>
                  <a:pt x="769174" y="98879"/>
                </a:lnTo>
                <a:cubicBezTo>
                  <a:pt x="773098" y="98879"/>
                  <a:pt x="775996" y="99739"/>
                  <a:pt x="777867" y="101460"/>
                </a:cubicBezTo>
                <a:cubicBezTo>
                  <a:pt x="779738" y="103180"/>
                  <a:pt x="780674" y="105429"/>
                  <a:pt x="780674" y="108205"/>
                </a:cubicBezTo>
                <a:cubicBezTo>
                  <a:pt x="780674" y="110982"/>
                  <a:pt x="779723" y="113231"/>
                  <a:pt x="777822" y="114951"/>
                </a:cubicBezTo>
                <a:cubicBezTo>
                  <a:pt x="775920" y="116672"/>
                  <a:pt x="772736" y="117532"/>
                  <a:pt x="768269" y="117532"/>
                </a:cubicBezTo>
                <a:lnTo>
                  <a:pt x="751517" y="117532"/>
                </a:lnTo>
                <a:cubicBezTo>
                  <a:pt x="747050" y="117532"/>
                  <a:pt x="743866" y="116657"/>
                  <a:pt x="741964" y="114906"/>
                </a:cubicBezTo>
                <a:cubicBezTo>
                  <a:pt x="740063" y="113155"/>
                  <a:pt x="739112" y="110892"/>
                  <a:pt x="739112" y="108115"/>
                </a:cubicBezTo>
                <a:cubicBezTo>
                  <a:pt x="739112" y="105338"/>
                  <a:pt x="740048" y="103105"/>
                  <a:pt x="741919" y="101414"/>
                </a:cubicBezTo>
                <a:cubicBezTo>
                  <a:pt x="743790" y="99724"/>
                  <a:pt x="746688" y="98879"/>
                  <a:pt x="750612" y="98879"/>
                </a:cubicBezTo>
                <a:lnTo>
                  <a:pt x="750612" y="63905"/>
                </a:lnTo>
                <a:cubicBezTo>
                  <a:pt x="750612" y="59868"/>
                  <a:pt x="749525" y="56915"/>
                  <a:pt x="747352" y="55048"/>
                </a:cubicBezTo>
                <a:cubicBezTo>
                  <a:pt x="744515" y="52637"/>
                  <a:pt x="740259" y="51432"/>
                  <a:pt x="734585" y="51432"/>
                </a:cubicBezTo>
                <a:cubicBezTo>
                  <a:pt x="730299" y="51432"/>
                  <a:pt x="726541" y="52262"/>
                  <a:pt x="723311" y="53922"/>
                </a:cubicBezTo>
                <a:cubicBezTo>
                  <a:pt x="720082" y="55582"/>
                  <a:pt x="715992" y="59098"/>
                  <a:pt x="711042" y="64471"/>
                </a:cubicBezTo>
                <a:lnTo>
                  <a:pt x="711042" y="98879"/>
                </a:lnTo>
                <a:cubicBezTo>
                  <a:pt x="715811" y="98879"/>
                  <a:pt x="718890" y="99452"/>
                  <a:pt x="720278" y="100599"/>
                </a:cubicBezTo>
                <a:cubicBezTo>
                  <a:pt x="723236" y="102893"/>
                  <a:pt x="724715" y="105429"/>
                  <a:pt x="724715" y="108205"/>
                </a:cubicBezTo>
                <a:cubicBezTo>
                  <a:pt x="724715" y="110982"/>
                  <a:pt x="723764" y="113231"/>
                  <a:pt x="721863" y="114951"/>
                </a:cubicBezTo>
                <a:cubicBezTo>
                  <a:pt x="719961" y="116672"/>
                  <a:pt x="716777" y="117532"/>
                  <a:pt x="712310" y="117532"/>
                </a:cubicBezTo>
                <a:lnTo>
                  <a:pt x="691212" y="117532"/>
                </a:lnTo>
                <a:cubicBezTo>
                  <a:pt x="686745" y="117532"/>
                  <a:pt x="683561" y="116657"/>
                  <a:pt x="681659" y="114906"/>
                </a:cubicBezTo>
                <a:cubicBezTo>
                  <a:pt x="679758" y="113155"/>
                  <a:pt x="678807" y="110892"/>
                  <a:pt x="678807" y="108115"/>
                </a:cubicBezTo>
                <a:cubicBezTo>
                  <a:pt x="678807" y="105338"/>
                  <a:pt x="680256" y="102810"/>
                  <a:pt x="683153" y="100531"/>
                </a:cubicBezTo>
                <a:cubicBezTo>
                  <a:pt x="684602" y="99430"/>
                  <a:pt x="687711" y="98879"/>
                  <a:pt x="692480" y="98879"/>
                </a:cubicBezTo>
                <a:lnTo>
                  <a:pt x="692480" y="53967"/>
                </a:lnTo>
                <a:cubicBezTo>
                  <a:pt x="688556" y="53967"/>
                  <a:pt x="685658" y="53092"/>
                  <a:pt x="683787" y="51341"/>
                </a:cubicBezTo>
                <a:cubicBezTo>
                  <a:pt x="681916" y="49590"/>
                  <a:pt x="680980" y="47327"/>
                  <a:pt x="680980" y="44550"/>
                </a:cubicBezTo>
                <a:cubicBezTo>
                  <a:pt x="680980" y="41773"/>
                  <a:pt x="681931" y="39540"/>
                  <a:pt x="683832" y="37849"/>
                </a:cubicBezTo>
                <a:cubicBezTo>
                  <a:pt x="685734" y="36159"/>
                  <a:pt x="688918" y="35314"/>
                  <a:pt x="693385" y="35314"/>
                </a:cubicBezTo>
                <a:lnTo>
                  <a:pt x="711042" y="35314"/>
                </a:lnTo>
                <a:close/>
                <a:moveTo>
                  <a:pt x="847381" y="0"/>
                </a:moveTo>
                <a:lnTo>
                  <a:pt x="847381" y="19740"/>
                </a:lnTo>
                <a:lnTo>
                  <a:pt x="825287" y="19740"/>
                </a:lnTo>
                <a:lnTo>
                  <a:pt x="825287" y="0"/>
                </a:lnTo>
                <a:lnTo>
                  <a:pt x="847381" y="0"/>
                </a:lnTo>
                <a:moveTo>
                  <a:pt x="849917" y="35314"/>
                </a:moveTo>
                <a:lnTo>
                  <a:pt x="849917" y="98879"/>
                </a:lnTo>
                <a:lnTo>
                  <a:pt x="872192" y="98879"/>
                </a:lnTo>
                <a:cubicBezTo>
                  <a:pt x="876659" y="98879"/>
                  <a:pt x="879843" y="99739"/>
                  <a:pt x="881744" y="101460"/>
                </a:cubicBezTo>
                <a:cubicBezTo>
                  <a:pt x="883646" y="103180"/>
                  <a:pt x="884597" y="105429"/>
                  <a:pt x="884597" y="108205"/>
                </a:cubicBezTo>
                <a:cubicBezTo>
                  <a:pt x="884597" y="110982"/>
                  <a:pt x="883646" y="113231"/>
                  <a:pt x="881744" y="114951"/>
                </a:cubicBezTo>
                <a:cubicBezTo>
                  <a:pt x="879843" y="116672"/>
                  <a:pt x="876659" y="117532"/>
                  <a:pt x="872192" y="117532"/>
                </a:cubicBezTo>
                <a:lnTo>
                  <a:pt x="809079" y="117532"/>
                </a:lnTo>
                <a:cubicBezTo>
                  <a:pt x="804612" y="117532"/>
                  <a:pt x="801428" y="116657"/>
                  <a:pt x="799526" y="114906"/>
                </a:cubicBezTo>
                <a:cubicBezTo>
                  <a:pt x="797625" y="113155"/>
                  <a:pt x="796674" y="110892"/>
                  <a:pt x="796674" y="108115"/>
                </a:cubicBezTo>
                <a:cubicBezTo>
                  <a:pt x="796674" y="105338"/>
                  <a:pt x="797625" y="103105"/>
                  <a:pt x="799526" y="101414"/>
                </a:cubicBezTo>
                <a:cubicBezTo>
                  <a:pt x="801428" y="99724"/>
                  <a:pt x="804612" y="98879"/>
                  <a:pt x="809079" y="98879"/>
                </a:cubicBezTo>
                <a:lnTo>
                  <a:pt x="831354" y="98879"/>
                </a:lnTo>
                <a:lnTo>
                  <a:pt x="831354" y="53967"/>
                </a:lnTo>
                <a:lnTo>
                  <a:pt x="816414" y="53967"/>
                </a:lnTo>
                <a:cubicBezTo>
                  <a:pt x="812007" y="53967"/>
                  <a:pt x="808838" y="53092"/>
                  <a:pt x="806906" y="51341"/>
                </a:cubicBezTo>
                <a:cubicBezTo>
                  <a:pt x="804974" y="49590"/>
                  <a:pt x="804009" y="47327"/>
                  <a:pt x="804009" y="44550"/>
                </a:cubicBezTo>
                <a:cubicBezTo>
                  <a:pt x="804009" y="41773"/>
                  <a:pt x="804959" y="39540"/>
                  <a:pt x="806861" y="37849"/>
                </a:cubicBezTo>
                <a:cubicBezTo>
                  <a:pt x="808762" y="36159"/>
                  <a:pt x="811947" y="35314"/>
                  <a:pt x="816414" y="35314"/>
                </a:cubicBezTo>
                <a:lnTo>
                  <a:pt x="849917" y="35314"/>
                </a:lnTo>
                <a:close/>
                <a:moveTo>
                  <a:pt x="966013" y="74804"/>
                </a:moveTo>
                <a:lnTo>
                  <a:pt x="994052" y="98879"/>
                </a:lnTo>
                <a:cubicBezTo>
                  <a:pt x="997432" y="99060"/>
                  <a:pt x="999968" y="100016"/>
                  <a:pt x="1001658" y="101745"/>
                </a:cubicBezTo>
                <a:cubicBezTo>
                  <a:pt x="1003348" y="103473"/>
                  <a:pt x="1004193" y="105642"/>
                  <a:pt x="1004193" y="108251"/>
                </a:cubicBezTo>
                <a:cubicBezTo>
                  <a:pt x="1004193" y="110980"/>
                  <a:pt x="1003243" y="113210"/>
                  <a:pt x="1001341" y="114940"/>
                </a:cubicBezTo>
                <a:cubicBezTo>
                  <a:pt x="999440" y="116668"/>
                  <a:pt x="996255" y="117532"/>
                  <a:pt x="991788" y="117532"/>
                </a:cubicBezTo>
                <a:lnTo>
                  <a:pt x="970690" y="117532"/>
                </a:lnTo>
                <a:cubicBezTo>
                  <a:pt x="966223" y="117532"/>
                  <a:pt x="963039" y="116668"/>
                  <a:pt x="961138" y="114940"/>
                </a:cubicBezTo>
                <a:cubicBezTo>
                  <a:pt x="959236" y="113210"/>
                  <a:pt x="958285" y="110920"/>
                  <a:pt x="958285" y="108070"/>
                </a:cubicBezTo>
                <a:cubicBezTo>
                  <a:pt x="958285" y="105885"/>
                  <a:pt x="958964" y="103959"/>
                  <a:pt x="960323" y="102291"/>
                </a:cubicBezTo>
                <a:cubicBezTo>
                  <a:pt x="961681" y="100624"/>
                  <a:pt x="963537" y="99486"/>
                  <a:pt x="965891" y="98879"/>
                </a:cubicBezTo>
                <a:lnTo>
                  <a:pt x="951913" y="86884"/>
                </a:lnTo>
                <a:lnTo>
                  <a:pt x="937912" y="98879"/>
                </a:lnTo>
                <a:cubicBezTo>
                  <a:pt x="940749" y="99607"/>
                  <a:pt x="942786" y="100730"/>
                  <a:pt x="944024" y="102246"/>
                </a:cubicBezTo>
                <a:cubicBezTo>
                  <a:pt x="945261" y="103763"/>
                  <a:pt x="945880" y="105704"/>
                  <a:pt x="945880" y="108070"/>
                </a:cubicBezTo>
                <a:cubicBezTo>
                  <a:pt x="945880" y="110920"/>
                  <a:pt x="944944" y="113210"/>
                  <a:pt x="943073" y="114940"/>
                </a:cubicBezTo>
                <a:cubicBezTo>
                  <a:pt x="941202" y="116668"/>
                  <a:pt x="938033" y="117532"/>
                  <a:pt x="933566" y="117532"/>
                </a:cubicBezTo>
                <a:lnTo>
                  <a:pt x="912649" y="117532"/>
                </a:lnTo>
                <a:cubicBezTo>
                  <a:pt x="908182" y="117532"/>
                  <a:pt x="904997" y="116668"/>
                  <a:pt x="903096" y="114940"/>
                </a:cubicBezTo>
                <a:cubicBezTo>
                  <a:pt x="901194" y="113210"/>
                  <a:pt x="900244" y="110950"/>
                  <a:pt x="900244" y="108160"/>
                </a:cubicBezTo>
                <a:cubicBezTo>
                  <a:pt x="900244" y="105612"/>
                  <a:pt x="901089" y="103473"/>
                  <a:pt x="902779" y="101745"/>
                </a:cubicBezTo>
                <a:cubicBezTo>
                  <a:pt x="904469" y="100016"/>
                  <a:pt x="907005" y="99060"/>
                  <a:pt x="910385" y="98879"/>
                </a:cubicBezTo>
                <a:lnTo>
                  <a:pt x="937980" y="74929"/>
                </a:lnTo>
                <a:lnTo>
                  <a:pt x="913554" y="53967"/>
                </a:lnTo>
                <a:cubicBezTo>
                  <a:pt x="910355" y="53724"/>
                  <a:pt x="907925" y="52738"/>
                  <a:pt x="906265" y="51010"/>
                </a:cubicBezTo>
                <a:cubicBezTo>
                  <a:pt x="904605" y="49280"/>
                  <a:pt x="903775" y="47142"/>
                  <a:pt x="903775" y="44595"/>
                </a:cubicBezTo>
                <a:cubicBezTo>
                  <a:pt x="903775" y="41865"/>
                  <a:pt x="904726" y="39637"/>
                  <a:pt x="906627" y="37909"/>
                </a:cubicBezTo>
                <a:cubicBezTo>
                  <a:pt x="908529" y="36179"/>
                  <a:pt x="911713" y="35314"/>
                  <a:pt x="916180" y="35314"/>
                </a:cubicBezTo>
                <a:lnTo>
                  <a:pt x="933566" y="35314"/>
                </a:lnTo>
                <a:cubicBezTo>
                  <a:pt x="938033" y="35314"/>
                  <a:pt x="941217" y="36179"/>
                  <a:pt x="943118" y="37909"/>
                </a:cubicBezTo>
                <a:cubicBezTo>
                  <a:pt x="945020" y="39637"/>
                  <a:pt x="945971" y="41835"/>
                  <a:pt x="945971" y="44505"/>
                </a:cubicBezTo>
                <a:cubicBezTo>
                  <a:pt x="945971" y="48085"/>
                  <a:pt x="944280" y="50998"/>
                  <a:pt x="940900" y="53243"/>
                </a:cubicBezTo>
                <a:lnTo>
                  <a:pt x="951992" y="62767"/>
                </a:lnTo>
                <a:lnTo>
                  <a:pt x="963175" y="53061"/>
                </a:lnTo>
                <a:cubicBezTo>
                  <a:pt x="959855" y="50696"/>
                  <a:pt x="958195" y="47965"/>
                  <a:pt x="958195" y="44870"/>
                </a:cubicBezTo>
                <a:cubicBezTo>
                  <a:pt x="958195" y="41957"/>
                  <a:pt x="959145" y="39637"/>
                  <a:pt x="961047" y="37909"/>
                </a:cubicBezTo>
                <a:cubicBezTo>
                  <a:pt x="962949" y="36179"/>
                  <a:pt x="966133" y="35314"/>
                  <a:pt x="970600" y="35314"/>
                </a:cubicBezTo>
                <a:lnTo>
                  <a:pt x="987804" y="35314"/>
                </a:lnTo>
                <a:cubicBezTo>
                  <a:pt x="992271" y="35314"/>
                  <a:pt x="995455" y="36179"/>
                  <a:pt x="997357" y="37909"/>
                </a:cubicBezTo>
                <a:cubicBezTo>
                  <a:pt x="999258" y="39637"/>
                  <a:pt x="1000209" y="41896"/>
                  <a:pt x="1000209" y="44686"/>
                </a:cubicBezTo>
                <a:cubicBezTo>
                  <a:pt x="1000209" y="47172"/>
                  <a:pt x="999379" y="49280"/>
                  <a:pt x="997719" y="51010"/>
                </a:cubicBezTo>
                <a:cubicBezTo>
                  <a:pt x="996059" y="52738"/>
                  <a:pt x="993599" y="53724"/>
                  <a:pt x="990339" y="53967"/>
                </a:cubicBezTo>
                <a:lnTo>
                  <a:pt x="966013" y="74804"/>
                </a:lnTo>
                <a:close/>
                <a:moveTo>
                  <a:pt x="1114273" y="173310"/>
                </a:moveTo>
                <a:lnTo>
                  <a:pt x="1012316" y="173310"/>
                </a:lnTo>
                <a:cubicBezTo>
                  <a:pt x="1007849" y="173310"/>
                  <a:pt x="1004664" y="172460"/>
                  <a:pt x="1002763" y="170760"/>
                </a:cubicBezTo>
                <a:cubicBezTo>
                  <a:pt x="1000861" y="169062"/>
                  <a:pt x="999911" y="166819"/>
                  <a:pt x="999911" y="164029"/>
                </a:cubicBezTo>
                <a:cubicBezTo>
                  <a:pt x="999911" y="161239"/>
                  <a:pt x="1000861" y="158979"/>
                  <a:pt x="1002763" y="157249"/>
                </a:cubicBezTo>
                <a:cubicBezTo>
                  <a:pt x="1004664" y="155521"/>
                  <a:pt x="1007849" y="154657"/>
                  <a:pt x="1012316" y="154657"/>
                </a:cubicBezTo>
                <a:lnTo>
                  <a:pt x="1114273" y="154657"/>
                </a:lnTo>
                <a:cubicBezTo>
                  <a:pt x="1118680" y="154657"/>
                  <a:pt x="1121834" y="155521"/>
                  <a:pt x="1123736" y="157249"/>
                </a:cubicBezTo>
                <a:cubicBezTo>
                  <a:pt x="1125637" y="158979"/>
                  <a:pt x="1126588" y="161239"/>
                  <a:pt x="1126588" y="164029"/>
                </a:cubicBezTo>
                <a:cubicBezTo>
                  <a:pt x="1126588" y="166758"/>
                  <a:pt x="1125652" y="168987"/>
                  <a:pt x="1123781" y="170715"/>
                </a:cubicBezTo>
                <a:cubicBezTo>
                  <a:pt x="1121910" y="172445"/>
                  <a:pt x="1118740" y="173310"/>
                  <a:pt x="1114273" y="1733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poll&gt;">
            <a:extLst xmlns:a="http://schemas.openxmlformats.org/drawingml/2006/main">
              <a:ext uri="{FF2B5EF4-FFF2-40B4-BE49-F238E27FC236}">
                <a16:creationId xmlns:a16="http://schemas.microsoft.com/office/drawing/2014/main" id="{EDD6C3B4-08C0-4F99-BD0B-DEA4D58D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633" y="479949"/>
            <a:ext cx="559681" cy="156287"/>
          </a:xfrm>
          <a:custGeom xmlns:a="http://schemas.openxmlformats.org/drawingml/2006/main">
            <a:pathLst>
              <a:path w="559681" h="156287">
                <a:moveTo>
                  <a:pt x="34137" y="107209"/>
                </a:moveTo>
                <a:lnTo>
                  <a:pt x="34137" y="137634"/>
                </a:lnTo>
                <a:lnTo>
                  <a:pt x="45274" y="137634"/>
                </a:lnTo>
                <a:cubicBezTo>
                  <a:pt x="49741" y="137634"/>
                  <a:pt x="52926" y="138509"/>
                  <a:pt x="54827" y="140260"/>
                </a:cubicBezTo>
                <a:cubicBezTo>
                  <a:pt x="56729" y="142010"/>
                  <a:pt x="57679" y="144274"/>
                  <a:pt x="57679" y="147051"/>
                </a:cubicBezTo>
                <a:cubicBezTo>
                  <a:pt x="57679" y="149828"/>
                  <a:pt x="56729" y="152061"/>
                  <a:pt x="54827" y="153751"/>
                </a:cubicBezTo>
                <a:cubicBezTo>
                  <a:pt x="52926" y="155442"/>
                  <a:pt x="49741" y="156287"/>
                  <a:pt x="45274" y="156287"/>
                </a:cubicBezTo>
                <a:lnTo>
                  <a:pt x="12405" y="156287"/>
                </a:lnTo>
                <a:cubicBezTo>
                  <a:pt x="7938" y="156287"/>
                  <a:pt x="4754" y="155442"/>
                  <a:pt x="2852" y="153751"/>
                </a:cubicBezTo>
                <a:cubicBezTo>
                  <a:pt x="951" y="152061"/>
                  <a:pt x="0" y="149828"/>
                  <a:pt x="0" y="147051"/>
                </a:cubicBezTo>
                <a:cubicBezTo>
                  <a:pt x="0" y="144274"/>
                  <a:pt x="966" y="142010"/>
                  <a:pt x="2898" y="140260"/>
                </a:cubicBezTo>
                <a:cubicBezTo>
                  <a:pt x="4829" y="138509"/>
                  <a:pt x="7998" y="137634"/>
                  <a:pt x="12405" y="137634"/>
                </a:cubicBezTo>
                <a:lnTo>
                  <a:pt x="15574" y="137634"/>
                </a:lnTo>
                <a:lnTo>
                  <a:pt x="15574" y="53967"/>
                </a:lnTo>
                <a:lnTo>
                  <a:pt x="12405" y="53967"/>
                </a:lnTo>
                <a:cubicBezTo>
                  <a:pt x="7938" y="53967"/>
                  <a:pt x="4754" y="53092"/>
                  <a:pt x="2852" y="51341"/>
                </a:cubicBezTo>
                <a:cubicBezTo>
                  <a:pt x="951" y="49590"/>
                  <a:pt x="0" y="47327"/>
                  <a:pt x="0" y="44550"/>
                </a:cubicBezTo>
                <a:cubicBezTo>
                  <a:pt x="0" y="41773"/>
                  <a:pt x="951" y="39540"/>
                  <a:pt x="2852" y="37849"/>
                </a:cubicBezTo>
                <a:cubicBezTo>
                  <a:pt x="4754" y="36159"/>
                  <a:pt x="7938" y="35314"/>
                  <a:pt x="12405" y="35314"/>
                </a:cubicBezTo>
                <a:lnTo>
                  <a:pt x="34137" y="35314"/>
                </a:lnTo>
                <a:lnTo>
                  <a:pt x="34137" y="41652"/>
                </a:lnTo>
                <a:cubicBezTo>
                  <a:pt x="38483" y="38664"/>
                  <a:pt x="42980" y="36438"/>
                  <a:pt x="47628" y="34974"/>
                </a:cubicBezTo>
                <a:cubicBezTo>
                  <a:pt x="52277" y="33510"/>
                  <a:pt x="57046" y="32779"/>
                  <a:pt x="61935" y="32779"/>
                </a:cubicBezTo>
                <a:cubicBezTo>
                  <a:pt x="74612" y="32779"/>
                  <a:pt x="85417" y="37080"/>
                  <a:pt x="94352" y="45682"/>
                </a:cubicBezTo>
                <a:cubicBezTo>
                  <a:pt x="103286" y="54284"/>
                  <a:pt x="107753" y="64138"/>
                  <a:pt x="107753" y="75246"/>
                </a:cubicBezTo>
                <a:cubicBezTo>
                  <a:pt x="107753" y="87500"/>
                  <a:pt x="102471" y="97611"/>
                  <a:pt x="91907" y="105580"/>
                </a:cubicBezTo>
                <a:cubicBezTo>
                  <a:pt x="83093" y="112220"/>
                  <a:pt x="73163" y="115540"/>
                  <a:pt x="62116" y="115540"/>
                </a:cubicBezTo>
                <a:cubicBezTo>
                  <a:pt x="57347" y="115540"/>
                  <a:pt x="52639" y="114846"/>
                  <a:pt x="47991" y="113457"/>
                </a:cubicBezTo>
                <a:cubicBezTo>
                  <a:pt x="43343" y="112069"/>
                  <a:pt x="38725" y="109986"/>
                  <a:pt x="34137" y="107209"/>
                </a:cubicBezTo>
                <a:moveTo>
                  <a:pt x="89190" y="75331"/>
                </a:moveTo>
                <a:cubicBezTo>
                  <a:pt x="89190" y="72746"/>
                  <a:pt x="88164" y="69455"/>
                  <a:pt x="86112" y="65458"/>
                </a:cubicBezTo>
                <a:cubicBezTo>
                  <a:pt x="84059" y="61459"/>
                  <a:pt x="80905" y="58122"/>
                  <a:pt x="76649" y="55447"/>
                </a:cubicBezTo>
                <a:cubicBezTo>
                  <a:pt x="72394" y="52770"/>
                  <a:pt x="67398" y="51432"/>
                  <a:pt x="61664" y="51432"/>
                </a:cubicBezTo>
                <a:cubicBezTo>
                  <a:pt x="52428" y="51432"/>
                  <a:pt x="45093" y="54888"/>
                  <a:pt x="39660" y="61802"/>
                </a:cubicBezTo>
                <a:cubicBezTo>
                  <a:pt x="35978" y="66552"/>
                  <a:pt x="34137" y="71122"/>
                  <a:pt x="34137" y="75512"/>
                </a:cubicBezTo>
                <a:cubicBezTo>
                  <a:pt x="34137" y="80443"/>
                  <a:pt x="36778" y="85238"/>
                  <a:pt x="42060" y="89898"/>
                </a:cubicBezTo>
                <a:cubicBezTo>
                  <a:pt x="47342" y="94557"/>
                  <a:pt x="53876" y="96887"/>
                  <a:pt x="61664" y="96887"/>
                </a:cubicBezTo>
                <a:cubicBezTo>
                  <a:pt x="69511" y="96887"/>
                  <a:pt x="76061" y="94572"/>
                  <a:pt x="81313" y="89943"/>
                </a:cubicBezTo>
                <a:cubicBezTo>
                  <a:pt x="86564" y="85314"/>
                  <a:pt x="89190" y="80443"/>
                  <a:pt x="89190" y="75331"/>
                </a:cubicBezTo>
                <a:close/>
                <a:moveTo>
                  <a:pt x="216293" y="77872"/>
                </a:moveTo>
                <a:cubicBezTo>
                  <a:pt x="216293" y="84995"/>
                  <a:pt x="214316" y="91892"/>
                  <a:pt x="210363" y="98562"/>
                </a:cubicBezTo>
                <a:cubicBezTo>
                  <a:pt x="206409" y="105232"/>
                  <a:pt x="200523" y="110545"/>
                  <a:pt x="192706" y="114499"/>
                </a:cubicBezTo>
                <a:cubicBezTo>
                  <a:pt x="184888" y="118452"/>
                  <a:pt x="176724" y="120429"/>
                  <a:pt x="168212" y="120429"/>
                </a:cubicBezTo>
                <a:cubicBezTo>
                  <a:pt x="159761" y="120429"/>
                  <a:pt x="151672" y="118483"/>
                  <a:pt x="143945" y="114589"/>
                </a:cubicBezTo>
                <a:cubicBezTo>
                  <a:pt x="136218" y="110696"/>
                  <a:pt x="130333" y="105398"/>
                  <a:pt x="126288" y="98698"/>
                </a:cubicBezTo>
                <a:cubicBezTo>
                  <a:pt x="122244" y="91997"/>
                  <a:pt x="120221" y="84995"/>
                  <a:pt x="120221" y="77691"/>
                </a:cubicBezTo>
                <a:cubicBezTo>
                  <a:pt x="120221" y="70266"/>
                  <a:pt x="122274" y="62976"/>
                  <a:pt x="126379" y="55823"/>
                </a:cubicBezTo>
                <a:cubicBezTo>
                  <a:pt x="130484" y="48670"/>
                  <a:pt x="136384" y="43041"/>
                  <a:pt x="144081" y="38936"/>
                </a:cubicBezTo>
                <a:cubicBezTo>
                  <a:pt x="151778" y="34831"/>
                  <a:pt x="159821" y="32779"/>
                  <a:pt x="168212" y="32779"/>
                </a:cubicBezTo>
                <a:cubicBezTo>
                  <a:pt x="176663" y="32779"/>
                  <a:pt x="184798" y="34876"/>
                  <a:pt x="192615" y="39072"/>
                </a:cubicBezTo>
                <a:cubicBezTo>
                  <a:pt x="200432" y="43267"/>
                  <a:pt x="206333" y="48911"/>
                  <a:pt x="210317" y="56004"/>
                </a:cubicBezTo>
                <a:cubicBezTo>
                  <a:pt x="214301" y="63097"/>
                  <a:pt x="216293" y="70386"/>
                  <a:pt x="216293" y="77872"/>
                </a:cubicBezTo>
                <a:moveTo>
                  <a:pt x="197731" y="77957"/>
                </a:moveTo>
                <a:cubicBezTo>
                  <a:pt x="197731" y="72003"/>
                  <a:pt x="195588" y="66530"/>
                  <a:pt x="191302" y="61536"/>
                </a:cubicBezTo>
                <a:cubicBezTo>
                  <a:pt x="185447" y="54800"/>
                  <a:pt x="177750" y="51432"/>
                  <a:pt x="168212" y="51432"/>
                </a:cubicBezTo>
                <a:cubicBezTo>
                  <a:pt x="159821" y="51432"/>
                  <a:pt x="152819" y="54108"/>
                  <a:pt x="147205" y="59462"/>
                </a:cubicBezTo>
                <a:cubicBezTo>
                  <a:pt x="141591" y="64816"/>
                  <a:pt x="138784" y="71011"/>
                  <a:pt x="138784" y="78047"/>
                </a:cubicBezTo>
                <a:cubicBezTo>
                  <a:pt x="138784" y="83821"/>
                  <a:pt x="141621" y="89220"/>
                  <a:pt x="147295" y="94244"/>
                </a:cubicBezTo>
                <a:cubicBezTo>
                  <a:pt x="152970" y="99266"/>
                  <a:pt x="159942" y="101776"/>
                  <a:pt x="168212" y="101776"/>
                </a:cubicBezTo>
                <a:cubicBezTo>
                  <a:pt x="176543" y="101776"/>
                  <a:pt x="183545" y="99266"/>
                  <a:pt x="189219" y="94244"/>
                </a:cubicBezTo>
                <a:cubicBezTo>
                  <a:pt x="194894" y="89220"/>
                  <a:pt x="197731" y="83791"/>
                  <a:pt x="197731" y="77957"/>
                </a:cubicBezTo>
                <a:close/>
                <a:moveTo>
                  <a:pt x="288624" y="0"/>
                </a:moveTo>
                <a:lnTo>
                  <a:pt x="288624" y="98879"/>
                </a:lnTo>
                <a:lnTo>
                  <a:pt x="310899" y="98879"/>
                </a:lnTo>
                <a:cubicBezTo>
                  <a:pt x="315366" y="98879"/>
                  <a:pt x="318550" y="99739"/>
                  <a:pt x="320452" y="101460"/>
                </a:cubicBezTo>
                <a:cubicBezTo>
                  <a:pt x="322353" y="103180"/>
                  <a:pt x="323304" y="105429"/>
                  <a:pt x="323304" y="108205"/>
                </a:cubicBezTo>
                <a:cubicBezTo>
                  <a:pt x="323304" y="110982"/>
                  <a:pt x="322353" y="113231"/>
                  <a:pt x="320452" y="114951"/>
                </a:cubicBezTo>
                <a:cubicBezTo>
                  <a:pt x="318550" y="116672"/>
                  <a:pt x="315366" y="117532"/>
                  <a:pt x="310899" y="117532"/>
                </a:cubicBezTo>
                <a:lnTo>
                  <a:pt x="247786" y="117532"/>
                </a:lnTo>
                <a:cubicBezTo>
                  <a:pt x="243319" y="117532"/>
                  <a:pt x="240135" y="116657"/>
                  <a:pt x="238234" y="114906"/>
                </a:cubicBezTo>
                <a:cubicBezTo>
                  <a:pt x="236332" y="113155"/>
                  <a:pt x="235381" y="110892"/>
                  <a:pt x="235381" y="108115"/>
                </a:cubicBezTo>
                <a:cubicBezTo>
                  <a:pt x="235381" y="105338"/>
                  <a:pt x="236332" y="103105"/>
                  <a:pt x="238234" y="101414"/>
                </a:cubicBezTo>
                <a:cubicBezTo>
                  <a:pt x="240135" y="99724"/>
                  <a:pt x="243319" y="98879"/>
                  <a:pt x="247786" y="98879"/>
                </a:cubicBezTo>
                <a:lnTo>
                  <a:pt x="270061" y="98879"/>
                </a:lnTo>
                <a:lnTo>
                  <a:pt x="270061" y="18653"/>
                </a:lnTo>
                <a:lnTo>
                  <a:pt x="255121" y="18653"/>
                </a:lnTo>
                <a:cubicBezTo>
                  <a:pt x="250714" y="18653"/>
                  <a:pt x="247545" y="17778"/>
                  <a:pt x="245613" y="16027"/>
                </a:cubicBezTo>
                <a:cubicBezTo>
                  <a:pt x="243682" y="14276"/>
                  <a:pt x="242716" y="12013"/>
                  <a:pt x="242716" y="9236"/>
                </a:cubicBezTo>
                <a:cubicBezTo>
                  <a:pt x="242716" y="6459"/>
                  <a:pt x="243666" y="4226"/>
                  <a:pt x="245568" y="2535"/>
                </a:cubicBezTo>
                <a:cubicBezTo>
                  <a:pt x="247469" y="845"/>
                  <a:pt x="250654" y="0"/>
                  <a:pt x="255121" y="0"/>
                </a:cubicBezTo>
                <a:lnTo>
                  <a:pt x="288624" y="0"/>
                </a:lnTo>
                <a:close/>
                <a:moveTo>
                  <a:pt x="399890" y="0"/>
                </a:moveTo>
                <a:lnTo>
                  <a:pt x="399890" y="98879"/>
                </a:lnTo>
                <a:lnTo>
                  <a:pt x="422165" y="98879"/>
                </a:lnTo>
                <a:cubicBezTo>
                  <a:pt x="426632" y="98879"/>
                  <a:pt x="429816" y="99739"/>
                  <a:pt x="431718" y="101460"/>
                </a:cubicBezTo>
                <a:cubicBezTo>
                  <a:pt x="433619" y="103180"/>
                  <a:pt x="434570" y="105429"/>
                  <a:pt x="434570" y="108205"/>
                </a:cubicBezTo>
                <a:cubicBezTo>
                  <a:pt x="434570" y="110982"/>
                  <a:pt x="433619" y="113231"/>
                  <a:pt x="431718" y="114951"/>
                </a:cubicBezTo>
                <a:cubicBezTo>
                  <a:pt x="429816" y="116672"/>
                  <a:pt x="426632" y="117532"/>
                  <a:pt x="422165" y="117532"/>
                </a:cubicBezTo>
                <a:lnTo>
                  <a:pt x="359053" y="117532"/>
                </a:lnTo>
                <a:cubicBezTo>
                  <a:pt x="354586" y="117532"/>
                  <a:pt x="351401" y="116657"/>
                  <a:pt x="349500" y="114906"/>
                </a:cubicBezTo>
                <a:cubicBezTo>
                  <a:pt x="347598" y="113155"/>
                  <a:pt x="346647" y="110892"/>
                  <a:pt x="346647" y="108115"/>
                </a:cubicBezTo>
                <a:cubicBezTo>
                  <a:pt x="346647" y="105338"/>
                  <a:pt x="347598" y="103105"/>
                  <a:pt x="349500" y="101414"/>
                </a:cubicBezTo>
                <a:cubicBezTo>
                  <a:pt x="351401" y="99724"/>
                  <a:pt x="354586" y="98879"/>
                  <a:pt x="359053" y="98879"/>
                </a:cubicBezTo>
                <a:lnTo>
                  <a:pt x="381328" y="98879"/>
                </a:lnTo>
                <a:lnTo>
                  <a:pt x="381328" y="18653"/>
                </a:lnTo>
                <a:lnTo>
                  <a:pt x="366387" y="18653"/>
                </a:lnTo>
                <a:cubicBezTo>
                  <a:pt x="361980" y="18653"/>
                  <a:pt x="358811" y="17778"/>
                  <a:pt x="356879" y="16027"/>
                </a:cubicBezTo>
                <a:cubicBezTo>
                  <a:pt x="354948" y="14276"/>
                  <a:pt x="353982" y="12013"/>
                  <a:pt x="353982" y="9236"/>
                </a:cubicBezTo>
                <a:cubicBezTo>
                  <a:pt x="353982" y="6459"/>
                  <a:pt x="354933" y="4226"/>
                  <a:pt x="356834" y="2535"/>
                </a:cubicBezTo>
                <a:cubicBezTo>
                  <a:pt x="358736" y="845"/>
                  <a:pt x="361920" y="0"/>
                  <a:pt x="366387" y="0"/>
                </a:cubicBezTo>
                <a:lnTo>
                  <a:pt x="399890" y="0"/>
                </a:lnTo>
                <a:close/>
                <a:moveTo>
                  <a:pt x="521107" y="64536"/>
                </a:moveTo>
                <a:lnTo>
                  <a:pt x="460983" y="31132"/>
                </a:lnTo>
                <a:cubicBezTo>
                  <a:pt x="457965" y="29451"/>
                  <a:pt x="455958" y="27950"/>
                  <a:pt x="454962" y="26630"/>
                </a:cubicBezTo>
                <a:cubicBezTo>
                  <a:pt x="453966" y="25309"/>
                  <a:pt x="453468" y="23628"/>
                  <a:pt x="453468" y="21587"/>
                </a:cubicBezTo>
                <a:cubicBezTo>
                  <a:pt x="453468" y="19007"/>
                  <a:pt x="454403" y="16786"/>
                  <a:pt x="456275" y="14926"/>
                </a:cubicBezTo>
                <a:cubicBezTo>
                  <a:pt x="458146" y="13064"/>
                  <a:pt x="460349" y="12133"/>
                  <a:pt x="462885" y="12133"/>
                </a:cubicBezTo>
                <a:cubicBezTo>
                  <a:pt x="464454" y="12133"/>
                  <a:pt x="466869" y="13009"/>
                  <a:pt x="470129" y="14759"/>
                </a:cubicBezTo>
                <a:lnTo>
                  <a:pt x="559681" y="64561"/>
                </a:lnTo>
                <a:lnTo>
                  <a:pt x="470129" y="114448"/>
                </a:lnTo>
                <a:cubicBezTo>
                  <a:pt x="466869" y="116262"/>
                  <a:pt x="464454" y="117170"/>
                  <a:pt x="462885" y="117170"/>
                </a:cubicBezTo>
                <a:cubicBezTo>
                  <a:pt x="460349" y="117170"/>
                  <a:pt x="458146" y="116240"/>
                  <a:pt x="456275" y="114380"/>
                </a:cubicBezTo>
                <a:cubicBezTo>
                  <a:pt x="454403" y="112520"/>
                  <a:pt x="453468" y="110269"/>
                  <a:pt x="453468" y="107628"/>
                </a:cubicBezTo>
                <a:cubicBezTo>
                  <a:pt x="453468" y="105589"/>
                  <a:pt x="453966" y="103910"/>
                  <a:pt x="454962" y="102591"/>
                </a:cubicBezTo>
                <a:cubicBezTo>
                  <a:pt x="455958" y="101271"/>
                  <a:pt x="457965" y="99770"/>
                  <a:pt x="460983" y="98089"/>
                </a:cubicBezTo>
                <a:lnTo>
                  <a:pt x="521107" y="645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endbr">
            <a:extLst xmlns:a="http://schemas.openxmlformats.org/drawingml/2006/main">
              <a:ext uri="{FF2B5EF4-FFF2-40B4-BE49-F238E27FC236}">
                <a16:creationId xmlns:a16="http://schemas.microsoft.com/office/drawing/2014/main" id="{7026A972-1E7A-41BC-B4B4-1AD1FA73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599" y="718768"/>
            <a:ext cx="527584" cy="137226"/>
          </a:xfrm>
          <a:custGeom xmlns:a="http://schemas.openxmlformats.org/drawingml/2006/main">
            <a:pathLst>
              <a:path w="527584" h="137226">
                <a:moveTo>
                  <a:pt x="283067" y="49596"/>
                </a:moveTo>
                <a:lnTo>
                  <a:pt x="282843" y="48775"/>
                </a:lnTo>
                <a:lnTo>
                  <a:pt x="282592" y="47970"/>
                </a:lnTo>
                <a:lnTo>
                  <a:pt x="282315" y="47180"/>
                </a:lnTo>
                <a:lnTo>
                  <a:pt x="282011" y="46407"/>
                </a:lnTo>
                <a:lnTo>
                  <a:pt x="281681" y="45651"/>
                </a:lnTo>
                <a:lnTo>
                  <a:pt x="281325" y="44910"/>
                </a:lnTo>
                <a:lnTo>
                  <a:pt x="280942" y="44185"/>
                </a:lnTo>
                <a:lnTo>
                  <a:pt x="280533" y="43476"/>
                </a:lnTo>
                <a:lnTo>
                  <a:pt x="280097" y="42784"/>
                </a:lnTo>
                <a:lnTo>
                  <a:pt x="279635" y="42108"/>
                </a:lnTo>
                <a:lnTo>
                  <a:pt x="279147" y="41447"/>
                </a:lnTo>
                <a:lnTo>
                  <a:pt x="278632" y="40803"/>
                </a:lnTo>
                <a:lnTo>
                  <a:pt x="278091" y="40175"/>
                </a:lnTo>
                <a:lnTo>
                  <a:pt x="277523" y="39563"/>
                </a:lnTo>
                <a:lnTo>
                  <a:pt x="276929" y="38967"/>
                </a:lnTo>
                <a:lnTo>
                  <a:pt x="276309" y="38387"/>
                </a:lnTo>
                <a:lnTo>
                  <a:pt x="275667" y="37827"/>
                </a:lnTo>
                <a:lnTo>
                  <a:pt x="275007" y="37291"/>
                </a:lnTo>
                <a:lnTo>
                  <a:pt x="274330" y="36779"/>
                </a:lnTo>
                <a:lnTo>
                  <a:pt x="273635" y="36290"/>
                </a:lnTo>
                <a:lnTo>
                  <a:pt x="272924" y="35826"/>
                </a:lnTo>
                <a:lnTo>
                  <a:pt x="272194" y="35385"/>
                </a:lnTo>
                <a:lnTo>
                  <a:pt x="271448" y="34968"/>
                </a:lnTo>
                <a:lnTo>
                  <a:pt x="270684" y="34575"/>
                </a:lnTo>
                <a:lnTo>
                  <a:pt x="269903" y="34205"/>
                </a:lnTo>
                <a:lnTo>
                  <a:pt x="269104" y="33860"/>
                </a:lnTo>
                <a:lnTo>
                  <a:pt x="268288" y="33538"/>
                </a:lnTo>
                <a:lnTo>
                  <a:pt x="267454" y="33240"/>
                </a:lnTo>
                <a:lnTo>
                  <a:pt x="266603" y="32966"/>
                </a:lnTo>
                <a:lnTo>
                  <a:pt x="265735" y="32716"/>
                </a:lnTo>
                <a:lnTo>
                  <a:pt x="264850" y="32490"/>
                </a:lnTo>
                <a:lnTo>
                  <a:pt x="263947" y="32287"/>
                </a:lnTo>
                <a:lnTo>
                  <a:pt x="263026" y="32109"/>
                </a:lnTo>
                <a:lnTo>
                  <a:pt x="262088" y="31954"/>
                </a:lnTo>
                <a:lnTo>
                  <a:pt x="261133" y="31823"/>
                </a:lnTo>
                <a:lnTo>
                  <a:pt x="260161" y="31716"/>
                </a:lnTo>
                <a:lnTo>
                  <a:pt x="259171" y="31632"/>
                </a:lnTo>
                <a:lnTo>
                  <a:pt x="258163" y="31573"/>
                </a:lnTo>
                <a:lnTo>
                  <a:pt x="257139" y="31537"/>
                </a:lnTo>
                <a:lnTo>
                  <a:pt x="256097" y="31525"/>
                </a:lnTo>
                <a:lnTo>
                  <a:pt x="254825" y="31543"/>
                </a:lnTo>
                <a:lnTo>
                  <a:pt x="253574" y="31596"/>
                </a:lnTo>
                <a:lnTo>
                  <a:pt x="252344" y="31684"/>
                </a:lnTo>
                <a:lnTo>
                  <a:pt x="251136" y="31808"/>
                </a:lnTo>
                <a:lnTo>
                  <a:pt x="249949" y="31968"/>
                </a:lnTo>
                <a:lnTo>
                  <a:pt x="248783" y="32163"/>
                </a:lnTo>
                <a:lnTo>
                  <a:pt x="247638" y="32393"/>
                </a:lnTo>
                <a:lnTo>
                  <a:pt x="246515" y="32658"/>
                </a:lnTo>
                <a:lnTo>
                  <a:pt x="245413" y="32960"/>
                </a:lnTo>
                <a:lnTo>
                  <a:pt x="244332" y="33296"/>
                </a:lnTo>
                <a:lnTo>
                  <a:pt x="243272" y="33668"/>
                </a:lnTo>
                <a:lnTo>
                  <a:pt x="242234" y="34075"/>
                </a:lnTo>
                <a:lnTo>
                  <a:pt x="241217" y="34518"/>
                </a:lnTo>
                <a:lnTo>
                  <a:pt x="240221" y="34996"/>
                </a:lnTo>
                <a:lnTo>
                  <a:pt x="239246" y="35510"/>
                </a:lnTo>
                <a:lnTo>
                  <a:pt x="238293" y="36059"/>
                </a:lnTo>
                <a:lnTo>
                  <a:pt x="237361" y="36643"/>
                </a:lnTo>
                <a:lnTo>
                  <a:pt x="236450" y="37263"/>
                </a:lnTo>
                <a:lnTo>
                  <a:pt x="235560" y="37918"/>
                </a:lnTo>
                <a:lnTo>
                  <a:pt x="234692" y="38609"/>
                </a:lnTo>
                <a:lnTo>
                  <a:pt x="233845" y="39335"/>
                </a:lnTo>
                <a:lnTo>
                  <a:pt x="233019" y="40097"/>
                </a:lnTo>
                <a:lnTo>
                  <a:pt x="232214" y="40894"/>
                </a:lnTo>
                <a:lnTo>
                  <a:pt x="231431" y="41726"/>
                </a:lnTo>
                <a:lnTo>
                  <a:pt x="230674" y="42589"/>
                </a:lnTo>
                <a:lnTo>
                  <a:pt x="229950" y="43477"/>
                </a:lnTo>
                <a:lnTo>
                  <a:pt x="229258" y="44391"/>
                </a:lnTo>
                <a:lnTo>
                  <a:pt x="228598" y="45331"/>
                </a:lnTo>
                <a:lnTo>
                  <a:pt x="227971" y="46297"/>
                </a:lnTo>
                <a:lnTo>
                  <a:pt x="227375" y="47289"/>
                </a:lnTo>
                <a:lnTo>
                  <a:pt x="226812" y="48306"/>
                </a:lnTo>
                <a:lnTo>
                  <a:pt x="226281" y="49349"/>
                </a:lnTo>
                <a:lnTo>
                  <a:pt x="225782" y="50418"/>
                </a:lnTo>
                <a:lnTo>
                  <a:pt x="225315" y="51512"/>
                </a:lnTo>
                <a:lnTo>
                  <a:pt x="224881" y="52633"/>
                </a:lnTo>
                <a:lnTo>
                  <a:pt x="224478" y="53779"/>
                </a:lnTo>
                <a:lnTo>
                  <a:pt x="224108" y="54951"/>
                </a:lnTo>
                <a:lnTo>
                  <a:pt x="223770" y="56148"/>
                </a:lnTo>
                <a:lnTo>
                  <a:pt x="223464" y="57372"/>
                </a:lnTo>
                <a:lnTo>
                  <a:pt x="223191" y="58621"/>
                </a:lnTo>
                <a:lnTo>
                  <a:pt x="222949" y="59896"/>
                </a:lnTo>
                <a:lnTo>
                  <a:pt x="222740" y="61196"/>
                </a:lnTo>
                <a:lnTo>
                  <a:pt x="222563" y="62523"/>
                </a:lnTo>
                <a:lnTo>
                  <a:pt x="222418" y="63875"/>
                </a:lnTo>
                <a:lnTo>
                  <a:pt x="222306" y="65253"/>
                </a:lnTo>
                <a:lnTo>
                  <a:pt x="222225" y="66657"/>
                </a:lnTo>
                <a:lnTo>
                  <a:pt x="222177" y="68086"/>
                </a:lnTo>
                <a:lnTo>
                  <a:pt x="222161" y="69541"/>
                </a:lnTo>
                <a:lnTo>
                  <a:pt x="222161" y="99397"/>
                </a:lnTo>
                <a:lnTo>
                  <a:pt x="222177" y="100837"/>
                </a:lnTo>
                <a:lnTo>
                  <a:pt x="222226" y="102252"/>
                </a:lnTo>
                <a:lnTo>
                  <a:pt x="222307" y="103641"/>
                </a:lnTo>
                <a:lnTo>
                  <a:pt x="222421" y="105006"/>
                </a:lnTo>
                <a:lnTo>
                  <a:pt x="222567" y="106346"/>
                </a:lnTo>
                <a:lnTo>
                  <a:pt x="222746" y="107660"/>
                </a:lnTo>
                <a:lnTo>
                  <a:pt x="222957" y="108950"/>
                </a:lnTo>
                <a:lnTo>
                  <a:pt x="223201" y="110214"/>
                </a:lnTo>
                <a:lnTo>
                  <a:pt x="223478" y="111453"/>
                </a:lnTo>
                <a:lnTo>
                  <a:pt x="223786" y="112667"/>
                </a:lnTo>
                <a:lnTo>
                  <a:pt x="224128" y="113856"/>
                </a:lnTo>
                <a:lnTo>
                  <a:pt x="224502" y="115020"/>
                </a:lnTo>
                <a:lnTo>
                  <a:pt x="224908" y="116159"/>
                </a:lnTo>
                <a:lnTo>
                  <a:pt x="225347" y="117272"/>
                </a:lnTo>
                <a:lnTo>
                  <a:pt x="225818" y="118361"/>
                </a:lnTo>
                <a:lnTo>
                  <a:pt x="226322" y="119424"/>
                </a:lnTo>
                <a:lnTo>
                  <a:pt x="226859" y="120463"/>
                </a:lnTo>
                <a:lnTo>
                  <a:pt x="227428" y="121476"/>
                </a:lnTo>
                <a:lnTo>
                  <a:pt x="228029" y="122464"/>
                </a:lnTo>
                <a:lnTo>
                  <a:pt x="228663" y="123427"/>
                </a:lnTo>
                <a:lnTo>
                  <a:pt x="229330" y="124365"/>
                </a:lnTo>
                <a:lnTo>
                  <a:pt x="230029" y="125278"/>
                </a:lnTo>
                <a:lnTo>
                  <a:pt x="230760" y="126166"/>
                </a:lnTo>
                <a:lnTo>
                  <a:pt x="231524" y="127028"/>
                </a:lnTo>
                <a:lnTo>
                  <a:pt x="232315" y="127860"/>
                </a:lnTo>
                <a:lnTo>
                  <a:pt x="233126" y="128657"/>
                </a:lnTo>
                <a:lnTo>
                  <a:pt x="233957" y="129418"/>
                </a:lnTo>
                <a:lnTo>
                  <a:pt x="234808" y="130144"/>
                </a:lnTo>
                <a:lnTo>
                  <a:pt x="235680" y="130835"/>
                </a:lnTo>
                <a:lnTo>
                  <a:pt x="236572" y="131490"/>
                </a:lnTo>
                <a:lnTo>
                  <a:pt x="237485" y="132109"/>
                </a:lnTo>
                <a:lnTo>
                  <a:pt x="238417" y="132694"/>
                </a:lnTo>
                <a:lnTo>
                  <a:pt x="239370" y="133243"/>
                </a:lnTo>
                <a:lnTo>
                  <a:pt x="240343" y="133756"/>
                </a:lnTo>
                <a:lnTo>
                  <a:pt x="241337" y="134234"/>
                </a:lnTo>
                <a:lnTo>
                  <a:pt x="242350" y="134677"/>
                </a:lnTo>
                <a:lnTo>
                  <a:pt x="243384" y="135084"/>
                </a:lnTo>
                <a:lnTo>
                  <a:pt x="244439" y="135456"/>
                </a:lnTo>
                <a:lnTo>
                  <a:pt x="245513" y="135792"/>
                </a:lnTo>
                <a:lnTo>
                  <a:pt x="246608" y="136093"/>
                </a:lnTo>
                <a:lnTo>
                  <a:pt x="247723" y="136359"/>
                </a:lnTo>
                <a:lnTo>
                  <a:pt x="248859" y="136589"/>
                </a:lnTo>
                <a:lnTo>
                  <a:pt x="250014" y="136784"/>
                </a:lnTo>
                <a:lnTo>
                  <a:pt x="251190" y="136943"/>
                </a:lnTo>
                <a:lnTo>
                  <a:pt x="252386" y="137067"/>
                </a:lnTo>
                <a:lnTo>
                  <a:pt x="253603" y="137155"/>
                </a:lnTo>
                <a:lnTo>
                  <a:pt x="254840" y="137208"/>
                </a:lnTo>
                <a:lnTo>
                  <a:pt x="256097" y="137226"/>
                </a:lnTo>
                <a:lnTo>
                  <a:pt x="257139" y="137214"/>
                </a:lnTo>
                <a:lnTo>
                  <a:pt x="258163" y="137179"/>
                </a:lnTo>
                <a:lnTo>
                  <a:pt x="259171" y="137120"/>
                </a:lnTo>
                <a:lnTo>
                  <a:pt x="260161" y="137038"/>
                </a:lnTo>
                <a:lnTo>
                  <a:pt x="261133" y="136932"/>
                </a:lnTo>
                <a:lnTo>
                  <a:pt x="262088" y="136803"/>
                </a:lnTo>
                <a:lnTo>
                  <a:pt x="263026" y="136650"/>
                </a:lnTo>
                <a:lnTo>
                  <a:pt x="263947" y="136474"/>
                </a:lnTo>
                <a:lnTo>
                  <a:pt x="264850" y="136274"/>
                </a:lnTo>
                <a:lnTo>
                  <a:pt x="265735" y="136051"/>
                </a:lnTo>
                <a:lnTo>
                  <a:pt x="266603" y="135804"/>
                </a:lnTo>
                <a:lnTo>
                  <a:pt x="267454" y="135534"/>
                </a:lnTo>
                <a:lnTo>
                  <a:pt x="268288" y="135240"/>
                </a:lnTo>
                <a:lnTo>
                  <a:pt x="269104" y="134923"/>
                </a:lnTo>
                <a:lnTo>
                  <a:pt x="269903" y="134582"/>
                </a:lnTo>
                <a:lnTo>
                  <a:pt x="270684" y="134218"/>
                </a:lnTo>
                <a:lnTo>
                  <a:pt x="271448" y="133830"/>
                </a:lnTo>
                <a:lnTo>
                  <a:pt x="272194" y="133419"/>
                </a:lnTo>
                <a:lnTo>
                  <a:pt x="272924" y="132984"/>
                </a:lnTo>
                <a:lnTo>
                  <a:pt x="273635" y="132526"/>
                </a:lnTo>
                <a:lnTo>
                  <a:pt x="274330" y="132044"/>
                </a:lnTo>
                <a:lnTo>
                  <a:pt x="275007" y="131539"/>
                </a:lnTo>
                <a:lnTo>
                  <a:pt x="275667" y="131010"/>
                </a:lnTo>
                <a:lnTo>
                  <a:pt x="276309" y="130458"/>
                </a:lnTo>
                <a:lnTo>
                  <a:pt x="276929" y="129885"/>
                </a:lnTo>
                <a:lnTo>
                  <a:pt x="277523" y="129295"/>
                </a:lnTo>
                <a:lnTo>
                  <a:pt x="278091" y="128689"/>
                </a:lnTo>
                <a:lnTo>
                  <a:pt x="278632" y="128065"/>
                </a:lnTo>
                <a:lnTo>
                  <a:pt x="279147" y="127424"/>
                </a:lnTo>
                <a:lnTo>
                  <a:pt x="279635" y="126766"/>
                </a:lnTo>
                <a:lnTo>
                  <a:pt x="280097" y="126091"/>
                </a:lnTo>
                <a:lnTo>
                  <a:pt x="280533" y="125399"/>
                </a:lnTo>
                <a:lnTo>
                  <a:pt x="280942" y="124690"/>
                </a:lnTo>
                <a:lnTo>
                  <a:pt x="281325" y="123964"/>
                </a:lnTo>
                <a:lnTo>
                  <a:pt x="281681" y="123221"/>
                </a:lnTo>
                <a:lnTo>
                  <a:pt x="282011" y="122460"/>
                </a:lnTo>
                <a:lnTo>
                  <a:pt x="282315" y="121683"/>
                </a:lnTo>
                <a:lnTo>
                  <a:pt x="282592" y="120889"/>
                </a:lnTo>
                <a:lnTo>
                  <a:pt x="282843" y="120077"/>
                </a:lnTo>
                <a:lnTo>
                  <a:pt x="283067" y="119249"/>
                </a:lnTo>
                <a:lnTo>
                  <a:pt x="283265" y="118403"/>
                </a:lnTo>
                <a:lnTo>
                  <a:pt x="283437" y="117540"/>
                </a:lnTo>
                <a:lnTo>
                  <a:pt x="283582" y="116660"/>
                </a:lnTo>
                <a:lnTo>
                  <a:pt x="283683" y="115902"/>
                </a:lnTo>
                <a:lnTo>
                  <a:pt x="283912" y="115902"/>
                </a:lnTo>
                <a:lnTo>
                  <a:pt x="283912" y="135373"/>
                </a:lnTo>
                <a:lnTo>
                  <a:pt x="300601" y="135373"/>
                </a:lnTo>
                <a:lnTo>
                  <a:pt x="300601" y="0"/>
                </a:lnTo>
                <a:lnTo>
                  <a:pt x="283912" y="0"/>
                </a:lnTo>
                <a:lnTo>
                  <a:pt x="283912" y="29669"/>
                </a:lnTo>
                <a:lnTo>
                  <a:pt x="284283" y="52849"/>
                </a:lnTo>
                <a:lnTo>
                  <a:pt x="283675" y="52849"/>
                </a:lnTo>
                <a:lnTo>
                  <a:pt x="283582" y="52156"/>
                </a:lnTo>
                <a:lnTo>
                  <a:pt x="283437" y="51287"/>
                </a:lnTo>
                <a:lnTo>
                  <a:pt x="283265" y="50433"/>
                </a:lnTo>
                <a:lnTo>
                  <a:pt x="283067" y="49596"/>
                </a:lnTo>
                <a:close/>
                <a:moveTo>
                  <a:pt x="258260" y="122589"/>
                </a:moveTo>
                <a:lnTo>
                  <a:pt x="257448" y="122490"/>
                </a:lnTo>
                <a:lnTo>
                  <a:pt x="256652" y="122370"/>
                </a:lnTo>
                <a:lnTo>
                  <a:pt x="255872" y="122228"/>
                </a:lnTo>
                <a:lnTo>
                  <a:pt x="255107" y="122063"/>
                </a:lnTo>
                <a:lnTo>
                  <a:pt x="254357" y="121877"/>
                </a:lnTo>
                <a:lnTo>
                  <a:pt x="253623" y="121669"/>
                </a:lnTo>
                <a:lnTo>
                  <a:pt x="252904" y="121440"/>
                </a:lnTo>
                <a:lnTo>
                  <a:pt x="252201" y="121188"/>
                </a:lnTo>
                <a:lnTo>
                  <a:pt x="251513" y="120914"/>
                </a:lnTo>
                <a:lnTo>
                  <a:pt x="250841" y="120619"/>
                </a:lnTo>
                <a:lnTo>
                  <a:pt x="250184" y="120301"/>
                </a:lnTo>
                <a:lnTo>
                  <a:pt x="249543" y="119962"/>
                </a:lnTo>
                <a:lnTo>
                  <a:pt x="248917" y="119601"/>
                </a:lnTo>
                <a:lnTo>
                  <a:pt x="248306" y="119218"/>
                </a:lnTo>
                <a:lnTo>
                  <a:pt x="247711" y="118813"/>
                </a:lnTo>
                <a:lnTo>
                  <a:pt x="247132" y="118386"/>
                </a:lnTo>
                <a:lnTo>
                  <a:pt x="246567" y="117937"/>
                </a:lnTo>
                <a:lnTo>
                  <a:pt x="246019" y="117466"/>
                </a:lnTo>
                <a:lnTo>
                  <a:pt x="245486" y="116974"/>
                </a:lnTo>
                <a:lnTo>
                  <a:pt x="244968" y="116459"/>
                </a:lnTo>
                <a:lnTo>
                  <a:pt x="244469" y="115924"/>
                </a:lnTo>
                <a:lnTo>
                  <a:pt x="243991" y="115370"/>
                </a:lnTo>
                <a:lnTo>
                  <a:pt x="243534" y="114796"/>
                </a:lnTo>
                <a:lnTo>
                  <a:pt x="243099" y="114203"/>
                </a:lnTo>
                <a:lnTo>
                  <a:pt x="242684" y="113590"/>
                </a:lnTo>
                <a:lnTo>
                  <a:pt x="242291" y="112958"/>
                </a:lnTo>
                <a:lnTo>
                  <a:pt x="241920" y="112307"/>
                </a:lnTo>
                <a:lnTo>
                  <a:pt x="241569" y="111637"/>
                </a:lnTo>
                <a:lnTo>
                  <a:pt x="241240" y="110947"/>
                </a:lnTo>
                <a:lnTo>
                  <a:pt x="240932" y="110238"/>
                </a:lnTo>
                <a:lnTo>
                  <a:pt x="240645" y="109510"/>
                </a:lnTo>
                <a:lnTo>
                  <a:pt x="240380" y="108762"/>
                </a:lnTo>
                <a:lnTo>
                  <a:pt x="240135" y="107995"/>
                </a:lnTo>
                <a:lnTo>
                  <a:pt x="239912" y="107209"/>
                </a:lnTo>
                <a:lnTo>
                  <a:pt x="239710" y="106403"/>
                </a:lnTo>
                <a:lnTo>
                  <a:pt x="239530" y="105579"/>
                </a:lnTo>
                <a:lnTo>
                  <a:pt x="239371" y="104734"/>
                </a:lnTo>
                <a:lnTo>
                  <a:pt x="239232" y="103871"/>
                </a:lnTo>
                <a:lnTo>
                  <a:pt x="239116" y="102988"/>
                </a:lnTo>
                <a:lnTo>
                  <a:pt x="239020" y="102086"/>
                </a:lnTo>
                <a:lnTo>
                  <a:pt x="238946" y="101165"/>
                </a:lnTo>
                <a:lnTo>
                  <a:pt x="238893" y="100224"/>
                </a:lnTo>
                <a:lnTo>
                  <a:pt x="238861" y="99264"/>
                </a:lnTo>
                <a:lnTo>
                  <a:pt x="238850" y="98285"/>
                </a:lnTo>
                <a:lnTo>
                  <a:pt x="238850" y="70467"/>
                </a:lnTo>
                <a:lnTo>
                  <a:pt x="238861" y="69487"/>
                </a:lnTo>
                <a:lnTo>
                  <a:pt x="238893" y="68527"/>
                </a:lnTo>
                <a:lnTo>
                  <a:pt x="238946" y="67587"/>
                </a:lnTo>
                <a:lnTo>
                  <a:pt x="239020" y="66665"/>
                </a:lnTo>
                <a:lnTo>
                  <a:pt x="239116" y="65763"/>
                </a:lnTo>
                <a:lnTo>
                  <a:pt x="239232" y="64880"/>
                </a:lnTo>
                <a:lnTo>
                  <a:pt x="239371" y="64017"/>
                </a:lnTo>
                <a:lnTo>
                  <a:pt x="239530" y="63173"/>
                </a:lnTo>
                <a:lnTo>
                  <a:pt x="239710" y="62348"/>
                </a:lnTo>
                <a:lnTo>
                  <a:pt x="239912" y="61543"/>
                </a:lnTo>
                <a:lnTo>
                  <a:pt x="240135" y="60757"/>
                </a:lnTo>
                <a:lnTo>
                  <a:pt x="240380" y="59990"/>
                </a:lnTo>
                <a:lnTo>
                  <a:pt x="240645" y="59242"/>
                </a:lnTo>
                <a:lnTo>
                  <a:pt x="240932" y="58514"/>
                </a:lnTo>
                <a:lnTo>
                  <a:pt x="241240" y="57805"/>
                </a:lnTo>
                <a:lnTo>
                  <a:pt x="241569" y="57116"/>
                </a:lnTo>
                <a:lnTo>
                  <a:pt x="241920" y="56445"/>
                </a:lnTo>
                <a:lnTo>
                  <a:pt x="242291" y="55794"/>
                </a:lnTo>
                <a:lnTo>
                  <a:pt x="242684" y="55163"/>
                </a:lnTo>
                <a:lnTo>
                  <a:pt x="243099" y="54551"/>
                </a:lnTo>
                <a:lnTo>
                  <a:pt x="243534" y="53958"/>
                </a:lnTo>
                <a:lnTo>
                  <a:pt x="243991" y="53384"/>
                </a:lnTo>
                <a:lnTo>
                  <a:pt x="244469" y="52830"/>
                </a:lnTo>
                <a:lnTo>
                  <a:pt x="244968" y="52295"/>
                </a:lnTo>
                <a:lnTo>
                  <a:pt x="245486" y="51780"/>
                </a:lnTo>
                <a:lnTo>
                  <a:pt x="246019" y="51288"/>
                </a:lnTo>
                <a:lnTo>
                  <a:pt x="246567" y="50817"/>
                </a:lnTo>
                <a:lnTo>
                  <a:pt x="247132" y="50368"/>
                </a:lnTo>
                <a:lnTo>
                  <a:pt x="247711" y="49941"/>
                </a:lnTo>
                <a:lnTo>
                  <a:pt x="248306" y="49536"/>
                </a:lnTo>
                <a:lnTo>
                  <a:pt x="248917" y="49153"/>
                </a:lnTo>
                <a:lnTo>
                  <a:pt x="249543" y="48792"/>
                </a:lnTo>
                <a:lnTo>
                  <a:pt x="250184" y="48453"/>
                </a:lnTo>
                <a:lnTo>
                  <a:pt x="250841" y="48135"/>
                </a:lnTo>
                <a:lnTo>
                  <a:pt x="251513" y="47840"/>
                </a:lnTo>
                <a:lnTo>
                  <a:pt x="252201" y="47566"/>
                </a:lnTo>
                <a:lnTo>
                  <a:pt x="252904" y="47314"/>
                </a:lnTo>
                <a:lnTo>
                  <a:pt x="253623" y="47085"/>
                </a:lnTo>
                <a:lnTo>
                  <a:pt x="254357" y="46877"/>
                </a:lnTo>
                <a:lnTo>
                  <a:pt x="255107" y="46691"/>
                </a:lnTo>
                <a:lnTo>
                  <a:pt x="255872" y="46526"/>
                </a:lnTo>
                <a:lnTo>
                  <a:pt x="256652" y="46384"/>
                </a:lnTo>
                <a:lnTo>
                  <a:pt x="257448" y="46264"/>
                </a:lnTo>
                <a:lnTo>
                  <a:pt x="258260" y="46165"/>
                </a:lnTo>
                <a:lnTo>
                  <a:pt x="259087" y="46089"/>
                </a:lnTo>
                <a:lnTo>
                  <a:pt x="259929" y="46034"/>
                </a:lnTo>
                <a:lnTo>
                  <a:pt x="260787" y="46001"/>
                </a:lnTo>
                <a:lnTo>
                  <a:pt x="261660" y="45990"/>
                </a:lnTo>
                <a:lnTo>
                  <a:pt x="262518" y="46001"/>
                </a:lnTo>
                <a:lnTo>
                  <a:pt x="263360" y="46035"/>
                </a:lnTo>
                <a:lnTo>
                  <a:pt x="264186" y="46092"/>
                </a:lnTo>
                <a:lnTo>
                  <a:pt x="264998" y="46170"/>
                </a:lnTo>
                <a:lnTo>
                  <a:pt x="265794" y="46272"/>
                </a:lnTo>
                <a:lnTo>
                  <a:pt x="266574" y="46396"/>
                </a:lnTo>
                <a:lnTo>
                  <a:pt x="267339" y="46542"/>
                </a:lnTo>
                <a:lnTo>
                  <a:pt x="268088" y="46711"/>
                </a:lnTo>
                <a:lnTo>
                  <a:pt x="268823" y="46903"/>
                </a:lnTo>
                <a:lnTo>
                  <a:pt x="269541" y="47117"/>
                </a:lnTo>
                <a:lnTo>
                  <a:pt x="270244" y="47354"/>
                </a:lnTo>
                <a:lnTo>
                  <a:pt x="270932" y="47613"/>
                </a:lnTo>
                <a:lnTo>
                  <a:pt x="271604" y="47895"/>
                </a:lnTo>
                <a:lnTo>
                  <a:pt x="272261" y="48199"/>
                </a:lnTo>
                <a:lnTo>
                  <a:pt x="272902" y="48526"/>
                </a:lnTo>
                <a:lnTo>
                  <a:pt x="273528" y="48875"/>
                </a:lnTo>
                <a:lnTo>
                  <a:pt x="274138" y="49247"/>
                </a:lnTo>
                <a:lnTo>
                  <a:pt x="274733" y="49641"/>
                </a:lnTo>
                <a:lnTo>
                  <a:pt x="275313" y="50058"/>
                </a:lnTo>
                <a:lnTo>
                  <a:pt x="275877" y="50498"/>
                </a:lnTo>
                <a:lnTo>
                  <a:pt x="276425" y="50960"/>
                </a:lnTo>
                <a:lnTo>
                  <a:pt x="276959" y="51445"/>
                </a:lnTo>
                <a:lnTo>
                  <a:pt x="277476" y="51952"/>
                </a:lnTo>
                <a:lnTo>
                  <a:pt x="277978" y="52481"/>
                </a:lnTo>
                <a:lnTo>
                  <a:pt x="278463" y="53031"/>
                </a:lnTo>
                <a:lnTo>
                  <a:pt x="278926" y="53597"/>
                </a:lnTo>
                <a:lnTo>
                  <a:pt x="279369" y="54182"/>
                </a:lnTo>
                <a:lnTo>
                  <a:pt x="279791" y="54783"/>
                </a:lnTo>
                <a:lnTo>
                  <a:pt x="280193" y="55402"/>
                </a:lnTo>
                <a:lnTo>
                  <a:pt x="280574" y="56039"/>
                </a:lnTo>
                <a:lnTo>
                  <a:pt x="280935" y="56692"/>
                </a:lnTo>
                <a:lnTo>
                  <a:pt x="281275" y="57363"/>
                </a:lnTo>
                <a:lnTo>
                  <a:pt x="281594" y="58052"/>
                </a:lnTo>
                <a:lnTo>
                  <a:pt x="281893" y="58758"/>
                </a:lnTo>
                <a:lnTo>
                  <a:pt x="282171" y="59481"/>
                </a:lnTo>
                <a:lnTo>
                  <a:pt x="282429" y="60222"/>
                </a:lnTo>
                <a:lnTo>
                  <a:pt x="282666" y="60980"/>
                </a:lnTo>
                <a:lnTo>
                  <a:pt x="282882" y="61755"/>
                </a:lnTo>
                <a:lnTo>
                  <a:pt x="283078" y="62548"/>
                </a:lnTo>
                <a:lnTo>
                  <a:pt x="283253" y="63358"/>
                </a:lnTo>
                <a:lnTo>
                  <a:pt x="283407" y="64186"/>
                </a:lnTo>
                <a:lnTo>
                  <a:pt x="283541" y="65031"/>
                </a:lnTo>
                <a:lnTo>
                  <a:pt x="283655" y="65894"/>
                </a:lnTo>
                <a:lnTo>
                  <a:pt x="283747" y="66773"/>
                </a:lnTo>
                <a:lnTo>
                  <a:pt x="283819" y="67671"/>
                </a:lnTo>
                <a:lnTo>
                  <a:pt x="283871" y="68585"/>
                </a:lnTo>
                <a:lnTo>
                  <a:pt x="283902" y="69517"/>
                </a:lnTo>
                <a:lnTo>
                  <a:pt x="283912" y="70467"/>
                </a:lnTo>
                <a:lnTo>
                  <a:pt x="283912" y="98285"/>
                </a:lnTo>
                <a:lnTo>
                  <a:pt x="283902" y="99234"/>
                </a:lnTo>
                <a:lnTo>
                  <a:pt x="283871" y="100166"/>
                </a:lnTo>
                <a:lnTo>
                  <a:pt x="283819" y="101081"/>
                </a:lnTo>
                <a:lnTo>
                  <a:pt x="283747" y="101978"/>
                </a:lnTo>
                <a:lnTo>
                  <a:pt x="283655" y="102858"/>
                </a:lnTo>
                <a:lnTo>
                  <a:pt x="283541" y="103720"/>
                </a:lnTo>
                <a:lnTo>
                  <a:pt x="283407" y="104565"/>
                </a:lnTo>
                <a:lnTo>
                  <a:pt x="283253" y="105393"/>
                </a:lnTo>
                <a:lnTo>
                  <a:pt x="283078" y="106203"/>
                </a:lnTo>
                <a:lnTo>
                  <a:pt x="282882" y="106996"/>
                </a:lnTo>
                <a:lnTo>
                  <a:pt x="282666" y="107772"/>
                </a:lnTo>
                <a:lnTo>
                  <a:pt x="282429" y="108530"/>
                </a:lnTo>
                <a:lnTo>
                  <a:pt x="282171" y="109271"/>
                </a:lnTo>
                <a:lnTo>
                  <a:pt x="281893" y="109994"/>
                </a:lnTo>
                <a:lnTo>
                  <a:pt x="281594" y="110700"/>
                </a:lnTo>
                <a:lnTo>
                  <a:pt x="281275" y="111389"/>
                </a:lnTo>
                <a:lnTo>
                  <a:pt x="280935" y="112060"/>
                </a:lnTo>
                <a:lnTo>
                  <a:pt x="280574" y="112714"/>
                </a:lnTo>
                <a:lnTo>
                  <a:pt x="280193" y="113351"/>
                </a:lnTo>
                <a:lnTo>
                  <a:pt x="279791" y="113970"/>
                </a:lnTo>
                <a:lnTo>
                  <a:pt x="279369" y="114572"/>
                </a:lnTo>
                <a:lnTo>
                  <a:pt x="278926" y="115156"/>
                </a:lnTo>
                <a:lnTo>
                  <a:pt x="278463" y="115723"/>
                </a:lnTo>
                <a:lnTo>
                  <a:pt x="277978" y="116273"/>
                </a:lnTo>
                <a:lnTo>
                  <a:pt x="277476" y="116802"/>
                </a:lnTo>
                <a:lnTo>
                  <a:pt x="276959" y="117310"/>
                </a:lnTo>
                <a:lnTo>
                  <a:pt x="276425" y="117794"/>
                </a:lnTo>
                <a:lnTo>
                  <a:pt x="275877" y="118256"/>
                </a:lnTo>
                <a:lnTo>
                  <a:pt x="275313" y="118696"/>
                </a:lnTo>
                <a:lnTo>
                  <a:pt x="274733" y="119113"/>
                </a:lnTo>
                <a:lnTo>
                  <a:pt x="274138" y="119507"/>
                </a:lnTo>
                <a:lnTo>
                  <a:pt x="273528" y="119879"/>
                </a:lnTo>
                <a:lnTo>
                  <a:pt x="272902" y="120228"/>
                </a:lnTo>
                <a:lnTo>
                  <a:pt x="272261" y="120555"/>
                </a:lnTo>
                <a:lnTo>
                  <a:pt x="271604" y="120859"/>
                </a:lnTo>
                <a:lnTo>
                  <a:pt x="270932" y="121141"/>
                </a:lnTo>
                <a:lnTo>
                  <a:pt x="270244" y="121400"/>
                </a:lnTo>
                <a:lnTo>
                  <a:pt x="269541" y="121637"/>
                </a:lnTo>
                <a:lnTo>
                  <a:pt x="268823" y="121851"/>
                </a:lnTo>
                <a:lnTo>
                  <a:pt x="268088" y="122043"/>
                </a:lnTo>
                <a:lnTo>
                  <a:pt x="267339" y="122212"/>
                </a:lnTo>
                <a:lnTo>
                  <a:pt x="266574" y="122358"/>
                </a:lnTo>
                <a:lnTo>
                  <a:pt x="265794" y="122482"/>
                </a:lnTo>
                <a:lnTo>
                  <a:pt x="264998" y="122584"/>
                </a:lnTo>
                <a:lnTo>
                  <a:pt x="264186" y="122662"/>
                </a:lnTo>
                <a:lnTo>
                  <a:pt x="263360" y="122719"/>
                </a:lnTo>
                <a:lnTo>
                  <a:pt x="262518" y="122753"/>
                </a:lnTo>
                <a:lnTo>
                  <a:pt x="261660" y="122764"/>
                </a:lnTo>
                <a:lnTo>
                  <a:pt x="260787" y="122753"/>
                </a:lnTo>
                <a:lnTo>
                  <a:pt x="259929" y="122720"/>
                </a:lnTo>
                <a:lnTo>
                  <a:pt x="259087" y="122665"/>
                </a:lnTo>
                <a:lnTo>
                  <a:pt x="258260" y="122589"/>
                </a:lnTo>
                <a:close/>
                <a:moveTo>
                  <a:pt x="112562" y="135373"/>
                </a:moveTo>
                <a:lnTo>
                  <a:pt x="129254" y="135373"/>
                </a:lnTo>
                <a:lnTo>
                  <a:pt x="129254" y="70467"/>
                </a:lnTo>
                <a:lnTo>
                  <a:pt x="129264" y="69487"/>
                </a:lnTo>
                <a:lnTo>
                  <a:pt x="129296" y="68527"/>
                </a:lnTo>
                <a:lnTo>
                  <a:pt x="129348" y="67587"/>
                </a:lnTo>
                <a:lnTo>
                  <a:pt x="129421" y="66665"/>
                </a:lnTo>
                <a:lnTo>
                  <a:pt x="129515" y="65763"/>
                </a:lnTo>
                <a:lnTo>
                  <a:pt x="129630" y="64880"/>
                </a:lnTo>
                <a:lnTo>
                  <a:pt x="129766" y="64017"/>
                </a:lnTo>
                <a:lnTo>
                  <a:pt x="129923" y="63173"/>
                </a:lnTo>
                <a:lnTo>
                  <a:pt x="130101" y="62348"/>
                </a:lnTo>
                <a:lnTo>
                  <a:pt x="130300" y="61543"/>
                </a:lnTo>
                <a:lnTo>
                  <a:pt x="130519" y="60757"/>
                </a:lnTo>
                <a:lnTo>
                  <a:pt x="130760" y="59990"/>
                </a:lnTo>
                <a:lnTo>
                  <a:pt x="131021" y="59242"/>
                </a:lnTo>
                <a:lnTo>
                  <a:pt x="131304" y="58514"/>
                </a:lnTo>
                <a:lnTo>
                  <a:pt x="131607" y="57805"/>
                </a:lnTo>
                <a:lnTo>
                  <a:pt x="131931" y="57116"/>
                </a:lnTo>
                <a:lnTo>
                  <a:pt x="132277" y="56445"/>
                </a:lnTo>
                <a:lnTo>
                  <a:pt x="132643" y="55794"/>
                </a:lnTo>
                <a:lnTo>
                  <a:pt x="133030" y="55163"/>
                </a:lnTo>
                <a:lnTo>
                  <a:pt x="133437" y="54551"/>
                </a:lnTo>
                <a:lnTo>
                  <a:pt x="133866" y="53958"/>
                </a:lnTo>
                <a:lnTo>
                  <a:pt x="134316" y="53384"/>
                </a:lnTo>
                <a:lnTo>
                  <a:pt x="134787" y="52830"/>
                </a:lnTo>
                <a:lnTo>
                  <a:pt x="135278" y="52295"/>
                </a:lnTo>
                <a:lnTo>
                  <a:pt x="135788" y="51780"/>
                </a:lnTo>
                <a:lnTo>
                  <a:pt x="136313" y="51288"/>
                </a:lnTo>
                <a:lnTo>
                  <a:pt x="136853" y="50817"/>
                </a:lnTo>
                <a:lnTo>
                  <a:pt x="137408" y="50368"/>
                </a:lnTo>
                <a:lnTo>
                  <a:pt x="137979" y="49941"/>
                </a:lnTo>
                <a:lnTo>
                  <a:pt x="138564" y="49536"/>
                </a:lnTo>
                <a:lnTo>
                  <a:pt x="139165" y="49153"/>
                </a:lnTo>
                <a:lnTo>
                  <a:pt x="139780" y="48792"/>
                </a:lnTo>
                <a:lnTo>
                  <a:pt x="140411" y="48453"/>
                </a:lnTo>
                <a:lnTo>
                  <a:pt x="141057" y="48135"/>
                </a:lnTo>
                <a:lnTo>
                  <a:pt x="141719" y="47840"/>
                </a:lnTo>
                <a:lnTo>
                  <a:pt x="142395" y="47566"/>
                </a:lnTo>
                <a:lnTo>
                  <a:pt x="143086" y="47314"/>
                </a:lnTo>
                <a:lnTo>
                  <a:pt x="143793" y="47085"/>
                </a:lnTo>
                <a:lnTo>
                  <a:pt x="144514" y="46877"/>
                </a:lnTo>
                <a:lnTo>
                  <a:pt x="145251" y="46691"/>
                </a:lnTo>
                <a:lnTo>
                  <a:pt x="146003" y="46526"/>
                </a:lnTo>
                <a:lnTo>
                  <a:pt x="146770" y="46384"/>
                </a:lnTo>
                <a:lnTo>
                  <a:pt x="147552" y="46264"/>
                </a:lnTo>
                <a:lnTo>
                  <a:pt x="148350" y="46165"/>
                </a:lnTo>
                <a:lnTo>
                  <a:pt x="149162" y="46089"/>
                </a:lnTo>
                <a:lnTo>
                  <a:pt x="149990" y="46034"/>
                </a:lnTo>
                <a:lnTo>
                  <a:pt x="150832" y="46001"/>
                </a:lnTo>
                <a:lnTo>
                  <a:pt x="151690" y="45990"/>
                </a:lnTo>
                <a:lnTo>
                  <a:pt x="152517" y="46000"/>
                </a:lnTo>
                <a:lnTo>
                  <a:pt x="153330" y="46031"/>
                </a:lnTo>
                <a:lnTo>
                  <a:pt x="154128" y="46081"/>
                </a:lnTo>
                <a:lnTo>
                  <a:pt x="154912" y="46152"/>
                </a:lnTo>
                <a:lnTo>
                  <a:pt x="155682" y="46244"/>
                </a:lnTo>
                <a:lnTo>
                  <a:pt x="156436" y="46355"/>
                </a:lnTo>
                <a:lnTo>
                  <a:pt x="157177" y="46487"/>
                </a:lnTo>
                <a:lnTo>
                  <a:pt x="157902" y="46639"/>
                </a:lnTo>
                <a:lnTo>
                  <a:pt x="158614" y="46811"/>
                </a:lnTo>
                <a:lnTo>
                  <a:pt x="159311" y="47004"/>
                </a:lnTo>
                <a:lnTo>
                  <a:pt x="159993" y="47217"/>
                </a:lnTo>
                <a:lnTo>
                  <a:pt x="160661" y="47450"/>
                </a:lnTo>
                <a:lnTo>
                  <a:pt x="161314" y="47704"/>
                </a:lnTo>
                <a:lnTo>
                  <a:pt x="161953" y="47977"/>
                </a:lnTo>
                <a:lnTo>
                  <a:pt x="162577" y="48272"/>
                </a:lnTo>
                <a:lnTo>
                  <a:pt x="163187" y="48586"/>
                </a:lnTo>
                <a:lnTo>
                  <a:pt x="163783" y="48920"/>
                </a:lnTo>
                <a:lnTo>
                  <a:pt x="164364" y="49275"/>
                </a:lnTo>
                <a:lnTo>
                  <a:pt x="164930" y="49651"/>
                </a:lnTo>
                <a:lnTo>
                  <a:pt x="165482" y="50046"/>
                </a:lnTo>
                <a:lnTo>
                  <a:pt x="166019" y="50462"/>
                </a:lnTo>
                <a:lnTo>
                  <a:pt x="166542" y="50898"/>
                </a:lnTo>
                <a:lnTo>
                  <a:pt x="167051" y="51354"/>
                </a:lnTo>
                <a:lnTo>
                  <a:pt x="167545" y="51831"/>
                </a:lnTo>
                <a:lnTo>
                  <a:pt x="168021" y="52326"/>
                </a:lnTo>
                <a:lnTo>
                  <a:pt x="168478" y="52839"/>
                </a:lnTo>
                <a:lnTo>
                  <a:pt x="168914" y="53370"/>
                </a:lnTo>
                <a:lnTo>
                  <a:pt x="169330" y="53919"/>
                </a:lnTo>
                <a:lnTo>
                  <a:pt x="169726" y="54485"/>
                </a:lnTo>
                <a:lnTo>
                  <a:pt x="170101" y="55070"/>
                </a:lnTo>
                <a:lnTo>
                  <a:pt x="170456" y="55671"/>
                </a:lnTo>
                <a:lnTo>
                  <a:pt x="170791" y="56291"/>
                </a:lnTo>
                <a:lnTo>
                  <a:pt x="171105" y="56928"/>
                </a:lnTo>
                <a:lnTo>
                  <a:pt x="171400" y="57583"/>
                </a:lnTo>
                <a:lnTo>
                  <a:pt x="171673" y="58256"/>
                </a:lnTo>
                <a:lnTo>
                  <a:pt x="171927" y="58946"/>
                </a:lnTo>
                <a:lnTo>
                  <a:pt x="172160" y="59654"/>
                </a:lnTo>
                <a:lnTo>
                  <a:pt x="172373" y="60380"/>
                </a:lnTo>
                <a:lnTo>
                  <a:pt x="172566" y="61124"/>
                </a:lnTo>
                <a:lnTo>
                  <a:pt x="172739" y="61885"/>
                </a:lnTo>
                <a:lnTo>
                  <a:pt x="172891" y="62664"/>
                </a:lnTo>
                <a:lnTo>
                  <a:pt x="173023" y="63461"/>
                </a:lnTo>
                <a:lnTo>
                  <a:pt x="173134" y="64275"/>
                </a:lnTo>
                <a:lnTo>
                  <a:pt x="173226" y="65107"/>
                </a:lnTo>
                <a:lnTo>
                  <a:pt x="173297" y="65957"/>
                </a:lnTo>
                <a:lnTo>
                  <a:pt x="173347" y="66825"/>
                </a:lnTo>
                <a:lnTo>
                  <a:pt x="173378" y="67710"/>
                </a:lnTo>
                <a:lnTo>
                  <a:pt x="173388" y="68613"/>
                </a:lnTo>
                <a:lnTo>
                  <a:pt x="173388" y="135373"/>
                </a:lnTo>
                <a:lnTo>
                  <a:pt x="190077" y="135373"/>
                </a:lnTo>
                <a:lnTo>
                  <a:pt x="190077" y="66760"/>
                </a:lnTo>
                <a:lnTo>
                  <a:pt x="190061" y="65412"/>
                </a:lnTo>
                <a:lnTo>
                  <a:pt x="190014" y="64088"/>
                </a:lnTo>
                <a:lnTo>
                  <a:pt x="189935" y="62787"/>
                </a:lnTo>
                <a:lnTo>
                  <a:pt x="189825" y="61511"/>
                </a:lnTo>
                <a:lnTo>
                  <a:pt x="189683" y="60258"/>
                </a:lnTo>
                <a:lnTo>
                  <a:pt x="189509" y="59029"/>
                </a:lnTo>
                <a:lnTo>
                  <a:pt x="189304" y="57824"/>
                </a:lnTo>
                <a:lnTo>
                  <a:pt x="189067" y="56643"/>
                </a:lnTo>
                <a:lnTo>
                  <a:pt x="188799" y="55486"/>
                </a:lnTo>
                <a:lnTo>
                  <a:pt x="188500" y="54352"/>
                </a:lnTo>
                <a:lnTo>
                  <a:pt x="188168" y="53242"/>
                </a:lnTo>
                <a:lnTo>
                  <a:pt x="187806" y="52157"/>
                </a:lnTo>
                <a:lnTo>
                  <a:pt x="187411" y="51095"/>
                </a:lnTo>
                <a:lnTo>
                  <a:pt x="186985" y="50056"/>
                </a:lnTo>
                <a:lnTo>
                  <a:pt x="186528" y="49042"/>
                </a:lnTo>
                <a:lnTo>
                  <a:pt x="186039" y="48051"/>
                </a:lnTo>
                <a:lnTo>
                  <a:pt x="185518" y="47085"/>
                </a:lnTo>
                <a:lnTo>
                  <a:pt x="184966" y="46142"/>
                </a:lnTo>
                <a:lnTo>
                  <a:pt x="184383" y="45223"/>
                </a:lnTo>
                <a:lnTo>
                  <a:pt x="183767" y="44327"/>
                </a:lnTo>
                <a:lnTo>
                  <a:pt x="183121" y="43456"/>
                </a:lnTo>
                <a:lnTo>
                  <a:pt x="182442" y="42608"/>
                </a:lnTo>
                <a:lnTo>
                  <a:pt x="181732" y="41784"/>
                </a:lnTo>
                <a:lnTo>
                  <a:pt x="180991" y="40985"/>
                </a:lnTo>
                <a:lnTo>
                  <a:pt x="180223" y="40213"/>
                </a:lnTo>
                <a:lnTo>
                  <a:pt x="179433" y="39474"/>
                </a:lnTo>
                <a:lnTo>
                  <a:pt x="178621" y="38767"/>
                </a:lnTo>
                <a:lnTo>
                  <a:pt x="177787" y="38094"/>
                </a:lnTo>
                <a:lnTo>
                  <a:pt x="176931" y="37454"/>
                </a:lnTo>
                <a:lnTo>
                  <a:pt x="176054" y="36846"/>
                </a:lnTo>
                <a:lnTo>
                  <a:pt x="175154" y="36271"/>
                </a:lnTo>
                <a:lnTo>
                  <a:pt x="174233" y="35729"/>
                </a:lnTo>
                <a:lnTo>
                  <a:pt x="173290" y="35220"/>
                </a:lnTo>
                <a:lnTo>
                  <a:pt x="172324" y="34744"/>
                </a:lnTo>
                <a:lnTo>
                  <a:pt x="171337" y="34300"/>
                </a:lnTo>
                <a:lnTo>
                  <a:pt x="170328" y="33890"/>
                </a:lnTo>
                <a:lnTo>
                  <a:pt x="169297" y="33512"/>
                </a:lnTo>
                <a:lnTo>
                  <a:pt x="168245" y="33167"/>
                </a:lnTo>
                <a:lnTo>
                  <a:pt x="167170" y="32855"/>
                </a:lnTo>
                <a:lnTo>
                  <a:pt x="166073" y="32576"/>
                </a:lnTo>
                <a:lnTo>
                  <a:pt x="164955" y="32330"/>
                </a:lnTo>
                <a:lnTo>
                  <a:pt x="163814" y="32116"/>
                </a:lnTo>
                <a:lnTo>
                  <a:pt x="162652" y="31936"/>
                </a:lnTo>
                <a:lnTo>
                  <a:pt x="161468" y="31788"/>
                </a:lnTo>
                <a:lnTo>
                  <a:pt x="160262" y="31673"/>
                </a:lnTo>
                <a:lnTo>
                  <a:pt x="159034" y="31591"/>
                </a:lnTo>
                <a:lnTo>
                  <a:pt x="157784" y="31541"/>
                </a:lnTo>
                <a:lnTo>
                  <a:pt x="156512" y="31525"/>
                </a:lnTo>
                <a:lnTo>
                  <a:pt x="155455" y="31536"/>
                </a:lnTo>
                <a:lnTo>
                  <a:pt x="154418" y="31571"/>
                </a:lnTo>
                <a:lnTo>
                  <a:pt x="153400" y="31628"/>
                </a:lnTo>
                <a:lnTo>
                  <a:pt x="152401" y="31708"/>
                </a:lnTo>
                <a:lnTo>
                  <a:pt x="151422" y="31811"/>
                </a:lnTo>
                <a:lnTo>
                  <a:pt x="150462" y="31937"/>
                </a:lnTo>
                <a:lnTo>
                  <a:pt x="149521" y="32085"/>
                </a:lnTo>
                <a:lnTo>
                  <a:pt x="148600" y="32257"/>
                </a:lnTo>
                <a:lnTo>
                  <a:pt x="147697" y="32451"/>
                </a:lnTo>
                <a:lnTo>
                  <a:pt x="146815" y="32668"/>
                </a:lnTo>
                <a:lnTo>
                  <a:pt x="145951" y="32908"/>
                </a:lnTo>
                <a:lnTo>
                  <a:pt x="145107" y="33171"/>
                </a:lnTo>
                <a:lnTo>
                  <a:pt x="144282" y="33457"/>
                </a:lnTo>
                <a:lnTo>
                  <a:pt x="143477" y="33766"/>
                </a:lnTo>
                <a:lnTo>
                  <a:pt x="142690" y="34097"/>
                </a:lnTo>
                <a:lnTo>
                  <a:pt x="141923" y="34451"/>
                </a:lnTo>
                <a:lnTo>
                  <a:pt x="141176" y="34829"/>
                </a:lnTo>
                <a:lnTo>
                  <a:pt x="140448" y="35229"/>
                </a:lnTo>
                <a:lnTo>
                  <a:pt x="139739" y="35652"/>
                </a:lnTo>
                <a:lnTo>
                  <a:pt x="139049" y="36098"/>
                </a:lnTo>
                <a:lnTo>
                  <a:pt x="138379" y="36566"/>
                </a:lnTo>
                <a:lnTo>
                  <a:pt x="137728" y="37058"/>
                </a:lnTo>
                <a:lnTo>
                  <a:pt x="137096" y="37572"/>
                </a:lnTo>
                <a:lnTo>
                  <a:pt x="136484" y="38110"/>
                </a:lnTo>
                <a:lnTo>
                  <a:pt x="135894" y="38668"/>
                </a:lnTo>
                <a:lnTo>
                  <a:pt x="135329" y="39245"/>
                </a:lnTo>
                <a:lnTo>
                  <a:pt x="134789" y="39841"/>
                </a:lnTo>
                <a:lnTo>
                  <a:pt x="134275" y="40456"/>
                </a:lnTo>
                <a:lnTo>
                  <a:pt x="133785" y="41089"/>
                </a:lnTo>
                <a:lnTo>
                  <a:pt x="133321" y="41742"/>
                </a:lnTo>
                <a:lnTo>
                  <a:pt x="132881" y="42414"/>
                </a:lnTo>
                <a:lnTo>
                  <a:pt x="132467" y="43105"/>
                </a:lnTo>
                <a:lnTo>
                  <a:pt x="132078" y="43815"/>
                </a:lnTo>
                <a:lnTo>
                  <a:pt x="131714" y="44544"/>
                </a:lnTo>
                <a:lnTo>
                  <a:pt x="131375" y="45292"/>
                </a:lnTo>
                <a:lnTo>
                  <a:pt x="131061" y="46059"/>
                </a:lnTo>
                <a:lnTo>
                  <a:pt x="130773" y="46845"/>
                </a:lnTo>
                <a:lnTo>
                  <a:pt x="130509" y="47650"/>
                </a:lnTo>
                <a:lnTo>
                  <a:pt x="130271" y="48474"/>
                </a:lnTo>
                <a:lnTo>
                  <a:pt x="130057" y="49317"/>
                </a:lnTo>
                <a:lnTo>
                  <a:pt x="129869" y="50179"/>
                </a:lnTo>
                <a:lnTo>
                  <a:pt x="129706" y="51060"/>
                </a:lnTo>
                <a:lnTo>
                  <a:pt x="129568" y="51960"/>
                </a:lnTo>
                <a:lnTo>
                  <a:pt x="129458" y="52849"/>
                </a:lnTo>
                <a:lnTo>
                  <a:pt x="129254" y="52849"/>
                </a:lnTo>
                <a:lnTo>
                  <a:pt x="129254" y="33378"/>
                </a:lnTo>
                <a:lnTo>
                  <a:pt x="112562" y="33378"/>
                </a:lnTo>
                <a:lnTo>
                  <a:pt x="112562" y="135373"/>
                </a:lnTo>
                <a:close/>
                <a:moveTo>
                  <a:pt x="45100" y="137018"/>
                </a:moveTo>
                <a:lnTo>
                  <a:pt x="46362" y="136900"/>
                </a:lnTo>
                <a:lnTo>
                  <a:pt x="47605" y="136757"/>
                </a:lnTo>
                <a:lnTo>
                  <a:pt x="48830" y="136587"/>
                </a:lnTo>
                <a:lnTo>
                  <a:pt x="50037" y="136392"/>
                </a:lnTo>
                <a:lnTo>
                  <a:pt x="51226" y="136170"/>
                </a:lnTo>
                <a:lnTo>
                  <a:pt x="52396" y="135922"/>
                </a:lnTo>
                <a:lnTo>
                  <a:pt x="53547" y="135649"/>
                </a:lnTo>
                <a:lnTo>
                  <a:pt x="54681" y="135349"/>
                </a:lnTo>
                <a:lnTo>
                  <a:pt x="55796" y="135023"/>
                </a:lnTo>
                <a:lnTo>
                  <a:pt x="56892" y="134671"/>
                </a:lnTo>
                <a:lnTo>
                  <a:pt x="57971" y="134293"/>
                </a:lnTo>
                <a:lnTo>
                  <a:pt x="59031" y="133888"/>
                </a:lnTo>
                <a:lnTo>
                  <a:pt x="60072" y="133458"/>
                </a:lnTo>
                <a:lnTo>
                  <a:pt x="61096" y="133002"/>
                </a:lnTo>
                <a:lnTo>
                  <a:pt x="62101" y="132519"/>
                </a:lnTo>
                <a:lnTo>
                  <a:pt x="63087" y="132011"/>
                </a:lnTo>
                <a:lnTo>
                  <a:pt x="64055" y="131476"/>
                </a:lnTo>
                <a:lnTo>
                  <a:pt x="65005" y="130916"/>
                </a:lnTo>
                <a:lnTo>
                  <a:pt x="65937" y="130329"/>
                </a:lnTo>
                <a:lnTo>
                  <a:pt x="66850" y="129716"/>
                </a:lnTo>
                <a:lnTo>
                  <a:pt x="67738" y="129081"/>
                </a:lnTo>
                <a:lnTo>
                  <a:pt x="68595" y="128428"/>
                </a:lnTo>
                <a:lnTo>
                  <a:pt x="69419" y="127756"/>
                </a:lnTo>
                <a:lnTo>
                  <a:pt x="70212" y="127066"/>
                </a:lnTo>
                <a:lnTo>
                  <a:pt x="70972" y="126358"/>
                </a:lnTo>
                <a:lnTo>
                  <a:pt x="71701" y="125631"/>
                </a:lnTo>
                <a:lnTo>
                  <a:pt x="72398" y="124886"/>
                </a:lnTo>
                <a:lnTo>
                  <a:pt x="73063" y="124122"/>
                </a:lnTo>
                <a:lnTo>
                  <a:pt x="73696" y="123341"/>
                </a:lnTo>
                <a:lnTo>
                  <a:pt x="74297" y="122540"/>
                </a:lnTo>
                <a:lnTo>
                  <a:pt x="74867" y="121722"/>
                </a:lnTo>
                <a:lnTo>
                  <a:pt x="75404" y="120885"/>
                </a:lnTo>
                <a:lnTo>
                  <a:pt x="75910" y="120030"/>
                </a:lnTo>
                <a:lnTo>
                  <a:pt x="76384" y="119156"/>
                </a:lnTo>
                <a:lnTo>
                  <a:pt x="76826" y="118264"/>
                </a:lnTo>
                <a:lnTo>
                  <a:pt x="77236" y="117354"/>
                </a:lnTo>
                <a:lnTo>
                  <a:pt x="77614" y="116425"/>
                </a:lnTo>
                <a:lnTo>
                  <a:pt x="77960" y="115478"/>
                </a:lnTo>
                <a:lnTo>
                  <a:pt x="78275" y="114513"/>
                </a:lnTo>
                <a:lnTo>
                  <a:pt x="78557" y="113529"/>
                </a:lnTo>
                <a:lnTo>
                  <a:pt x="78808" y="112527"/>
                </a:lnTo>
                <a:lnTo>
                  <a:pt x="79027" y="111507"/>
                </a:lnTo>
                <a:lnTo>
                  <a:pt x="79214" y="110468"/>
                </a:lnTo>
                <a:lnTo>
                  <a:pt x="79369" y="109411"/>
                </a:lnTo>
                <a:lnTo>
                  <a:pt x="62679" y="109411"/>
                </a:lnTo>
                <a:lnTo>
                  <a:pt x="62563" y="109977"/>
                </a:lnTo>
                <a:lnTo>
                  <a:pt x="62431" y="110531"/>
                </a:lnTo>
                <a:lnTo>
                  <a:pt x="62282" y="111073"/>
                </a:lnTo>
                <a:lnTo>
                  <a:pt x="62118" y="111603"/>
                </a:lnTo>
                <a:lnTo>
                  <a:pt x="61937" y="112121"/>
                </a:lnTo>
                <a:lnTo>
                  <a:pt x="61740" y="112627"/>
                </a:lnTo>
                <a:lnTo>
                  <a:pt x="61527" y="113122"/>
                </a:lnTo>
                <a:lnTo>
                  <a:pt x="61298" y="113604"/>
                </a:lnTo>
                <a:lnTo>
                  <a:pt x="61053" y="114075"/>
                </a:lnTo>
                <a:lnTo>
                  <a:pt x="60792" y="114534"/>
                </a:lnTo>
                <a:lnTo>
                  <a:pt x="60515" y="114980"/>
                </a:lnTo>
                <a:lnTo>
                  <a:pt x="60222" y="115415"/>
                </a:lnTo>
                <a:lnTo>
                  <a:pt x="59912" y="115838"/>
                </a:lnTo>
                <a:lnTo>
                  <a:pt x="59587" y="116249"/>
                </a:lnTo>
                <a:lnTo>
                  <a:pt x="59245" y="116649"/>
                </a:lnTo>
                <a:lnTo>
                  <a:pt x="58888" y="117036"/>
                </a:lnTo>
                <a:lnTo>
                  <a:pt x="58514" y="117411"/>
                </a:lnTo>
                <a:lnTo>
                  <a:pt x="58124" y="117775"/>
                </a:lnTo>
                <a:lnTo>
                  <a:pt x="57718" y="118126"/>
                </a:lnTo>
                <a:lnTo>
                  <a:pt x="57296" y="118466"/>
                </a:lnTo>
                <a:lnTo>
                  <a:pt x="56858" y="118793"/>
                </a:lnTo>
                <a:lnTo>
                  <a:pt x="56404" y="119109"/>
                </a:lnTo>
                <a:lnTo>
                  <a:pt x="55933" y="119413"/>
                </a:lnTo>
                <a:lnTo>
                  <a:pt x="55447" y="119705"/>
                </a:lnTo>
                <a:lnTo>
                  <a:pt x="54946" y="119985"/>
                </a:lnTo>
                <a:lnTo>
                  <a:pt x="54432" y="120253"/>
                </a:lnTo>
                <a:lnTo>
                  <a:pt x="53905" y="120509"/>
                </a:lnTo>
                <a:lnTo>
                  <a:pt x="53366" y="120753"/>
                </a:lnTo>
                <a:lnTo>
                  <a:pt x="52813" y="120985"/>
                </a:lnTo>
                <a:lnTo>
                  <a:pt x="52248" y="121205"/>
                </a:lnTo>
                <a:lnTo>
                  <a:pt x="51670" y="121414"/>
                </a:lnTo>
                <a:lnTo>
                  <a:pt x="51079" y="121610"/>
                </a:lnTo>
                <a:lnTo>
                  <a:pt x="50475" y="121795"/>
                </a:lnTo>
                <a:lnTo>
                  <a:pt x="49858" y="121968"/>
                </a:lnTo>
                <a:lnTo>
                  <a:pt x="49228" y="122128"/>
                </a:lnTo>
                <a:lnTo>
                  <a:pt x="48586" y="122277"/>
                </a:lnTo>
                <a:lnTo>
                  <a:pt x="47930" y="122414"/>
                </a:lnTo>
                <a:lnTo>
                  <a:pt x="47262" y="122539"/>
                </a:lnTo>
                <a:lnTo>
                  <a:pt x="46581" y="122652"/>
                </a:lnTo>
                <a:lnTo>
                  <a:pt x="45886" y="122754"/>
                </a:lnTo>
                <a:lnTo>
                  <a:pt x="45179" y="122843"/>
                </a:lnTo>
                <a:lnTo>
                  <a:pt x="44459" y="122920"/>
                </a:lnTo>
                <a:lnTo>
                  <a:pt x="43727" y="122986"/>
                </a:lnTo>
                <a:lnTo>
                  <a:pt x="42981" y="123039"/>
                </a:lnTo>
                <a:lnTo>
                  <a:pt x="42223" y="123081"/>
                </a:lnTo>
                <a:lnTo>
                  <a:pt x="41451" y="123111"/>
                </a:lnTo>
                <a:lnTo>
                  <a:pt x="40667" y="123129"/>
                </a:lnTo>
                <a:lnTo>
                  <a:pt x="39870" y="123135"/>
                </a:lnTo>
                <a:lnTo>
                  <a:pt x="38936" y="123123"/>
                </a:lnTo>
                <a:lnTo>
                  <a:pt x="38020" y="123090"/>
                </a:lnTo>
                <a:lnTo>
                  <a:pt x="37123" y="123035"/>
                </a:lnTo>
                <a:lnTo>
                  <a:pt x="36243" y="122957"/>
                </a:lnTo>
                <a:lnTo>
                  <a:pt x="35381" y="122857"/>
                </a:lnTo>
                <a:lnTo>
                  <a:pt x="34538" y="122735"/>
                </a:lnTo>
                <a:lnTo>
                  <a:pt x="33712" y="122590"/>
                </a:lnTo>
                <a:lnTo>
                  <a:pt x="32905" y="122424"/>
                </a:lnTo>
                <a:lnTo>
                  <a:pt x="32115" y="122235"/>
                </a:lnTo>
                <a:lnTo>
                  <a:pt x="31344" y="122024"/>
                </a:lnTo>
                <a:lnTo>
                  <a:pt x="30590" y="121791"/>
                </a:lnTo>
                <a:lnTo>
                  <a:pt x="29855" y="121535"/>
                </a:lnTo>
                <a:lnTo>
                  <a:pt x="29137" y="121257"/>
                </a:lnTo>
                <a:lnTo>
                  <a:pt x="28438" y="120958"/>
                </a:lnTo>
                <a:lnTo>
                  <a:pt x="27757" y="120635"/>
                </a:lnTo>
                <a:lnTo>
                  <a:pt x="27093" y="120291"/>
                </a:lnTo>
                <a:lnTo>
                  <a:pt x="26448" y="119925"/>
                </a:lnTo>
                <a:lnTo>
                  <a:pt x="25821" y="119536"/>
                </a:lnTo>
                <a:lnTo>
                  <a:pt x="25212" y="119125"/>
                </a:lnTo>
                <a:lnTo>
                  <a:pt x="24621" y="118692"/>
                </a:lnTo>
                <a:lnTo>
                  <a:pt x="24047" y="118236"/>
                </a:lnTo>
                <a:lnTo>
                  <a:pt x="23492" y="117759"/>
                </a:lnTo>
                <a:lnTo>
                  <a:pt x="22955" y="117259"/>
                </a:lnTo>
                <a:lnTo>
                  <a:pt x="22436" y="116737"/>
                </a:lnTo>
                <a:lnTo>
                  <a:pt x="21937" y="116194"/>
                </a:lnTo>
                <a:lnTo>
                  <a:pt x="21459" y="115631"/>
                </a:lnTo>
                <a:lnTo>
                  <a:pt x="21002" y="115049"/>
                </a:lnTo>
                <a:lnTo>
                  <a:pt x="20567" y="114447"/>
                </a:lnTo>
                <a:lnTo>
                  <a:pt x="20153" y="113826"/>
                </a:lnTo>
                <a:lnTo>
                  <a:pt x="19760" y="113184"/>
                </a:lnTo>
                <a:lnTo>
                  <a:pt x="19388" y="112524"/>
                </a:lnTo>
                <a:lnTo>
                  <a:pt x="19038" y="111843"/>
                </a:lnTo>
                <a:lnTo>
                  <a:pt x="18708" y="111143"/>
                </a:lnTo>
                <a:lnTo>
                  <a:pt x="18400" y="110423"/>
                </a:lnTo>
                <a:lnTo>
                  <a:pt x="18113" y="109684"/>
                </a:lnTo>
                <a:lnTo>
                  <a:pt x="17848" y="108925"/>
                </a:lnTo>
                <a:lnTo>
                  <a:pt x="17604" y="108146"/>
                </a:lnTo>
                <a:lnTo>
                  <a:pt x="17381" y="107348"/>
                </a:lnTo>
                <a:lnTo>
                  <a:pt x="17179" y="106530"/>
                </a:lnTo>
                <a:lnTo>
                  <a:pt x="16998" y="105692"/>
                </a:lnTo>
                <a:lnTo>
                  <a:pt x="16839" y="104835"/>
                </a:lnTo>
                <a:lnTo>
                  <a:pt x="16701" y="103958"/>
                </a:lnTo>
                <a:lnTo>
                  <a:pt x="16584" y="103062"/>
                </a:lnTo>
                <a:lnTo>
                  <a:pt x="16488" y="102146"/>
                </a:lnTo>
                <a:lnTo>
                  <a:pt x="16414" y="101210"/>
                </a:lnTo>
                <a:lnTo>
                  <a:pt x="16361" y="100254"/>
                </a:lnTo>
                <a:lnTo>
                  <a:pt x="16329" y="99279"/>
                </a:lnTo>
                <a:lnTo>
                  <a:pt x="16319" y="98285"/>
                </a:lnTo>
                <a:lnTo>
                  <a:pt x="16319" y="88455"/>
                </a:lnTo>
                <a:lnTo>
                  <a:pt x="79739" y="88455"/>
                </a:lnTo>
                <a:lnTo>
                  <a:pt x="79739" y="70467"/>
                </a:lnTo>
                <a:lnTo>
                  <a:pt x="79731" y="69483"/>
                </a:lnTo>
                <a:lnTo>
                  <a:pt x="79705" y="68510"/>
                </a:lnTo>
                <a:lnTo>
                  <a:pt x="79662" y="67549"/>
                </a:lnTo>
                <a:lnTo>
                  <a:pt x="79603" y="66598"/>
                </a:lnTo>
                <a:lnTo>
                  <a:pt x="79526" y="65659"/>
                </a:lnTo>
                <a:lnTo>
                  <a:pt x="79432" y="64730"/>
                </a:lnTo>
                <a:lnTo>
                  <a:pt x="79321" y="63812"/>
                </a:lnTo>
                <a:lnTo>
                  <a:pt x="79193" y="62905"/>
                </a:lnTo>
                <a:lnTo>
                  <a:pt x="79048" y="62009"/>
                </a:lnTo>
                <a:lnTo>
                  <a:pt x="78886" y="61124"/>
                </a:lnTo>
                <a:lnTo>
                  <a:pt x="78707" y="60250"/>
                </a:lnTo>
                <a:lnTo>
                  <a:pt x="78510" y="59387"/>
                </a:lnTo>
                <a:lnTo>
                  <a:pt x="78297" y="58535"/>
                </a:lnTo>
                <a:lnTo>
                  <a:pt x="78067" y="57694"/>
                </a:lnTo>
                <a:lnTo>
                  <a:pt x="77819" y="56863"/>
                </a:lnTo>
                <a:lnTo>
                  <a:pt x="77555" y="56044"/>
                </a:lnTo>
                <a:lnTo>
                  <a:pt x="77273" y="55236"/>
                </a:lnTo>
                <a:lnTo>
                  <a:pt x="76975" y="54438"/>
                </a:lnTo>
                <a:lnTo>
                  <a:pt x="76659" y="53652"/>
                </a:lnTo>
                <a:lnTo>
                  <a:pt x="76326" y="52876"/>
                </a:lnTo>
                <a:lnTo>
                  <a:pt x="75976" y="52112"/>
                </a:lnTo>
                <a:lnTo>
                  <a:pt x="75609" y="51358"/>
                </a:lnTo>
                <a:lnTo>
                  <a:pt x="75225" y="50615"/>
                </a:lnTo>
                <a:lnTo>
                  <a:pt x="74824" y="49884"/>
                </a:lnTo>
                <a:lnTo>
                  <a:pt x="74408" y="49164"/>
                </a:lnTo>
                <a:lnTo>
                  <a:pt x="73977" y="48458"/>
                </a:lnTo>
                <a:lnTo>
                  <a:pt x="73532" y="47766"/>
                </a:lnTo>
                <a:lnTo>
                  <a:pt x="73073" y="47087"/>
                </a:lnTo>
                <a:lnTo>
                  <a:pt x="72600" y="46421"/>
                </a:lnTo>
                <a:lnTo>
                  <a:pt x="72113" y="45769"/>
                </a:lnTo>
                <a:lnTo>
                  <a:pt x="71611" y="45131"/>
                </a:lnTo>
                <a:lnTo>
                  <a:pt x="71096" y="44506"/>
                </a:lnTo>
                <a:lnTo>
                  <a:pt x="70566" y="43895"/>
                </a:lnTo>
                <a:lnTo>
                  <a:pt x="70022" y="43297"/>
                </a:lnTo>
                <a:lnTo>
                  <a:pt x="69464" y="42713"/>
                </a:lnTo>
                <a:lnTo>
                  <a:pt x="68891" y="42142"/>
                </a:lnTo>
                <a:lnTo>
                  <a:pt x="68305" y="41585"/>
                </a:lnTo>
                <a:lnTo>
                  <a:pt x="67704" y="41041"/>
                </a:lnTo>
                <a:lnTo>
                  <a:pt x="67089" y="40511"/>
                </a:lnTo>
                <a:lnTo>
                  <a:pt x="66460" y="39994"/>
                </a:lnTo>
                <a:lnTo>
                  <a:pt x="65816" y="39491"/>
                </a:lnTo>
                <a:lnTo>
                  <a:pt x="65159" y="39001"/>
                </a:lnTo>
                <a:lnTo>
                  <a:pt x="64487" y="38525"/>
                </a:lnTo>
                <a:lnTo>
                  <a:pt x="63802" y="38062"/>
                </a:lnTo>
                <a:lnTo>
                  <a:pt x="63102" y="37613"/>
                </a:lnTo>
                <a:lnTo>
                  <a:pt x="62387" y="37177"/>
                </a:lnTo>
                <a:lnTo>
                  <a:pt x="61659" y="36755"/>
                </a:lnTo>
                <a:lnTo>
                  <a:pt x="60916" y="36347"/>
                </a:lnTo>
                <a:lnTo>
                  <a:pt x="60162" y="35953"/>
                </a:lnTo>
                <a:lnTo>
                  <a:pt x="59396" y="35577"/>
                </a:lnTo>
                <a:lnTo>
                  <a:pt x="58620" y="35217"/>
                </a:lnTo>
                <a:lnTo>
                  <a:pt x="57834" y="34873"/>
                </a:lnTo>
                <a:lnTo>
                  <a:pt x="57037" y="34547"/>
                </a:lnTo>
                <a:lnTo>
                  <a:pt x="56229" y="34237"/>
                </a:lnTo>
                <a:lnTo>
                  <a:pt x="55410" y="33944"/>
                </a:lnTo>
                <a:lnTo>
                  <a:pt x="54581" y="33668"/>
                </a:lnTo>
                <a:lnTo>
                  <a:pt x="53741" y="33408"/>
                </a:lnTo>
                <a:lnTo>
                  <a:pt x="52891" y="33166"/>
                </a:lnTo>
                <a:lnTo>
                  <a:pt x="52030" y="32940"/>
                </a:lnTo>
                <a:lnTo>
                  <a:pt x="51158" y="32730"/>
                </a:lnTo>
                <a:lnTo>
                  <a:pt x="50276" y="32538"/>
                </a:lnTo>
                <a:lnTo>
                  <a:pt x="49383" y="32362"/>
                </a:lnTo>
                <a:lnTo>
                  <a:pt x="48480" y="32203"/>
                </a:lnTo>
                <a:lnTo>
                  <a:pt x="47566" y="32061"/>
                </a:lnTo>
                <a:lnTo>
                  <a:pt x="46641" y="31935"/>
                </a:lnTo>
                <a:lnTo>
                  <a:pt x="45705" y="31826"/>
                </a:lnTo>
                <a:lnTo>
                  <a:pt x="44759" y="31734"/>
                </a:lnTo>
                <a:lnTo>
                  <a:pt x="43803" y="31659"/>
                </a:lnTo>
                <a:lnTo>
                  <a:pt x="42835" y="31600"/>
                </a:lnTo>
                <a:lnTo>
                  <a:pt x="41857" y="31558"/>
                </a:lnTo>
                <a:lnTo>
                  <a:pt x="40869" y="31533"/>
                </a:lnTo>
                <a:lnTo>
                  <a:pt x="39870" y="31525"/>
                </a:lnTo>
                <a:lnTo>
                  <a:pt x="38870" y="31533"/>
                </a:lnTo>
                <a:lnTo>
                  <a:pt x="37882" y="31558"/>
                </a:lnTo>
                <a:lnTo>
                  <a:pt x="36904" y="31600"/>
                </a:lnTo>
                <a:lnTo>
                  <a:pt x="35937" y="31659"/>
                </a:lnTo>
                <a:lnTo>
                  <a:pt x="34980" y="31734"/>
                </a:lnTo>
                <a:lnTo>
                  <a:pt x="34034" y="31826"/>
                </a:lnTo>
                <a:lnTo>
                  <a:pt x="33098" y="31935"/>
                </a:lnTo>
                <a:lnTo>
                  <a:pt x="32173" y="32061"/>
                </a:lnTo>
                <a:lnTo>
                  <a:pt x="31259" y="32203"/>
                </a:lnTo>
                <a:lnTo>
                  <a:pt x="30355" y="32362"/>
                </a:lnTo>
                <a:lnTo>
                  <a:pt x="29462" y="32538"/>
                </a:lnTo>
                <a:lnTo>
                  <a:pt x="28580" y="32730"/>
                </a:lnTo>
                <a:lnTo>
                  <a:pt x="27708" y="32940"/>
                </a:lnTo>
                <a:lnTo>
                  <a:pt x="26847" y="33166"/>
                </a:lnTo>
                <a:lnTo>
                  <a:pt x="25997" y="33408"/>
                </a:lnTo>
                <a:lnTo>
                  <a:pt x="25157" y="33668"/>
                </a:lnTo>
                <a:lnTo>
                  <a:pt x="24327" y="33944"/>
                </a:lnTo>
                <a:lnTo>
                  <a:pt x="23509" y="34237"/>
                </a:lnTo>
                <a:lnTo>
                  <a:pt x="22701" y="34547"/>
                </a:lnTo>
                <a:lnTo>
                  <a:pt x="21903" y="34873"/>
                </a:lnTo>
                <a:lnTo>
                  <a:pt x="21117" y="35217"/>
                </a:lnTo>
                <a:lnTo>
                  <a:pt x="20340" y="35577"/>
                </a:lnTo>
                <a:lnTo>
                  <a:pt x="19575" y="35953"/>
                </a:lnTo>
                <a:lnTo>
                  <a:pt x="18820" y="36347"/>
                </a:lnTo>
                <a:lnTo>
                  <a:pt x="18078" y="36755"/>
                </a:lnTo>
                <a:lnTo>
                  <a:pt x="17349" y="37177"/>
                </a:lnTo>
                <a:lnTo>
                  <a:pt x="16635" y="37613"/>
                </a:lnTo>
                <a:lnTo>
                  <a:pt x="15936" y="38062"/>
                </a:lnTo>
                <a:lnTo>
                  <a:pt x="15250" y="38525"/>
                </a:lnTo>
                <a:lnTo>
                  <a:pt x="14578" y="39001"/>
                </a:lnTo>
                <a:lnTo>
                  <a:pt x="13921" y="39491"/>
                </a:lnTo>
                <a:lnTo>
                  <a:pt x="13278" y="39994"/>
                </a:lnTo>
                <a:lnTo>
                  <a:pt x="12649" y="40511"/>
                </a:lnTo>
                <a:lnTo>
                  <a:pt x="12034" y="41041"/>
                </a:lnTo>
                <a:lnTo>
                  <a:pt x="11433" y="41585"/>
                </a:lnTo>
                <a:lnTo>
                  <a:pt x="10847" y="42142"/>
                </a:lnTo>
                <a:lnTo>
                  <a:pt x="10274" y="42713"/>
                </a:lnTo>
                <a:lnTo>
                  <a:pt x="9716" y="43297"/>
                </a:lnTo>
                <a:lnTo>
                  <a:pt x="9172" y="43895"/>
                </a:lnTo>
                <a:lnTo>
                  <a:pt x="8642" y="44506"/>
                </a:lnTo>
                <a:lnTo>
                  <a:pt x="8126" y="45131"/>
                </a:lnTo>
                <a:lnTo>
                  <a:pt x="7625" y="45769"/>
                </a:lnTo>
                <a:lnTo>
                  <a:pt x="7137" y="46421"/>
                </a:lnTo>
                <a:lnTo>
                  <a:pt x="6664" y="47087"/>
                </a:lnTo>
                <a:lnTo>
                  <a:pt x="6205" y="47766"/>
                </a:lnTo>
                <a:lnTo>
                  <a:pt x="5760" y="48458"/>
                </a:lnTo>
                <a:lnTo>
                  <a:pt x="5329" y="49164"/>
                </a:lnTo>
                <a:lnTo>
                  <a:pt x="4912" y="49884"/>
                </a:lnTo>
                <a:lnTo>
                  <a:pt x="4511" y="50615"/>
                </a:lnTo>
                <a:lnTo>
                  <a:pt x="4128" y="51358"/>
                </a:lnTo>
                <a:lnTo>
                  <a:pt x="3761" y="52112"/>
                </a:lnTo>
                <a:lnTo>
                  <a:pt x="3411" y="52876"/>
                </a:lnTo>
                <a:lnTo>
                  <a:pt x="3079" y="53652"/>
                </a:lnTo>
                <a:lnTo>
                  <a:pt x="2763" y="54438"/>
                </a:lnTo>
                <a:lnTo>
                  <a:pt x="2465" y="55236"/>
                </a:lnTo>
                <a:lnTo>
                  <a:pt x="2183" y="56044"/>
                </a:lnTo>
                <a:lnTo>
                  <a:pt x="1919" y="56863"/>
                </a:lnTo>
                <a:lnTo>
                  <a:pt x="1672" y="57694"/>
                </a:lnTo>
                <a:lnTo>
                  <a:pt x="1441" y="58535"/>
                </a:lnTo>
                <a:lnTo>
                  <a:pt x="1228" y="59387"/>
                </a:lnTo>
                <a:lnTo>
                  <a:pt x="1032" y="60250"/>
                </a:lnTo>
                <a:lnTo>
                  <a:pt x="853" y="61124"/>
                </a:lnTo>
                <a:lnTo>
                  <a:pt x="691" y="62009"/>
                </a:lnTo>
                <a:lnTo>
                  <a:pt x="546" y="62905"/>
                </a:lnTo>
                <a:lnTo>
                  <a:pt x="418" y="63812"/>
                </a:lnTo>
                <a:lnTo>
                  <a:pt x="307" y="64730"/>
                </a:lnTo>
                <a:lnTo>
                  <a:pt x="213" y="65659"/>
                </a:lnTo>
                <a:lnTo>
                  <a:pt x="136" y="66598"/>
                </a:lnTo>
                <a:lnTo>
                  <a:pt x="77" y="67549"/>
                </a:lnTo>
                <a:lnTo>
                  <a:pt x="34" y="68510"/>
                </a:lnTo>
                <a:lnTo>
                  <a:pt x="9" y="69483"/>
                </a:lnTo>
                <a:lnTo>
                  <a:pt x="0" y="70467"/>
                </a:lnTo>
                <a:lnTo>
                  <a:pt x="0" y="98285"/>
                </a:lnTo>
                <a:lnTo>
                  <a:pt x="9" y="99253"/>
                </a:lnTo>
                <a:lnTo>
                  <a:pt x="34" y="100212"/>
                </a:lnTo>
                <a:lnTo>
                  <a:pt x="77" y="101161"/>
                </a:lnTo>
                <a:lnTo>
                  <a:pt x="136" y="102099"/>
                </a:lnTo>
                <a:lnTo>
                  <a:pt x="213" y="103028"/>
                </a:lnTo>
                <a:lnTo>
                  <a:pt x="307" y="103947"/>
                </a:lnTo>
                <a:lnTo>
                  <a:pt x="418" y="104856"/>
                </a:lnTo>
                <a:lnTo>
                  <a:pt x="546" y="105754"/>
                </a:lnTo>
                <a:lnTo>
                  <a:pt x="691" y="106643"/>
                </a:lnTo>
                <a:lnTo>
                  <a:pt x="853" y="107522"/>
                </a:lnTo>
                <a:lnTo>
                  <a:pt x="1032" y="108391"/>
                </a:lnTo>
                <a:lnTo>
                  <a:pt x="1228" y="109250"/>
                </a:lnTo>
                <a:lnTo>
                  <a:pt x="1441" y="110098"/>
                </a:lnTo>
                <a:lnTo>
                  <a:pt x="1672" y="110937"/>
                </a:lnTo>
                <a:lnTo>
                  <a:pt x="1919" y="111766"/>
                </a:lnTo>
                <a:lnTo>
                  <a:pt x="2183" y="112585"/>
                </a:lnTo>
                <a:lnTo>
                  <a:pt x="2465" y="113394"/>
                </a:lnTo>
                <a:lnTo>
                  <a:pt x="2763" y="114193"/>
                </a:lnTo>
                <a:lnTo>
                  <a:pt x="3079" y="114982"/>
                </a:lnTo>
                <a:lnTo>
                  <a:pt x="3411" y="115761"/>
                </a:lnTo>
                <a:lnTo>
                  <a:pt x="3761" y="116530"/>
                </a:lnTo>
                <a:lnTo>
                  <a:pt x="4128" y="117289"/>
                </a:lnTo>
                <a:lnTo>
                  <a:pt x="4511" y="118038"/>
                </a:lnTo>
                <a:lnTo>
                  <a:pt x="4912" y="118777"/>
                </a:lnTo>
                <a:lnTo>
                  <a:pt x="5329" y="119504"/>
                </a:lnTo>
                <a:lnTo>
                  <a:pt x="5760" y="120217"/>
                </a:lnTo>
                <a:lnTo>
                  <a:pt x="6205" y="120916"/>
                </a:lnTo>
                <a:lnTo>
                  <a:pt x="6664" y="121602"/>
                </a:lnTo>
                <a:lnTo>
                  <a:pt x="7137" y="122273"/>
                </a:lnTo>
                <a:lnTo>
                  <a:pt x="7625" y="122931"/>
                </a:lnTo>
                <a:lnTo>
                  <a:pt x="8126" y="123575"/>
                </a:lnTo>
                <a:lnTo>
                  <a:pt x="8642" y="124205"/>
                </a:lnTo>
                <a:lnTo>
                  <a:pt x="9172" y="124821"/>
                </a:lnTo>
                <a:lnTo>
                  <a:pt x="9716" y="125423"/>
                </a:lnTo>
                <a:lnTo>
                  <a:pt x="10274" y="126012"/>
                </a:lnTo>
                <a:lnTo>
                  <a:pt x="10847" y="126587"/>
                </a:lnTo>
                <a:lnTo>
                  <a:pt x="11433" y="127148"/>
                </a:lnTo>
                <a:lnTo>
                  <a:pt x="12034" y="127695"/>
                </a:lnTo>
                <a:lnTo>
                  <a:pt x="12649" y="128228"/>
                </a:lnTo>
                <a:lnTo>
                  <a:pt x="13278" y="128747"/>
                </a:lnTo>
                <a:lnTo>
                  <a:pt x="13921" y="129253"/>
                </a:lnTo>
                <a:lnTo>
                  <a:pt x="14578" y="129745"/>
                </a:lnTo>
                <a:lnTo>
                  <a:pt x="15250" y="130223"/>
                </a:lnTo>
                <a:lnTo>
                  <a:pt x="15936" y="130687"/>
                </a:lnTo>
                <a:lnTo>
                  <a:pt x="16635" y="131137"/>
                </a:lnTo>
                <a:lnTo>
                  <a:pt x="17349" y="131573"/>
                </a:lnTo>
                <a:lnTo>
                  <a:pt x="18078" y="131996"/>
                </a:lnTo>
                <a:lnTo>
                  <a:pt x="18820" y="132404"/>
                </a:lnTo>
                <a:lnTo>
                  <a:pt x="19575" y="132798"/>
                </a:lnTo>
                <a:lnTo>
                  <a:pt x="20340" y="133175"/>
                </a:lnTo>
                <a:lnTo>
                  <a:pt x="21117" y="133535"/>
                </a:lnTo>
                <a:lnTo>
                  <a:pt x="21903" y="133878"/>
                </a:lnTo>
                <a:lnTo>
                  <a:pt x="22701" y="134204"/>
                </a:lnTo>
                <a:lnTo>
                  <a:pt x="23509" y="134514"/>
                </a:lnTo>
                <a:lnTo>
                  <a:pt x="24327" y="134807"/>
                </a:lnTo>
                <a:lnTo>
                  <a:pt x="25157" y="135083"/>
                </a:lnTo>
                <a:lnTo>
                  <a:pt x="25997" y="135343"/>
                </a:lnTo>
                <a:lnTo>
                  <a:pt x="26847" y="135585"/>
                </a:lnTo>
                <a:lnTo>
                  <a:pt x="27708" y="135811"/>
                </a:lnTo>
                <a:lnTo>
                  <a:pt x="28580" y="136021"/>
                </a:lnTo>
                <a:lnTo>
                  <a:pt x="29462" y="136213"/>
                </a:lnTo>
                <a:lnTo>
                  <a:pt x="30355" y="136389"/>
                </a:lnTo>
                <a:lnTo>
                  <a:pt x="31259" y="136548"/>
                </a:lnTo>
                <a:lnTo>
                  <a:pt x="32173" y="136690"/>
                </a:lnTo>
                <a:lnTo>
                  <a:pt x="33098" y="136816"/>
                </a:lnTo>
                <a:lnTo>
                  <a:pt x="34034" y="136925"/>
                </a:lnTo>
                <a:lnTo>
                  <a:pt x="34980" y="137017"/>
                </a:lnTo>
                <a:lnTo>
                  <a:pt x="35937" y="137092"/>
                </a:lnTo>
                <a:lnTo>
                  <a:pt x="36904" y="137151"/>
                </a:lnTo>
                <a:lnTo>
                  <a:pt x="37882" y="137193"/>
                </a:lnTo>
                <a:lnTo>
                  <a:pt x="38870" y="137218"/>
                </a:lnTo>
                <a:lnTo>
                  <a:pt x="39870" y="137226"/>
                </a:lnTo>
                <a:lnTo>
                  <a:pt x="41205" y="137213"/>
                </a:lnTo>
                <a:lnTo>
                  <a:pt x="42522" y="137174"/>
                </a:lnTo>
                <a:lnTo>
                  <a:pt x="43820" y="137109"/>
                </a:lnTo>
                <a:lnTo>
                  <a:pt x="45100" y="137018"/>
                </a:lnTo>
                <a:close/>
                <a:moveTo>
                  <a:pt x="16361" y="68497"/>
                </a:moveTo>
                <a:lnTo>
                  <a:pt x="16414" y="67541"/>
                </a:lnTo>
                <a:lnTo>
                  <a:pt x="16488" y="66604"/>
                </a:lnTo>
                <a:lnTo>
                  <a:pt x="16584" y="65686"/>
                </a:lnTo>
                <a:lnTo>
                  <a:pt x="16701" y="64788"/>
                </a:lnTo>
                <a:lnTo>
                  <a:pt x="16839" y="63910"/>
                </a:lnTo>
                <a:lnTo>
                  <a:pt x="16998" y="63050"/>
                </a:lnTo>
                <a:lnTo>
                  <a:pt x="17179" y="62210"/>
                </a:lnTo>
                <a:lnTo>
                  <a:pt x="17381" y="61389"/>
                </a:lnTo>
                <a:lnTo>
                  <a:pt x="17604" y="60587"/>
                </a:lnTo>
                <a:lnTo>
                  <a:pt x="17848" y="59805"/>
                </a:lnTo>
                <a:lnTo>
                  <a:pt x="18113" y="59042"/>
                </a:lnTo>
                <a:lnTo>
                  <a:pt x="18400" y="58299"/>
                </a:lnTo>
                <a:lnTo>
                  <a:pt x="18708" y="57574"/>
                </a:lnTo>
                <a:lnTo>
                  <a:pt x="19038" y="56869"/>
                </a:lnTo>
                <a:lnTo>
                  <a:pt x="19388" y="56183"/>
                </a:lnTo>
                <a:lnTo>
                  <a:pt x="19760" y="55517"/>
                </a:lnTo>
                <a:lnTo>
                  <a:pt x="20153" y="54870"/>
                </a:lnTo>
                <a:lnTo>
                  <a:pt x="20567" y="54242"/>
                </a:lnTo>
                <a:lnTo>
                  <a:pt x="21002" y="53634"/>
                </a:lnTo>
                <a:lnTo>
                  <a:pt x="21459" y="53044"/>
                </a:lnTo>
                <a:lnTo>
                  <a:pt x="21937" y="52474"/>
                </a:lnTo>
                <a:lnTo>
                  <a:pt x="22436" y="51924"/>
                </a:lnTo>
                <a:lnTo>
                  <a:pt x="22955" y="51394"/>
                </a:lnTo>
                <a:lnTo>
                  <a:pt x="23492" y="50887"/>
                </a:lnTo>
                <a:lnTo>
                  <a:pt x="24047" y="50403"/>
                </a:lnTo>
                <a:lnTo>
                  <a:pt x="24621" y="49940"/>
                </a:lnTo>
                <a:lnTo>
                  <a:pt x="25212" y="49501"/>
                </a:lnTo>
                <a:lnTo>
                  <a:pt x="25821" y="49084"/>
                </a:lnTo>
                <a:lnTo>
                  <a:pt x="26448" y="48690"/>
                </a:lnTo>
                <a:lnTo>
                  <a:pt x="27093" y="48318"/>
                </a:lnTo>
                <a:lnTo>
                  <a:pt x="27757" y="47968"/>
                </a:lnTo>
                <a:lnTo>
                  <a:pt x="28438" y="47641"/>
                </a:lnTo>
                <a:lnTo>
                  <a:pt x="29137" y="47337"/>
                </a:lnTo>
                <a:lnTo>
                  <a:pt x="29855" y="47055"/>
                </a:lnTo>
                <a:lnTo>
                  <a:pt x="30590" y="46796"/>
                </a:lnTo>
                <a:lnTo>
                  <a:pt x="31344" y="46560"/>
                </a:lnTo>
                <a:lnTo>
                  <a:pt x="32115" y="46346"/>
                </a:lnTo>
                <a:lnTo>
                  <a:pt x="32905" y="46154"/>
                </a:lnTo>
                <a:lnTo>
                  <a:pt x="33712" y="45985"/>
                </a:lnTo>
                <a:lnTo>
                  <a:pt x="34538" y="45838"/>
                </a:lnTo>
                <a:lnTo>
                  <a:pt x="35381" y="45714"/>
                </a:lnTo>
                <a:lnTo>
                  <a:pt x="36243" y="45613"/>
                </a:lnTo>
                <a:lnTo>
                  <a:pt x="37123" y="45534"/>
                </a:lnTo>
                <a:lnTo>
                  <a:pt x="38020" y="45478"/>
                </a:lnTo>
                <a:lnTo>
                  <a:pt x="38936" y="45444"/>
                </a:lnTo>
                <a:lnTo>
                  <a:pt x="39870" y="45433"/>
                </a:lnTo>
                <a:lnTo>
                  <a:pt x="40818" y="45444"/>
                </a:lnTo>
                <a:lnTo>
                  <a:pt x="41748" y="45478"/>
                </a:lnTo>
                <a:lnTo>
                  <a:pt x="42658" y="45534"/>
                </a:lnTo>
                <a:lnTo>
                  <a:pt x="43550" y="45613"/>
                </a:lnTo>
                <a:lnTo>
                  <a:pt x="44423" y="45714"/>
                </a:lnTo>
                <a:lnTo>
                  <a:pt x="45276" y="45838"/>
                </a:lnTo>
                <a:lnTo>
                  <a:pt x="46111" y="45985"/>
                </a:lnTo>
                <a:lnTo>
                  <a:pt x="46926" y="46154"/>
                </a:lnTo>
                <a:lnTo>
                  <a:pt x="47723" y="46346"/>
                </a:lnTo>
                <a:lnTo>
                  <a:pt x="48501" y="46560"/>
                </a:lnTo>
                <a:lnTo>
                  <a:pt x="49259" y="46796"/>
                </a:lnTo>
                <a:lnTo>
                  <a:pt x="49999" y="47055"/>
                </a:lnTo>
                <a:lnTo>
                  <a:pt x="50720" y="47337"/>
                </a:lnTo>
                <a:lnTo>
                  <a:pt x="51421" y="47641"/>
                </a:lnTo>
                <a:lnTo>
                  <a:pt x="52104" y="47968"/>
                </a:lnTo>
                <a:lnTo>
                  <a:pt x="52768" y="48318"/>
                </a:lnTo>
                <a:lnTo>
                  <a:pt x="53412" y="48690"/>
                </a:lnTo>
                <a:lnTo>
                  <a:pt x="54038" y="49084"/>
                </a:lnTo>
                <a:lnTo>
                  <a:pt x="54645" y="49501"/>
                </a:lnTo>
                <a:lnTo>
                  <a:pt x="55233" y="49940"/>
                </a:lnTo>
                <a:lnTo>
                  <a:pt x="55801" y="50403"/>
                </a:lnTo>
                <a:lnTo>
                  <a:pt x="56351" y="50887"/>
                </a:lnTo>
                <a:lnTo>
                  <a:pt x="56882" y="51394"/>
                </a:lnTo>
                <a:lnTo>
                  <a:pt x="57394" y="51924"/>
                </a:lnTo>
                <a:lnTo>
                  <a:pt x="57885" y="52474"/>
                </a:lnTo>
                <a:lnTo>
                  <a:pt x="58356" y="53044"/>
                </a:lnTo>
                <a:lnTo>
                  <a:pt x="58806" y="53634"/>
                </a:lnTo>
                <a:lnTo>
                  <a:pt x="59235" y="54242"/>
                </a:lnTo>
                <a:lnTo>
                  <a:pt x="59643" y="54870"/>
                </a:lnTo>
                <a:lnTo>
                  <a:pt x="60030" y="55517"/>
                </a:lnTo>
                <a:lnTo>
                  <a:pt x="60397" y="56183"/>
                </a:lnTo>
                <a:lnTo>
                  <a:pt x="60742" y="56869"/>
                </a:lnTo>
                <a:lnTo>
                  <a:pt x="61066" y="57574"/>
                </a:lnTo>
                <a:lnTo>
                  <a:pt x="61370" y="58299"/>
                </a:lnTo>
                <a:lnTo>
                  <a:pt x="61652" y="59042"/>
                </a:lnTo>
                <a:lnTo>
                  <a:pt x="61914" y="59805"/>
                </a:lnTo>
                <a:lnTo>
                  <a:pt x="62155" y="60587"/>
                </a:lnTo>
                <a:lnTo>
                  <a:pt x="62374" y="61389"/>
                </a:lnTo>
                <a:lnTo>
                  <a:pt x="62573" y="62210"/>
                </a:lnTo>
                <a:lnTo>
                  <a:pt x="62751" y="63050"/>
                </a:lnTo>
                <a:lnTo>
                  <a:pt x="62908" y="63910"/>
                </a:lnTo>
                <a:lnTo>
                  <a:pt x="63044" y="64788"/>
                </a:lnTo>
                <a:lnTo>
                  <a:pt x="63159" y="65686"/>
                </a:lnTo>
                <a:lnTo>
                  <a:pt x="63253" y="66604"/>
                </a:lnTo>
                <a:lnTo>
                  <a:pt x="63327" y="67541"/>
                </a:lnTo>
                <a:lnTo>
                  <a:pt x="63379" y="68497"/>
                </a:lnTo>
                <a:lnTo>
                  <a:pt x="63410" y="69472"/>
                </a:lnTo>
                <a:lnTo>
                  <a:pt x="63421" y="70467"/>
                </a:lnTo>
                <a:lnTo>
                  <a:pt x="63421" y="75846"/>
                </a:lnTo>
                <a:lnTo>
                  <a:pt x="16319" y="75846"/>
                </a:lnTo>
                <a:lnTo>
                  <a:pt x="16319" y="70467"/>
                </a:lnTo>
                <a:lnTo>
                  <a:pt x="16329" y="69472"/>
                </a:lnTo>
                <a:lnTo>
                  <a:pt x="16361" y="68497"/>
                </a:lnTo>
                <a:close/>
                <a:moveTo>
                  <a:pt x="352260" y="119249"/>
                </a:moveTo>
                <a:lnTo>
                  <a:pt x="352484" y="120077"/>
                </a:lnTo>
                <a:lnTo>
                  <a:pt x="352735" y="120889"/>
                </a:lnTo>
                <a:lnTo>
                  <a:pt x="353012" y="121683"/>
                </a:lnTo>
                <a:lnTo>
                  <a:pt x="353316" y="122460"/>
                </a:lnTo>
                <a:lnTo>
                  <a:pt x="353646" y="123221"/>
                </a:lnTo>
                <a:lnTo>
                  <a:pt x="354002" y="123964"/>
                </a:lnTo>
                <a:lnTo>
                  <a:pt x="354385" y="124690"/>
                </a:lnTo>
                <a:lnTo>
                  <a:pt x="354794" y="125399"/>
                </a:lnTo>
                <a:lnTo>
                  <a:pt x="355230" y="126091"/>
                </a:lnTo>
                <a:lnTo>
                  <a:pt x="355692" y="126766"/>
                </a:lnTo>
                <a:lnTo>
                  <a:pt x="356180" y="127424"/>
                </a:lnTo>
                <a:lnTo>
                  <a:pt x="356695" y="128065"/>
                </a:lnTo>
                <a:lnTo>
                  <a:pt x="357236" y="128689"/>
                </a:lnTo>
                <a:lnTo>
                  <a:pt x="357804" y="129295"/>
                </a:lnTo>
                <a:lnTo>
                  <a:pt x="358398" y="129885"/>
                </a:lnTo>
                <a:lnTo>
                  <a:pt x="359018" y="130458"/>
                </a:lnTo>
                <a:lnTo>
                  <a:pt x="359661" y="131010"/>
                </a:lnTo>
                <a:lnTo>
                  <a:pt x="360320" y="131539"/>
                </a:lnTo>
                <a:lnTo>
                  <a:pt x="360997" y="132044"/>
                </a:lnTo>
                <a:lnTo>
                  <a:pt x="361692" y="132526"/>
                </a:lnTo>
                <a:lnTo>
                  <a:pt x="362404" y="132984"/>
                </a:lnTo>
                <a:lnTo>
                  <a:pt x="363133" y="133419"/>
                </a:lnTo>
                <a:lnTo>
                  <a:pt x="363879" y="133830"/>
                </a:lnTo>
                <a:lnTo>
                  <a:pt x="364643" y="134218"/>
                </a:lnTo>
                <a:lnTo>
                  <a:pt x="365425" y="134582"/>
                </a:lnTo>
                <a:lnTo>
                  <a:pt x="366223" y="134923"/>
                </a:lnTo>
                <a:lnTo>
                  <a:pt x="367039" y="135240"/>
                </a:lnTo>
                <a:lnTo>
                  <a:pt x="367873" y="135534"/>
                </a:lnTo>
                <a:lnTo>
                  <a:pt x="368724" y="135804"/>
                </a:lnTo>
                <a:lnTo>
                  <a:pt x="369592" y="136051"/>
                </a:lnTo>
                <a:lnTo>
                  <a:pt x="370478" y="136274"/>
                </a:lnTo>
                <a:lnTo>
                  <a:pt x="371381" y="136474"/>
                </a:lnTo>
                <a:lnTo>
                  <a:pt x="372301" y="136650"/>
                </a:lnTo>
                <a:lnTo>
                  <a:pt x="373239" y="136803"/>
                </a:lnTo>
                <a:lnTo>
                  <a:pt x="374194" y="136932"/>
                </a:lnTo>
                <a:lnTo>
                  <a:pt x="375166" y="137038"/>
                </a:lnTo>
                <a:lnTo>
                  <a:pt x="376156" y="137120"/>
                </a:lnTo>
                <a:lnTo>
                  <a:pt x="377164" y="137179"/>
                </a:lnTo>
                <a:lnTo>
                  <a:pt x="378188" y="137214"/>
                </a:lnTo>
                <a:lnTo>
                  <a:pt x="379230" y="137226"/>
                </a:lnTo>
                <a:lnTo>
                  <a:pt x="380502" y="137208"/>
                </a:lnTo>
                <a:lnTo>
                  <a:pt x="381753" y="137155"/>
                </a:lnTo>
                <a:lnTo>
                  <a:pt x="382982" y="137067"/>
                </a:lnTo>
                <a:lnTo>
                  <a:pt x="384191" y="136943"/>
                </a:lnTo>
                <a:lnTo>
                  <a:pt x="385378" y="136784"/>
                </a:lnTo>
                <a:lnTo>
                  <a:pt x="386543" y="136589"/>
                </a:lnTo>
                <a:lnTo>
                  <a:pt x="387688" y="136359"/>
                </a:lnTo>
                <a:lnTo>
                  <a:pt x="388811" y="136093"/>
                </a:lnTo>
                <a:lnTo>
                  <a:pt x="389913" y="135792"/>
                </a:lnTo>
                <a:lnTo>
                  <a:pt x="390994" y="135456"/>
                </a:lnTo>
                <a:lnTo>
                  <a:pt x="392053" y="135084"/>
                </a:lnTo>
                <a:lnTo>
                  <a:pt x="393091" y="134677"/>
                </a:lnTo>
                <a:lnTo>
                  <a:pt x="394108" y="134234"/>
                </a:lnTo>
                <a:lnTo>
                  <a:pt x="395104" y="133756"/>
                </a:lnTo>
                <a:lnTo>
                  <a:pt x="396079" y="133243"/>
                </a:lnTo>
                <a:lnTo>
                  <a:pt x="397032" y="132694"/>
                </a:lnTo>
                <a:lnTo>
                  <a:pt x="397964" y="132109"/>
                </a:lnTo>
                <a:lnTo>
                  <a:pt x="398875" y="131490"/>
                </a:lnTo>
                <a:lnTo>
                  <a:pt x="399764" y="130835"/>
                </a:lnTo>
                <a:lnTo>
                  <a:pt x="400633" y="130144"/>
                </a:lnTo>
                <a:lnTo>
                  <a:pt x="401480" y="129418"/>
                </a:lnTo>
                <a:lnTo>
                  <a:pt x="402306" y="128657"/>
                </a:lnTo>
                <a:lnTo>
                  <a:pt x="403110" y="127860"/>
                </a:lnTo>
                <a:lnTo>
                  <a:pt x="403894" y="127028"/>
                </a:lnTo>
                <a:lnTo>
                  <a:pt x="404650" y="126166"/>
                </a:lnTo>
                <a:lnTo>
                  <a:pt x="405375" y="125278"/>
                </a:lnTo>
                <a:lnTo>
                  <a:pt x="406067" y="124365"/>
                </a:lnTo>
                <a:lnTo>
                  <a:pt x="406727" y="123427"/>
                </a:lnTo>
                <a:lnTo>
                  <a:pt x="407355" y="122464"/>
                </a:lnTo>
                <a:lnTo>
                  <a:pt x="407950" y="121476"/>
                </a:lnTo>
                <a:lnTo>
                  <a:pt x="408514" y="120463"/>
                </a:lnTo>
                <a:lnTo>
                  <a:pt x="409045" y="119424"/>
                </a:lnTo>
                <a:lnTo>
                  <a:pt x="409544" y="118361"/>
                </a:lnTo>
                <a:lnTo>
                  <a:pt x="410011" y="117272"/>
                </a:lnTo>
                <a:lnTo>
                  <a:pt x="410446" y="116159"/>
                </a:lnTo>
                <a:lnTo>
                  <a:pt x="410848" y="115020"/>
                </a:lnTo>
                <a:lnTo>
                  <a:pt x="411218" y="113856"/>
                </a:lnTo>
                <a:lnTo>
                  <a:pt x="411556" y="112667"/>
                </a:lnTo>
                <a:lnTo>
                  <a:pt x="411862" y="111453"/>
                </a:lnTo>
                <a:lnTo>
                  <a:pt x="412136" y="110214"/>
                </a:lnTo>
                <a:lnTo>
                  <a:pt x="412377" y="108950"/>
                </a:lnTo>
                <a:lnTo>
                  <a:pt x="412587" y="107660"/>
                </a:lnTo>
                <a:lnTo>
                  <a:pt x="412764" y="106346"/>
                </a:lnTo>
                <a:lnTo>
                  <a:pt x="412909" y="105006"/>
                </a:lnTo>
                <a:lnTo>
                  <a:pt x="413021" y="103641"/>
                </a:lnTo>
                <a:lnTo>
                  <a:pt x="413102" y="102252"/>
                </a:lnTo>
                <a:lnTo>
                  <a:pt x="413150" y="100837"/>
                </a:lnTo>
                <a:lnTo>
                  <a:pt x="413166" y="99397"/>
                </a:lnTo>
                <a:lnTo>
                  <a:pt x="413166" y="69541"/>
                </a:lnTo>
                <a:lnTo>
                  <a:pt x="413150" y="68086"/>
                </a:lnTo>
                <a:lnTo>
                  <a:pt x="413102" y="66657"/>
                </a:lnTo>
                <a:lnTo>
                  <a:pt x="413021" y="65253"/>
                </a:lnTo>
                <a:lnTo>
                  <a:pt x="412909" y="63875"/>
                </a:lnTo>
                <a:lnTo>
                  <a:pt x="412764" y="62523"/>
                </a:lnTo>
                <a:lnTo>
                  <a:pt x="412587" y="61196"/>
                </a:lnTo>
                <a:lnTo>
                  <a:pt x="412377" y="59896"/>
                </a:lnTo>
                <a:lnTo>
                  <a:pt x="412136" y="58621"/>
                </a:lnTo>
                <a:lnTo>
                  <a:pt x="411862" y="57372"/>
                </a:lnTo>
                <a:lnTo>
                  <a:pt x="411556" y="56148"/>
                </a:lnTo>
                <a:lnTo>
                  <a:pt x="411218" y="54951"/>
                </a:lnTo>
                <a:lnTo>
                  <a:pt x="410848" y="53779"/>
                </a:lnTo>
                <a:lnTo>
                  <a:pt x="410446" y="52633"/>
                </a:lnTo>
                <a:lnTo>
                  <a:pt x="410011" y="51512"/>
                </a:lnTo>
                <a:lnTo>
                  <a:pt x="409544" y="50418"/>
                </a:lnTo>
                <a:lnTo>
                  <a:pt x="409045" y="49349"/>
                </a:lnTo>
                <a:lnTo>
                  <a:pt x="408514" y="48306"/>
                </a:lnTo>
                <a:lnTo>
                  <a:pt x="407950" y="47289"/>
                </a:lnTo>
                <a:lnTo>
                  <a:pt x="407355" y="46297"/>
                </a:lnTo>
                <a:lnTo>
                  <a:pt x="406727" y="45331"/>
                </a:lnTo>
                <a:lnTo>
                  <a:pt x="406067" y="44391"/>
                </a:lnTo>
                <a:lnTo>
                  <a:pt x="405375" y="43477"/>
                </a:lnTo>
                <a:lnTo>
                  <a:pt x="404650" y="42589"/>
                </a:lnTo>
                <a:lnTo>
                  <a:pt x="403894" y="41726"/>
                </a:lnTo>
                <a:lnTo>
                  <a:pt x="403110" y="40894"/>
                </a:lnTo>
                <a:lnTo>
                  <a:pt x="402306" y="40097"/>
                </a:lnTo>
                <a:lnTo>
                  <a:pt x="401480" y="39335"/>
                </a:lnTo>
                <a:lnTo>
                  <a:pt x="400633" y="38609"/>
                </a:lnTo>
                <a:lnTo>
                  <a:pt x="399764" y="37918"/>
                </a:lnTo>
                <a:lnTo>
                  <a:pt x="398875" y="37263"/>
                </a:lnTo>
                <a:lnTo>
                  <a:pt x="397964" y="36643"/>
                </a:lnTo>
                <a:lnTo>
                  <a:pt x="397032" y="36059"/>
                </a:lnTo>
                <a:lnTo>
                  <a:pt x="396079" y="35510"/>
                </a:lnTo>
                <a:lnTo>
                  <a:pt x="395104" y="34996"/>
                </a:lnTo>
                <a:lnTo>
                  <a:pt x="394108" y="34518"/>
                </a:lnTo>
                <a:lnTo>
                  <a:pt x="393091" y="34075"/>
                </a:lnTo>
                <a:lnTo>
                  <a:pt x="392053" y="33668"/>
                </a:lnTo>
                <a:lnTo>
                  <a:pt x="390994" y="33296"/>
                </a:lnTo>
                <a:lnTo>
                  <a:pt x="389913" y="32960"/>
                </a:lnTo>
                <a:lnTo>
                  <a:pt x="388811" y="32658"/>
                </a:lnTo>
                <a:lnTo>
                  <a:pt x="387688" y="32393"/>
                </a:lnTo>
                <a:lnTo>
                  <a:pt x="386543" y="32163"/>
                </a:lnTo>
                <a:lnTo>
                  <a:pt x="385378" y="31968"/>
                </a:lnTo>
                <a:lnTo>
                  <a:pt x="384191" y="31808"/>
                </a:lnTo>
                <a:lnTo>
                  <a:pt x="382982" y="31684"/>
                </a:lnTo>
                <a:lnTo>
                  <a:pt x="381753" y="31596"/>
                </a:lnTo>
                <a:lnTo>
                  <a:pt x="380502" y="31543"/>
                </a:lnTo>
                <a:lnTo>
                  <a:pt x="379230" y="31525"/>
                </a:lnTo>
                <a:lnTo>
                  <a:pt x="378203" y="31537"/>
                </a:lnTo>
                <a:lnTo>
                  <a:pt x="377192" y="31573"/>
                </a:lnTo>
                <a:lnTo>
                  <a:pt x="376198" y="31632"/>
                </a:lnTo>
                <a:lnTo>
                  <a:pt x="375220" y="31716"/>
                </a:lnTo>
                <a:lnTo>
                  <a:pt x="374259" y="31823"/>
                </a:lnTo>
                <a:lnTo>
                  <a:pt x="373313" y="31954"/>
                </a:lnTo>
                <a:lnTo>
                  <a:pt x="372385" y="32109"/>
                </a:lnTo>
                <a:lnTo>
                  <a:pt x="371472" y="32287"/>
                </a:lnTo>
                <a:lnTo>
                  <a:pt x="370577" y="32490"/>
                </a:lnTo>
                <a:lnTo>
                  <a:pt x="369697" y="32716"/>
                </a:lnTo>
                <a:lnTo>
                  <a:pt x="368834" y="32966"/>
                </a:lnTo>
                <a:lnTo>
                  <a:pt x="367988" y="33240"/>
                </a:lnTo>
                <a:lnTo>
                  <a:pt x="367157" y="33538"/>
                </a:lnTo>
                <a:lnTo>
                  <a:pt x="366344" y="33860"/>
                </a:lnTo>
                <a:lnTo>
                  <a:pt x="365546" y="34205"/>
                </a:lnTo>
                <a:lnTo>
                  <a:pt x="364765" y="34575"/>
                </a:lnTo>
                <a:lnTo>
                  <a:pt x="364001" y="34968"/>
                </a:lnTo>
                <a:lnTo>
                  <a:pt x="363253" y="35385"/>
                </a:lnTo>
                <a:lnTo>
                  <a:pt x="362521" y="35826"/>
                </a:lnTo>
                <a:lnTo>
                  <a:pt x="361806" y="36290"/>
                </a:lnTo>
                <a:lnTo>
                  <a:pt x="361107" y="36779"/>
                </a:lnTo>
                <a:lnTo>
                  <a:pt x="360424" y="37291"/>
                </a:lnTo>
                <a:lnTo>
                  <a:pt x="359758" y="37827"/>
                </a:lnTo>
                <a:lnTo>
                  <a:pt x="359109" y="38387"/>
                </a:lnTo>
                <a:lnTo>
                  <a:pt x="358481" y="38967"/>
                </a:lnTo>
                <a:lnTo>
                  <a:pt x="357880" y="39563"/>
                </a:lnTo>
                <a:lnTo>
                  <a:pt x="357306" y="40175"/>
                </a:lnTo>
                <a:lnTo>
                  <a:pt x="356758" y="40803"/>
                </a:lnTo>
                <a:lnTo>
                  <a:pt x="356237" y="41447"/>
                </a:lnTo>
                <a:lnTo>
                  <a:pt x="355743" y="42108"/>
                </a:lnTo>
                <a:lnTo>
                  <a:pt x="355275" y="42784"/>
                </a:lnTo>
                <a:lnTo>
                  <a:pt x="354834" y="43476"/>
                </a:lnTo>
                <a:lnTo>
                  <a:pt x="354420" y="44185"/>
                </a:lnTo>
                <a:lnTo>
                  <a:pt x="354033" y="44910"/>
                </a:lnTo>
                <a:lnTo>
                  <a:pt x="353672" y="45651"/>
                </a:lnTo>
                <a:lnTo>
                  <a:pt x="353338" y="46407"/>
                </a:lnTo>
                <a:lnTo>
                  <a:pt x="353031" y="47180"/>
                </a:lnTo>
                <a:lnTo>
                  <a:pt x="352751" y="47970"/>
                </a:lnTo>
                <a:lnTo>
                  <a:pt x="352497" y="48775"/>
                </a:lnTo>
                <a:lnTo>
                  <a:pt x="352270" y="49596"/>
                </a:lnTo>
                <a:lnTo>
                  <a:pt x="352070" y="50433"/>
                </a:lnTo>
                <a:lnTo>
                  <a:pt x="351896" y="51287"/>
                </a:lnTo>
                <a:lnTo>
                  <a:pt x="351749" y="52156"/>
                </a:lnTo>
                <a:lnTo>
                  <a:pt x="351655" y="52849"/>
                </a:lnTo>
                <a:lnTo>
                  <a:pt x="351042" y="52849"/>
                </a:lnTo>
                <a:lnTo>
                  <a:pt x="351415" y="29669"/>
                </a:lnTo>
                <a:lnTo>
                  <a:pt x="351415" y="0"/>
                </a:lnTo>
                <a:lnTo>
                  <a:pt x="334723" y="0"/>
                </a:lnTo>
                <a:lnTo>
                  <a:pt x="334723" y="135373"/>
                </a:lnTo>
                <a:lnTo>
                  <a:pt x="351415" y="135373"/>
                </a:lnTo>
                <a:lnTo>
                  <a:pt x="351415" y="115902"/>
                </a:lnTo>
                <a:lnTo>
                  <a:pt x="351645" y="115902"/>
                </a:lnTo>
                <a:lnTo>
                  <a:pt x="351745" y="116660"/>
                </a:lnTo>
                <a:lnTo>
                  <a:pt x="351890" y="117540"/>
                </a:lnTo>
                <a:lnTo>
                  <a:pt x="352062" y="118403"/>
                </a:lnTo>
                <a:lnTo>
                  <a:pt x="352260" y="119249"/>
                </a:lnTo>
                <a:close/>
                <a:moveTo>
                  <a:pt x="370383" y="122584"/>
                </a:moveTo>
                <a:lnTo>
                  <a:pt x="369598" y="122482"/>
                </a:lnTo>
                <a:lnTo>
                  <a:pt x="368828" y="122358"/>
                </a:lnTo>
                <a:lnTo>
                  <a:pt x="368072" y="122212"/>
                </a:lnTo>
                <a:lnTo>
                  <a:pt x="367331" y="122043"/>
                </a:lnTo>
                <a:lnTo>
                  <a:pt x="366604" y="121851"/>
                </a:lnTo>
                <a:lnTo>
                  <a:pt x="365891" y="121637"/>
                </a:lnTo>
                <a:lnTo>
                  <a:pt x="365193" y="121400"/>
                </a:lnTo>
                <a:lnTo>
                  <a:pt x="364510" y="121141"/>
                </a:lnTo>
                <a:lnTo>
                  <a:pt x="363841" y="120859"/>
                </a:lnTo>
                <a:lnTo>
                  <a:pt x="363187" y="120555"/>
                </a:lnTo>
                <a:lnTo>
                  <a:pt x="362547" y="120228"/>
                </a:lnTo>
                <a:lnTo>
                  <a:pt x="361921" y="119879"/>
                </a:lnTo>
                <a:lnTo>
                  <a:pt x="361310" y="119507"/>
                </a:lnTo>
                <a:lnTo>
                  <a:pt x="360714" y="119113"/>
                </a:lnTo>
                <a:lnTo>
                  <a:pt x="360132" y="118696"/>
                </a:lnTo>
                <a:lnTo>
                  <a:pt x="359564" y="118256"/>
                </a:lnTo>
                <a:lnTo>
                  <a:pt x="359011" y="117794"/>
                </a:lnTo>
                <a:lnTo>
                  <a:pt x="358473" y="117310"/>
                </a:lnTo>
                <a:lnTo>
                  <a:pt x="357949" y="116802"/>
                </a:lnTo>
                <a:lnTo>
                  <a:pt x="357439" y="116273"/>
                </a:lnTo>
                <a:lnTo>
                  <a:pt x="356948" y="115723"/>
                </a:lnTo>
                <a:lnTo>
                  <a:pt x="356477" y="115156"/>
                </a:lnTo>
                <a:lnTo>
                  <a:pt x="356027" y="114572"/>
                </a:lnTo>
                <a:lnTo>
                  <a:pt x="355599" y="113970"/>
                </a:lnTo>
                <a:lnTo>
                  <a:pt x="355191" y="113351"/>
                </a:lnTo>
                <a:lnTo>
                  <a:pt x="354804" y="112714"/>
                </a:lnTo>
                <a:lnTo>
                  <a:pt x="354438" y="112060"/>
                </a:lnTo>
                <a:lnTo>
                  <a:pt x="354093" y="111389"/>
                </a:lnTo>
                <a:lnTo>
                  <a:pt x="353768" y="110700"/>
                </a:lnTo>
                <a:lnTo>
                  <a:pt x="353465" y="109994"/>
                </a:lnTo>
                <a:lnTo>
                  <a:pt x="353183" y="109271"/>
                </a:lnTo>
                <a:lnTo>
                  <a:pt x="352921" y="108530"/>
                </a:lnTo>
                <a:lnTo>
                  <a:pt x="352681" y="107772"/>
                </a:lnTo>
                <a:lnTo>
                  <a:pt x="352461" y="106996"/>
                </a:lnTo>
                <a:lnTo>
                  <a:pt x="352262" y="106203"/>
                </a:lnTo>
                <a:lnTo>
                  <a:pt x="352084" y="105393"/>
                </a:lnTo>
                <a:lnTo>
                  <a:pt x="351928" y="104565"/>
                </a:lnTo>
                <a:lnTo>
                  <a:pt x="351792" y="103720"/>
                </a:lnTo>
                <a:lnTo>
                  <a:pt x="351677" y="102858"/>
                </a:lnTo>
                <a:lnTo>
                  <a:pt x="351582" y="101978"/>
                </a:lnTo>
                <a:lnTo>
                  <a:pt x="351509" y="101081"/>
                </a:lnTo>
                <a:lnTo>
                  <a:pt x="351457" y="100166"/>
                </a:lnTo>
                <a:lnTo>
                  <a:pt x="351425" y="99234"/>
                </a:lnTo>
                <a:lnTo>
                  <a:pt x="351415" y="98285"/>
                </a:lnTo>
                <a:lnTo>
                  <a:pt x="351415" y="70467"/>
                </a:lnTo>
                <a:lnTo>
                  <a:pt x="351425" y="69517"/>
                </a:lnTo>
                <a:lnTo>
                  <a:pt x="351457" y="68585"/>
                </a:lnTo>
                <a:lnTo>
                  <a:pt x="351509" y="67671"/>
                </a:lnTo>
                <a:lnTo>
                  <a:pt x="351582" y="66773"/>
                </a:lnTo>
                <a:lnTo>
                  <a:pt x="351677" y="65894"/>
                </a:lnTo>
                <a:lnTo>
                  <a:pt x="351792" y="65031"/>
                </a:lnTo>
                <a:lnTo>
                  <a:pt x="351928" y="64186"/>
                </a:lnTo>
                <a:lnTo>
                  <a:pt x="352084" y="63358"/>
                </a:lnTo>
                <a:lnTo>
                  <a:pt x="352262" y="62548"/>
                </a:lnTo>
                <a:lnTo>
                  <a:pt x="352461" y="61755"/>
                </a:lnTo>
                <a:lnTo>
                  <a:pt x="352681" y="60980"/>
                </a:lnTo>
                <a:lnTo>
                  <a:pt x="352921" y="60222"/>
                </a:lnTo>
                <a:lnTo>
                  <a:pt x="353183" y="59481"/>
                </a:lnTo>
                <a:lnTo>
                  <a:pt x="353465" y="58758"/>
                </a:lnTo>
                <a:lnTo>
                  <a:pt x="353768" y="58052"/>
                </a:lnTo>
                <a:lnTo>
                  <a:pt x="354093" y="57363"/>
                </a:lnTo>
                <a:lnTo>
                  <a:pt x="354438" y="56692"/>
                </a:lnTo>
                <a:lnTo>
                  <a:pt x="354804" y="56039"/>
                </a:lnTo>
                <a:lnTo>
                  <a:pt x="355191" y="55402"/>
                </a:lnTo>
                <a:lnTo>
                  <a:pt x="355599" y="54783"/>
                </a:lnTo>
                <a:lnTo>
                  <a:pt x="356027" y="54182"/>
                </a:lnTo>
                <a:lnTo>
                  <a:pt x="356477" y="53597"/>
                </a:lnTo>
                <a:lnTo>
                  <a:pt x="356948" y="53031"/>
                </a:lnTo>
                <a:lnTo>
                  <a:pt x="357439" y="52481"/>
                </a:lnTo>
                <a:lnTo>
                  <a:pt x="357949" y="51952"/>
                </a:lnTo>
                <a:lnTo>
                  <a:pt x="358473" y="51445"/>
                </a:lnTo>
                <a:lnTo>
                  <a:pt x="359011" y="50960"/>
                </a:lnTo>
                <a:lnTo>
                  <a:pt x="359564" y="50498"/>
                </a:lnTo>
                <a:lnTo>
                  <a:pt x="360132" y="50058"/>
                </a:lnTo>
                <a:lnTo>
                  <a:pt x="360714" y="49641"/>
                </a:lnTo>
                <a:lnTo>
                  <a:pt x="361310" y="49247"/>
                </a:lnTo>
                <a:lnTo>
                  <a:pt x="361921" y="48875"/>
                </a:lnTo>
                <a:lnTo>
                  <a:pt x="362547" y="48526"/>
                </a:lnTo>
                <a:lnTo>
                  <a:pt x="363187" y="48199"/>
                </a:lnTo>
                <a:lnTo>
                  <a:pt x="363841" y="47895"/>
                </a:lnTo>
                <a:lnTo>
                  <a:pt x="364510" y="47613"/>
                </a:lnTo>
                <a:lnTo>
                  <a:pt x="365193" y="47354"/>
                </a:lnTo>
                <a:lnTo>
                  <a:pt x="365891" y="47117"/>
                </a:lnTo>
                <a:lnTo>
                  <a:pt x="366604" y="46903"/>
                </a:lnTo>
                <a:lnTo>
                  <a:pt x="367331" y="46711"/>
                </a:lnTo>
                <a:lnTo>
                  <a:pt x="368072" y="46542"/>
                </a:lnTo>
                <a:lnTo>
                  <a:pt x="368828" y="46396"/>
                </a:lnTo>
                <a:lnTo>
                  <a:pt x="369598" y="46272"/>
                </a:lnTo>
                <a:lnTo>
                  <a:pt x="370383" y="46170"/>
                </a:lnTo>
                <a:lnTo>
                  <a:pt x="371182" y="46092"/>
                </a:lnTo>
                <a:lnTo>
                  <a:pt x="371996" y="46035"/>
                </a:lnTo>
                <a:lnTo>
                  <a:pt x="372824" y="46001"/>
                </a:lnTo>
                <a:lnTo>
                  <a:pt x="373667" y="45990"/>
                </a:lnTo>
                <a:lnTo>
                  <a:pt x="374540" y="46001"/>
                </a:lnTo>
                <a:lnTo>
                  <a:pt x="375398" y="46034"/>
                </a:lnTo>
                <a:lnTo>
                  <a:pt x="376240" y="46089"/>
                </a:lnTo>
                <a:lnTo>
                  <a:pt x="377067" y="46165"/>
                </a:lnTo>
                <a:lnTo>
                  <a:pt x="377878" y="46264"/>
                </a:lnTo>
                <a:lnTo>
                  <a:pt x="378674" y="46384"/>
                </a:lnTo>
                <a:lnTo>
                  <a:pt x="379454" y="46526"/>
                </a:lnTo>
                <a:lnTo>
                  <a:pt x="380219" y="46691"/>
                </a:lnTo>
                <a:lnTo>
                  <a:pt x="380968" y="46877"/>
                </a:lnTo>
                <a:lnTo>
                  <a:pt x="381702" y="47085"/>
                </a:lnTo>
                <a:lnTo>
                  <a:pt x="382421" y="47314"/>
                </a:lnTo>
                <a:lnTo>
                  <a:pt x="383124" y="47566"/>
                </a:lnTo>
                <a:lnTo>
                  <a:pt x="383812" y="47840"/>
                </a:lnTo>
                <a:lnTo>
                  <a:pt x="384484" y="48135"/>
                </a:lnTo>
                <a:lnTo>
                  <a:pt x="385141" y="48453"/>
                </a:lnTo>
                <a:lnTo>
                  <a:pt x="385782" y="48792"/>
                </a:lnTo>
                <a:lnTo>
                  <a:pt x="386408" y="49153"/>
                </a:lnTo>
                <a:lnTo>
                  <a:pt x="387018" y="49536"/>
                </a:lnTo>
                <a:lnTo>
                  <a:pt x="387613" y="49941"/>
                </a:lnTo>
                <a:lnTo>
                  <a:pt x="388193" y="50368"/>
                </a:lnTo>
                <a:lnTo>
                  <a:pt x="388757" y="50817"/>
                </a:lnTo>
                <a:lnTo>
                  <a:pt x="389306" y="51288"/>
                </a:lnTo>
                <a:lnTo>
                  <a:pt x="389839" y="51780"/>
                </a:lnTo>
                <a:lnTo>
                  <a:pt x="390357" y="52295"/>
                </a:lnTo>
                <a:lnTo>
                  <a:pt x="390856" y="52830"/>
                </a:lnTo>
                <a:lnTo>
                  <a:pt x="391334" y="53384"/>
                </a:lnTo>
                <a:lnTo>
                  <a:pt x="391791" y="53958"/>
                </a:lnTo>
                <a:lnTo>
                  <a:pt x="392227" y="54551"/>
                </a:lnTo>
                <a:lnTo>
                  <a:pt x="392641" y="55163"/>
                </a:lnTo>
                <a:lnTo>
                  <a:pt x="393034" y="55794"/>
                </a:lnTo>
                <a:lnTo>
                  <a:pt x="393406" y="56445"/>
                </a:lnTo>
                <a:lnTo>
                  <a:pt x="393757" y="57116"/>
                </a:lnTo>
                <a:lnTo>
                  <a:pt x="394086" y="57805"/>
                </a:lnTo>
                <a:lnTo>
                  <a:pt x="394394" y="58514"/>
                </a:lnTo>
                <a:lnTo>
                  <a:pt x="394681" y="59242"/>
                </a:lnTo>
                <a:lnTo>
                  <a:pt x="394947" y="59990"/>
                </a:lnTo>
                <a:lnTo>
                  <a:pt x="395191" y="60757"/>
                </a:lnTo>
                <a:lnTo>
                  <a:pt x="395414" y="61543"/>
                </a:lnTo>
                <a:lnTo>
                  <a:pt x="395616" y="62348"/>
                </a:lnTo>
                <a:lnTo>
                  <a:pt x="395797" y="63173"/>
                </a:lnTo>
                <a:lnTo>
                  <a:pt x="395956" y="64017"/>
                </a:lnTo>
                <a:lnTo>
                  <a:pt x="396095" y="64880"/>
                </a:lnTo>
                <a:lnTo>
                  <a:pt x="396211" y="65763"/>
                </a:lnTo>
                <a:lnTo>
                  <a:pt x="396307" y="66665"/>
                </a:lnTo>
                <a:lnTo>
                  <a:pt x="396381" y="67587"/>
                </a:lnTo>
                <a:lnTo>
                  <a:pt x="396435" y="68527"/>
                </a:lnTo>
                <a:lnTo>
                  <a:pt x="396466" y="69487"/>
                </a:lnTo>
                <a:lnTo>
                  <a:pt x="396477" y="70467"/>
                </a:lnTo>
                <a:lnTo>
                  <a:pt x="396477" y="98285"/>
                </a:lnTo>
                <a:lnTo>
                  <a:pt x="396466" y="99264"/>
                </a:lnTo>
                <a:lnTo>
                  <a:pt x="396435" y="100224"/>
                </a:lnTo>
                <a:lnTo>
                  <a:pt x="396381" y="101165"/>
                </a:lnTo>
                <a:lnTo>
                  <a:pt x="396307" y="102086"/>
                </a:lnTo>
                <a:lnTo>
                  <a:pt x="396211" y="102988"/>
                </a:lnTo>
                <a:lnTo>
                  <a:pt x="396095" y="103871"/>
                </a:lnTo>
                <a:lnTo>
                  <a:pt x="395956" y="104734"/>
                </a:lnTo>
                <a:lnTo>
                  <a:pt x="395797" y="105579"/>
                </a:lnTo>
                <a:lnTo>
                  <a:pt x="395616" y="106403"/>
                </a:lnTo>
                <a:lnTo>
                  <a:pt x="395414" y="107209"/>
                </a:lnTo>
                <a:lnTo>
                  <a:pt x="395191" y="107995"/>
                </a:lnTo>
                <a:lnTo>
                  <a:pt x="394947" y="108762"/>
                </a:lnTo>
                <a:lnTo>
                  <a:pt x="394681" y="109510"/>
                </a:lnTo>
                <a:lnTo>
                  <a:pt x="394394" y="110238"/>
                </a:lnTo>
                <a:lnTo>
                  <a:pt x="394086" y="110947"/>
                </a:lnTo>
                <a:lnTo>
                  <a:pt x="393757" y="111637"/>
                </a:lnTo>
                <a:lnTo>
                  <a:pt x="393406" y="112307"/>
                </a:lnTo>
                <a:lnTo>
                  <a:pt x="393034" y="112958"/>
                </a:lnTo>
                <a:lnTo>
                  <a:pt x="392641" y="113590"/>
                </a:lnTo>
                <a:lnTo>
                  <a:pt x="392227" y="114203"/>
                </a:lnTo>
                <a:lnTo>
                  <a:pt x="391791" y="114796"/>
                </a:lnTo>
                <a:lnTo>
                  <a:pt x="391334" y="115370"/>
                </a:lnTo>
                <a:lnTo>
                  <a:pt x="390856" y="115924"/>
                </a:lnTo>
                <a:lnTo>
                  <a:pt x="390357" y="116459"/>
                </a:lnTo>
                <a:lnTo>
                  <a:pt x="389839" y="116974"/>
                </a:lnTo>
                <a:lnTo>
                  <a:pt x="389306" y="117466"/>
                </a:lnTo>
                <a:lnTo>
                  <a:pt x="388757" y="117937"/>
                </a:lnTo>
                <a:lnTo>
                  <a:pt x="388193" y="118386"/>
                </a:lnTo>
                <a:lnTo>
                  <a:pt x="387613" y="118813"/>
                </a:lnTo>
                <a:lnTo>
                  <a:pt x="387018" y="119218"/>
                </a:lnTo>
                <a:lnTo>
                  <a:pt x="386408" y="119601"/>
                </a:lnTo>
                <a:lnTo>
                  <a:pt x="385782" y="119962"/>
                </a:lnTo>
                <a:lnTo>
                  <a:pt x="385141" y="120301"/>
                </a:lnTo>
                <a:lnTo>
                  <a:pt x="384484" y="120619"/>
                </a:lnTo>
                <a:lnTo>
                  <a:pt x="383812" y="120914"/>
                </a:lnTo>
                <a:lnTo>
                  <a:pt x="383124" y="121188"/>
                </a:lnTo>
                <a:lnTo>
                  <a:pt x="382421" y="121440"/>
                </a:lnTo>
                <a:lnTo>
                  <a:pt x="381702" y="121669"/>
                </a:lnTo>
                <a:lnTo>
                  <a:pt x="380968" y="121877"/>
                </a:lnTo>
                <a:lnTo>
                  <a:pt x="380219" y="122063"/>
                </a:lnTo>
                <a:lnTo>
                  <a:pt x="379454" y="122228"/>
                </a:lnTo>
                <a:lnTo>
                  <a:pt x="378674" y="122370"/>
                </a:lnTo>
                <a:lnTo>
                  <a:pt x="377878" y="122490"/>
                </a:lnTo>
                <a:lnTo>
                  <a:pt x="377067" y="122589"/>
                </a:lnTo>
                <a:lnTo>
                  <a:pt x="376240" y="122665"/>
                </a:lnTo>
                <a:lnTo>
                  <a:pt x="375398" y="122720"/>
                </a:lnTo>
                <a:lnTo>
                  <a:pt x="374540" y="122753"/>
                </a:lnTo>
                <a:lnTo>
                  <a:pt x="373667" y="122764"/>
                </a:lnTo>
                <a:lnTo>
                  <a:pt x="372824" y="122753"/>
                </a:lnTo>
                <a:lnTo>
                  <a:pt x="371996" y="122719"/>
                </a:lnTo>
                <a:lnTo>
                  <a:pt x="371182" y="122662"/>
                </a:lnTo>
                <a:lnTo>
                  <a:pt x="370383" y="122584"/>
                </a:lnTo>
                <a:close/>
                <a:moveTo>
                  <a:pt x="449141" y="135373"/>
                </a:moveTo>
                <a:lnTo>
                  <a:pt x="465833" y="135373"/>
                </a:lnTo>
                <a:lnTo>
                  <a:pt x="465833" y="70467"/>
                </a:lnTo>
                <a:lnTo>
                  <a:pt x="465843" y="69487"/>
                </a:lnTo>
                <a:lnTo>
                  <a:pt x="465875" y="68526"/>
                </a:lnTo>
                <a:lnTo>
                  <a:pt x="465927" y="67584"/>
                </a:lnTo>
                <a:lnTo>
                  <a:pt x="466000" y="66660"/>
                </a:lnTo>
                <a:lnTo>
                  <a:pt x="466095" y="65755"/>
                </a:lnTo>
                <a:lnTo>
                  <a:pt x="466210" y="64869"/>
                </a:lnTo>
                <a:lnTo>
                  <a:pt x="466346" y="64001"/>
                </a:lnTo>
                <a:lnTo>
                  <a:pt x="466503" y="63153"/>
                </a:lnTo>
                <a:lnTo>
                  <a:pt x="466681" y="62322"/>
                </a:lnTo>
                <a:lnTo>
                  <a:pt x="466879" y="61511"/>
                </a:lnTo>
                <a:lnTo>
                  <a:pt x="467099" y="60718"/>
                </a:lnTo>
                <a:lnTo>
                  <a:pt x="467340" y="59944"/>
                </a:lnTo>
                <a:lnTo>
                  <a:pt x="467601" y="59188"/>
                </a:lnTo>
                <a:lnTo>
                  <a:pt x="467884" y="58451"/>
                </a:lnTo>
                <a:lnTo>
                  <a:pt x="468187" y="57733"/>
                </a:lnTo>
                <a:lnTo>
                  <a:pt x="468512" y="57034"/>
                </a:lnTo>
                <a:lnTo>
                  <a:pt x="468857" y="56353"/>
                </a:lnTo>
                <a:lnTo>
                  <a:pt x="469223" y="55691"/>
                </a:lnTo>
                <a:lnTo>
                  <a:pt x="469610" y="55048"/>
                </a:lnTo>
                <a:lnTo>
                  <a:pt x="470019" y="54423"/>
                </a:lnTo>
                <a:lnTo>
                  <a:pt x="470448" y="53817"/>
                </a:lnTo>
                <a:lnTo>
                  <a:pt x="470897" y="53229"/>
                </a:lnTo>
                <a:lnTo>
                  <a:pt x="471368" y="52661"/>
                </a:lnTo>
                <a:lnTo>
                  <a:pt x="471860" y="52111"/>
                </a:lnTo>
                <a:lnTo>
                  <a:pt x="472370" y="51581"/>
                </a:lnTo>
                <a:lnTo>
                  <a:pt x="472896" y="51074"/>
                </a:lnTo>
                <a:lnTo>
                  <a:pt x="473438" y="50589"/>
                </a:lnTo>
                <a:lnTo>
                  <a:pt x="473995" y="50127"/>
                </a:lnTo>
                <a:lnTo>
                  <a:pt x="474569" y="49688"/>
                </a:lnTo>
                <a:lnTo>
                  <a:pt x="475158" y="49271"/>
                </a:lnTo>
                <a:lnTo>
                  <a:pt x="475762" y="48876"/>
                </a:lnTo>
                <a:lnTo>
                  <a:pt x="476383" y="48504"/>
                </a:lnTo>
                <a:lnTo>
                  <a:pt x="477019" y="48155"/>
                </a:lnTo>
                <a:lnTo>
                  <a:pt x="477671" y="47828"/>
                </a:lnTo>
                <a:lnTo>
                  <a:pt x="478339" y="47524"/>
                </a:lnTo>
                <a:lnTo>
                  <a:pt x="479023" y="47242"/>
                </a:lnTo>
                <a:lnTo>
                  <a:pt x="479722" y="46983"/>
                </a:lnTo>
                <a:lnTo>
                  <a:pt x="480437" y="46746"/>
                </a:lnTo>
                <a:lnTo>
                  <a:pt x="481168" y="46532"/>
                </a:lnTo>
                <a:lnTo>
                  <a:pt x="481915" y="46341"/>
                </a:lnTo>
                <a:lnTo>
                  <a:pt x="482677" y="46172"/>
                </a:lnTo>
                <a:lnTo>
                  <a:pt x="483455" y="46025"/>
                </a:lnTo>
                <a:lnTo>
                  <a:pt x="484249" y="45901"/>
                </a:lnTo>
                <a:lnTo>
                  <a:pt x="485059" y="45800"/>
                </a:lnTo>
                <a:lnTo>
                  <a:pt x="485885" y="45721"/>
                </a:lnTo>
                <a:lnTo>
                  <a:pt x="486726" y="45665"/>
                </a:lnTo>
                <a:lnTo>
                  <a:pt x="487583" y="45631"/>
                </a:lnTo>
                <a:lnTo>
                  <a:pt x="488456" y="45619"/>
                </a:lnTo>
                <a:lnTo>
                  <a:pt x="489344" y="45631"/>
                </a:lnTo>
                <a:lnTo>
                  <a:pt x="490214" y="45664"/>
                </a:lnTo>
                <a:lnTo>
                  <a:pt x="491068" y="45719"/>
                </a:lnTo>
                <a:lnTo>
                  <a:pt x="491905" y="45797"/>
                </a:lnTo>
                <a:lnTo>
                  <a:pt x="492724" y="45897"/>
                </a:lnTo>
                <a:lnTo>
                  <a:pt x="493527" y="46019"/>
                </a:lnTo>
                <a:lnTo>
                  <a:pt x="494312" y="46164"/>
                </a:lnTo>
                <a:lnTo>
                  <a:pt x="495080" y="46330"/>
                </a:lnTo>
                <a:lnTo>
                  <a:pt x="495831" y="46519"/>
                </a:lnTo>
                <a:lnTo>
                  <a:pt x="496566" y="46730"/>
                </a:lnTo>
                <a:lnTo>
                  <a:pt x="497283" y="46963"/>
                </a:lnTo>
                <a:lnTo>
                  <a:pt x="497983" y="47219"/>
                </a:lnTo>
                <a:lnTo>
                  <a:pt x="498666" y="47497"/>
                </a:lnTo>
                <a:lnTo>
                  <a:pt x="499332" y="47796"/>
                </a:lnTo>
                <a:lnTo>
                  <a:pt x="499980" y="48119"/>
                </a:lnTo>
                <a:lnTo>
                  <a:pt x="500612" y="48463"/>
                </a:lnTo>
                <a:lnTo>
                  <a:pt x="501227" y="48829"/>
                </a:lnTo>
                <a:lnTo>
                  <a:pt x="501824" y="49218"/>
                </a:lnTo>
                <a:lnTo>
                  <a:pt x="502405" y="49629"/>
                </a:lnTo>
                <a:lnTo>
                  <a:pt x="502969" y="50062"/>
                </a:lnTo>
                <a:lnTo>
                  <a:pt x="503515" y="50518"/>
                </a:lnTo>
                <a:lnTo>
                  <a:pt x="504044" y="50995"/>
                </a:lnTo>
                <a:lnTo>
                  <a:pt x="504557" y="51495"/>
                </a:lnTo>
                <a:lnTo>
                  <a:pt x="505052" y="52017"/>
                </a:lnTo>
                <a:lnTo>
                  <a:pt x="505529" y="52560"/>
                </a:lnTo>
                <a:lnTo>
                  <a:pt x="505985" y="53123"/>
                </a:lnTo>
                <a:lnTo>
                  <a:pt x="506421" y="53705"/>
                </a:lnTo>
                <a:lnTo>
                  <a:pt x="506837" y="54307"/>
                </a:lnTo>
                <a:lnTo>
                  <a:pt x="507233" y="54928"/>
                </a:lnTo>
                <a:lnTo>
                  <a:pt x="507608" y="55570"/>
                </a:lnTo>
                <a:lnTo>
                  <a:pt x="507963" y="56230"/>
                </a:lnTo>
                <a:lnTo>
                  <a:pt x="508298" y="56911"/>
                </a:lnTo>
                <a:lnTo>
                  <a:pt x="508613" y="57611"/>
                </a:lnTo>
                <a:lnTo>
                  <a:pt x="508907" y="58330"/>
                </a:lnTo>
                <a:lnTo>
                  <a:pt x="509181" y="59070"/>
                </a:lnTo>
                <a:lnTo>
                  <a:pt x="509434" y="59828"/>
                </a:lnTo>
                <a:lnTo>
                  <a:pt x="509668" y="60607"/>
                </a:lnTo>
                <a:lnTo>
                  <a:pt x="509881" y="61405"/>
                </a:lnTo>
                <a:lnTo>
                  <a:pt x="510073" y="62223"/>
                </a:lnTo>
                <a:lnTo>
                  <a:pt x="510246" y="63060"/>
                </a:lnTo>
                <a:lnTo>
                  <a:pt x="510398" y="63917"/>
                </a:lnTo>
                <a:lnTo>
                  <a:pt x="510530" y="64794"/>
                </a:lnTo>
                <a:lnTo>
                  <a:pt x="510641" y="65690"/>
                </a:lnTo>
                <a:lnTo>
                  <a:pt x="510733" y="66606"/>
                </a:lnTo>
                <a:lnTo>
                  <a:pt x="510804" y="67542"/>
                </a:lnTo>
                <a:lnTo>
                  <a:pt x="510854" y="68497"/>
                </a:lnTo>
                <a:lnTo>
                  <a:pt x="510885" y="69472"/>
                </a:lnTo>
                <a:lnTo>
                  <a:pt x="510895" y="70467"/>
                </a:lnTo>
                <a:lnTo>
                  <a:pt x="510895" y="75104"/>
                </a:lnTo>
                <a:lnTo>
                  <a:pt x="527584" y="75104"/>
                </a:lnTo>
                <a:lnTo>
                  <a:pt x="527584" y="68984"/>
                </a:lnTo>
                <a:lnTo>
                  <a:pt x="527568" y="67559"/>
                </a:lnTo>
                <a:lnTo>
                  <a:pt x="527518" y="66159"/>
                </a:lnTo>
                <a:lnTo>
                  <a:pt x="527435" y="64784"/>
                </a:lnTo>
                <a:lnTo>
                  <a:pt x="527319" y="63433"/>
                </a:lnTo>
                <a:lnTo>
                  <a:pt x="527170" y="62108"/>
                </a:lnTo>
                <a:lnTo>
                  <a:pt x="526987" y="60807"/>
                </a:lnTo>
                <a:lnTo>
                  <a:pt x="526772" y="59531"/>
                </a:lnTo>
                <a:lnTo>
                  <a:pt x="526523" y="58280"/>
                </a:lnTo>
                <a:lnTo>
                  <a:pt x="526241" y="57053"/>
                </a:lnTo>
                <a:lnTo>
                  <a:pt x="525926" y="55851"/>
                </a:lnTo>
                <a:lnTo>
                  <a:pt x="525578" y="54675"/>
                </a:lnTo>
                <a:lnTo>
                  <a:pt x="525197" y="53523"/>
                </a:lnTo>
                <a:lnTo>
                  <a:pt x="524782" y="52395"/>
                </a:lnTo>
                <a:lnTo>
                  <a:pt x="524335" y="51293"/>
                </a:lnTo>
                <a:lnTo>
                  <a:pt x="523854" y="50215"/>
                </a:lnTo>
                <a:lnTo>
                  <a:pt x="523340" y="49162"/>
                </a:lnTo>
                <a:lnTo>
                  <a:pt x="522793" y="48134"/>
                </a:lnTo>
                <a:lnTo>
                  <a:pt x="522212" y="47131"/>
                </a:lnTo>
                <a:lnTo>
                  <a:pt x="521599" y="46153"/>
                </a:lnTo>
                <a:lnTo>
                  <a:pt x="520952" y="45199"/>
                </a:lnTo>
                <a:lnTo>
                  <a:pt x="520273" y="44270"/>
                </a:lnTo>
                <a:lnTo>
                  <a:pt x="519560" y="43366"/>
                </a:lnTo>
                <a:lnTo>
                  <a:pt x="518813" y="42487"/>
                </a:lnTo>
                <a:lnTo>
                  <a:pt x="518034" y="41632"/>
                </a:lnTo>
                <a:lnTo>
                  <a:pt x="517227" y="40808"/>
                </a:lnTo>
                <a:lnTo>
                  <a:pt x="516397" y="40018"/>
                </a:lnTo>
                <a:lnTo>
                  <a:pt x="515544" y="39264"/>
                </a:lnTo>
                <a:lnTo>
                  <a:pt x="514668" y="38544"/>
                </a:lnTo>
                <a:lnTo>
                  <a:pt x="513769" y="37860"/>
                </a:lnTo>
                <a:lnTo>
                  <a:pt x="512848" y="37210"/>
                </a:lnTo>
                <a:lnTo>
                  <a:pt x="511903" y="36596"/>
                </a:lnTo>
                <a:lnTo>
                  <a:pt x="510936" y="36017"/>
                </a:lnTo>
                <a:lnTo>
                  <a:pt x="509946" y="35473"/>
                </a:lnTo>
                <a:lnTo>
                  <a:pt x="508933" y="34964"/>
                </a:lnTo>
                <a:lnTo>
                  <a:pt x="507897" y="34491"/>
                </a:lnTo>
                <a:lnTo>
                  <a:pt x="506838" y="34052"/>
                </a:lnTo>
                <a:lnTo>
                  <a:pt x="505756" y="33648"/>
                </a:lnTo>
                <a:lnTo>
                  <a:pt x="504652" y="33280"/>
                </a:lnTo>
                <a:lnTo>
                  <a:pt x="503525" y="32946"/>
                </a:lnTo>
                <a:lnTo>
                  <a:pt x="502374" y="32648"/>
                </a:lnTo>
                <a:lnTo>
                  <a:pt x="501201" y="32385"/>
                </a:lnTo>
                <a:lnTo>
                  <a:pt x="500005" y="32157"/>
                </a:lnTo>
                <a:lnTo>
                  <a:pt x="498787" y="31964"/>
                </a:lnTo>
                <a:lnTo>
                  <a:pt x="497545" y="31806"/>
                </a:lnTo>
                <a:lnTo>
                  <a:pt x="496280" y="31683"/>
                </a:lnTo>
                <a:lnTo>
                  <a:pt x="494993" y="31595"/>
                </a:lnTo>
                <a:lnTo>
                  <a:pt x="493683" y="31543"/>
                </a:lnTo>
                <a:lnTo>
                  <a:pt x="492350" y="31525"/>
                </a:lnTo>
                <a:lnTo>
                  <a:pt x="491187" y="31540"/>
                </a:lnTo>
                <a:lnTo>
                  <a:pt x="490049" y="31584"/>
                </a:lnTo>
                <a:lnTo>
                  <a:pt x="488935" y="31657"/>
                </a:lnTo>
                <a:lnTo>
                  <a:pt x="487845" y="31759"/>
                </a:lnTo>
                <a:lnTo>
                  <a:pt x="486780" y="31891"/>
                </a:lnTo>
                <a:lnTo>
                  <a:pt x="485738" y="32052"/>
                </a:lnTo>
                <a:lnTo>
                  <a:pt x="484721" y="32243"/>
                </a:lnTo>
                <a:lnTo>
                  <a:pt x="483727" y="32463"/>
                </a:lnTo>
                <a:lnTo>
                  <a:pt x="482758" y="32712"/>
                </a:lnTo>
                <a:lnTo>
                  <a:pt x="481813" y="32990"/>
                </a:lnTo>
                <a:lnTo>
                  <a:pt x="480892" y="33298"/>
                </a:lnTo>
                <a:lnTo>
                  <a:pt x="479995" y="33635"/>
                </a:lnTo>
                <a:lnTo>
                  <a:pt x="479123" y="34001"/>
                </a:lnTo>
                <a:lnTo>
                  <a:pt x="478274" y="34396"/>
                </a:lnTo>
                <a:lnTo>
                  <a:pt x="477450" y="34821"/>
                </a:lnTo>
                <a:lnTo>
                  <a:pt x="476649" y="35275"/>
                </a:lnTo>
                <a:lnTo>
                  <a:pt x="475873" y="35759"/>
                </a:lnTo>
                <a:lnTo>
                  <a:pt x="475121" y="36271"/>
                </a:lnTo>
                <a:lnTo>
                  <a:pt x="474393" y="36813"/>
                </a:lnTo>
                <a:lnTo>
                  <a:pt x="473690" y="37385"/>
                </a:lnTo>
                <a:lnTo>
                  <a:pt x="473010" y="37985"/>
                </a:lnTo>
                <a:lnTo>
                  <a:pt x="472355" y="38615"/>
                </a:lnTo>
                <a:lnTo>
                  <a:pt x="471723" y="39274"/>
                </a:lnTo>
                <a:lnTo>
                  <a:pt x="471116" y="39963"/>
                </a:lnTo>
                <a:lnTo>
                  <a:pt x="470533" y="40680"/>
                </a:lnTo>
                <a:lnTo>
                  <a:pt x="469976" y="41425"/>
                </a:lnTo>
                <a:lnTo>
                  <a:pt x="469443" y="42198"/>
                </a:lnTo>
                <a:lnTo>
                  <a:pt x="468935" y="43000"/>
                </a:lnTo>
                <a:lnTo>
                  <a:pt x="468451" y="43829"/>
                </a:lnTo>
                <a:lnTo>
                  <a:pt x="467993" y="44686"/>
                </a:lnTo>
                <a:lnTo>
                  <a:pt x="467559" y="45571"/>
                </a:lnTo>
                <a:lnTo>
                  <a:pt x="467150" y="46484"/>
                </a:lnTo>
                <a:lnTo>
                  <a:pt x="466766" y="47426"/>
                </a:lnTo>
                <a:lnTo>
                  <a:pt x="466406" y="48395"/>
                </a:lnTo>
                <a:lnTo>
                  <a:pt x="466071" y="49392"/>
                </a:lnTo>
                <a:lnTo>
                  <a:pt x="465762" y="50417"/>
                </a:lnTo>
                <a:lnTo>
                  <a:pt x="465477" y="51470"/>
                </a:lnTo>
                <a:lnTo>
                  <a:pt x="465462" y="51529"/>
                </a:lnTo>
                <a:lnTo>
                  <a:pt x="465462" y="33378"/>
                </a:lnTo>
                <a:lnTo>
                  <a:pt x="449141" y="33378"/>
                </a:lnTo>
                <a:lnTo>
                  <a:pt x="449141" y="1353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cmpSID">
            <a:extLst xmlns:a="http://schemas.openxmlformats.org/drawingml/2006/main">
              <a:ext uri="{FF2B5EF4-FFF2-40B4-BE49-F238E27FC236}">
                <a16:creationId xmlns:a16="http://schemas.microsoft.com/office/drawing/2014/main" id="{C6E6C718-6C1A-41E5-809C-DB5FAEB6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599" y="954145"/>
            <a:ext cx="745665" cy="170791"/>
          </a:xfrm>
          <a:custGeom xmlns:a="http://schemas.openxmlformats.org/drawingml/2006/main">
            <a:pathLst>
              <a:path w="745665" h="170791">
                <a:moveTo>
                  <a:pt x="156651" y="47473"/>
                </a:moveTo>
                <a:lnTo>
                  <a:pt x="156450" y="46740"/>
                </a:lnTo>
                <a:lnTo>
                  <a:pt x="156233" y="46025"/>
                </a:lnTo>
                <a:lnTo>
                  <a:pt x="155999" y="45329"/>
                </a:lnTo>
                <a:lnTo>
                  <a:pt x="155749" y="44650"/>
                </a:lnTo>
                <a:lnTo>
                  <a:pt x="155484" y="43989"/>
                </a:lnTo>
                <a:lnTo>
                  <a:pt x="155202" y="43347"/>
                </a:lnTo>
                <a:lnTo>
                  <a:pt x="154904" y="42722"/>
                </a:lnTo>
                <a:lnTo>
                  <a:pt x="154590" y="42115"/>
                </a:lnTo>
                <a:lnTo>
                  <a:pt x="154260" y="41527"/>
                </a:lnTo>
                <a:lnTo>
                  <a:pt x="153914" y="40956"/>
                </a:lnTo>
                <a:lnTo>
                  <a:pt x="153551" y="40404"/>
                </a:lnTo>
                <a:lnTo>
                  <a:pt x="153173" y="39870"/>
                </a:lnTo>
                <a:lnTo>
                  <a:pt x="152780" y="39355"/>
                </a:lnTo>
                <a:lnTo>
                  <a:pt x="152373" y="38863"/>
                </a:lnTo>
                <a:lnTo>
                  <a:pt x="151953" y="38392"/>
                </a:lnTo>
                <a:lnTo>
                  <a:pt x="151520" y="37943"/>
                </a:lnTo>
                <a:lnTo>
                  <a:pt x="151073" y="37516"/>
                </a:lnTo>
                <a:lnTo>
                  <a:pt x="150612" y="37111"/>
                </a:lnTo>
                <a:lnTo>
                  <a:pt x="150138" y="36728"/>
                </a:lnTo>
                <a:lnTo>
                  <a:pt x="149650" y="36367"/>
                </a:lnTo>
                <a:lnTo>
                  <a:pt x="149149" y="36028"/>
                </a:lnTo>
                <a:lnTo>
                  <a:pt x="148634" y="35710"/>
                </a:lnTo>
                <a:lnTo>
                  <a:pt x="148106" y="35415"/>
                </a:lnTo>
                <a:lnTo>
                  <a:pt x="147565" y="35141"/>
                </a:lnTo>
                <a:lnTo>
                  <a:pt x="147009" y="34890"/>
                </a:lnTo>
                <a:lnTo>
                  <a:pt x="146441" y="34660"/>
                </a:lnTo>
                <a:lnTo>
                  <a:pt x="145858" y="34452"/>
                </a:lnTo>
                <a:lnTo>
                  <a:pt x="145262" y="34266"/>
                </a:lnTo>
                <a:lnTo>
                  <a:pt x="144653" y="34101"/>
                </a:lnTo>
                <a:lnTo>
                  <a:pt x="144030" y="33959"/>
                </a:lnTo>
                <a:lnTo>
                  <a:pt x="143394" y="33839"/>
                </a:lnTo>
                <a:lnTo>
                  <a:pt x="142744" y="33740"/>
                </a:lnTo>
                <a:lnTo>
                  <a:pt x="142081" y="33664"/>
                </a:lnTo>
                <a:lnTo>
                  <a:pt x="141404" y="33609"/>
                </a:lnTo>
                <a:lnTo>
                  <a:pt x="140713" y="33576"/>
                </a:lnTo>
                <a:lnTo>
                  <a:pt x="140009" y="33565"/>
                </a:lnTo>
                <a:lnTo>
                  <a:pt x="139366" y="33574"/>
                </a:lnTo>
                <a:lnTo>
                  <a:pt x="138734" y="33600"/>
                </a:lnTo>
                <a:lnTo>
                  <a:pt x="138113" y="33643"/>
                </a:lnTo>
                <a:lnTo>
                  <a:pt x="137503" y="33704"/>
                </a:lnTo>
                <a:lnTo>
                  <a:pt x="136904" y="33783"/>
                </a:lnTo>
                <a:lnTo>
                  <a:pt x="136317" y="33878"/>
                </a:lnTo>
                <a:lnTo>
                  <a:pt x="135741" y="33991"/>
                </a:lnTo>
                <a:lnTo>
                  <a:pt x="135177" y="34122"/>
                </a:lnTo>
                <a:lnTo>
                  <a:pt x="134623" y="34269"/>
                </a:lnTo>
                <a:lnTo>
                  <a:pt x="134081" y="34435"/>
                </a:lnTo>
                <a:lnTo>
                  <a:pt x="133550" y="34617"/>
                </a:lnTo>
                <a:lnTo>
                  <a:pt x="133031" y="34817"/>
                </a:lnTo>
                <a:lnTo>
                  <a:pt x="132522" y="35035"/>
                </a:lnTo>
                <a:lnTo>
                  <a:pt x="132025" y="35269"/>
                </a:lnTo>
                <a:lnTo>
                  <a:pt x="131540" y="35522"/>
                </a:lnTo>
                <a:lnTo>
                  <a:pt x="131065" y="35791"/>
                </a:lnTo>
                <a:lnTo>
                  <a:pt x="130602" y="36078"/>
                </a:lnTo>
                <a:lnTo>
                  <a:pt x="130150" y="36382"/>
                </a:lnTo>
                <a:lnTo>
                  <a:pt x="129709" y="36704"/>
                </a:lnTo>
                <a:lnTo>
                  <a:pt x="129280" y="37043"/>
                </a:lnTo>
                <a:lnTo>
                  <a:pt x="128862" y="37400"/>
                </a:lnTo>
                <a:lnTo>
                  <a:pt x="128455" y="37774"/>
                </a:lnTo>
                <a:lnTo>
                  <a:pt x="128059" y="38165"/>
                </a:lnTo>
                <a:lnTo>
                  <a:pt x="127675" y="38574"/>
                </a:lnTo>
                <a:lnTo>
                  <a:pt x="127304" y="38997"/>
                </a:lnTo>
                <a:lnTo>
                  <a:pt x="126950" y="39432"/>
                </a:lnTo>
                <a:lnTo>
                  <a:pt x="126611" y="39880"/>
                </a:lnTo>
                <a:lnTo>
                  <a:pt x="126287" y="40340"/>
                </a:lnTo>
                <a:lnTo>
                  <a:pt x="125980" y="40812"/>
                </a:lnTo>
                <a:lnTo>
                  <a:pt x="125688" y="41297"/>
                </a:lnTo>
                <a:lnTo>
                  <a:pt x="125412" y="41793"/>
                </a:lnTo>
                <a:lnTo>
                  <a:pt x="125152" y="42302"/>
                </a:lnTo>
                <a:lnTo>
                  <a:pt x="124907" y="42823"/>
                </a:lnTo>
                <a:lnTo>
                  <a:pt x="124679" y="43357"/>
                </a:lnTo>
                <a:lnTo>
                  <a:pt x="124466" y="43902"/>
                </a:lnTo>
                <a:lnTo>
                  <a:pt x="124269" y="44460"/>
                </a:lnTo>
                <a:lnTo>
                  <a:pt x="124087" y="45030"/>
                </a:lnTo>
                <a:lnTo>
                  <a:pt x="123922" y="45612"/>
                </a:lnTo>
                <a:lnTo>
                  <a:pt x="123772" y="46207"/>
                </a:lnTo>
                <a:lnTo>
                  <a:pt x="123638" y="46814"/>
                </a:lnTo>
                <a:lnTo>
                  <a:pt x="123520" y="47433"/>
                </a:lnTo>
                <a:lnTo>
                  <a:pt x="123483" y="47660"/>
                </a:lnTo>
                <a:lnTo>
                  <a:pt x="122392" y="47660"/>
                </a:lnTo>
                <a:lnTo>
                  <a:pt x="122392" y="35419"/>
                </a:lnTo>
                <a:lnTo>
                  <a:pt x="107740" y="35419"/>
                </a:lnTo>
                <a:lnTo>
                  <a:pt x="107740" y="137413"/>
                </a:lnTo>
                <a:lnTo>
                  <a:pt x="123133" y="137413"/>
                </a:lnTo>
                <a:lnTo>
                  <a:pt x="123133" y="59527"/>
                </a:lnTo>
                <a:lnTo>
                  <a:pt x="123138" y="59007"/>
                </a:lnTo>
                <a:lnTo>
                  <a:pt x="123151" y="58496"/>
                </a:lnTo>
                <a:lnTo>
                  <a:pt x="123174" y="57996"/>
                </a:lnTo>
                <a:lnTo>
                  <a:pt x="123205" y="57506"/>
                </a:lnTo>
                <a:lnTo>
                  <a:pt x="123246" y="57025"/>
                </a:lnTo>
                <a:lnTo>
                  <a:pt x="123296" y="56555"/>
                </a:lnTo>
                <a:lnTo>
                  <a:pt x="123354" y="56094"/>
                </a:lnTo>
                <a:lnTo>
                  <a:pt x="123422" y="55644"/>
                </a:lnTo>
                <a:lnTo>
                  <a:pt x="123498" y="55203"/>
                </a:lnTo>
                <a:lnTo>
                  <a:pt x="123584" y="54773"/>
                </a:lnTo>
                <a:lnTo>
                  <a:pt x="123678" y="54352"/>
                </a:lnTo>
                <a:lnTo>
                  <a:pt x="123782" y="53941"/>
                </a:lnTo>
                <a:lnTo>
                  <a:pt x="123895" y="53541"/>
                </a:lnTo>
                <a:lnTo>
                  <a:pt x="124016" y="53150"/>
                </a:lnTo>
                <a:lnTo>
                  <a:pt x="124147" y="52770"/>
                </a:lnTo>
                <a:lnTo>
                  <a:pt x="124287" y="52399"/>
                </a:lnTo>
                <a:lnTo>
                  <a:pt x="124435" y="52038"/>
                </a:lnTo>
                <a:lnTo>
                  <a:pt x="124593" y="51688"/>
                </a:lnTo>
                <a:lnTo>
                  <a:pt x="124760" y="51347"/>
                </a:lnTo>
                <a:lnTo>
                  <a:pt x="124935" y="51016"/>
                </a:lnTo>
                <a:lnTo>
                  <a:pt x="125120" y="50695"/>
                </a:lnTo>
                <a:lnTo>
                  <a:pt x="125314" y="50385"/>
                </a:lnTo>
                <a:lnTo>
                  <a:pt x="125516" y="50084"/>
                </a:lnTo>
                <a:lnTo>
                  <a:pt x="125728" y="49793"/>
                </a:lnTo>
                <a:lnTo>
                  <a:pt x="125949" y="49513"/>
                </a:lnTo>
                <a:lnTo>
                  <a:pt x="126179" y="49245"/>
                </a:lnTo>
                <a:lnTo>
                  <a:pt x="126418" y="48989"/>
                </a:lnTo>
                <a:lnTo>
                  <a:pt x="126666" y="48744"/>
                </a:lnTo>
                <a:lnTo>
                  <a:pt x="126923" y="48512"/>
                </a:lnTo>
                <a:lnTo>
                  <a:pt x="127189" y="48292"/>
                </a:lnTo>
                <a:lnTo>
                  <a:pt x="127464" y="48083"/>
                </a:lnTo>
                <a:lnTo>
                  <a:pt x="127748" y="47886"/>
                </a:lnTo>
                <a:lnTo>
                  <a:pt x="128041" y="47702"/>
                </a:lnTo>
                <a:lnTo>
                  <a:pt x="128343" y="47529"/>
                </a:lnTo>
                <a:lnTo>
                  <a:pt x="128654" y="47368"/>
                </a:lnTo>
                <a:lnTo>
                  <a:pt x="128974" y="47219"/>
                </a:lnTo>
                <a:lnTo>
                  <a:pt x="129304" y="47082"/>
                </a:lnTo>
                <a:lnTo>
                  <a:pt x="129642" y="46957"/>
                </a:lnTo>
                <a:lnTo>
                  <a:pt x="129989" y="46843"/>
                </a:lnTo>
                <a:lnTo>
                  <a:pt x="130345" y="46742"/>
                </a:lnTo>
                <a:lnTo>
                  <a:pt x="130710" y="46653"/>
                </a:lnTo>
                <a:lnTo>
                  <a:pt x="131084" y="46575"/>
                </a:lnTo>
                <a:lnTo>
                  <a:pt x="131467" y="46510"/>
                </a:lnTo>
                <a:lnTo>
                  <a:pt x="131859" y="46456"/>
                </a:lnTo>
                <a:lnTo>
                  <a:pt x="132261" y="46414"/>
                </a:lnTo>
                <a:lnTo>
                  <a:pt x="132671" y="46385"/>
                </a:lnTo>
                <a:lnTo>
                  <a:pt x="133090" y="46367"/>
                </a:lnTo>
                <a:lnTo>
                  <a:pt x="133518" y="46361"/>
                </a:lnTo>
                <a:lnTo>
                  <a:pt x="133947" y="46367"/>
                </a:lnTo>
                <a:lnTo>
                  <a:pt x="134367" y="46385"/>
                </a:lnTo>
                <a:lnTo>
                  <a:pt x="134780" y="46414"/>
                </a:lnTo>
                <a:lnTo>
                  <a:pt x="135185" y="46456"/>
                </a:lnTo>
                <a:lnTo>
                  <a:pt x="135581" y="46510"/>
                </a:lnTo>
                <a:lnTo>
                  <a:pt x="135970" y="46575"/>
                </a:lnTo>
                <a:lnTo>
                  <a:pt x="136350" y="46653"/>
                </a:lnTo>
                <a:lnTo>
                  <a:pt x="136722" y="46742"/>
                </a:lnTo>
                <a:lnTo>
                  <a:pt x="137087" y="46843"/>
                </a:lnTo>
                <a:lnTo>
                  <a:pt x="137443" y="46957"/>
                </a:lnTo>
                <a:lnTo>
                  <a:pt x="137791" y="47082"/>
                </a:lnTo>
                <a:lnTo>
                  <a:pt x="138131" y="47219"/>
                </a:lnTo>
                <a:lnTo>
                  <a:pt x="138463" y="47368"/>
                </a:lnTo>
                <a:lnTo>
                  <a:pt x="138787" y="47529"/>
                </a:lnTo>
                <a:lnTo>
                  <a:pt x="139103" y="47702"/>
                </a:lnTo>
                <a:lnTo>
                  <a:pt x="139411" y="47886"/>
                </a:lnTo>
                <a:lnTo>
                  <a:pt x="139711" y="48083"/>
                </a:lnTo>
                <a:lnTo>
                  <a:pt x="140003" y="48292"/>
                </a:lnTo>
                <a:lnTo>
                  <a:pt x="140287" y="48512"/>
                </a:lnTo>
                <a:lnTo>
                  <a:pt x="140563" y="48744"/>
                </a:lnTo>
                <a:lnTo>
                  <a:pt x="140831" y="48989"/>
                </a:lnTo>
                <a:lnTo>
                  <a:pt x="141090" y="49245"/>
                </a:lnTo>
                <a:lnTo>
                  <a:pt x="141342" y="49513"/>
                </a:lnTo>
                <a:lnTo>
                  <a:pt x="141585" y="49793"/>
                </a:lnTo>
                <a:lnTo>
                  <a:pt x="141820" y="50084"/>
                </a:lnTo>
                <a:lnTo>
                  <a:pt x="142045" y="50386"/>
                </a:lnTo>
                <a:lnTo>
                  <a:pt x="142259" y="50698"/>
                </a:lnTo>
                <a:lnTo>
                  <a:pt x="142464" y="51021"/>
                </a:lnTo>
                <a:lnTo>
                  <a:pt x="142659" y="51355"/>
                </a:lnTo>
                <a:lnTo>
                  <a:pt x="142843" y="51699"/>
                </a:lnTo>
                <a:lnTo>
                  <a:pt x="143018" y="52054"/>
                </a:lnTo>
                <a:lnTo>
                  <a:pt x="143183" y="52419"/>
                </a:lnTo>
                <a:lnTo>
                  <a:pt x="143337" y="52795"/>
                </a:lnTo>
                <a:lnTo>
                  <a:pt x="143482" y="53182"/>
                </a:lnTo>
                <a:lnTo>
                  <a:pt x="143617" y="53579"/>
                </a:lnTo>
                <a:lnTo>
                  <a:pt x="143742" y="53987"/>
                </a:lnTo>
                <a:lnTo>
                  <a:pt x="143856" y="54406"/>
                </a:lnTo>
                <a:lnTo>
                  <a:pt x="143961" y="54835"/>
                </a:lnTo>
                <a:lnTo>
                  <a:pt x="144056" y="55275"/>
                </a:lnTo>
                <a:lnTo>
                  <a:pt x="144141" y="55725"/>
                </a:lnTo>
                <a:lnTo>
                  <a:pt x="144216" y="56186"/>
                </a:lnTo>
                <a:lnTo>
                  <a:pt x="144281" y="56658"/>
                </a:lnTo>
                <a:lnTo>
                  <a:pt x="144336" y="57140"/>
                </a:lnTo>
                <a:lnTo>
                  <a:pt x="144381" y="57633"/>
                </a:lnTo>
                <a:lnTo>
                  <a:pt x="144415" y="58137"/>
                </a:lnTo>
                <a:lnTo>
                  <a:pt x="144440" y="58651"/>
                </a:lnTo>
                <a:lnTo>
                  <a:pt x="144455" y="59176"/>
                </a:lnTo>
                <a:lnTo>
                  <a:pt x="144460" y="59711"/>
                </a:lnTo>
                <a:lnTo>
                  <a:pt x="144460" y="137413"/>
                </a:lnTo>
                <a:lnTo>
                  <a:pt x="157811" y="137413"/>
                </a:lnTo>
                <a:lnTo>
                  <a:pt x="157811" y="59527"/>
                </a:lnTo>
                <a:lnTo>
                  <a:pt x="157816" y="59007"/>
                </a:lnTo>
                <a:lnTo>
                  <a:pt x="157831" y="58496"/>
                </a:lnTo>
                <a:lnTo>
                  <a:pt x="157856" y="57996"/>
                </a:lnTo>
                <a:lnTo>
                  <a:pt x="157891" y="57506"/>
                </a:lnTo>
                <a:lnTo>
                  <a:pt x="157935" y="57025"/>
                </a:lnTo>
                <a:lnTo>
                  <a:pt x="157990" y="56555"/>
                </a:lnTo>
                <a:lnTo>
                  <a:pt x="158055" y="56094"/>
                </a:lnTo>
                <a:lnTo>
                  <a:pt x="158130" y="55644"/>
                </a:lnTo>
                <a:lnTo>
                  <a:pt x="158215" y="55203"/>
                </a:lnTo>
                <a:lnTo>
                  <a:pt x="158310" y="54773"/>
                </a:lnTo>
                <a:lnTo>
                  <a:pt x="158415" y="54352"/>
                </a:lnTo>
                <a:lnTo>
                  <a:pt x="158529" y="53941"/>
                </a:lnTo>
                <a:lnTo>
                  <a:pt x="158654" y="53541"/>
                </a:lnTo>
                <a:lnTo>
                  <a:pt x="158789" y="53150"/>
                </a:lnTo>
                <a:lnTo>
                  <a:pt x="158934" y="52770"/>
                </a:lnTo>
                <a:lnTo>
                  <a:pt x="159088" y="52399"/>
                </a:lnTo>
                <a:lnTo>
                  <a:pt x="159253" y="52038"/>
                </a:lnTo>
                <a:lnTo>
                  <a:pt x="159428" y="51688"/>
                </a:lnTo>
                <a:lnTo>
                  <a:pt x="159612" y="51347"/>
                </a:lnTo>
                <a:lnTo>
                  <a:pt x="159807" y="51016"/>
                </a:lnTo>
                <a:lnTo>
                  <a:pt x="160012" y="50695"/>
                </a:lnTo>
                <a:lnTo>
                  <a:pt x="160226" y="50385"/>
                </a:lnTo>
                <a:lnTo>
                  <a:pt x="160451" y="50084"/>
                </a:lnTo>
                <a:lnTo>
                  <a:pt x="160686" y="49793"/>
                </a:lnTo>
                <a:lnTo>
                  <a:pt x="160929" y="49513"/>
                </a:lnTo>
                <a:lnTo>
                  <a:pt x="161180" y="49245"/>
                </a:lnTo>
                <a:lnTo>
                  <a:pt x="161438" y="48989"/>
                </a:lnTo>
                <a:lnTo>
                  <a:pt x="161703" y="48744"/>
                </a:lnTo>
                <a:lnTo>
                  <a:pt x="161976" y="48512"/>
                </a:lnTo>
                <a:lnTo>
                  <a:pt x="162256" y="48292"/>
                </a:lnTo>
                <a:lnTo>
                  <a:pt x="162544" y="48083"/>
                </a:lnTo>
                <a:lnTo>
                  <a:pt x="162839" y="47886"/>
                </a:lnTo>
                <a:lnTo>
                  <a:pt x="163141" y="47702"/>
                </a:lnTo>
                <a:lnTo>
                  <a:pt x="163451" y="47529"/>
                </a:lnTo>
                <a:lnTo>
                  <a:pt x="163769" y="47368"/>
                </a:lnTo>
                <a:lnTo>
                  <a:pt x="164093" y="47219"/>
                </a:lnTo>
                <a:lnTo>
                  <a:pt x="164425" y="47082"/>
                </a:lnTo>
                <a:lnTo>
                  <a:pt x="164765" y="46957"/>
                </a:lnTo>
                <a:lnTo>
                  <a:pt x="165112" y="46843"/>
                </a:lnTo>
                <a:lnTo>
                  <a:pt x="165466" y="46742"/>
                </a:lnTo>
                <a:lnTo>
                  <a:pt x="165827" y="46653"/>
                </a:lnTo>
                <a:lnTo>
                  <a:pt x="166196" y="46575"/>
                </a:lnTo>
                <a:lnTo>
                  <a:pt x="166573" y="46510"/>
                </a:lnTo>
                <a:lnTo>
                  <a:pt x="166957" y="46456"/>
                </a:lnTo>
                <a:lnTo>
                  <a:pt x="167348" y="46414"/>
                </a:lnTo>
                <a:lnTo>
                  <a:pt x="167747" y="46385"/>
                </a:lnTo>
                <a:lnTo>
                  <a:pt x="168153" y="46367"/>
                </a:lnTo>
                <a:lnTo>
                  <a:pt x="168566" y="46361"/>
                </a:lnTo>
                <a:lnTo>
                  <a:pt x="168994" y="46367"/>
                </a:lnTo>
                <a:lnTo>
                  <a:pt x="169414" y="46385"/>
                </a:lnTo>
                <a:lnTo>
                  <a:pt x="169825" y="46416"/>
                </a:lnTo>
                <a:lnTo>
                  <a:pt x="170227" y="46459"/>
                </a:lnTo>
                <a:lnTo>
                  <a:pt x="170621" y="46514"/>
                </a:lnTo>
                <a:lnTo>
                  <a:pt x="171006" y="46581"/>
                </a:lnTo>
                <a:lnTo>
                  <a:pt x="171382" y="46661"/>
                </a:lnTo>
                <a:lnTo>
                  <a:pt x="171749" y="46752"/>
                </a:lnTo>
                <a:lnTo>
                  <a:pt x="172108" y="46856"/>
                </a:lnTo>
                <a:lnTo>
                  <a:pt x="172458" y="46972"/>
                </a:lnTo>
                <a:lnTo>
                  <a:pt x="172800" y="47101"/>
                </a:lnTo>
                <a:lnTo>
                  <a:pt x="173132" y="47242"/>
                </a:lnTo>
                <a:lnTo>
                  <a:pt x="173456" y="47394"/>
                </a:lnTo>
                <a:lnTo>
                  <a:pt x="173772" y="47560"/>
                </a:lnTo>
                <a:lnTo>
                  <a:pt x="174078" y="47737"/>
                </a:lnTo>
                <a:lnTo>
                  <a:pt x="174376" y="47927"/>
                </a:lnTo>
                <a:lnTo>
                  <a:pt x="174666" y="48128"/>
                </a:lnTo>
                <a:lnTo>
                  <a:pt x="174946" y="48342"/>
                </a:lnTo>
                <a:lnTo>
                  <a:pt x="175218" y="48569"/>
                </a:lnTo>
                <a:lnTo>
                  <a:pt x="175481" y="48807"/>
                </a:lnTo>
                <a:lnTo>
                  <a:pt x="175735" y="49058"/>
                </a:lnTo>
                <a:lnTo>
                  <a:pt x="175981" y="49321"/>
                </a:lnTo>
                <a:lnTo>
                  <a:pt x="176218" y="49596"/>
                </a:lnTo>
                <a:lnTo>
                  <a:pt x="176447" y="49884"/>
                </a:lnTo>
                <a:lnTo>
                  <a:pt x="176666" y="50182"/>
                </a:lnTo>
                <a:lnTo>
                  <a:pt x="176876" y="50490"/>
                </a:lnTo>
                <a:lnTo>
                  <a:pt x="177077" y="50808"/>
                </a:lnTo>
                <a:lnTo>
                  <a:pt x="177269" y="51135"/>
                </a:lnTo>
                <a:lnTo>
                  <a:pt x="177451" y="51472"/>
                </a:lnTo>
                <a:lnTo>
                  <a:pt x="177624" y="51819"/>
                </a:lnTo>
                <a:lnTo>
                  <a:pt x="177787" y="52175"/>
                </a:lnTo>
                <a:lnTo>
                  <a:pt x="177942" y="52541"/>
                </a:lnTo>
                <a:lnTo>
                  <a:pt x="178086" y="52917"/>
                </a:lnTo>
                <a:lnTo>
                  <a:pt x="178222" y="53302"/>
                </a:lnTo>
                <a:lnTo>
                  <a:pt x="178348" y="53697"/>
                </a:lnTo>
                <a:lnTo>
                  <a:pt x="178465" y="54102"/>
                </a:lnTo>
                <a:lnTo>
                  <a:pt x="178572" y="54516"/>
                </a:lnTo>
                <a:lnTo>
                  <a:pt x="178670" y="54940"/>
                </a:lnTo>
                <a:lnTo>
                  <a:pt x="178759" y="55374"/>
                </a:lnTo>
                <a:lnTo>
                  <a:pt x="178839" y="55817"/>
                </a:lnTo>
                <a:lnTo>
                  <a:pt x="178909" y="56270"/>
                </a:lnTo>
                <a:lnTo>
                  <a:pt x="178969" y="56733"/>
                </a:lnTo>
                <a:lnTo>
                  <a:pt x="179021" y="57205"/>
                </a:lnTo>
                <a:lnTo>
                  <a:pt x="179063" y="57687"/>
                </a:lnTo>
                <a:lnTo>
                  <a:pt x="179096" y="58178"/>
                </a:lnTo>
                <a:lnTo>
                  <a:pt x="179119" y="58680"/>
                </a:lnTo>
                <a:lnTo>
                  <a:pt x="179133" y="59191"/>
                </a:lnTo>
                <a:lnTo>
                  <a:pt x="179138" y="59711"/>
                </a:lnTo>
                <a:lnTo>
                  <a:pt x="179138" y="137413"/>
                </a:lnTo>
                <a:lnTo>
                  <a:pt x="194528" y="137413"/>
                </a:lnTo>
                <a:lnTo>
                  <a:pt x="194528" y="59898"/>
                </a:lnTo>
                <a:lnTo>
                  <a:pt x="194519" y="58917"/>
                </a:lnTo>
                <a:lnTo>
                  <a:pt x="194491" y="57952"/>
                </a:lnTo>
                <a:lnTo>
                  <a:pt x="194445" y="57003"/>
                </a:lnTo>
                <a:lnTo>
                  <a:pt x="194381" y="56071"/>
                </a:lnTo>
                <a:lnTo>
                  <a:pt x="194299" y="55154"/>
                </a:lnTo>
                <a:lnTo>
                  <a:pt x="194198" y="54254"/>
                </a:lnTo>
                <a:lnTo>
                  <a:pt x="194078" y="53369"/>
                </a:lnTo>
                <a:lnTo>
                  <a:pt x="193941" y="52501"/>
                </a:lnTo>
                <a:lnTo>
                  <a:pt x="193785" y="51649"/>
                </a:lnTo>
                <a:lnTo>
                  <a:pt x="193610" y="50813"/>
                </a:lnTo>
                <a:lnTo>
                  <a:pt x="193418" y="49993"/>
                </a:lnTo>
                <a:lnTo>
                  <a:pt x="193207" y="49189"/>
                </a:lnTo>
                <a:lnTo>
                  <a:pt x="192977" y="48401"/>
                </a:lnTo>
                <a:lnTo>
                  <a:pt x="192729" y="47630"/>
                </a:lnTo>
                <a:lnTo>
                  <a:pt x="192463" y="46874"/>
                </a:lnTo>
                <a:lnTo>
                  <a:pt x="192179" y="46134"/>
                </a:lnTo>
                <a:lnTo>
                  <a:pt x="191876" y="45411"/>
                </a:lnTo>
                <a:lnTo>
                  <a:pt x="191555" y="44704"/>
                </a:lnTo>
                <a:lnTo>
                  <a:pt x="191215" y="44012"/>
                </a:lnTo>
                <a:lnTo>
                  <a:pt x="190857" y="43337"/>
                </a:lnTo>
                <a:lnTo>
                  <a:pt x="190481" y="42678"/>
                </a:lnTo>
                <a:lnTo>
                  <a:pt x="190087" y="42035"/>
                </a:lnTo>
                <a:lnTo>
                  <a:pt x="189674" y="41409"/>
                </a:lnTo>
                <a:lnTo>
                  <a:pt x="189242" y="40798"/>
                </a:lnTo>
                <a:lnTo>
                  <a:pt x="188794" y="40208"/>
                </a:lnTo>
                <a:lnTo>
                  <a:pt x="188332" y="39643"/>
                </a:lnTo>
                <a:lnTo>
                  <a:pt x="187853" y="39103"/>
                </a:lnTo>
                <a:lnTo>
                  <a:pt x="187360" y="38588"/>
                </a:lnTo>
                <a:lnTo>
                  <a:pt x="186852" y="38098"/>
                </a:lnTo>
                <a:lnTo>
                  <a:pt x="186328" y="37633"/>
                </a:lnTo>
                <a:lnTo>
                  <a:pt x="185790" y="37194"/>
                </a:lnTo>
                <a:lnTo>
                  <a:pt x="185236" y="36780"/>
                </a:lnTo>
                <a:lnTo>
                  <a:pt x="184667" y="36390"/>
                </a:lnTo>
                <a:lnTo>
                  <a:pt x="184083" y="36026"/>
                </a:lnTo>
                <a:lnTo>
                  <a:pt x="183484" y="35687"/>
                </a:lnTo>
                <a:lnTo>
                  <a:pt x="182869" y="35373"/>
                </a:lnTo>
                <a:lnTo>
                  <a:pt x="182240" y="35085"/>
                </a:lnTo>
                <a:lnTo>
                  <a:pt x="181595" y="34821"/>
                </a:lnTo>
                <a:lnTo>
                  <a:pt x="180935" y="34582"/>
                </a:lnTo>
                <a:lnTo>
                  <a:pt x="180260" y="34369"/>
                </a:lnTo>
                <a:lnTo>
                  <a:pt x="179570" y="34180"/>
                </a:lnTo>
                <a:lnTo>
                  <a:pt x="178865" y="34017"/>
                </a:lnTo>
                <a:lnTo>
                  <a:pt x="178145" y="33879"/>
                </a:lnTo>
                <a:lnTo>
                  <a:pt x="177409" y="33766"/>
                </a:lnTo>
                <a:lnTo>
                  <a:pt x="176659" y="33678"/>
                </a:lnTo>
                <a:lnTo>
                  <a:pt x="175893" y="33615"/>
                </a:lnTo>
                <a:lnTo>
                  <a:pt x="175112" y="33578"/>
                </a:lnTo>
                <a:lnTo>
                  <a:pt x="174316" y="33565"/>
                </a:lnTo>
                <a:lnTo>
                  <a:pt x="173672" y="33574"/>
                </a:lnTo>
                <a:lnTo>
                  <a:pt x="173039" y="33600"/>
                </a:lnTo>
                <a:lnTo>
                  <a:pt x="172416" y="33643"/>
                </a:lnTo>
                <a:lnTo>
                  <a:pt x="171804" y="33704"/>
                </a:lnTo>
                <a:lnTo>
                  <a:pt x="171203" y="33783"/>
                </a:lnTo>
                <a:lnTo>
                  <a:pt x="170612" y="33878"/>
                </a:lnTo>
                <a:lnTo>
                  <a:pt x="170032" y="33991"/>
                </a:lnTo>
                <a:lnTo>
                  <a:pt x="169463" y="34122"/>
                </a:lnTo>
                <a:lnTo>
                  <a:pt x="168904" y="34269"/>
                </a:lnTo>
                <a:lnTo>
                  <a:pt x="168356" y="34435"/>
                </a:lnTo>
                <a:lnTo>
                  <a:pt x="167818" y="34617"/>
                </a:lnTo>
                <a:lnTo>
                  <a:pt x="167291" y="34817"/>
                </a:lnTo>
                <a:lnTo>
                  <a:pt x="166775" y="35035"/>
                </a:lnTo>
                <a:lnTo>
                  <a:pt x="166269" y="35269"/>
                </a:lnTo>
                <a:lnTo>
                  <a:pt x="165774" y="35522"/>
                </a:lnTo>
                <a:lnTo>
                  <a:pt x="165290" y="35791"/>
                </a:lnTo>
                <a:lnTo>
                  <a:pt x="164816" y="36078"/>
                </a:lnTo>
                <a:lnTo>
                  <a:pt x="164353" y="36382"/>
                </a:lnTo>
                <a:lnTo>
                  <a:pt x="163901" y="36704"/>
                </a:lnTo>
                <a:lnTo>
                  <a:pt x="163459" y="37043"/>
                </a:lnTo>
                <a:lnTo>
                  <a:pt x="163028" y="37400"/>
                </a:lnTo>
                <a:lnTo>
                  <a:pt x="162607" y="37774"/>
                </a:lnTo>
                <a:lnTo>
                  <a:pt x="162197" y="38165"/>
                </a:lnTo>
                <a:lnTo>
                  <a:pt x="161798" y="38574"/>
                </a:lnTo>
                <a:lnTo>
                  <a:pt x="161412" y="38997"/>
                </a:lnTo>
                <a:lnTo>
                  <a:pt x="161042" y="39432"/>
                </a:lnTo>
                <a:lnTo>
                  <a:pt x="160689" y="39880"/>
                </a:lnTo>
                <a:lnTo>
                  <a:pt x="160353" y="40340"/>
                </a:lnTo>
                <a:lnTo>
                  <a:pt x="160033" y="40812"/>
                </a:lnTo>
                <a:lnTo>
                  <a:pt x="159729" y="41297"/>
                </a:lnTo>
                <a:lnTo>
                  <a:pt x="159442" y="41793"/>
                </a:lnTo>
                <a:lnTo>
                  <a:pt x="159171" y="42302"/>
                </a:lnTo>
                <a:lnTo>
                  <a:pt x="158916" y="42823"/>
                </a:lnTo>
                <a:lnTo>
                  <a:pt x="158678" y="43357"/>
                </a:lnTo>
                <a:lnTo>
                  <a:pt x="158457" y="43902"/>
                </a:lnTo>
                <a:lnTo>
                  <a:pt x="158251" y="44460"/>
                </a:lnTo>
                <a:lnTo>
                  <a:pt x="158063" y="45030"/>
                </a:lnTo>
                <a:lnTo>
                  <a:pt x="157890" y="45612"/>
                </a:lnTo>
                <a:lnTo>
                  <a:pt x="157734" y="46207"/>
                </a:lnTo>
                <a:lnTo>
                  <a:pt x="157595" y="46814"/>
                </a:lnTo>
                <a:lnTo>
                  <a:pt x="157472" y="47433"/>
                </a:lnTo>
                <a:lnTo>
                  <a:pt x="157433" y="47660"/>
                </a:lnTo>
                <a:lnTo>
                  <a:pt x="156697" y="47660"/>
                </a:lnTo>
                <a:lnTo>
                  <a:pt x="156651" y="47473"/>
                </a:lnTo>
                <a:close/>
                <a:moveTo>
                  <a:pt x="44908" y="139119"/>
                </a:moveTo>
                <a:lnTo>
                  <a:pt x="46293" y="139004"/>
                </a:lnTo>
                <a:lnTo>
                  <a:pt x="47654" y="138856"/>
                </a:lnTo>
                <a:lnTo>
                  <a:pt x="48991" y="138675"/>
                </a:lnTo>
                <a:lnTo>
                  <a:pt x="50304" y="138462"/>
                </a:lnTo>
                <a:lnTo>
                  <a:pt x="51593" y="138216"/>
                </a:lnTo>
                <a:lnTo>
                  <a:pt x="52859" y="137937"/>
                </a:lnTo>
                <a:lnTo>
                  <a:pt x="54101" y="137625"/>
                </a:lnTo>
                <a:lnTo>
                  <a:pt x="55319" y="137280"/>
                </a:lnTo>
                <a:lnTo>
                  <a:pt x="56513" y="136902"/>
                </a:lnTo>
                <a:lnTo>
                  <a:pt x="57683" y="136492"/>
                </a:lnTo>
                <a:lnTo>
                  <a:pt x="58830" y="136048"/>
                </a:lnTo>
                <a:lnTo>
                  <a:pt x="59952" y="135572"/>
                </a:lnTo>
                <a:lnTo>
                  <a:pt x="61051" y="135063"/>
                </a:lnTo>
                <a:lnTo>
                  <a:pt x="62126" y="134522"/>
                </a:lnTo>
                <a:lnTo>
                  <a:pt x="63177" y="133947"/>
                </a:lnTo>
                <a:lnTo>
                  <a:pt x="64205" y="133340"/>
                </a:lnTo>
                <a:lnTo>
                  <a:pt x="65208" y="132699"/>
                </a:lnTo>
                <a:lnTo>
                  <a:pt x="66188" y="132026"/>
                </a:lnTo>
                <a:lnTo>
                  <a:pt x="67144" y="131320"/>
                </a:lnTo>
                <a:lnTo>
                  <a:pt x="68076" y="130581"/>
                </a:lnTo>
                <a:lnTo>
                  <a:pt x="68984" y="129810"/>
                </a:lnTo>
                <a:lnTo>
                  <a:pt x="69862" y="129010"/>
                </a:lnTo>
                <a:lnTo>
                  <a:pt x="70706" y="128186"/>
                </a:lnTo>
                <a:lnTo>
                  <a:pt x="71513" y="127338"/>
                </a:lnTo>
                <a:lnTo>
                  <a:pt x="72286" y="126467"/>
                </a:lnTo>
                <a:lnTo>
                  <a:pt x="73023" y="125572"/>
                </a:lnTo>
                <a:lnTo>
                  <a:pt x="73724" y="124653"/>
                </a:lnTo>
                <a:lnTo>
                  <a:pt x="74390" y="123710"/>
                </a:lnTo>
                <a:lnTo>
                  <a:pt x="75021" y="122743"/>
                </a:lnTo>
                <a:lnTo>
                  <a:pt x="75616" y="121752"/>
                </a:lnTo>
                <a:lnTo>
                  <a:pt x="76176" y="120738"/>
                </a:lnTo>
                <a:lnTo>
                  <a:pt x="76701" y="119700"/>
                </a:lnTo>
                <a:lnTo>
                  <a:pt x="77190" y="118638"/>
                </a:lnTo>
                <a:lnTo>
                  <a:pt x="77643" y="117552"/>
                </a:lnTo>
                <a:lnTo>
                  <a:pt x="78062" y="116442"/>
                </a:lnTo>
                <a:lnTo>
                  <a:pt x="78445" y="115308"/>
                </a:lnTo>
                <a:lnTo>
                  <a:pt x="78792" y="114151"/>
                </a:lnTo>
                <a:lnTo>
                  <a:pt x="79104" y="112970"/>
                </a:lnTo>
                <a:lnTo>
                  <a:pt x="79381" y="111765"/>
                </a:lnTo>
                <a:lnTo>
                  <a:pt x="79622" y="110536"/>
                </a:lnTo>
                <a:lnTo>
                  <a:pt x="79828" y="109283"/>
                </a:lnTo>
                <a:lnTo>
                  <a:pt x="79998" y="108007"/>
                </a:lnTo>
                <a:lnTo>
                  <a:pt x="80133" y="106707"/>
                </a:lnTo>
                <a:lnTo>
                  <a:pt x="80233" y="105382"/>
                </a:lnTo>
                <a:lnTo>
                  <a:pt x="80297" y="104035"/>
                </a:lnTo>
                <a:lnTo>
                  <a:pt x="63605" y="104035"/>
                </a:lnTo>
                <a:lnTo>
                  <a:pt x="63549" y="104831"/>
                </a:lnTo>
                <a:lnTo>
                  <a:pt x="63474" y="105612"/>
                </a:lnTo>
                <a:lnTo>
                  <a:pt x="63380" y="106378"/>
                </a:lnTo>
                <a:lnTo>
                  <a:pt x="63268" y="107130"/>
                </a:lnTo>
                <a:lnTo>
                  <a:pt x="63136" y="107866"/>
                </a:lnTo>
                <a:lnTo>
                  <a:pt x="62985" y="108588"/>
                </a:lnTo>
                <a:lnTo>
                  <a:pt x="62816" y="109296"/>
                </a:lnTo>
                <a:lnTo>
                  <a:pt x="62627" y="109988"/>
                </a:lnTo>
                <a:lnTo>
                  <a:pt x="62419" y="110666"/>
                </a:lnTo>
                <a:lnTo>
                  <a:pt x="62192" y="111329"/>
                </a:lnTo>
                <a:lnTo>
                  <a:pt x="61947" y="111977"/>
                </a:lnTo>
                <a:lnTo>
                  <a:pt x="61682" y="112610"/>
                </a:lnTo>
                <a:lnTo>
                  <a:pt x="61398" y="113228"/>
                </a:lnTo>
                <a:lnTo>
                  <a:pt x="61095" y="113832"/>
                </a:lnTo>
                <a:lnTo>
                  <a:pt x="60774" y="114421"/>
                </a:lnTo>
                <a:lnTo>
                  <a:pt x="60433" y="114995"/>
                </a:lnTo>
                <a:lnTo>
                  <a:pt x="60073" y="115554"/>
                </a:lnTo>
                <a:lnTo>
                  <a:pt x="59694" y="116098"/>
                </a:lnTo>
                <a:lnTo>
                  <a:pt x="59297" y="116628"/>
                </a:lnTo>
                <a:lnTo>
                  <a:pt x="58880" y="117143"/>
                </a:lnTo>
                <a:lnTo>
                  <a:pt x="58444" y="117643"/>
                </a:lnTo>
                <a:lnTo>
                  <a:pt x="57989" y="118128"/>
                </a:lnTo>
                <a:lnTo>
                  <a:pt x="57516" y="118599"/>
                </a:lnTo>
                <a:lnTo>
                  <a:pt x="57023" y="119054"/>
                </a:lnTo>
                <a:lnTo>
                  <a:pt x="56513" y="119493"/>
                </a:lnTo>
                <a:lnTo>
                  <a:pt x="55988" y="119913"/>
                </a:lnTo>
                <a:lnTo>
                  <a:pt x="55448" y="120314"/>
                </a:lnTo>
                <a:lnTo>
                  <a:pt x="54893" y="120697"/>
                </a:lnTo>
                <a:lnTo>
                  <a:pt x="54322" y="121061"/>
                </a:lnTo>
                <a:lnTo>
                  <a:pt x="53737" y="121406"/>
                </a:lnTo>
                <a:lnTo>
                  <a:pt x="53136" y="121733"/>
                </a:lnTo>
                <a:lnTo>
                  <a:pt x="52521" y="122041"/>
                </a:lnTo>
                <a:lnTo>
                  <a:pt x="51890" y="122330"/>
                </a:lnTo>
                <a:lnTo>
                  <a:pt x="51244" y="122601"/>
                </a:lnTo>
                <a:lnTo>
                  <a:pt x="50583" y="122853"/>
                </a:lnTo>
                <a:lnTo>
                  <a:pt x="49906" y="123086"/>
                </a:lnTo>
                <a:lnTo>
                  <a:pt x="49215" y="123301"/>
                </a:lnTo>
                <a:lnTo>
                  <a:pt x="48508" y="123497"/>
                </a:lnTo>
                <a:lnTo>
                  <a:pt x="47787" y="123675"/>
                </a:lnTo>
                <a:lnTo>
                  <a:pt x="47050" y="123833"/>
                </a:lnTo>
                <a:lnTo>
                  <a:pt x="46298" y="123973"/>
                </a:lnTo>
                <a:lnTo>
                  <a:pt x="45531" y="124095"/>
                </a:lnTo>
                <a:lnTo>
                  <a:pt x="44749" y="124197"/>
                </a:lnTo>
                <a:lnTo>
                  <a:pt x="43952" y="124281"/>
                </a:lnTo>
                <a:lnTo>
                  <a:pt x="43139" y="124347"/>
                </a:lnTo>
                <a:lnTo>
                  <a:pt x="42312" y="124393"/>
                </a:lnTo>
                <a:lnTo>
                  <a:pt x="41469" y="124421"/>
                </a:lnTo>
                <a:lnTo>
                  <a:pt x="40611" y="124431"/>
                </a:lnTo>
                <a:lnTo>
                  <a:pt x="39707" y="124420"/>
                </a:lnTo>
                <a:lnTo>
                  <a:pt x="38818" y="124387"/>
                </a:lnTo>
                <a:lnTo>
                  <a:pt x="37945" y="124332"/>
                </a:lnTo>
                <a:lnTo>
                  <a:pt x="37087" y="124255"/>
                </a:lnTo>
                <a:lnTo>
                  <a:pt x="36245" y="124157"/>
                </a:lnTo>
                <a:lnTo>
                  <a:pt x="35418" y="124037"/>
                </a:lnTo>
                <a:lnTo>
                  <a:pt x="34607" y="123894"/>
                </a:lnTo>
                <a:lnTo>
                  <a:pt x="33811" y="123730"/>
                </a:lnTo>
                <a:lnTo>
                  <a:pt x="33030" y="123544"/>
                </a:lnTo>
                <a:lnTo>
                  <a:pt x="32265" y="123336"/>
                </a:lnTo>
                <a:lnTo>
                  <a:pt x="31516" y="123106"/>
                </a:lnTo>
                <a:lnTo>
                  <a:pt x="30782" y="122854"/>
                </a:lnTo>
                <a:lnTo>
                  <a:pt x="30063" y="122581"/>
                </a:lnTo>
                <a:lnTo>
                  <a:pt x="29360" y="122285"/>
                </a:lnTo>
                <a:lnTo>
                  <a:pt x="28672" y="121968"/>
                </a:lnTo>
                <a:lnTo>
                  <a:pt x="28000" y="121629"/>
                </a:lnTo>
                <a:lnTo>
                  <a:pt x="27343" y="121267"/>
                </a:lnTo>
                <a:lnTo>
                  <a:pt x="26701" y="120884"/>
                </a:lnTo>
                <a:lnTo>
                  <a:pt x="26075" y="120479"/>
                </a:lnTo>
                <a:lnTo>
                  <a:pt x="25465" y="120052"/>
                </a:lnTo>
                <a:lnTo>
                  <a:pt x="24870" y="119604"/>
                </a:lnTo>
                <a:lnTo>
                  <a:pt x="24290" y="119133"/>
                </a:lnTo>
                <a:lnTo>
                  <a:pt x="23726" y="118641"/>
                </a:lnTo>
                <a:lnTo>
                  <a:pt x="23178" y="118126"/>
                </a:lnTo>
                <a:lnTo>
                  <a:pt x="22648" y="117592"/>
                </a:lnTo>
                <a:lnTo>
                  <a:pt x="22141" y="117039"/>
                </a:lnTo>
                <a:lnTo>
                  <a:pt x="21657" y="116469"/>
                </a:lnTo>
                <a:lnTo>
                  <a:pt x="21195" y="115880"/>
                </a:lnTo>
                <a:lnTo>
                  <a:pt x="20756" y="115274"/>
                </a:lnTo>
                <a:lnTo>
                  <a:pt x="20339" y="114649"/>
                </a:lnTo>
                <a:lnTo>
                  <a:pt x="19945" y="114007"/>
                </a:lnTo>
                <a:lnTo>
                  <a:pt x="19573" y="113346"/>
                </a:lnTo>
                <a:lnTo>
                  <a:pt x="19224" y="112668"/>
                </a:lnTo>
                <a:lnTo>
                  <a:pt x="18897" y="111971"/>
                </a:lnTo>
                <a:lnTo>
                  <a:pt x="18593" y="111256"/>
                </a:lnTo>
                <a:lnTo>
                  <a:pt x="18311" y="110524"/>
                </a:lnTo>
                <a:lnTo>
                  <a:pt x="18052" y="109773"/>
                </a:lnTo>
                <a:lnTo>
                  <a:pt x="17816" y="109004"/>
                </a:lnTo>
                <a:lnTo>
                  <a:pt x="17602" y="108217"/>
                </a:lnTo>
                <a:lnTo>
                  <a:pt x="17410" y="107412"/>
                </a:lnTo>
                <a:lnTo>
                  <a:pt x="17241" y="106590"/>
                </a:lnTo>
                <a:lnTo>
                  <a:pt x="17095" y="105749"/>
                </a:lnTo>
                <a:lnTo>
                  <a:pt x="16971" y="104890"/>
                </a:lnTo>
                <a:lnTo>
                  <a:pt x="16869" y="104013"/>
                </a:lnTo>
                <a:lnTo>
                  <a:pt x="16791" y="103118"/>
                </a:lnTo>
                <a:lnTo>
                  <a:pt x="16734" y="102205"/>
                </a:lnTo>
                <a:lnTo>
                  <a:pt x="16700" y="101274"/>
                </a:lnTo>
                <a:lnTo>
                  <a:pt x="16689" y="100325"/>
                </a:lnTo>
                <a:lnTo>
                  <a:pt x="16689" y="72323"/>
                </a:lnTo>
                <a:lnTo>
                  <a:pt x="16700" y="71374"/>
                </a:lnTo>
                <a:lnTo>
                  <a:pt x="16734" y="70443"/>
                </a:lnTo>
                <a:lnTo>
                  <a:pt x="16791" y="69531"/>
                </a:lnTo>
                <a:lnTo>
                  <a:pt x="16869" y="68637"/>
                </a:lnTo>
                <a:lnTo>
                  <a:pt x="16971" y="67762"/>
                </a:lnTo>
                <a:lnTo>
                  <a:pt x="17095" y="66905"/>
                </a:lnTo>
                <a:lnTo>
                  <a:pt x="17241" y="66066"/>
                </a:lnTo>
                <a:lnTo>
                  <a:pt x="17410" y="65246"/>
                </a:lnTo>
                <a:lnTo>
                  <a:pt x="17602" y="64443"/>
                </a:lnTo>
                <a:lnTo>
                  <a:pt x="17816" y="63660"/>
                </a:lnTo>
                <a:lnTo>
                  <a:pt x="18052" y="62894"/>
                </a:lnTo>
                <a:lnTo>
                  <a:pt x="18311" y="62147"/>
                </a:lnTo>
                <a:lnTo>
                  <a:pt x="18593" y="61419"/>
                </a:lnTo>
                <a:lnTo>
                  <a:pt x="18897" y="60708"/>
                </a:lnTo>
                <a:lnTo>
                  <a:pt x="19224" y="60016"/>
                </a:lnTo>
                <a:lnTo>
                  <a:pt x="19573" y="59343"/>
                </a:lnTo>
                <a:lnTo>
                  <a:pt x="19945" y="58688"/>
                </a:lnTo>
                <a:lnTo>
                  <a:pt x="20339" y="58051"/>
                </a:lnTo>
                <a:lnTo>
                  <a:pt x="20756" y="57432"/>
                </a:lnTo>
                <a:lnTo>
                  <a:pt x="21195" y="56832"/>
                </a:lnTo>
                <a:lnTo>
                  <a:pt x="21657" y="56250"/>
                </a:lnTo>
                <a:lnTo>
                  <a:pt x="22141" y="55687"/>
                </a:lnTo>
                <a:lnTo>
                  <a:pt x="22648" y="55142"/>
                </a:lnTo>
                <a:lnTo>
                  <a:pt x="23178" y="54615"/>
                </a:lnTo>
                <a:lnTo>
                  <a:pt x="23726" y="54108"/>
                </a:lnTo>
                <a:lnTo>
                  <a:pt x="24290" y="53622"/>
                </a:lnTo>
                <a:lnTo>
                  <a:pt x="24870" y="53158"/>
                </a:lnTo>
                <a:lnTo>
                  <a:pt x="25465" y="52716"/>
                </a:lnTo>
                <a:lnTo>
                  <a:pt x="26075" y="52295"/>
                </a:lnTo>
                <a:lnTo>
                  <a:pt x="26701" y="51896"/>
                </a:lnTo>
                <a:lnTo>
                  <a:pt x="27343" y="51519"/>
                </a:lnTo>
                <a:lnTo>
                  <a:pt x="28000" y="51163"/>
                </a:lnTo>
                <a:lnTo>
                  <a:pt x="28672" y="50828"/>
                </a:lnTo>
                <a:lnTo>
                  <a:pt x="29360" y="50515"/>
                </a:lnTo>
                <a:lnTo>
                  <a:pt x="30063" y="50224"/>
                </a:lnTo>
                <a:lnTo>
                  <a:pt x="30782" y="49954"/>
                </a:lnTo>
                <a:lnTo>
                  <a:pt x="31516" y="49706"/>
                </a:lnTo>
                <a:lnTo>
                  <a:pt x="32265" y="49480"/>
                </a:lnTo>
                <a:lnTo>
                  <a:pt x="33030" y="49275"/>
                </a:lnTo>
                <a:lnTo>
                  <a:pt x="33811" y="49091"/>
                </a:lnTo>
                <a:lnTo>
                  <a:pt x="34607" y="48930"/>
                </a:lnTo>
                <a:lnTo>
                  <a:pt x="35418" y="48789"/>
                </a:lnTo>
                <a:lnTo>
                  <a:pt x="36245" y="48671"/>
                </a:lnTo>
                <a:lnTo>
                  <a:pt x="37087" y="48574"/>
                </a:lnTo>
                <a:lnTo>
                  <a:pt x="37945" y="48498"/>
                </a:lnTo>
                <a:lnTo>
                  <a:pt x="38818" y="48444"/>
                </a:lnTo>
                <a:lnTo>
                  <a:pt x="39707" y="48412"/>
                </a:lnTo>
                <a:lnTo>
                  <a:pt x="40611" y="48401"/>
                </a:lnTo>
                <a:lnTo>
                  <a:pt x="41469" y="48410"/>
                </a:lnTo>
                <a:lnTo>
                  <a:pt x="42312" y="48438"/>
                </a:lnTo>
                <a:lnTo>
                  <a:pt x="43139" y="48484"/>
                </a:lnTo>
                <a:lnTo>
                  <a:pt x="43952" y="48548"/>
                </a:lnTo>
                <a:lnTo>
                  <a:pt x="44749" y="48630"/>
                </a:lnTo>
                <a:lnTo>
                  <a:pt x="45531" y="48731"/>
                </a:lnTo>
                <a:lnTo>
                  <a:pt x="46298" y="48851"/>
                </a:lnTo>
                <a:lnTo>
                  <a:pt x="47050" y="48988"/>
                </a:lnTo>
                <a:lnTo>
                  <a:pt x="47787" y="49144"/>
                </a:lnTo>
                <a:lnTo>
                  <a:pt x="48508" y="49319"/>
                </a:lnTo>
                <a:lnTo>
                  <a:pt x="49215" y="49511"/>
                </a:lnTo>
                <a:lnTo>
                  <a:pt x="49906" y="49722"/>
                </a:lnTo>
                <a:lnTo>
                  <a:pt x="50583" y="49952"/>
                </a:lnTo>
                <a:lnTo>
                  <a:pt x="51244" y="50200"/>
                </a:lnTo>
                <a:lnTo>
                  <a:pt x="51890" y="50466"/>
                </a:lnTo>
                <a:lnTo>
                  <a:pt x="52521" y="50750"/>
                </a:lnTo>
                <a:lnTo>
                  <a:pt x="53136" y="51053"/>
                </a:lnTo>
                <a:lnTo>
                  <a:pt x="53737" y="51374"/>
                </a:lnTo>
                <a:lnTo>
                  <a:pt x="54322" y="51714"/>
                </a:lnTo>
                <a:lnTo>
                  <a:pt x="54893" y="52072"/>
                </a:lnTo>
                <a:lnTo>
                  <a:pt x="55448" y="52448"/>
                </a:lnTo>
                <a:lnTo>
                  <a:pt x="55988" y="52842"/>
                </a:lnTo>
                <a:lnTo>
                  <a:pt x="56513" y="53255"/>
                </a:lnTo>
                <a:lnTo>
                  <a:pt x="57023" y="53687"/>
                </a:lnTo>
                <a:lnTo>
                  <a:pt x="57516" y="54135"/>
                </a:lnTo>
                <a:lnTo>
                  <a:pt x="57989" y="54599"/>
                </a:lnTo>
                <a:lnTo>
                  <a:pt x="58444" y="55079"/>
                </a:lnTo>
                <a:lnTo>
                  <a:pt x="58880" y="55574"/>
                </a:lnTo>
                <a:lnTo>
                  <a:pt x="59297" y="56085"/>
                </a:lnTo>
                <a:lnTo>
                  <a:pt x="59694" y="56612"/>
                </a:lnTo>
                <a:lnTo>
                  <a:pt x="60073" y="57155"/>
                </a:lnTo>
                <a:lnTo>
                  <a:pt x="60433" y="57714"/>
                </a:lnTo>
                <a:lnTo>
                  <a:pt x="60774" y="58288"/>
                </a:lnTo>
                <a:lnTo>
                  <a:pt x="61095" y="58879"/>
                </a:lnTo>
                <a:lnTo>
                  <a:pt x="61398" y="59485"/>
                </a:lnTo>
                <a:lnTo>
                  <a:pt x="61682" y="60106"/>
                </a:lnTo>
                <a:lnTo>
                  <a:pt x="61947" y="60744"/>
                </a:lnTo>
                <a:lnTo>
                  <a:pt x="62192" y="61397"/>
                </a:lnTo>
                <a:lnTo>
                  <a:pt x="62419" y="62067"/>
                </a:lnTo>
                <a:lnTo>
                  <a:pt x="62627" y="62752"/>
                </a:lnTo>
                <a:lnTo>
                  <a:pt x="62816" y="63452"/>
                </a:lnTo>
                <a:lnTo>
                  <a:pt x="62985" y="64169"/>
                </a:lnTo>
                <a:lnTo>
                  <a:pt x="63136" y="64901"/>
                </a:lnTo>
                <a:lnTo>
                  <a:pt x="63268" y="65649"/>
                </a:lnTo>
                <a:lnTo>
                  <a:pt x="63380" y="66413"/>
                </a:lnTo>
                <a:lnTo>
                  <a:pt x="63474" y="67193"/>
                </a:lnTo>
                <a:lnTo>
                  <a:pt x="63549" y="67989"/>
                </a:lnTo>
                <a:lnTo>
                  <a:pt x="63605" y="68800"/>
                </a:lnTo>
                <a:lnTo>
                  <a:pt x="80297" y="68800"/>
                </a:lnTo>
                <a:lnTo>
                  <a:pt x="80233" y="67452"/>
                </a:lnTo>
                <a:lnTo>
                  <a:pt x="80133" y="66128"/>
                </a:lnTo>
                <a:lnTo>
                  <a:pt x="79998" y="64827"/>
                </a:lnTo>
                <a:lnTo>
                  <a:pt x="79828" y="63551"/>
                </a:lnTo>
                <a:lnTo>
                  <a:pt x="79622" y="62298"/>
                </a:lnTo>
                <a:lnTo>
                  <a:pt x="79381" y="61069"/>
                </a:lnTo>
                <a:lnTo>
                  <a:pt x="79104" y="59864"/>
                </a:lnTo>
                <a:lnTo>
                  <a:pt x="78792" y="58683"/>
                </a:lnTo>
                <a:lnTo>
                  <a:pt x="78445" y="57526"/>
                </a:lnTo>
                <a:lnTo>
                  <a:pt x="78062" y="56392"/>
                </a:lnTo>
                <a:lnTo>
                  <a:pt x="77643" y="55283"/>
                </a:lnTo>
                <a:lnTo>
                  <a:pt x="77190" y="54197"/>
                </a:lnTo>
                <a:lnTo>
                  <a:pt x="76701" y="53135"/>
                </a:lnTo>
                <a:lnTo>
                  <a:pt x="76176" y="52097"/>
                </a:lnTo>
                <a:lnTo>
                  <a:pt x="75616" y="51082"/>
                </a:lnTo>
                <a:lnTo>
                  <a:pt x="75021" y="50092"/>
                </a:lnTo>
                <a:lnTo>
                  <a:pt x="74390" y="49125"/>
                </a:lnTo>
                <a:lnTo>
                  <a:pt x="73724" y="48182"/>
                </a:lnTo>
                <a:lnTo>
                  <a:pt x="73023" y="47263"/>
                </a:lnTo>
                <a:lnTo>
                  <a:pt x="72286" y="46367"/>
                </a:lnTo>
                <a:lnTo>
                  <a:pt x="71513" y="45496"/>
                </a:lnTo>
                <a:lnTo>
                  <a:pt x="70706" y="44648"/>
                </a:lnTo>
                <a:lnTo>
                  <a:pt x="69862" y="43825"/>
                </a:lnTo>
                <a:lnTo>
                  <a:pt x="68984" y="43025"/>
                </a:lnTo>
                <a:lnTo>
                  <a:pt x="68076" y="42253"/>
                </a:lnTo>
                <a:lnTo>
                  <a:pt x="67144" y="41514"/>
                </a:lnTo>
                <a:lnTo>
                  <a:pt x="66188" y="40808"/>
                </a:lnTo>
                <a:lnTo>
                  <a:pt x="65208" y="40134"/>
                </a:lnTo>
                <a:lnTo>
                  <a:pt x="64205" y="39494"/>
                </a:lnTo>
                <a:lnTo>
                  <a:pt x="63177" y="38886"/>
                </a:lnTo>
                <a:lnTo>
                  <a:pt x="62126" y="38311"/>
                </a:lnTo>
                <a:lnTo>
                  <a:pt x="61051" y="37769"/>
                </a:lnTo>
                <a:lnTo>
                  <a:pt x="59952" y="37260"/>
                </a:lnTo>
                <a:lnTo>
                  <a:pt x="58830" y="36784"/>
                </a:lnTo>
                <a:lnTo>
                  <a:pt x="57683" y="36341"/>
                </a:lnTo>
                <a:lnTo>
                  <a:pt x="56513" y="35930"/>
                </a:lnTo>
                <a:lnTo>
                  <a:pt x="55319" y="35552"/>
                </a:lnTo>
                <a:lnTo>
                  <a:pt x="54101" y="35207"/>
                </a:lnTo>
                <a:lnTo>
                  <a:pt x="52859" y="34895"/>
                </a:lnTo>
                <a:lnTo>
                  <a:pt x="51593" y="34616"/>
                </a:lnTo>
                <a:lnTo>
                  <a:pt x="50304" y="34370"/>
                </a:lnTo>
                <a:lnTo>
                  <a:pt x="48991" y="34156"/>
                </a:lnTo>
                <a:lnTo>
                  <a:pt x="47654" y="33976"/>
                </a:lnTo>
                <a:lnTo>
                  <a:pt x="46293" y="33828"/>
                </a:lnTo>
                <a:lnTo>
                  <a:pt x="44908" y="33713"/>
                </a:lnTo>
                <a:lnTo>
                  <a:pt x="43500" y="33631"/>
                </a:lnTo>
                <a:lnTo>
                  <a:pt x="42067" y="33582"/>
                </a:lnTo>
                <a:lnTo>
                  <a:pt x="40611" y="33565"/>
                </a:lnTo>
                <a:lnTo>
                  <a:pt x="39596" y="33573"/>
                </a:lnTo>
                <a:lnTo>
                  <a:pt x="38593" y="33597"/>
                </a:lnTo>
                <a:lnTo>
                  <a:pt x="37599" y="33638"/>
                </a:lnTo>
                <a:lnTo>
                  <a:pt x="36617" y="33694"/>
                </a:lnTo>
                <a:lnTo>
                  <a:pt x="35645" y="33766"/>
                </a:lnTo>
                <a:lnTo>
                  <a:pt x="34683" y="33855"/>
                </a:lnTo>
                <a:lnTo>
                  <a:pt x="33732" y="33960"/>
                </a:lnTo>
                <a:lnTo>
                  <a:pt x="32792" y="34080"/>
                </a:lnTo>
                <a:lnTo>
                  <a:pt x="31862" y="34217"/>
                </a:lnTo>
                <a:lnTo>
                  <a:pt x="30944" y="34370"/>
                </a:lnTo>
                <a:lnTo>
                  <a:pt x="30035" y="34539"/>
                </a:lnTo>
                <a:lnTo>
                  <a:pt x="29138" y="34725"/>
                </a:lnTo>
                <a:lnTo>
                  <a:pt x="28250" y="34926"/>
                </a:lnTo>
                <a:lnTo>
                  <a:pt x="27374" y="35143"/>
                </a:lnTo>
                <a:lnTo>
                  <a:pt x="26508" y="35377"/>
                </a:lnTo>
                <a:lnTo>
                  <a:pt x="25653" y="35626"/>
                </a:lnTo>
                <a:lnTo>
                  <a:pt x="24808" y="35892"/>
                </a:lnTo>
                <a:lnTo>
                  <a:pt x="23974" y="36174"/>
                </a:lnTo>
                <a:lnTo>
                  <a:pt x="23151" y="36472"/>
                </a:lnTo>
                <a:lnTo>
                  <a:pt x="22338" y="36786"/>
                </a:lnTo>
                <a:lnTo>
                  <a:pt x="21536" y="37116"/>
                </a:lnTo>
                <a:lnTo>
                  <a:pt x="20745" y="37462"/>
                </a:lnTo>
                <a:lnTo>
                  <a:pt x="19964" y="37825"/>
                </a:lnTo>
                <a:lnTo>
                  <a:pt x="19193" y="38203"/>
                </a:lnTo>
                <a:lnTo>
                  <a:pt x="18436" y="38596"/>
                </a:lnTo>
                <a:lnTo>
                  <a:pt x="17693" y="39004"/>
                </a:lnTo>
                <a:lnTo>
                  <a:pt x="16964" y="39425"/>
                </a:lnTo>
                <a:lnTo>
                  <a:pt x="16250" y="39861"/>
                </a:lnTo>
                <a:lnTo>
                  <a:pt x="15550" y="40311"/>
                </a:lnTo>
                <a:lnTo>
                  <a:pt x="14864" y="40775"/>
                </a:lnTo>
                <a:lnTo>
                  <a:pt x="14194" y="41254"/>
                </a:lnTo>
                <a:lnTo>
                  <a:pt x="13537" y="41746"/>
                </a:lnTo>
                <a:lnTo>
                  <a:pt x="12895" y="42253"/>
                </a:lnTo>
                <a:lnTo>
                  <a:pt x="12268" y="42774"/>
                </a:lnTo>
                <a:lnTo>
                  <a:pt x="11655" y="43309"/>
                </a:lnTo>
                <a:lnTo>
                  <a:pt x="11057" y="43858"/>
                </a:lnTo>
                <a:lnTo>
                  <a:pt x="10473" y="44421"/>
                </a:lnTo>
                <a:lnTo>
                  <a:pt x="9903" y="44999"/>
                </a:lnTo>
                <a:lnTo>
                  <a:pt x="9349" y="45591"/>
                </a:lnTo>
                <a:lnTo>
                  <a:pt x="8808" y="46196"/>
                </a:lnTo>
                <a:lnTo>
                  <a:pt x="8282" y="46816"/>
                </a:lnTo>
                <a:lnTo>
                  <a:pt x="7771" y="47451"/>
                </a:lnTo>
                <a:lnTo>
                  <a:pt x="7274" y="48099"/>
                </a:lnTo>
                <a:lnTo>
                  <a:pt x="6791" y="48761"/>
                </a:lnTo>
                <a:lnTo>
                  <a:pt x="6323" y="49438"/>
                </a:lnTo>
                <a:lnTo>
                  <a:pt x="5869" y="50129"/>
                </a:lnTo>
                <a:lnTo>
                  <a:pt x="5430" y="50834"/>
                </a:lnTo>
                <a:lnTo>
                  <a:pt x="5006" y="51553"/>
                </a:lnTo>
                <a:lnTo>
                  <a:pt x="4597" y="52286"/>
                </a:lnTo>
                <a:lnTo>
                  <a:pt x="4206" y="53030"/>
                </a:lnTo>
                <a:lnTo>
                  <a:pt x="3832" y="53787"/>
                </a:lnTo>
                <a:lnTo>
                  <a:pt x="3476" y="54556"/>
                </a:lnTo>
                <a:lnTo>
                  <a:pt x="3137" y="55337"/>
                </a:lnTo>
                <a:lnTo>
                  <a:pt x="2816" y="56131"/>
                </a:lnTo>
                <a:lnTo>
                  <a:pt x="2512" y="56937"/>
                </a:lnTo>
                <a:lnTo>
                  <a:pt x="2225" y="57755"/>
                </a:lnTo>
                <a:lnTo>
                  <a:pt x="1955" y="58585"/>
                </a:lnTo>
                <a:lnTo>
                  <a:pt x="1703" y="59428"/>
                </a:lnTo>
                <a:lnTo>
                  <a:pt x="1469" y="60282"/>
                </a:lnTo>
                <a:lnTo>
                  <a:pt x="1251" y="61149"/>
                </a:lnTo>
                <a:lnTo>
                  <a:pt x="1052" y="62028"/>
                </a:lnTo>
                <a:lnTo>
                  <a:pt x="869" y="62920"/>
                </a:lnTo>
                <a:lnTo>
                  <a:pt x="704" y="63823"/>
                </a:lnTo>
                <a:lnTo>
                  <a:pt x="556" y="64739"/>
                </a:lnTo>
                <a:lnTo>
                  <a:pt x="426" y="65667"/>
                </a:lnTo>
                <a:lnTo>
                  <a:pt x="313" y="66608"/>
                </a:lnTo>
                <a:lnTo>
                  <a:pt x="217" y="67560"/>
                </a:lnTo>
                <a:lnTo>
                  <a:pt x="139" y="68525"/>
                </a:lnTo>
                <a:lnTo>
                  <a:pt x="78" y="69502"/>
                </a:lnTo>
                <a:lnTo>
                  <a:pt x="35" y="70491"/>
                </a:lnTo>
                <a:lnTo>
                  <a:pt x="9" y="71493"/>
                </a:lnTo>
                <a:lnTo>
                  <a:pt x="0" y="72507"/>
                </a:lnTo>
                <a:lnTo>
                  <a:pt x="0" y="100325"/>
                </a:lnTo>
                <a:lnTo>
                  <a:pt x="9" y="101324"/>
                </a:lnTo>
                <a:lnTo>
                  <a:pt x="35" y="102311"/>
                </a:lnTo>
                <a:lnTo>
                  <a:pt x="78" y="103288"/>
                </a:lnTo>
                <a:lnTo>
                  <a:pt x="139" y="104253"/>
                </a:lnTo>
                <a:lnTo>
                  <a:pt x="217" y="105207"/>
                </a:lnTo>
                <a:lnTo>
                  <a:pt x="313" y="106149"/>
                </a:lnTo>
                <a:lnTo>
                  <a:pt x="426" y="107080"/>
                </a:lnTo>
                <a:lnTo>
                  <a:pt x="556" y="108000"/>
                </a:lnTo>
                <a:lnTo>
                  <a:pt x="704" y="108909"/>
                </a:lnTo>
                <a:lnTo>
                  <a:pt x="869" y="109807"/>
                </a:lnTo>
                <a:lnTo>
                  <a:pt x="1052" y="110693"/>
                </a:lnTo>
                <a:lnTo>
                  <a:pt x="1251" y="111568"/>
                </a:lnTo>
                <a:lnTo>
                  <a:pt x="1469" y="112431"/>
                </a:lnTo>
                <a:lnTo>
                  <a:pt x="1703" y="113284"/>
                </a:lnTo>
                <a:lnTo>
                  <a:pt x="1955" y="114125"/>
                </a:lnTo>
                <a:lnTo>
                  <a:pt x="2225" y="114955"/>
                </a:lnTo>
                <a:lnTo>
                  <a:pt x="2512" y="115773"/>
                </a:lnTo>
                <a:lnTo>
                  <a:pt x="2816" y="116581"/>
                </a:lnTo>
                <a:lnTo>
                  <a:pt x="3137" y="117377"/>
                </a:lnTo>
                <a:lnTo>
                  <a:pt x="3476" y="118161"/>
                </a:lnTo>
                <a:lnTo>
                  <a:pt x="3832" y="118935"/>
                </a:lnTo>
                <a:lnTo>
                  <a:pt x="4206" y="119697"/>
                </a:lnTo>
                <a:lnTo>
                  <a:pt x="4597" y="120448"/>
                </a:lnTo>
                <a:lnTo>
                  <a:pt x="5006" y="121188"/>
                </a:lnTo>
                <a:lnTo>
                  <a:pt x="5430" y="121915"/>
                </a:lnTo>
                <a:lnTo>
                  <a:pt x="5869" y="122627"/>
                </a:lnTo>
                <a:lnTo>
                  <a:pt x="6323" y="123325"/>
                </a:lnTo>
                <a:lnTo>
                  <a:pt x="6791" y="124008"/>
                </a:lnTo>
                <a:lnTo>
                  <a:pt x="7274" y="124677"/>
                </a:lnTo>
                <a:lnTo>
                  <a:pt x="7771" y="125331"/>
                </a:lnTo>
                <a:lnTo>
                  <a:pt x="8282" y="125971"/>
                </a:lnTo>
                <a:lnTo>
                  <a:pt x="8808" y="126597"/>
                </a:lnTo>
                <a:lnTo>
                  <a:pt x="9349" y="127207"/>
                </a:lnTo>
                <a:lnTo>
                  <a:pt x="9903" y="127804"/>
                </a:lnTo>
                <a:lnTo>
                  <a:pt x="10473" y="128386"/>
                </a:lnTo>
                <a:lnTo>
                  <a:pt x="11057" y="128953"/>
                </a:lnTo>
                <a:lnTo>
                  <a:pt x="11655" y="129506"/>
                </a:lnTo>
                <a:lnTo>
                  <a:pt x="12268" y="130044"/>
                </a:lnTo>
                <a:lnTo>
                  <a:pt x="12895" y="130568"/>
                </a:lnTo>
                <a:lnTo>
                  <a:pt x="13537" y="131078"/>
                </a:lnTo>
                <a:lnTo>
                  <a:pt x="14194" y="131573"/>
                </a:lnTo>
                <a:lnTo>
                  <a:pt x="14864" y="132053"/>
                </a:lnTo>
                <a:lnTo>
                  <a:pt x="15550" y="132519"/>
                </a:lnTo>
                <a:lnTo>
                  <a:pt x="16250" y="132971"/>
                </a:lnTo>
                <a:lnTo>
                  <a:pt x="16964" y="133407"/>
                </a:lnTo>
                <a:lnTo>
                  <a:pt x="17693" y="133830"/>
                </a:lnTo>
                <a:lnTo>
                  <a:pt x="18436" y="134238"/>
                </a:lnTo>
                <a:lnTo>
                  <a:pt x="19193" y="134631"/>
                </a:lnTo>
                <a:lnTo>
                  <a:pt x="19964" y="135010"/>
                </a:lnTo>
                <a:lnTo>
                  <a:pt x="20745" y="135372"/>
                </a:lnTo>
                <a:lnTo>
                  <a:pt x="21536" y="135718"/>
                </a:lnTo>
                <a:lnTo>
                  <a:pt x="22338" y="136048"/>
                </a:lnTo>
                <a:lnTo>
                  <a:pt x="23151" y="136361"/>
                </a:lnTo>
                <a:lnTo>
                  <a:pt x="23974" y="136659"/>
                </a:lnTo>
                <a:lnTo>
                  <a:pt x="24808" y="136941"/>
                </a:lnTo>
                <a:lnTo>
                  <a:pt x="25653" y="137206"/>
                </a:lnTo>
                <a:lnTo>
                  <a:pt x="26508" y="137456"/>
                </a:lnTo>
                <a:lnTo>
                  <a:pt x="27374" y="137689"/>
                </a:lnTo>
                <a:lnTo>
                  <a:pt x="28250" y="137906"/>
                </a:lnTo>
                <a:lnTo>
                  <a:pt x="29138" y="138108"/>
                </a:lnTo>
                <a:lnTo>
                  <a:pt x="30035" y="138293"/>
                </a:lnTo>
                <a:lnTo>
                  <a:pt x="30944" y="138462"/>
                </a:lnTo>
                <a:lnTo>
                  <a:pt x="31862" y="138615"/>
                </a:lnTo>
                <a:lnTo>
                  <a:pt x="32792" y="138751"/>
                </a:lnTo>
                <a:lnTo>
                  <a:pt x="33732" y="138872"/>
                </a:lnTo>
                <a:lnTo>
                  <a:pt x="34683" y="138977"/>
                </a:lnTo>
                <a:lnTo>
                  <a:pt x="35645" y="139065"/>
                </a:lnTo>
                <a:lnTo>
                  <a:pt x="36617" y="139138"/>
                </a:lnTo>
                <a:lnTo>
                  <a:pt x="37599" y="139194"/>
                </a:lnTo>
                <a:lnTo>
                  <a:pt x="38593" y="139234"/>
                </a:lnTo>
                <a:lnTo>
                  <a:pt x="39596" y="139258"/>
                </a:lnTo>
                <a:lnTo>
                  <a:pt x="40611" y="139266"/>
                </a:lnTo>
                <a:lnTo>
                  <a:pt x="42067" y="139250"/>
                </a:lnTo>
                <a:lnTo>
                  <a:pt x="43500" y="139201"/>
                </a:lnTo>
                <a:lnTo>
                  <a:pt x="44908" y="139119"/>
                </a:lnTo>
                <a:close/>
                <a:moveTo>
                  <a:pt x="488990" y="139138"/>
                </a:moveTo>
                <a:lnTo>
                  <a:pt x="489977" y="139065"/>
                </a:lnTo>
                <a:lnTo>
                  <a:pt x="490954" y="138977"/>
                </a:lnTo>
                <a:lnTo>
                  <a:pt x="491921" y="138872"/>
                </a:lnTo>
                <a:lnTo>
                  <a:pt x="492876" y="138751"/>
                </a:lnTo>
                <a:lnTo>
                  <a:pt x="493821" y="138615"/>
                </a:lnTo>
                <a:lnTo>
                  <a:pt x="494756" y="138462"/>
                </a:lnTo>
                <a:lnTo>
                  <a:pt x="495679" y="138293"/>
                </a:lnTo>
                <a:lnTo>
                  <a:pt x="496593" y="138108"/>
                </a:lnTo>
                <a:lnTo>
                  <a:pt x="497495" y="137906"/>
                </a:lnTo>
                <a:lnTo>
                  <a:pt x="498387" y="137689"/>
                </a:lnTo>
                <a:lnTo>
                  <a:pt x="499268" y="137456"/>
                </a:lnTo>
                <a:lnTo>
                  <a:pt x="500139" y="137206"/>
                </a:lnTo>
                <a:lnTo>
                  <a:pt x="500999" y="136941"/>
                </a:lnTo>
                <a:lnTo>
                  <a:pt x="501848" y="136659"/>
                </a:lnTo>
                <a:lnTo>
                  <a:pt x="502687" y="136361"/>
                </a:lnTo>
                <a:lnTo>
                  <a:pt x="503515" y="136048"/>
                </a:lnTo>
                <a:lnTo>
                  <a:pt x="504333" y="135718"/>
                </a:lnTo>
                <a:lnTo>
                  <a:pt x="505140" y="135372"/>
                </a:lnTo>
                <a:lnTo>
                  <a:pt x="505936" y="135010"/>
                </a:lnTo>
                <a:lnTo>
                  <a:pt x="506721" y="134631"/>
                </a:lnTo>
                <a:lnTo>
                  <a:pt x="507495" y="134239"/>
                </a:lnTo>
                <a:lnTo>
                  <a:pt x="508253" y="133833"/>
                </a:lnTo>
                <a:lnTo>
                  <a:pt x="508998" y="133415"/>
                </a:lnTo>
                <a:lnTo>
                  <a:pt x="509727" y="132983"/>
                </a:lnTo>
                <a:lnTo>
                  <a:pt x="510443" y="132539"/>
                </a:lnTo>
                <a:lnTo>
                  <a:pt x="511144" y="132082"/>
                </a:lnTo>
                <a:lnTo>
                  <a:pt x="511830" y="131612"/>
                </a:lnTo>
                <a:lnTo>
                  <a:pt x="512502" y="131129"/>
                </a:lnTo>
                <a:lnTo>
                  <a:pt x="513159" y="130634"/>
                </a:lnTo>
                <a:lnTo>
                  <a:pt x="513802" y="130125"/>
                </a:lnTo>
                <a:lnTo>
                  <a:pt x="514430" y="129603"/>
                </a:lnTo>
                <a:lnTo>
                  <a:pt x="515044" y="129069"/>
                </a:lnTo>
                <a:lnTo>
                  <a:pt x="515643" y="128522"/>
                </a:lnTo>
                <a:lnTo>
                  <a:pt x="516228" y="127962"/>
                </a:lnTo>
                <a:lnTo>
                  <a:pt x="516799" y="127389"/>
                </a:lnTo>
                <a:lnTo>
                  <a:pt x="517354" y="126803"/>
                </a:lnTo>
                <a:lnTo>
                  <a:pt x="517896" y="126204"/>
                </a:lnTo>
                <a:lnTo>
                  <a:pt x="518423" y="125592"/>
                </a:lnTo>
                <a:lnTo>
                  <a:pt x="518935" y="124968"/>
                </a:lnTo>
                <a:lnTo>
                  <a:pt x="519433" y="124330"/>
                </a:lnTo>
                <a:lnTo>
                  <a:pt x="519917" y="123680"/>
                </a:lnTo>
                <a:lnTo>
                  <a:pt x="520385" y="123017"/>
                </a:lnTo>
                <a:lnTo>
                  <a:pt x="520840" y="122341"/>
                </a:lnTo>
                <a:lnTo>
                  <a:pt x="521280" y="121652"/>
                </a:lnTo>
                <a:lnTo>
                  <a:pt x="521703" y="120951"/>
                </a:lnTo>
                <a:lnTo>
                  <a:pt x="522109" y="120241"/>
                </a:lnTo>
                <a:lnTo>
                  <a:pt x="522497" y="119522"/>
                </a:lnTo>
                <a:lnTo>
                  <a:pt x="522866" y="118792"/>
                </a:lnTo>
                <a:lnTo>
                  <a:pt x="523218" y="118053"/>
                </a:lnTo>
                <a:lnTo>
                  <a:pt x="523551" y="117304"/>
                </a:lnTo>
                <a:lnTo>
                  <a:pt x="523867" y="116546"/>
                </a:lnTo>
                <a:lnTo>
                  <a:pt x="524164" y="115778"/>
                </a:lnTo>
                <a:lnTo>
                  <a:pt x="524444" y="115001"/>
                </a:lnTo>
                <a:lnTo>
                  <a:pt x="524705" y="114213"/>
                </a:lnTo>
                <a:lnTo>
                  <a:pt x="524949" y="113416"/>
                </a:lnTo>
                <a:lnTo>
                  <a:pt x="525174" y="112610"/>
                </a:lnTo>
                <a:lnTo>
                  <a:pt x="525381" y="111794"/>
                </a:lnTo>
                <a:lnTo>
                  <a:pt x="525571" y="110968"/>
                </a:lnTo>
                <a:lnTo>
                  <a:pt x="525742" y="110132"/>
                </a:lnTo>
                <a:lnTo>
                  <a:pt x="525895" y="109287"/>
                </a:lnTo>
                <a:lnTo>
                  <a:pt x="526030" y="108432"/>
                </a:lnTo>
                <a:lnTo>
                  <a:pt x="526148" y="107568"/>
                </a:lnTo>
                <a:lnTo>
                  <a:pt x="526247" y="106694"/>
                </a:lnTo>
                <a:lnTo>
                  <a:pt x="526328" y="105810"/>
                </a:lnTo>
                <a:lnTo>
                  <a:pt x="526391" y="104916"/>
                </a:lnTo>
                <a:lnTo>
                  <a:pt x="526436" y="104013"/>
                </a:lnTo>
                <a:lnTo>
                  <a:pt x="526463" y="103101"/>
                </a:lnTo>
                <a:lnTo>
                  <a:pt x="526472" y="102178"/>
                </a:lnTo>
                <a:lnTo>
                  <a:pt x="526459" y="101041"/>
                </a:lnTo>
                <a:lnTo>
                  <a:pt x="526421" y="99915"/>
                </a:lnTo>
                <a:lnTo>
                  <a:pt x="526356" y="98802"/>
                </a:lnTo>
                <a:lnTo>
                  <a:pt x="526266" y="97702"/>
                </a:lnTo>
                <a:lnTo>
                  <a:pt x="526150" y="96613"/>
                </a:lnTo>
                <a:lnTo>
                  <a:pt x="526008" y="95537"/>
                </a:lnTo>
                <a:lnTo>
                  <a:pt x="525841" y="94473"/>
                </a:lnTo>
                <a:lnTo>
                  <a:pt x="525648" y="93421"/>
                </a:lnTo>
                <a:lnTo>
                  <a:pt x="525429" y="92381"/>
                </a:lnTo>
                <a:lnTo>
                  <a:pt x="525184" y="91354"/>
                </a:lnTo>
                <a:lnTo>
                  <a:pt x="524914" y="90339"/>
                </a:lnTo>
                <a:lnTo>
                  <a:pt x="524617" y="89336"/>
                </a:lnTo>
                <a:lnTo>
                  <a:pt x="524295" y="88345"/>
                </a:lnTo>
                <a:lnTo>
                  <a:pt x="523948" y="87367"/>
                </a:lnTo>
                <a:lnTo>
                  <a:pt x="523574" y="86401"/>
                </a:lnTo>
                <a:lnTo>
                  <a:pt x="523175" y="85447"/>
                </a:lnTo>
                <a:lnTo>
                  <a:pt x="522750" y="84505"/>
                </a:lnTo>
                <a:lnTo>
                  <a:pt x="522299" y="83576"/>
                </a:lnTo>
                <a:lnTo>
                  <a:pt x="521822" y="82659"/>
                </a:lnTo>
                <a:lnTo>
                  <a:pt x="521320" y="81754"/>
                </a:lnTo>
                <a:lnTo>
                  <a:pt x="520792" y="80861"/>
                </a:lnTo>
                <a:lnTo>
                  <a:pt x="520238" y="79981"/>
                </a:lnTo>
                <a:lnTo>
                  <a:pt x="519658" y="79112"/>
                </a:lnTo>
                <a:lnTo>
                  <a:pt x="519053" y="78257"/>
                </a:lnTo>
                <a:lnTo>
                  <a:pt x="518424" y="77417"/>
                </a:lnTo>
                <a:lnTo>
                  <a:pt x="517774" y="76598"/>
                </a:lnTo>
                <a:lnTo>
                  <a:pt x="517103" y="75800"/>
                </a:lnTo>
                <a:lnTo>
                  <a:pt x="516411" y="75022"/>
                </a:lnTo>
                <a:lnTo>
                  <a:pt x="515697" y="74265"/>
                </a:lnTo>
                <a:lnTo>
                  <a:pt x="514962" y="73528"/>
                </a:lnTo>
                <a:lnTo>
                  <a:pt x="514206" y="72812"/>
                </a:lnTo>
                <a:lnTo>
                  <a:pt x="513429" y="72117"/>
                </a:lnTo>
                <a:lnTo>
                  <a:pt x="512630" y="71442"/>
                </a:lnTo>
                <a:lnTo>
                  <a:pt x="511810" y="70788"/>
                </a:lnTo>
                <a:lnTo>
                  <a:pt x="510969" y="70154"/>
                </a:lnTo>
                <a:lnTo>
                  <a:pt x="510106" y="69541"/>
                </a:lnTo>
                <a:lnTo>
                  <a:pt x="509223" y="68949"/>
                </a:lnTo>
                <a:lnTo>
                  <a:pt x="508318" y="68377"/>
                </a:lnTo>
                <a:lnTo>
                  <a:pt x="507391" y="67826"/>
                </a:lnTo>
                <a:lnTo>
                  <a:pt x="506444" y="67295"/>
                </a:lnTo>
                <a:lnTo>
                  <a:pt x="505475" y="66785"/>
                </a:lnTo>
                <a:lnTo>
                  <a:pt x="504485" y="66296"/>
                </a:lnTo>
                <a:lnTo>
                  <a:pt x="503474" y="65827"/>
                </a:lnTo>
                <a:lnTo>
                  <a:pt x="502442" y="65379"/>
                </a:lnTo>
                <a:lnTo>
                  <a:pt x="501388" y="64951"/>
                </a:lnTo>
                <a:lnTo>
                  <a:pt x="500313" y="64544"/>
                </a:lnTo>
                <a:lnTo>
                  <a:pt x="499217" y="64157"/>
                </a:lnTo>
                <a:lnTo>
                  <a:pt x="498099" y="63791"/>
                </a:lnTo>
                <a:lnTo>
                  <a:pt x="479554" y="57858"/>
                </a:lnTo>
                <a:lnTo>
                  <a:pt x="478865" y="57635"/>
                </a:lnTo>
                <a:lnTo>
                  <a:pt x="478190" y="57401"/>
                </a:lnTo>
                <a:lnTo>
                  <a:pt x="477529" y="57154"/>
                </a:lnTo>
                <a:lnTo>
                  <a:pt x="476881" y="56895"/>
                </a:lnTo>
                <a:lnTo>
                  <a:pt x="476246" y="56623"/>
                </a:lnTo>
                <a:lnTo>
                  <a:pt x="475625" y="56340"/>
                </a:lnTo>
                <a:lnTo>
                  <a:pt x="475017" y="56044"/>
                </a:lnTo>
                <a:lnTo>
                  <a:pt x="474423" y="55736"/>
                </a:lnTo>
                <a:lnTo>
                  <a:pt x="473843" y="55416"/>
                </a:lnTo>
                <a:lnTo>
                  <a:pt x="473276" y="55083"/>
                </a:lnTo>
                <a:lnTo>
                  <a:pt x="472723" y="54738"/>
                </a:lnTo>
                <a:lnTo>
                  <a:pt x="472183" y="54381"/>
                </a:lnTo>
                <a:lnTo>
                  <a:pt x="471656" y="54012"/>
                </a:lnTo>
                <a:lnTo>
                  <a:pt x="471143" y="53631"/>
                </a:lnTo>
                <a:lnTo>
                  <a:pt x="470644" y="53237"/>
                </a:lnTo>
                <a:lnTo>
                  <a:pt x="470158" y="52831"/>
                </a:lnTo>
                <a:lnTo>
                  <a:pt x="469686" y="52413"/>
                </a:lnTo>
                <a:lnTo>
                  <a:pt x="469227" y="51982"/>
                </a:lnTo>
                <a:lnTo>
                  <a:pt x="468782" y="51540"/>
                </a:lnTo>
                <a:lnTo>
                  <a:pt x="468350" y="51085"/>
                </a:lnTo>
                <a:lnTo>
                  <a:pt x="467932" y="50617"/>
                </a:lnTo>
                <a:lnTo>
                  <a:pt x="467527" y="50138"/>
                </a:lnTo>
                <a:lnTo>
                  <a:pt x="467136" y="49646"/>
                </a:lnTo>
                <a:lnTo>
                  <a:pt x="466758" y="49142"/>
                </a:lnTo>
                <a:lnTo>
                  <a:pt x="466395" y="48628"/>
                </a:lnTo>
                <a:lnTo>
                  <a:pt x="466048" y="48107"/>
                </a:lnTo>
                <a:lnTo>
                  <a:pt x="465716" y="47577"/>
                </a:lnTo>
                <a:lnTo>
                  <a:pt x="465399" y="47040"/>
                </a:lnTo>
                <a:lnTo>
                  <a:pt x="465098" y="46496"/>
                </a:lnTo>
                <a:lnTo>
                  <a:pt x="464812" y="45943"/>
                </a:lnTo>
                <a:lnTo>
                  <a:pt x="464542" y="45383"/>
                </a:lnTo>
                <a:lnTo>
                  <a:pt x="464287" y="44815"/>
                </a:lnTo>
                <a:lnTo>
                  <a:pt x="464048" y="44239"/>
                </a:lnTo>
                <a:lnTo>
                  <a:pt x="463824" y="43656"/>
                </a:lnTo>
                <a:lnTo>
                  <a:pt x="463615" y="43065"/>
                </a:lnTo>
                <a:lnTo>
                  <a:pt x="463422" y="42466"/>
                </a:lnTo>
                <a:lnTo>
                  <a:pt x="463245" y="41859"/>
                </a:lnTo>
                <a:lnTo>
                  <a:pt x="463082" y="41245"/>
                </a:lnTo>
                <a:lnTo>
                  <a:pt x="462936" y="40623"/>
                </a:lnTo>
                <a:lnTo>
                  <a:pt x="462804" y="39993"/>
                </a:lnTo>
                <a:lnTo>
                  <a:pt x="462689" y="39356"/>
                </a:lnTo>
                <a:lnTo>
                  <a:pt x="462588" y="38711"/>
                </a:lnTo>
                <a:lnTo>
                  <a:pt x="462503" y="38058"/>
                </a:lnTo>
                <a:lnTo>
                  <a:pt x="462434" y="37397"/>
                </a:lnTo>
                <a:lnTo>
                  <a:pt x="462380" y="36729"/>
                </a:lnTo>
                <a:lnTo>
                  <a:pt x="462341" y="36053"/>
                </a:lnTo>
                <a:lnTo>
                  <a:pt x="462318" y="35369"/>
                </a:lnTo>
                <a:lnTo>
                  <a:pt x="462310" y="34677"/>
                </a:lnTo>
                <a:lnTo>
                  <a:pt x="462321" y="33912"/>
                </a:lnTo>
                <a:lnTo>
                  <a:pt x="462352" y="33160"/>
                </a:lnTo>
                <a:lnTo>
                  <a:pt x="462404" y="32423"/>
                </a:lnTo>
                <a:lnTo>
                  <a:pt x="462477" y="31700"/>
                </a:lnTo>
                <a:lnTo>
                  <a:pt x="462572" y="30991"/>
                </a:lnTo>
                <a:lnTo>
                  <a:pt x="462687" y="30296"/>
                </a:lnTo>
                <a:lnTo>
                  <a:pt x="462823" y="29615"/>
                </a:lnTo>
                <a:lnTo>
                  <a:pt x="462979" y="28949"/>
                </a:lnTo>
                <a:lnTo>
                  <a:pt x="463157" y="28296"/>
                </a:lnTo>
                <a:lnTo>
                  <a:pt x="463356" y="27658"/>
                </a:lnTo>
                <a:lnTo>
                  <a:pt x="463576" y="27034"/>
                </a:lnTo>
                <a:lnTo>
                  <a:pt x="463816" y="26425"/>
                </a:lnTo>
                <a:lnTo>
                  <a:pt x="464078" y="25829"/>
                </a:lnTo>
                <a:lnTo>
                  <a:pt x="464360" y="25247"/>
                </a:lnTo>
                <a:lnTo>
                  <a:pt x="464663" y="24680"/>
                </a:lnTo>
                <a:lnTo>
                  <a:pt x="464988" y="24127"/>
                </a:lnTo>
                <a:lnTo>
                  <a:pt x="465333" y="23588"/>
                </a:lnTo>
                <a:lnTo>
                  <a:pt x="465699" y="23063"/>
                </a:lnTo>
                <a:lnTo>
                  <a:pt x="466086" y="22553"/>
                </a:lnTo>
                <a:lnTo>
                  <a:pt x="466494" y="22056"/>
                </a:lnTo>
                <a:lnTo>
                  <a:pt x="466922" y="21574"/>
                </a:lnTo>
                <a:lnTo>
                  <a:pt x="467372" y="21106"/>
                </a:lnTo>
                <a:lnTo>
                  <a:pt x="467843" y="20652"/>
                </a:lnTo>
                <a:lnTo>
                  <a:pt x="468334" y="20212"/>
                </a:lnTo>
                <a:lnTo>
                  <a:pt x="468845" y="19788"/>
                </a:lnTo>
                <a:lnTo>
                  <a:pt x="469372" y="19383"/>
                </a:lnTo>
                <a:lnTo>
                  <a:pt x="469915" y="18995"/>
                </a:lnTo>
                <a:lnTo>
                  <a:pt x="470475" y="18626"/>
                </a:lnTo>
                <a:lnTo>
                  <a:pt x="471051" y="18274"/>
                </a:lnTo>
                <a:lnTo>
                  <a:pt x="471644" y="17940"/>
                </a:lnTo>
                <a:lnTo>
                  <a:pt x="472252" y="17625"/>
                </a:lnTo>
                <a:lnTo>
                  <a:pt x="472878" y="17327"/>
                </a:lnTo>
                <a:lnTo>
                  <a:pt x="473520" y="17048"/>
                </a:lnTo>
                <a:lnTo>
                  <a:pt x="474178" y="16787"/>
                </a:lnTo>
                <a:lnTo>
                  <a:pt x="474853" y="16543"/>
                </a:lnTo>
                <a:lnTo>
                  <a:pt x="475544" y="16318"/>
                </a:lnTo>
                <a:lnTo>
                  <a:pt x="476251" y="16110"/>
                </a:lnTo>
                <a:lnTo>
                  <a:pt x="476975" y="15921"/>
                </a:lnTo>
                <a:lnTo>
                  <a:pt x="477715" y="15750"/>
                </a:lnTo>
                <a:lnTo>
                  <a:pt x="478472" y="15597"/>
                </a:lnTo>
                <a:lnTo>
                  <a:pt x="479245" y="15461"/>
                </a:lnTo>
                <a:lnTo>
                  <a:pt x="480035" y="15344"/>
                </a:lnTo>
                <a:lnTo>
                  <a:pt x="480841" y="15245"/>
                </a:lnTo>
                <a:lnTo>
                  <a:pt x="481663" y="15164"/>
                </a:lnTo>
                <a:lnTo>
                  <a:pt x="482502" y="15101"/>
                </a:lnTo>
                <a:lnTo>
                  <a:pt x="483357" y="15056"/>
                </a:lnTo>
                <a:lnTo>
                  <a:pt x="484229" y="15029"/>
                </a:lnTo>
                <a:lnTo>
                  <a:pt x="485117" y="15020"/>
                </a:lnTo>
                <a:lnTo>
                  <a:pt x="486020" y="15030"/>
                </a:lnTo>
                <a:lnTo>
                  <a:pt x="486907" y="15059"/>
                </a:lnTo>
                <a:lnTo>
                  <a:pt x="487776" y="15108"/>
                </a:lnTo>
                <a:lnTo>
                  <a:pt x="488628" y="15177"/>
                </a:lnTo>
                <a:lnTo>
                  <a:pt x="489463" y="15265"/>
                </a:lnTo>
                <a:lnTo>
                  <a:pt x="490281" y="15373"/>
                </a:lnTo>
                <a:lnTo>
                  <a:pt x="491082" y="15501"/>
                </a:lnTo>
                <a:lnTo>
                  <a:pt x="491866" y="15648"/>
                </a:lnTo>
                <a:lnTo>
                  <a:pt x="492632" y="15815"/>
                </a:lnTo>
                <a:lnTo>
                  <a:pt x="493382" y="16002"/>
                </a:lnTo>
                <a:lnTo>
                  <a:pt x="494115" y="16208"/>
                </a:lnTo>
                <a:lnTo>
                  <a:pt x="494830" y="16434"/>
                </a:lnTo>
                <a:lnTo>
                  <a:pt x="495529" y="16679"/>
                </a:lnTo>
                <a:lnTo>
                  <a:pt x="496210" y="16944"/>
                </a:lnTo>
                <a:lnTo>
                  <a:pt x="496875" y="17229"/>
                </a:lnTo>
                <a:lnTo>
                  <a:pt x="497522" y="17534"/>
                </a:lnTo>
                <a:lnTo>
                  <a:pt x="498152" y="17858"/>
                </a:lnTo>
                <a:lnTo>
                  <a:pt x="498766" y="18201"/>
                </a:lnTo>
                <a:lnTo>
                  <a:pt x="499362" y="18565"/>
                </a:lnTo>
                <a:lnTo>
                  <a:pt x="499941" y="18948"/>
                </a:lnTo>
                <a:lnTo>
                  <a:pt x="500503" y="19350"/>
                </a:lnTo>
                <a:lnTo>
                  <a:pt x="501048" y="19773"/>
                </a:lnTo>
                <a:lnTo>
                  <a:pt x="501576" y="20215"/>
                </a:lnTo>
                <a:lnTo>
                  <a:pt x="502086" y="20676"/>
                </a:lnTo>
                <a:lnTo>
                  <a:pt x="502578" y="21155"/>
                </a:lnTo>
                <a:lnTo>
                  <a:pt x="503049" y="21649"/>
                </a:lnTo>
                <a:lnTo>
                  <a:pt x="503499" y="22158"/>
                </a:lnTo>
                <a:lnTo>
                  <a:pt x="503928" y="22683"/>
                </a:lnTo>
                <a:lnTo>
                  <a:pt x="504336" y="23222"/>
                </a:lnTo>
                <a:lnTo>
                  <a:pt x="504723" y="23777"/>
                </a:lnTo>
                <a:lnTo>
                  <a:pt x="505089" y="24346"/>
                </a:lnTo>
                <a:lnTo>
                  <a:pt x="505435" y="24931"/>
                </a:lnTo>
                <a:lnTo>
                  <a:pt x="505759" y="25531"/>
                </a:lnTo>
                <a:lnTo>
                  <a:pt x="506063" y="26146"/>
                </a:lnTo>
                <a:lnTo>
                  <a:pt x="506345" y="26777"/>
                </a:lnTo>
                <a:lnTo>
                  <a:pt x="506607" y="27422"/>
                </a:lnTo>
                <a:lnTo>
                  <a:pt x="506847" y="28083"/>
                </a:lnTo>
                <a:lnTo>
                  <a:pt x="507067" y="28758"/>
                </a:lnTo>
                <a:lnTo>
                  <a:pt x="507266" y="29449"/>
                </a:lnTo>
                <a:lnTo>
                  <a:pt x="507444" y="30155"/>
                </a:lnTo>
                <a:lnTo>
                  <a:pt x="507601" y="30876"/>
                </a:lnTo>
                <a:lnTo>
                  <a:pt x="507737" y="31612"/>
                </a:lnTo>
                <a:lnTo>
                  <a:pt x="507852" y="32363"/>
                </a:lnTo>
                <a:lnTo>
                  <a:pt x="507946" y="33130"/>
                </a:lnTo>
                <a:lnTo>
                  <a:pt x="508019" y="33911"/>
                </a:lnTo>
                <a:lnTo>
                  <a:pt x="508072" y="34708"/>
                </a:lnTo>
                <a:lnTo>
                  <a:pt x="508103" y="35520"/>
                </a:lnTo>
                <a:lnTo>
                  <a:pt x="508114" y="36347"/>
                </a:lnTo>
                <a:lnTo>
                  <a:pt x="524803" y="36347"/>
                </a:lnTo>
                <a:lnTo>
                  <a:pt x="524769" y="34983"/>
                </a:lnTo>
                <a:lnTo>
                  <a:pt x="524699" y="33642"/>
                </a:lnTo>
                <a:lnTo>
                  <a:pt x="524592" y="32323"/>
                </a:lnTo>
                <a:lnTo>
                  <a:pt x="524448" y="31028"/>
                </a:lnTo>
                <a:lnTo>
                  <a:pt x="524267" y="29755"/>
                </a:lnTo>
                <a:lnTo>
                  <a:pt x="524050" y="28506"/>
                </a:lnTo>
                <a:lnTo>
                  <a:pt x="523796" y="27279"/>
                </a:lnTo>
                <a:lnTo>
                  <a:pt x="523505" y="26075"/>
                </a:lnTo>
                <a:lnTo>
                  <a:pt x="523178" y="24894"/>
                </a:lnTo>
                <a:lnTo>
                  <a:pt x="522814" y="23735"/>
                </a:lnTo>
                <a:lnTo>
                  <a:pt x="522413" y="22600"/>
                </a:lnTo>
                <a:lnTo>
                  <a:pt x="521975" y="21488"/>
                </a:lnTo>
                <a:lnTo>
                  <a:pt x="521501" y="20398"/>
                </a:lnTo>
                <a:lnTo>
                  <a:pt x="520990" y="19331"/>
                </a:lnTo>
                <a:lnTo>
                  <a:pt x="520442" y="18287"/>
                </a:lnTo>
                <a:lnTo>
                  <a:pt x="519858" y="17266"/>
                </a:lnTo>
                <a:lnTo>
                  <a:pt x="519237" y="16268"/>
                </a:lnTo>
                <a:lnTo>
                  <a:pt x="518579" y="15293"/>
                </a:lnTo>
                <a:lnTo>
                  <a:pt x="517884" y="14340"/>
                </a:lnTo>
                <a:lnTo>
                  <a:pt x="517153" y="13411"/>
                </a:lnTo>
                <a:lnTo>
                  <a:pt x="516385" y="12504"/>
                </a:lnTo>
                <a:lnTo>
                  <a:pt x="515580" y="11620"/>
                </a:lnTo>
                <a:lnTo>
                  <a:pt x="514739" y="10759"/>
                </a:lnTo>
                <a:lnTo>
                  <a:pt x="513860" y="9921"/>
                </a:lnTo>
                <a:lnTo>
                  <a:pt x="512952" y="9111"/>
                </a:lnTo>
                <a:lnTo>
                  <a:pt x="512019" y="8336"/>
                </a:lnTo>
                <a:lnTo>
                  <a:pt x="511062" y="7596"/>
                </a:lnTo>
                <a:lnTo>
                  <a:pt x="510080" y="6889"/>
                </a:lnTo>
                <a:lnTo>
                  <a:pt x="509073" y="6218"/>
                </a:lnTo>
                <a:lnTo>
                  <a:pt x="508042" y="5580"/>
                </a:lnTo>
                <a:lnTo>
                  <a:pt x="506987" y="4978"/>
                </a:lnTo>
                <a:lnTo>
                  <a:pt x="505907" y="4409"/>
                </a:lnTo>
                <a:lnTo>
                  <a:pt x="504803" y="3875"/>
                </a:lnTo>
                <a:lnTo>
                  <a:pt x="503674" y="3376"/>
                </a:lnTo>
                <a:lnTo>
                  <a:pt x="502521" y="2911"/>
                </a:lnTo>
                <a:lnTo>
                  <a:pt x="501344" y="2480"/>
                </a:lnTo>
                <a:lnTo>
                  <a:pt x="500141" y="2084"/>
                </a:lnTo>
                <a:lnTo>
                  <a:pt x="498915" y="1722"/>
                </a:lnTo>
                <a:lnTo>
                  <a:pt x="497664" y="1395"/>
                </a:lnTo>
                <a:lnTo>
                  <a:pt x="496388" y="1102"/>
                </a:lnTo>
                <a:lnTo>
                  <a:pt x="495088" y="844"/>
                </a:lnTo>
                <a:lnTo>
                  <a:pt x="493764" y="620"/>
                </a:lnTo>
                <a:lnTo>
                  <a:pt x="492415" y="431"/>
                </a:lnTo>
                <a:lnTo>
                  <a:pt x="491042" y="276"/>
                </a:lnTo>
                <a:lnTo>
                  <a:pt x="489644" y="155"/>
                </a:lnTo>
                <a:lnTo>
                  <a:pt x="488222" y="69"/>
                </a:lnTo>
                <a:lnTo>
                  <a:pt x="486775" y="17"/>
                </a:lnTo>
                <a:lnTo>
                  <a:pt x="485304" y="0"/>
                </a:lnTo>
                <a:lnTo>
                  <a:pt x="484305" y="8"/>
                </a:lnTo>
                <a:lnTo>
                  <a:pt x="483317" y="32"/>
                </a:lnTo>
                <a:lnTo>
                  <a:pt x="482339" y="71"/>
                </a:lnTo>
                <a:lnTo>
                  <a:pt x="481373" y="126"/>
                </a:lnTo>
                <a:lnTo>
                  <a:pt x="480418" y="197"/>
                </a:lnTo>
                <a:lnTo>
                  <a:pt x="479474" y="284"/>
                </a:lnTo>
                <a:lnTo>
                  <a:pt x="478540" y="387"/>
                </a:lnTo>
                <a:lnTo>
                  <a:pt x="477618" y="505"/>
                </a:lnTo>
                <a:lnTo>
                  <a:pt x="476706" y="639"/>
                </a:lnTo>
                <a:lnTo>
                  <a:pt x="475806" y="789"/>
                </a:lnTo>
                <a:lnTo>
                  <a:pt x="474916" y="955"/>
                </a:lnTo>
                <a:lnTo>
                  <a:pt x="474038" y="1136"/>
                </a:lnTo>
                <a:lnTo>
                  <a:pt x="473170" y="1333"/>
                </a:lnTo>
                <a:lnTo>
                  <a:pt x="472313" y="1546"/>
                </a:lnTo>
                <a:lnTo>
                  <a:pt x="471467" y="1775"/>
                </a:lnTo>
                <a:lnTo>
                  <a:pt x="470632" y="2020"/>
                </a:lnTo>
                <a:lnTo>
                  <a:pt x="469808" y="2280"/>
                </a:lnTo>
                <a:lnTo>
                  <a:pt x="468996" y="2556"/>
                </a:lnTo>
                <a:lnTo>
                  <a:pt x="468193" y="2848"/>
                </a:lnTo>
                <a:lnTo>
                  <a:pt x="467402" y="3156"/>
                </a:lnTo>
                <a:lnTo>
                  <a:pt x="466622" y="3479"/>
                </a:lnTo>
                <a:lnTo>
                  <a:pt x="465853" y="3819"/>
                </a:lnTo>
                <a:lnTo>
                  <a:pt x="465095" y="4174"/>
                </a:lnTo>
                <a:lnTo>
                  <a:pt x="464347" y="4544"/>
                </a:lnTo>
                <a:lnTo>
                  <a:pt x="463613" y="4929"/>
                </a:lnTo>
                <a:lnTo>
                  <a:pt x="462892" y="5326"/>
                </a:lnTo>
                <a:lnTo>
                  <a:pt x="462185" y="5735"/>
                </a:lnTo>
                <a:lnTo>
                  <a:pt x="461492" y="6156"/>
                </a:lnTo>
                <a:lnTo>
                  <a:pt x="460812" y="6590"/>
                </a:lnTo>
                <a:lnTo>
                  <a:pt x="460147" y="7036"/>
                </a:lnTo>
                <a:lnTo>
                  <a:pt x="459495" y="7494"/>
                </a:lnTo>
                <a:lnTo>
                  <a:pt x="458857" y="7964"/>
                </a:lnTo>
                <a:lnTo>
                  <a:pt x="458233" y="8446"/>
                </a:lnTo>
                <a:lnTo>
                  <a:pt x="457623" y="8941"/>
                </a:lnTo>
                <a:lnTo>
                  <a:pt x="457027" y="9448"/>
                </a:lnTo>
                <a:lnTo>
                  <a:pt x="456444" y="9967"/>
                </a:lnTo>
                <a:lnTo>
                  <a:pt x="455876" y="10499"/>
                </a:lnTo>
                <a:lnTo>
                  <a:pt x="455321" y="11043"/>
                </a:lnTo>
                <a:lnTo>
                  <a:pt x="454780" y="11599"/>
                </a:lnTo>
                <a:lnTo>
                  <a:pt x="454253" y="12167"/>
                </a:lnTo>
                <a:lnTo>
                  <a:pt x="453739" y="12747"/>
                </a:lnTo>
                <a:lnTo>
                  <a:pt x="453240" y="13340"/>
                </a:lnTo>
                <a:lnTo>
                  <a:pt x="452754" y="13945"/>
                </a:lnTo>
                <a:lnTo>
                  <a:pt x="452282" y="14562"/>
                </a:lnTo>
                <a:lnTo>
                  <a:pt x="451824" y="15192"/>
                </a:lnTo>
                <a:lnTo>
                  <a:pt x="451380" y="15833"/>
                </a:lnTo>
                <a:lnTo>
                  <a:pt x="450950" y="16487"/>
                </a:lnTo>
                <a:lnTo>
                  <a:pt x="450533" y="17153"/>
                </a:lnTo>
                <a:lnTo>
                  <a:pt x="450132" y="17831"/>
                </a:lnTo>
                <a:lnTo>
                  <a:pt x="449748" y="18518"/>
                </a:lnTo>
                <a:lnTo>
                  <a:pt x="449381" y="19215"/>
                </a:lnTo>
                <a:lnTo>
                  <a:pt x="449031" y="19922"/>
                </a:lnTo>
                <a:lnTo>
                  <a:pt x="448699" y="20639"/>
                </a:lnTo>
                <a:lnTo>
                  <a:pt x="448383" y="21366"/>
                </a:lnTo>
                <a:lnTo>
                  <a:pt x="448084" y="22104"/>
                </a:lnTo>
                <a:lnTo>
                  <a:pt x="447803" y="22851"/>
                </a:lnTo>
                <a:lnTo>
                  <a:pt x="447538" y="23608"/>
                </a:lnTo>
                <a:lnTo>
                  <a:pt x="447291" y="24375"/>
                </a:lnTo>
                <a:lnTo>
                  <a:pt x="447060" y="25152"/>
                </a:lnTo>
                <a:lnTo>
                  <a:pt x="446847" y="25939"/>
                </a:lnTo>
                <a:lnTo>
                  <a:pt x="446651" y="26736"/>
                </a:lnTo>
                <a:lnTo>
                  <a:pt x="446471" y="27542"/>
                </a:lnTo>
                <a:lnTo>
                  <a:pt x="446309" y="28359"/>
                </a:lnTo>
                <a:lnTo>
                  <a:pt x="446164" y="29186"/>
                </a:lnTo>
                <a:lnTo>
                  <a:pt x="446036" y="30023"/>
                </a:lnTo>
                <a:lnTo>
                  <a:pt x="445925" y="30870"/>
                </a:lnTo>
                <a:lnTo>
                  <a:pt x="445831" y="31727"/>
                </a:lnTo>
                <a:lnTo>
                  <a:pt x="445755" y="32593"/>
                </a:lnTo>
                <a:lnTo>
                  <a:pt x="445695" y="33470"/>
                </a:lnTo>
                <a:lnTo>
                  <a:pt x="445652" y="34357"/>
                </a:lnTo>
                <a:lnTo>
                  <a:pt x="445627" y="35253"/>
                </a:lnTo>
                <a:lnTo>
                  <a:pt x="445618" y="36160"/>
                </a:lnTo>
                <a:lnTo>
                  <a:pt x="445631" y="37282"/>
                </a:lnTo>
                <a:lnTo>
                  <a:pt x="445670" y="38392"/>
                </a:lnTo>
                <a:lnTo>
                  <a:pt x="445735" y="39489"/>
                </a:lnTo>
                <a:lnTo>
                  <a:pt x="445827" y="40574"/>
                </a:lnTo>
                <a:lnTo>
                  <a:pt x="445944" y="41647"/>
                </a:lnTo>
                <a:lnTo>
                  <a:pt x="446087" y="42708"/>
                </a:lnTo>
                <a:lnTo>
                  <a:pt x="446257" y="43757"/>
                </a:lnTo>
                <a:lnTo>
                  <a:pt x="446453" y="44793"/>
                </a:lnTo>
                <a:lnTo>
                  <a:pt x="446674" y="45817"/>
                </a:lnTo>
                <a:lnTo>
                  <a:pt x="446922" y="46829"/>
                </a:lnTo>
                <a:lnTo>
                  <a:pt x="447196" y="47829"/>
                </a:lnTo>
                <a:lnTo>
                  <a:pt x="447496" y="48816"/>
                </a:lnTo>
                <a:lnTo>
                  <a:pt x="447821" y="49791"/>
                </a:lnTo>
                <a:lnTo>
                  <a:pt x="448174" y="50754"/>
                </a:lnTo>
                <a:lnTo>
                  <a:pt x="448552" y="51705"/>
                </a:lnTo>
                <a:lnTo>
                  <a:pt x="448956" y="52644"/>
                </a:lnTo>
                <a:lnTo>
                  <a:pt x="449386" y="53570"/>
                </a:lnTo>
                <a:lnTo>
                  <a:pt x="449842" y="54484"/>
                </a:lnTo>
                <a:lnTo>
                  <a:pt x="450325" y="55386"/>
                </a:lnTo>
                <a:lnTo>
                  <a:pt x="450833" y="56275"/>
                </a:lnTo>
                <a:lnTo>
                  <a:pt x="451368" y="57152"/>
                </a:lnTo>
                <a:lnTo>
                  <a:pt x="451928" y="58018"/>
                </a:lnTo>
                <a:lnTo>
                  <a:pt x="452515" y="58870"/>
                </a:lnTo>
                <a:lnTo>
                  <a:pt x="453128" y="59711"/>
                </a:lnTo>
                <a:lnTo>
                  <a:pt x="453765" y="60536"/>
                </a:lnTo>
                <a:lnTo>
                  <a:pt x="454424" y="61340"/>
                </a:lnTo>
                <a:lnTo>
                  <a:pt x="455106" y="62125"/>
                </a:lnTo>
                <a:lnTo>
                  <a:pt x="455810" y="62889"/>
                </a:lnTo>
                <a:lnTo>
                  <a:pt x="456536" y="63634"/>
                </a:lnTo>
                <a:lnTo>
                  <a:pt x="457284" y="64359"/>
                </a:lnTo>
                <a:lnTo>
                  <a:pt x="458054" y="65064"/>
                </a:lnTo>
                <a:lnTo>
                  <a:pt x="458847" y="65749"/>
                </a:lnTo>
                <a:lnTo>
                  <a:pt x="459662" y="66413"/>
                </a:lnTo>
                <a:lnTo>
                  <a:pt x="460499" y="67058"/>
                </a:lnTo>
                <a:lnTo>
                  <a:pt x="461358" y="67683"/>
                </a:lnTo>
                <a:lnTo>
                  <a:pt x="462239" y="68288"/>
                </a:lnTo>
                <a:lnTo>
                  <a:pt x="463143" y="68873"/>
                </a:lnTo>
                <a:lnTo>
                  <a:pt x="464069" y="69439"/>
                </a:lnTo>
                <a:lnTo>
                  <a:pt x="465017" y="69984"/>
                </a:lnTo>
                <a:lnTo>
                  <a:pt x="465987" y="70509"/>
                </a:lnTo>
                <a:lnTo>
                  <a:pt x="466980" y="71014"/>
                </a:lnTo>
                <a:lnTo>
                  <a:pt x="467994" y="71500"/>
                </a:lnTo>
                <a:lnTo>
                  <a:pt x="469031" y="71965"/>
                </a:lnTo>
                <a:lnTo>
                  <a:pt x="470090" y="72410"/>
                </a:lnTo>
                <a:lnTo>
                  <a:pt x="471171" y="72836"/>
                </a:lnTo>
                <a:lnTo>
                  <a:pt x="472275" y="73241"/>
                </a:lnTo>
                <a:lnTo>
                  <a:pt x="473400" y="73627"/>
                </a:lnTo>
                <a:lnTo>
                  <a:pt x="474548" y="73992"/>
                </a:lnTo>
                <a:lnTo>
                  <a:pt x="492907" y="79739"/>
                </a:lnTo>
                <a:lnTo>
                  <a:pt x="493580" y="79947"/>
                </a:lnTo>
                <a:lnTo>
                  <a:pt x="494241" y="80167"/>
                </a:lnTo>
                <a:lnTo>
                  <a:pt x="494888" y="80400"/>
                </a:lnTo>
                <a:lnTo>
                  <a:pt x="495522" y="80646"/>
                </a:lnTo>
                <a:lnTo>
                  <a:pt x="496142" y="80905"/>
                </a:lnTo>
                <a:lnTo>
                  <a:pt x="496750" y="81177"/>
                </a:lnTo>
                <a:lnTo>
                  <a:pt x="497344" y="81461"/>
                </a:lnTo>
                <a:lnTo>
                  <a:pt x="497925" y="81759"/>
                </a:lnTo>
                <a:lnTo>
                  <a:pt x="498493" y="82069"/>
                </a:lnTo>
                <a:lnTo>
                  <a:pt x="499047" y="82392"/>
                </a:lnTo>
                <a:lnTo>
                  <a:pt x="499589" y="82728"/>
                </a:lnTo>
                <a:lnTo>
                  <a:pt x="500117" y="83078"/>
                </a:lnTo>
                <a:lnTo>
                  <a:pt x="500632" y="83439"/>
                </a:lnTo>
                <a:lnTo>
                  <a:pt x="501134" y="83814"/>
                </a:lnTo>
                <a:lnTo>
                  <a:pt x="501622" y="84202"/>
                </a:lnTo>
                <a:lnTo>
                  <a:pt x="502098" y="84602"/>
                </a:lnTo>
                <a:lnTo>
                  <a:pt x="502560" y="85016"/>
                </a:lnTo>
                <a:lnTo>
                  <a:pt x="503009" y="85442"/>
                </a:lnTo>
                <a:lnTo>
                  <a:pt x="503445" y="85881"/>
                </a:lnTo>
                <a:lnTo>
                  <a:pt x="503867" y="86333"/>
                </a:lnTo>
                <a:lnTo>
                  <a:pt x="504277" y="86798"/>
                </a:lnTo>
                <a:lnTo>
                  <a:pt x="504673" y="87276"/>
                </a:lnTo>
                <a:lnTo>
                  <a:pt x="505056" y="87767"/>
                </a:lnTo>
                <a:lnTo>
                  <a:pt x="505425" y="88271"/>
                </a:lnTo>
                <a:lnTo>
                  <a:pt x="505781" y="88784"/>
                </a:lnTo>
                <a:lnTo>
                  <a:pt x="506121" y="89305"/>
                </a:lnTo>
                <a:lnTo>
                  <a:pt x="506447" y="89833"/>
                </a:lnTo>
                <a:lnTo>
                  <a:pt x="506757" y="90367"/>
                </a:lnTo>
                <a:lnTo>
                  <a:pt x="507052" y="90909"/>
                </a:lnTo>
                <a:lnTo>
                  <a:pt x="507332" y="91458"/>
                </a:lnTo>
                <a:lnTo>
                  <a:pt x="507597" y="92014"/>
                </a:lnTo>
                <a:lnTo>
                  <a:pt x="507846" y="92577"/>
                </a:lnTo>
                <a:lnTo>
                  <a:pt x="508081" y="93147"/>
                </a:lnTo>
                <a:lnTo>
                  <a:pt x="508300" y="93725"/>
                </a:lnTo>
                <a:lnTo>
                  <a:pt x="508504" y="94309"/>
                </a:lnTo>
                <a:lnTo>
                  <a:pt x="508694" y="94900"/>
                </a:lnTo>
                <a:lnTo>
                  <a:pt x="508868" y="95499"/>
                </a:lnTo>
                <a:lnTo>
                  <a:pt x="509026" y="96104"/>
                </a:lnTo>
                <a:lnTo>
                  <a:pt x="509170" y="96717"/>
                </a:lnTo>
                <a:lnTo>
                  <a:pt x="509299" y="97337"/>
                </a:lnTo>
                <a:lnTo>
                  <a:pt x="509412" y="97964"/>
                </a:lnTo>
                <a:lnTo>
                  <a:pt x="509511" y="98597"/>
                </a:lnTo>
                <a:lnTo>
                  <a:pt x="509594" y="99238"/>
                </a:lnTo>
                <a:lnTo>
                  <a:pt x="509662" y="99886"/>
                </a:lnTo>
                <a:lnTo>
                  <a:pt x="509715" y="100541"/>
                </a:lnTo>
                <a:lnTo>
                  <a:pt x="509753" y="101203"/>
                </a:lnTo>
                <a:lnTo>
                  <a:pt x="509775" y="101873"/>
                </a:lnTo>
                <a:lnTo>
                  <a:pt x="509783" y="102549"/>
                </a:lnTo>
                <a:lnTo>
                  <a:pt x="509772" y="103391"/>
                </a:lnTo>
                <a:lnTo>
                  <a:pt x="509737" y="104218"/>
                </a:lnTo>
                <a:lnTo>
                  <a:pt x="509680" y="105030"/>
                </a:lnTo>
                <a:lnTo>
                  <a:pt x="509600" y="105826"/>
                </a:lnTo>
                <a:lnTo>
                  <a:pt x="509497" y="106606"/>
                </a:lnTo>
                <a:lnTo>
                  <a:pt x="509371" y="107371"/>
                </a:lnTo>
                <a:lnTo>
                  <a:pt x="509223" y="108121"/>
                </a:lnTo>
                <a:lnTo>
                  <a:pt x="509051" y="108855"/>
                </a:lnTo>
                <a:lnTo>
                  <a:pt x="508857" y="109574"/>
                </a:lnTo>
                <a:lnTo>
                  <a:pt x="508640" y="110277"/>
                </a:lnTo>
                <a:lnTo>
                  <a:pt x="508400" y="110965"/>
                </a:lnTo>
                <a:lnTo>
                  <a:pt x="508137" y="111637"/>
                </a:lnTo>
                <a:lnTo>
                  <a:pt x="507851" y="112294"/>
                </a:lnTo>
                <a:lnTo>
                  <a:pt x="507542" y="112935"/>
                </a:lnTo>
                <a:lnTo>
                  <a:pt x="507211" y="113561"/>
                </a:lnTo>
                <a:lnTo>
                  <a:pt x="506857" y="114172"/>
                </a:lnTo>
                <a:lnTo>
                  <a:pt x="506479" y="114767"/>
                </a:lnTo>
                <a:lnTo>
                  <a:pt x="506079" y="115347"/>
                </a:lnTo>
                <a:lnTo>
                  <a:pt x="505656" y="115911"/>
                </a:lnTo>
                <a:lnTo>
                  <a:pt x="505210" y="116459"/>
                </a:lnTo>
                <a:lnTo>
                  <a:pt x="504742" y="116993"/>
                </a:lnTo>
                <a:lnTo>
                  <a:pt x="504250" y="117510"/>
                </a:lnTo>
                <a:lnTo>
                  <a:pt x="503736" y="118013"/>
                </a:lnTo>
                <a:lnTo>
                  <a:pt x="503198" y="118500"/>
                </a:lnTo>
                <a:lnTo>
                  <a:pt x="502641" y="118969"/>
                </a:lnTo>
                <a:lnTo>
                  <a:pt x="502066" y="119418"/>
                </a:lnTo>
                <a:lnTo>
                  <a:pt x="501473" y="119847"/>
                </a:lnTo>
                <a:lnTo>
                  <a:pt x="500863" y="120256"/>
                </a:lnTo>
                <a:lnTo>
                  <a:pt x="500235" y="120645"/>
                </a:lnTo>
                <a:lnTo>
                  <a:pt x="499589" y="121014"/>
                </a:lnTo>
                <a:lnTo>
                  <a:pt x="498925" y="121363"/>
                </a:lnTo>
                <a:lnTo>
                  <a:pt x="498244" y="121692"/>
                </a:lnTo>
                <a:lnTo>
                  <a:pt x="497545" y="122002"/>
                </a:lnTo>
                <a:lnTo>
                  <a:pt x="496828" y="122291"/>
                </a:lnTo>
                <a:lnTo>
                  <a:pt x="496093" y="122560"/>
                </a:lnTo>
                <a:lnTo>
                  <a:pt x="495341" y="122810"/>
                </a:lnTo>
                <a:lnTo>
                  <a:pt x="494571" y="123039"/>
                </a:lnTo>
                <a:lnTo>
                  <a:pt x="493784" y="123249"/>
                </a:lnTo>
                <a:lnTo>
                  <a:pt x="492978" y="123438"/>
                </a:lnTo>
                <a:lnTo>
                  <a:pt x="492155" y="123608"/>
                </a:lnTo>
                <a:lnTo>
                  <a:pt x="491315" y="123758"/>
                </a:lnTo>
                <a:lnTo>
                  <a:pt x="490456" y="123887"/>
                </a:lnTo>
                <a:lnTo>
                  <a:pt x="489580" y="123997"/>
                </a:lnTo>
                <a:lnTo>
                  <a:pt x="488686" y="124087"/>
                </a:lnTo>
                <a:lnTo>
                  <a:pt x="487774" y="124157"/>
                </a:lnTo>
                <a:lnTo>
                  <a:pt x="486845" y="124207"/>
                </a:lnTo>
                <a:lnTo>
                  <a:pt x="485898" y="124237"/>
                </a:lnTo>
                <a:lnTo>
                  <a:pt x="484933" y="124247"/>
                </a:lnTo>
                <a:lnTo>
                  <a:pt x="483907" y="124236"/>
                </a:lnTo>
                <a:lnTo>
                  <a:pt x="482900" y="124205"/>
                </a:lnTo>
                <a:lnTo>
                  <a:pt x="481912" y="124154"/>
                </a:lnTo>
                <a:lnTo>
                  <a:pt x="480943" y="124082"/>
                </a:lnTo>
                <a:lnTo>
                  <a:pt x="479993" y="123989"/>
                </a:lnTo>
                <a:lnTo>
                  <a:pt x="479062" y="123876"/>
                </a:lnTo>
                <a:lnTo>
                  <a:pt x="478151" y="123742"/>
                </a:lnTo>
                <a:lnTo>
                  <a:pt x="477258" y="123587"/>
                </a:lnTo>
                <a:lnTo>
                  <a:pt x="476384" y="123412"/>
                </a:lnTo>
                <a:lnTo>
                  <a:pt x="475529" y="123216"/>
                </a:lnTo>
                <a:lnTo>
                  <a:pt x="474693" y="123000"/>
                </a:lnTo>
                <a:lnTo>
                  <a:pt x="473876" y="122763"/>
                </a:lnTo>
                <a:lnTo>
                  <a:pt x="473078" y="122506"/>
                </a:lnTo>
                <a:lnTo>
                  <a:pt x="472299" y="122228"/>
                </a:lnTo>
                <a:lnTo>
                  <a:pt x="471539" y="121929"/>
                </a:lnTo>
                <a:lnTo>
                  <a:pt x="470797" y="121609"/>
                </a:lnTo>
                <a:lnTo>
                  <a:pt x="470075" y="121269"/>
                </a:lnTo>
                <a:lnTo>
                  <a:pt x="469372" y="120909"/>
                </a:lnTo>
                <a:lnTo>
                  <a:pt x="468688" y="120528"/>
                </a:lnTo>
                <a:lnTo>
                  <a:pt x="468023" y="120126"/>
                </a:lnTo>
                <a:lnTo>
                  <a:pt x="467377" y="119704"/>
                </a:lnTo>
                <a:lnTo>
                  <a:pt x="466750" y="119261"/>
                </a:lnTo>
                <a:lnTo>
                  <a:pt x="466142" y="118797"/>
                </a:lnTo>
                <a:lnTo>
                  <a:pt x="465553" y="118313"/>
                </a:lnTo>
                <a:lnTo>
                  <a:pt x="464986" y="117811"/>
                </a:lnTo>
                <a:lnTo>
                  <a:pt x="464442" y="117294"/>
                </a:lnTo>
                <a:lnTo>
                  <a:pt x="463923" y="116763"/>
                </a:lnTo>
                <a:lnTo>
                  <a:pt x="463429" y="116216"/>
                </a:lnTo>
                <a:lnTo>
                  <a:pt x="462958" y="115655"/>
                </a:lnTo>
                <a:lnTo>
                  <a:pt x="462511" y="115079"/>
                </a:lnTo>
                <a:lnTo>
                  <a:pt x="462089" y="114489"/>
                </a:lnTo>
                <a:lnTo>
                  <a:pt x="461690" y="113883"/>
                </a:lnTo>
                <a:lnTo>
                  <a:pt x="461316" y="113263"/>
                </a:lnTo>
                <a:lnTo>
                  <a:pt x="460966" y="112627"/>
                </a:lnTo>
                <a:lnTo>
                  <a:pt x="460640" y="111977"/>
                </a:lnTo>
                <a:lnTo>
                  <a:pt x="460339" y="111312"/>
                </a:lnTo>
                <a:lnTo>
                  <a:pt x="460061" y="110633"/>
                </a:lnTo>
                <a:lnTo>
                  <a:pt x="459807" y="109938"/>
                </a:lnTo>
                <a:lnTo>
                  <a:pt x="459578" y="109229"/>
                </a:lnTo>
                <a:lnTo>
                  <a:pt x="459373" y="108505"/>
                </a:lnTo>
                <a:lnTo>
                  <a:pt x="459192" y="107766"/>
                </a:lnTo>
                <a:lnTo>
                  <a:pt x="459035" y="107012"/>
                </a:lnTo>
                <a:lnTo>
                  <a:pt x="458902" y="106243"/>
                </a:lnTo>
                <a:lnTo>
                  <a:pt x="458794" y="105460"/>
                </a:lnTo>
                <a:lnTo>
                  <a:pt x="458709" y="104662"/>
                </a:lnTo>
                <a:lnTo>
                  <a:pt x="458649" y="103849"/>
                </a:lnTo>
                <a:lnTo>
                  <a:pt x="458613" y="103021"/>
                </a:lnTo>
                <a:lnTo>
                  <a:pt x="458600" y="102178"/>
                </a:lnTo>
                <a:lnTo>
                  <a:pt x="441911" y="102178"/>
                </a:lnTo>
                <a:lnTo>
                  <a:pt x="441935" y="103131"/>
                </a:lnTo>
                <a:lnTo>
                  <a:pt x="441977" y="104073"/>
                </a:lnTo>
                <a:lnTo>
                  <a:pt x="442035" y="105003"/>
                </a:lnTo>
                <a:lnTo>
                  <a:pt x="442112" y="105923"/>
                </a:lnTo>
                <a:lnTo>
                  <a:pt x="442205" y="106832"/>
                </a:lnTo>
                <a:lnTo>
                  <a:pt x="442316" y="107730"/>
                </a:lnTo>
                <a:lnTo>
                  <a:pt x="442445" y="108617"/>
                </a:lnTo>
                <a:lnTo>
                  <a:pt x="442590" y="109493"/>
                </a:lnTo>
                <a:lnTo>
                  <a:pt x="442754" y="110358"/>
                </a:lnTo>
                <a:lnTo>
                  <a:pt x="442934" y="111212"/>
                </a:lnTo>
                <a:lnTo>
                  <a:pt x="443132" y="112055"/>
                </a:lnTo>
                <a:lnTo>
                  <a:pt x="443347" y="112888"/>
                </a:lnTo>
                <a:lnTo>
                  <a:pt x="443580" y="113709"/>
                </a:lnTo>
                <a:lnTo>
                  <a:pt x="443830" y="114520"/>
                </a:lnTo>
                <a:lnTo>
                  <a:pt x="444098" y="115319"/>
                </a:lnTo>
                <a:lnTo>
                  <a:pt x="444382" y="116108"/>
                </a:lnTo>
                <a:lnTo>
                  <a:pt x="444685" y="116885"/>
                </a:lnTo>
                <a:lnTo>
                  <a:pt x="445004" y="117652"/>
                </a:lnTo>
                <a:lnTo>
                  <a:pt x="445341" y="118408"/>
                </a:lnTo>
                <a:lnTo>
                  <a:pt x="445696" y="119153"/>
                </a:lnTo>
                <a:lnTo>
                  <a:pt x="446068" y="119886"/>
                </a:lnTo>
                <a:lnTo>
                  <a:pt x="446457" y="120609"/>
                </a:lnTo>
                <a:lnTo>
                  <a:pt x="446864" y="121321"/>
                </a:lnTo>
                <a:lnTo>
                  <a:pt x="447288" y="122023"/>
                </a:lnTo>
                <a:lnTo>
                  <a:pt x="447728" y="122711"/>
                </a:lnTo>
                <a:lnTo>
                  <a:pt x="448183" y="123386"/>
                </a:lnTo>
                <a:lnTo>
                  <a:pt x="448654" y="124048"/>
                </a:lnTo>
                <a:lnTo>
                  <a:pt x="449139" y="124696"/>
                </a:lnTo>
                <a:lnTo>
                  <a:pt x="449640" y="125330"/>
                </a:lnTo>
                <a:lnTo>
                  <a:pt x="450156" y="125952"/>
                </a:lnTo>
                <a:lnTo>
                  <a:pt x="450687" y="126559"/>
                </a:lnTo>
                <a:lnTo>
                  <a:pt x="451233" y="127153"/>
                </a:lnTo>
                <a:lnTo>
                  <a:pt x="451795" y="127733"/>
                </a:lnTo>
                <a:lnTo>
                  <a:pt x="452371" y="128300"/>
                </a:lnTo>
                <a:lnTo>
                  <a:pt x="452963" y="128854"/>
                </a:lnTo>
                <a:lnTo>
                  <a:pt x="453569" y="129394"/>
                </a:lnTo>
                <a:lnTo>
                  <a:pt x="454191" y="129920"/>
                </a:lnTo>
                <a:lnTo>
                  <a:pt x="454828" y="130433"/>
                </a:lnTo>
                <a:lnTo>
                  <a:pt x="455480" y="130932"/>
                </a:lnTo>
                <a:lnTo>
                  <a:pt x="456147" y="131418"/>
                </a:lnTo>
                <a:lnTo>
                  <a:pt x="456830" y="131891"/>
                </a:lnTo>
                <a:lnTo>
                  <a:pt x="457527" y="132349"/>
                </a:lnTo>
                <a:lnTo>
                  <a:pt x="458240" y="132795"/>
                </a:lnTo>
                <a:lnTo>
                  <a:pt x="458968" y="133226"/>
                </a:lnTo>
                <a:lnTo>
                  <a:pt x="459711" y="133645"/>
                </a:lnTo>
                <a:lnTo>
                  <a:pt x="460469" y="134049"/>
                </a:lnTo>
                <a:lnTo>
                  <a:pt x="461242" y="134440"/>
                </a:lnTo>
                <a:lnTo>
                  <a:pt x="462030" y="134818"/>
                </a:lnTo>
                <a:lnTo>
                  <a:pt x="462832" y="135181"/>
                </a:lnTo>
                <a:lnTo>
                  <a:pt x="463648" y="135529"/>
                </a:lnTo>
                <a:lnTo>
                  <a:pt x="464477" y="135861"/>
                </a:lnTo>
                <a:lnTo>
                  <a:pt x="465319" y="136177"/>
                </a:lnTo>
                <a:lnTo>
                  <a:pt x="466174" y="136479"/>
                </a:lnTo>
                <a:lnTo>
                  <a:pt x="467043" y="136764"/>
                </a:lnTo>
                <a:lnTo>
                  <a:pt x="467924" y="137035"/>
                </a:lnTo>
                <a:lnTo>
                  <a:pt x="468819" y="137289"/>
                </a:lnTo>
                <a:lnTo>
                  <a:pt x="469727" y="137529"/>
                </a:lnTo>
                <a:lnTo>
                  <a:pt x="470649" y="137753"/>
                </a:lnTo>
                <a:lnTo>
                  <a:pt x="471583" y="137961"/>
                </a:lnTo>
                <a:lnTo>
                  <a:pt x="472531" y="138154"/>
                </a:lnTo>
                <a:lnTo>
                  <a:pt x="473492" y="138332"/>
                </a:lnTo>
                <a:lnTo>
                  <a:pt x="474466" y="138494"/>
                </a:lnTo>
                <a:lnTo>
                  <a:pt x="475453" y="138641"/>
                </a:lnTo>
                <a:lnTo>
                  <a:pt x="476454" y="138772"/>
                </a:lnTo>
                <a:lnTo>
                  <a:pt x="477467" y="138888"/>
                </a:lnTo>
                <a:lnTo>
                  <a:pt x="478494" y="138988"/>
                </a:lnTo>
                <a:lnTo>
                  <a:pt x="479534" y="139073"/>
                </a:lnTo>
                <a:lnTo>
                  <a:pt x="480588" y="139143"/>
                </a:lnTo>
                <a:lnTo>
                  <a:pt x="481654" y="139197"/>
                </a:lnTo>
                <a:lnTo>
                  <a:pt x="482734" y="139235"/>
                </a:lnTo>
                <a:lnTo>
                  <a:pt x="483827" y="139259"/>
                </a:lnTo>
                <a:lnTo>
                  <a:pt x="484933" y="139266"/>
                </a:lnTo>
                <a:lnTo>
                  <a:pt x="485963" y="139258"/>
                </a:lnTo>
                <a:lnTo>
                  <a:pt x="486983" y="139234"/>
                </a:lnTo>
                <a:lnTo>
                  <a:pt x="487991" y="139194"/>
                </a:lnTo>
                <a:lnTo>
                  <a:pt x="488990" y="139138"/>
                </a:lnTo>
                <a:close/>
                <a:moveTo>
                  <a:pt x="603986" y="17247"/>
                </a:moveTo>
                <a:lnTo>
                  <a:pt x="631618" y="17247"/>
                </a:lnTo>
                <a:lnTo>
                  <a:pt x="631618" y="2040"/>
                </a:lnTo>
                <a:lnTo>
                  <a:pt x="559295" y="2040"/>
                </a:lnTo>
                <a:lnTo>
                  <a:pt x="559295" y="17247"/>
                </a:lnTo>
                <a:lnTo>
                  <a:pt x="586926" y="17247"/>
                </a:lnTo>
                <a:lnTo>
                  <a:pt x="586926" y="122206"/>
                </a:lnTo>
                <a:lnTo>
                  <a:pt x="559295" y="122206"/>
                </a:lnTo>
                <a:lnTo>
                  <a:pt x="559295" y="137413"/>
                </a:lnTo>
                <a:lnTo>
                  <a:pt x="631618" y="137413"/>
                </a:lnTo>
                <a:lnTo>
                  <a:pt x="631618" y="122206"/>
                </a:lnTo>
                <a:lnTo>
                  <a:pt x="603986" y="122206"/>
                </a:lnTo>
                <a:lnTo>
                  <a:pt x="603986" y="17247"/>
                </a:lnTo>
                <a:close/>
                <a:moveTo>
                  <a:pt x="706065" y="137335"/>
                </a:moveTo>
                <a:lnTo>
                  <a:pt x="707118" y="137274"/>
                </a:lnTo>
                <a:lnTo>
                  <a:pt x="708159" y="137196"/>
                </a:lnTo>
                <a:lnTo>
                  <a:pt x="709187" y="137100"/>
                </a:lnTo>
                <a:lnTo>
                  <a:pt x="710203" y="136987"/>
                </a:lnTo>
                <a:lnTo>
                  <a:pt x="711206" y="136857"/>
                </a:lnTo>
                <a:lnTo>
                  <a:pt x="712196" y="136709"/>
                </a:lnTo>
                <a:lnTo>
                  <a:pt x="713174" y="136544"/>
                </a:lnTo>
                <a:lnTo>
                  <a:pt x="714139" y="136361"/>
                </a:lnTo>
                <a:lnTo>
                  <a:pt x="715092" y="136162"/>
                </a:lnTo>
                <a:lnTo>
                  <a:pt x="716032" y="135944"/>
                </a:lnTo>
                <a:lnTo>
                  <a:pt x="716960" y="135710"/>
                </a:lnTo>
                <a:lnTo>
                  <a:pt x="717875" y="135458"/>
                </a:lnTo>
                <a:lnTo>
                  <a:pt x="718778" y="135188"/>
                </a:lnTo>
                <a:lnTo>
                  <a:pt x="719668" y="134901"/>
                </a:lnTo>
                <a:lnTo>
                  <a:pt x="720545" y="134597"/>
                </a:lnTo>
                <a:lnTo>
                  <a:pt x="721410" y="134276"/>
                </a:lnTo>
                <a:lnTo>
                  <a:pt x="722262" y="133937"/>
                </a:lnTo>
                <a:lnTo>
                  <a:pt x="723102" y="133581"/>
                </a:lnTo>
                <a:lnTo>
                  <a:pt x="723929" y="133207"/>
                </a:lnTo>
                <a:lnTo>
                  <a:pt x="724744" y="132816"/>
                </a:lnTo>
                <a:lnTo>
                  <a:pt x="725546" y="132407"/>
                </a:lnTo>
                <a:lnTo>
                  <a:pt x="726335" y="131983"/>
                </a:lnTo>
                <a:lnTo>
                  <a:pt x="727108" y="131544"/>
                </a:lnTo>
                <a:lnTo>
                  <a:pt x="727867" y="131090"/>
                </a:lnTo>
                <a:lnTo>
                  <a:pt x="728611" y="130622"/>
                </a:lnTo>
                <a:lnTo>
                  <a:pt x="729340" y="130139"/>
                </a:lnTo>
                <a:lnTo>
                  <a:pt x="730055" y="129642"/>
                </a:lnTo>
                <a:lnTo>
                  <a:pt x="730754" y="129131"/>
                </a:lnTo>
                <a:lnTo>
                  <a:pt x="731439" y="128605"/>
                </a:lnTo>
                <a:lnTo>
                  <a:pt x="732109" y="128064"/>
                </a:lnTo>
                <a:lnTo>
                  <a:pt x="732764" y="127509"/>
                </a:lnTo>
                <a:lnTo>
                  <a:pt x="733404" y="126940"/>
                </a:lnTo>
                <a:lnTo>
                  <a:pt x="734030" y="126356"/>
                </a:lnTo>
                <a:lnTo>
                  <a:pt x="734640" y="125758"/>
                </a:lnTo>
                <a:lnTo>
                  <a:pt x="735236" y="125145"/>
                </a:lnTo>
                <a:lnTo>
                  <a:pt x="735817" y="124517"/>
                </a:lnTo>
                <a:lnTo>
                  <a:pt x="736383" y="123876"/>
                </a:lnTo>
                <a:lnTo>
                  <a:pt x="736935" y="123219"/>
                </a:lnTo>
                <a:lnTo>
                  <a:pt x="737471" y="122549"/>
                </a:lnTo>
                <a:lnTo>
                  <a:pt x="737993" y="121863"/>
                </a:lnTo>
                <a:lnTo>
                  <a:pt x="738500" y="121163"/>
                </a:lnTo>
                <a:lnTo>
                  <a:pt x="738992" y="120449"/>
                </a:lnTo>
                <a:lnTo>
                  <a:pt x="739469" y="119720"/>
                </a:lnTo>
                <a:lnTo>
                  <a:pt x="739932" y="118977"/>
                </a:lnTo>
                <a:lnTo>
                  <a:pt x="740379" y="118220"/>
                </a:lnTo>
                <a:lnTo>
                  <a:pt x="740811" y="117449"/>
                </a:lnTo>
                <a:lnTo>
                  <a:pt x="741224" y="116667"/>
                </a:lnTo>
                <a:lnTo>
                  <a:pt x="741618" y="115874"/>
                </a:lnTo>
                <a:lnTo>
                  <a:pt x="741994" y="115070"/>
                </a:lnTo>
                <a:lnTo>
                  <a:pt x="742352" y="114254"/>
                </a:lnTo>
                <a:lnTo>
                  <a:pt x="742692" y="113427"/>
                </a:lnTo>
                <a:lnTo>
                  <a:pt x="743013" y="112589"/>
                </a:lnTo>
                <a:lnTo>
                  <a:pt x="743316" y="111739"/>
                </a:lnTo>
                <a:lnTo>
                  <a:pt x="743600" y="110879"/>
                </a:lnTo>
                <a:lnTo>
                  <a:pt x="743866" y="110007"/>
                </a:lnTo>
                <a:lnTo>
                  <a:pt x="744114" y="109123"/>
                </a:lnTo>
                <a:lnTo>
                  <a:pt x="744344" y="108229"/>
                </a:lnTo>
                <a:lnTo>
                  <a:pt x="744555" y="107323"/>
                </a:lnTo>
                <a:lnTo>
                  <a:pt x="744747" y="106406"/>
                </a:lnTo>
                <a:lnTo>
                  <a:pt x="744922" y="105478"/>
                </a:lnTo>
                <a:lnTo>
                  <a:pt x="745078" y="104538"/>
                </a:lnTo>
                <a:lnTo>
                  <a:pt x="745215" y="103587"/>
                </a:lnTo>
                <a:lnTo>
                  <a:pt x="745335" y="102625"/>
                </a:lnTo>
                <a:lnTo>
                  <a:pt x="745436" y="101651"/>
                </a:lnTo>
                <a:lnTo>
                  <a:pt x="745518" y="100667"/>
                </a:lnTo>
                <a:lnTo>
                  <a:pt x="745582" y="99671"/>
                </a:lnTo>
                <a:lnTo>
                  <a:pt x="745628" y="98663"/>
                </a:lnTo>
                <a:lnTo>
                  <a:pt x="745656" y="97645"/>
                </a:lnTo>
                <a:lnTo>
                  <a:pt x="745665" y="96615"/>
                </a:lnTo>
                <a:lnTo>
                  <a:pt x="745665" y="42651"/>
                </a:lnTo>
                <a:lnTo>
                  <a:pt x="745656" y="41622"/>
                </a:lnTo>
                <a:lnTo>
                  <a:pt x="745628" y="40604"/>
                </a:lnTo>
                <a:lnTo>
                  <a:pt x="745582" y="39597"/>
                </a:lnTo>
                <a:lnTo>
                  <a:pt x="745518" y="38602"/>
                </a:lnTo>
                <a:lnTo>
                  <a:pt x="745436" y="37619"/>
                </a:lnTo>
                <a:lnTo>
                  <a:pt x="745335" y="36647"/>
                </a:lnTo>
                <a:lnTo>
                  <a:pt x="745215" y="35687"/>
                </a:lnTo>
                <a:lnTo>
                  <a:pt x="745078" y="34739"/>
                </a:lnTo>
                <a:lnTo>
                  <a:pt x="744922" y="33802"/>
                </a:lnTo>
                <a:lnTo>
                  <a:pt x="744747" y="32877"/>
                </a:lnTo>
                <a:lnTo>
                  <a:pt x="744555" y="31963"/>
                </a:lnTo>
                <a:lnTo>
                  <a:pt x="744344" y="31061"/>
                </a:lnTo>
                <a:lnTo>
                  <a:pt x="744114" y="30170"/>
                </a:lnTo>
                <a:lnTo>
                  <a:pt x="743866" y="29292"/>
                </a:lnTo>
                <a:lnTo>
                  <a:pt x="743600" y="28424"/>
                </a:lnTo>
                <a:lnTo>
                  <a:pt x="743316" y="27569"/>
                </a:lnTo>
                <a:lnTo>
                  <a:pt x="743013" y="26724"/>
                </a:lnTo>
                <a:lnTo>
                  <a:pt x="742692" y="25892"/>
                </a:lnTo>
                <a:lnTo>
                  <a:pt x="742352" y="25071"/>
                </a:lnTo>
                <a:lnTo>
                  <a:pt x="741994" y="24262"/>
                </a:lnTo>
                <a:lnTo>
                  <a:pt x="741618" y="23464"/>
                </a:lnTo>
                <a:lnTo>
                  <a:pt x="741224" y="22678"/>
                </a:lnTo>
                <a:lnTo>
                  <a:pt x="740811" y="21903"/>
                </a:lnTo>
                <a:lnTo>
                  <a:pt x="740379" y="21140"/>
                </a:lnTo>
                <a:lnTo>
                  <a:pt x="739932" y="20390"/>
                </a:lnTo>
                <a:lnTo>
                  <a:pt x="739469" y="19654"/>
                </a:lnTo>
                <a:lnTo>
                  <a:pt x="738992" y="18932"/>
                </a:lnTo>
                <a:lnTo>
                  <a:pt x="738500" y="18225"/>
                </a:lnTo>
                <a:lnTo>
                  <a:pt x="737993" y="17532"/>
                </a:lnTo>
                <a:lnTo>
                  <a:pt x="737471" y="16852"/>
                </a:lnTo>
                <a:lnTo>
                  <a:pt x="736935" y="16187"/>
                </a:lnTo>
                <a:lnTo>
                  <a:pt x="736383" y="15536"/>
                </a:lnTo>
                <a:lnTo>
                  <a:pt x="735817" y="14900"/>
                </a:lnTo>
                <a:lnTo>
                  <a:pt x="735236" y="14277"/>
                </a:lnTo>
                <a:lnTo>
                  <a:pt x="734640" y="13669"/>
                </a:lnTo>
                <a:lnTo>
                  <a:pt x="734030" y="13074"/>
                </a:lnTo>
                <a:lnTo>
                  <a:pt x="733404" y="12494"/>
                </a:lnTo>
                <a:lnTo>
                  <a:pt x="732764" y="11928"/>
                </a:lnTo>
                <a:lnTo>
                  <a:pt x="732109" y="11377"/>
                </a:lnTo>
                <a:lnTo>
                  <a:pt x="731439" y="10839"/>
                </a:lnTo>
                <a:lnTo>
                  <a:pt x="730754" y="10316"/>
                </a:lnTo>
                <a:lnTo>
                  <a:pt x="730055" y="9806"/>
                </a:lnTo>
                <a:lnTo>
                  <a:pt x="729340" y="9311"/>
                </a:lnTo>
                <a:lnTo>
                  <a:pt x="728611" y="8831"/>
                </a:lnTo>
                <a:lnTo>
                  <a:pt x="727867" y="8364"/>
                </a:lnTo>
                <a:lnTo>
                  <a:pt x="727108" y="7911"/>
                </a:lnTo>
                <a:lnTo>
                  <a:pt x="726335" y="7473"/>
                </a:lnTo>
                <a:lnTo>
                  <a:pt x="725546" y="7049"/>
                </a:lnTo>
                <a:lnTo>
                  <a:pt x="724744" y="6640"/>
                </a:lnTo>
                <a:lnTo>
                  <a:pt x="723929" y="6249"/>
                </a:lnTo>
                <a:lnTo>
                  <a:pt x="723102" y="5875"/>
                </a:lnTo>
                <a:lnTo>
                  <a:pt x="722262" y="5518"/>
                </a:lnTo>
                <a:lnTo>
                  <a:pt x="721410" y="5179"/>
                </a:lnTo>
                <a:lnTo>
                  <a:pt x="720545" y="4857"/>
                </a:lnTo>
                <a:lnTo>
                  <a:pt x="719668" y="4553"/>
                </a:lnTo>
                <a:lnTo>
                  <a:pt x="718778" y="4266"/>
                </a:lnTo>
                <a:lnTo>
                  <a:pt x="717875" y="3997"/>
                </a:lnTo>
                <a:lnTo>
                  <a:pt x="716960" y="3744"/>
                </a:lnTo>
                <a:lnTo>
                  <a:pt x="716032" y="3510"/>
                </a:lnTo>
                <a:lnTo>
                  <a:pt x="715092" y="3292"/>
                </a:lnTo>
                <a:lnTo>
                  <a:pt x="714139" y="3092"/>
                </a:lnTo>
                <a:lnTo>
                  <a:pt x="713174" y="2910"/>
                </a:lnTo>
                <a:lnTo>
                  <a:pt x="712196" y="2744"/>
                </a:lnTo>
                <a:lnTo>
                  <a:pt x="711206" y="2597"/>
                </a:lnTo>
                <a:lnTo>
                  <a:pt x="710203" y="2466"/>
                </a:lnTo>
                <a:lnTo>
                  <a:pt x="709187" y="2353"/>
                </a:lnTo>
                <a:lnTo>
                  <a:pt x="708159" y="2258"/>
                </a:lnTo>
                <a:lnTo>
                  <a:pt x="707118" y="2179"/>
                </a:lnTo>
                <a:lnTo>
                  <a:pt x="706065" y="2118"/>
                </a:lnTo>
                <a:lnTo>
                  <a:pt x="704999" y="2075"/>
                </a:lnTo>
                <a:lnTo>
                  <a:pt x="703921" y="2049"/>
                </a:lnTo>
                <a:lnTo>
                  <a:pt x="702830" y="2040"/>
                </a:lnTo>
                <a:lnTo>
                  <a:pt x="667779" y="2040"/>
                </a:lnTo>
                <a:lnTo>
                  <a:pt x="667779" y="137413"/>
                </a:lnTo>
                <a:lnTo>
                  <a:pt x="702830" y="137413"/>
                </a:lnTo>
                <a:lnTo>
                  <a:pt x="703921" y="137404"/>
                </a:lnTo>
                <a:lnTo>
                  <a:pt x="704999" y="137378"/>
                </a:lnTo>
                <a:lnTo>
                  <a:pt x="706065" y="137335"/>
                </a:lnTo>
                <a:close/>
                <a:moveTo>
                  <a:pt x="704833" y="16924"/>
                </a:moveTo>
                <a:lnTo>
                  <a:pt x="705807" y="16983"/>
                </a:lnTo>
                <a:lnTo>
                  <a:pt x="706763" y="17067"/>
                </a:lnTo>
                <a:lnTo>
                  <a:pt x="707700" y="17174"/>
                </a:lnTo>
                <a:lnTo>
                  <a:pt x="708619" y="17305"/>
                </a:lnTo>
                <a:lnTo>
                  <a:pt x="709519" y="17460"/>
                </a:lnTo>
                <a:lnTo>
                  <a:pt x="710401" y="17638"/>
                </a:lnTo>
                <a:lnTo>
                  <a:pt x="711265" y="17841"/>
                </a:lnTo>
                <a:lnTo>
                  <a:pt x="712111" y="18067"/>
                </a:lnTo>
                <a:lnTo>
                  <a:pt x="712938" y="18317"/>
                </a:lnTo>
                <a:lnTo>
                  <a:pt x="713747" y="18591"/>
                </a:lnTo>
                <a:lnTo>
                  <a:pt x="714537" y="18889"/>
                </a:lnTo>
                <a:lnTo>
                  <a:pt x="715309" y="19211"/>
                </a:lnTo>
                <a:lnTo>
                  <a:pt x="716063" y="19556"/>
                </a:lnTo>
                <a:lnTo>
                  <a:pt x="716798" y="19926"/>
                </a:lnTo>
                <a:lnTo>
                  <a:pt x="717515" y="20319"/>
                </a:lnTo>
                <a:lnTo>
                  <a:pt x="718214" y="20736"/>
                </a:lnTo>
                <a:lnTo>
                  <a:pt x="718894" y="21177"/>
                </a:lnTo>
                <a:lnTo>
                  <a:pt x="719556" y="21641"/>
                </a:lnTo>
                <a:lnTo>
                  <a:pt x="720200" y="22130"/>
                </a:lnTo>
                <a:lnTo>
                  <a:pt x="720825" y="22642"/>
                </a:lnTo>
                <a:lnTo>
                  <a:pt x="721432" y="23178"/>
                </a:lnTo>
                <a:lnTo>
                  <a:pt x="722021" y="23738"/>
                </a:lnTo>
                <a:lnTo>
                  <a:pt x="722588" y="24318"/>
                </a:lnTo>
                <a:lnTo>
                  <a:pt x="723131" y="24917"/>
                </a:lnTo>
                <a:lnTo>
                  <a:pt x="723651" y="25534"/>
                </a:lnTo>
                <a:lnTo>
                  <a:pt x="724146" y="26169"/>
                </a:lnTo>
                <a:lnTo>
                  <a:pt x="724617" y="26821"/>
                </a:lnTo>
                <a:lnTo>
                  <a:pt x="725063" y="27492"/>
                </a:lnTo>
                <a:lnTo>
                  <a:pt x="725486" y="28181"/>
                </a:lnTo>
                <a:lnTo>
                  <a:pt x="725885" y="28888"/>
                </a:lnTo>
                <a:lnTo>
                  <a:pt x="726259" y="29613"/>
                </a:lnTo>
                <a:lnTo>
                  <a:pt x="726609" y="30356"/>
                </a:lnTo>
                <a:lnTo>
                  <a:pt x="726935" y="31117"/>
                </a:lnTo>
                <a:lnTo>
                  <a:pt x="727237" y="31896"/>
                </a:lnTo>
                <a:lnTo>
                  <a:pt x="727515" y="32693"/>
                </a:lnTo>
                <a:lnTo>
                  <a:pt x="727768" y="33508"/>
                </a:lnTo>
                <a:lnTo>
                  <a:pt x="727998" y="34341"/>
                </a:lnTo>
                <a:lnTo>
                  <a:pt x="728203" y="35192"/>
                </a:lnTo>
                <a:lnTo>
                  <a:pt x="728384" y="36061"/>
                </a:lnTo>
                <a:lnTo>
                  <a:pt x="728541" y="36949"/>
                </a:lnTo>
                <a:lnTo>
                  <a:pt x="728674" y="37854"/>
                </a:lnTo>
                <a:lnTo>
                  <a:pt x="728783" y="38777"/>
                </a:lnTo>
                <a:lnTo>
                  <a:pt x="728867" y="39719"/>
                </a:lnTo>
                <a:lnTo>
                  <a:pt x="728928" y="40678"/>
                </a:lnTo>
                <a:lnTo>
                  <a:pt x="728964" y="41656"/>
                </a:lnTo>
                <a:lnTo>
                  <a:pt x="728976" y="42651"/>
                </a:lnTo>
                <a:lnTo>
                  <a:pt x="728976" y="96615"/>
                </a:lnTo>
                <a:lnTo>
                  <a:pt x="728964" y="97626"/>
                </a:lnTo>
                <a:lnTo>
                  <a:pt x="728928" y="98618"/>
                </a:lnTo>
                <a:lnTo>
                  <a:pt x="728867" y="99591"/>
                </a:lnTo>
                <a:lnTo>
                  <a:pt x="728783" y="100545"/>
                </a:lnTo>
                <a:lnTo>
                  <a:pt x="728674" y="101481"/>
                </a:lnTo>
                <a:lnTo>
                  <a:pt x="728541" y="102398"/>
                </a:lnTo>
                <a:lnTo>
                  <a:pt x="728384" y="103297"/>
                </a:lnTo>
                <a:lnTo>
                  <a:pt x="728203" y="104177"/>
                </a:lnTo>
                <a:lnTo>
                  <a:pt x="727998" y="105038"/>
                </a:lnTo>
                <a:lnTo>
                  <a:pt x="727768" y="105880"/>
                </a:lnTo>
                <a:lnTo>
                  <a:pt x="727515" y="106704"/>
                </a:lnTo>
                <a:lnTo>
                  <a:pt x="727237" y="107509"/>
                </a:lnTo>
                <a:lnTo>
                  <a:pt x="726935" y="108296"/>
                </a:lnTo>
                <a:lnTo>
                  <a:pt x="726609" y="109064"/>
                </a:lnTo>
                <a:lnTo>
                  <a:pt x="726259" y="109813"/>
                </a:lnTo>
                <a:lnTo>
                  <a:pt x="725885" y="110543"/>
                </a:lnTo>
                <a:lnTo>
                  <a:pt x="725486" y="111255"/>
                </a:lnTo>
                <a:lnTo>
                  <a:pt x="725063" y="111948"/>
                </a:lnTo>
                <a:lnTo>
                  <a:pt x="724617" y="112623"/>
                </a:lnTo>
                <a:lnTo>
                  <a:pt x="724146" y="113279"/>
                </a:lnTo>
                <a:lnTo>
                  <a:pt x="723651" y="113916"/>
                </a:lnTo>
                <a:lnTo>
                  <a:pt x="723131" y="114534"/>
                </a:lnTo>
                <a:lnTo>
                  <a:pt x="722588" y="115134"/>
                </a:lnTo>
                <a:lnTo>
                  <a:pt x="722021" y="115715"/>
                </a:lnTo>
                <a:lnTo>
                  <a:pt x="721432" y="116275"/>
                </a:lnTo>
                <a:lnTo>
                  <a:pt x="720825" y="116811"/>
                </a:lnTo>
                <a:lnTo>
                  <a:pt x="720200" y="117324"/>
                </a:lnTo>
                <a:lnTo>
                  <a:pt x="719556" y="117812"/>
                </a:lnTo>
                <a:lnTo>
                  <a:pt x="718894" y="118277"/>
                </a:lnTo>
                <a:lnTo>
                  <a:pt x="718214" y="118717"/>
                </a:lnTo>
                <a:lnTo>
                  <a:pt x="717515" y="119134"/>
                </a:lnTo>
                <a:lnTo>
                  <a:pt x="716798" y="119527"/>
                </a:lnTo>
                <a:lnTo>
                  <a:pt x="716063" y="119897"/>
                </a:lnTo>
                <a:lnTo>
                  <a:pt x="715309" y="120242"/>
                </a:lnTo>
                <a:lnTo>
                  <a:pt x="714537" y="120564"/>
                </a:lnTo>
                <a:lnTo>
                  <a:pt x="713747" y="120862"/>
                </a:lnTo>
                <a:lnTo>
                  <a:pt x="712938" y="121136"/>
                </a:lnTo>
                <a:lnTo>
                  <a:pt x="712111" y="121386"/>
                </a:lnTo>
                <a:lnTo>
                  <a:pt x="711265" y="121612"/>
                </a:lnTo>
                <a:lnTo>
                  <a:pt x="710401" y="121815"/>
                </a:lnTo>
                <a:lnTo>
                  <a:pt x="709519" y="121993"/>
                </a:lnTo>
                <a:lnTo>
                  <a:pt x="708619" y="122148"/>
                </a:lnTo>
                <a:lnTo>
                  <a:pt x="707700" y="122279"/>
                </a:lnTo>
                <a:lnTo>
                  <a:pt x="706763" y="122387"/>
                </a:lnTo>
                <a:lnTo>
                  <a:pt x="705807" y="122470"/>
                </a:lnTo>
                <a:lnTo>
                  <a:pt x="704833" y="122530"/>
                </a:lnTo>
                <a:lnTo>
                  <a:pt x="703841" y="122565"/>
                </a:lnTo>
                <a:lnTo>
                  <a:pt x="702830" y="122577"/>
                </a:lnTo>
                <a:lnTo>
                  <a:pt x="684471" y="122577"/>
                </a:lnTo>
                <a:lnTo>
                  <a:pt x="684471" y="16876"/>
                </a:lnTo>
                <a:lnTo>
                  <a:pt x="702830" y="16876"/>
                </a:lnTo>
                <a:lnTo>
                  <a:pt x="703841" y="16888"/>
                </a:lnTo>
                <a:lnTo>
                  <a:pt x="704833" y="16924"/>
                </a:lnTo>
                <a:close/>
                <a:moveTo>
                  <a:pt x="223457" y="170791"/>
                </a:moveTo>
                <a:lnTo>
                  <a:pt x="240149" y="170791"/>
                </a:lnTo>
                <a:lnTo>
                  <a:pt x="240149" y="141123"/>
                </a:lnTo>
                <a:lnTo>
                  <a:pt x="239775" y="117942"/>
                </a:lnTo>
                <a:lnTo>
                  <a:pt x="240392" y="117942"/>
                </a:lnTo>
                <a:lnTo>
                  <a:pt x="240487" y="118636"/>
                </a:lnTo>
                <a:lnTo>
                  <a:pt x="240636" y="119506"/>
                </a:lnTo>
                <a:lnTo>
                  <a:pt x="240811" y="120359"/>
                </a:lnTo>
                <a:lnTo>
                  <a:pt x="241014" y="121197"/>
                </a:lnTo>
                <a:lnTo>
                  <a:pt x="241244" y="122018"/>
                </a:lnTo>
                <a:lnTo>
                  <a:pt x="241501" y="122824"/>
                </a:lnTo>
                <a:lnTo>
                  <a:pt x="241785" y="123613"/>
                </a:lnTo>
                <a:lnTo>
                  <a:pt x="242096" y="124386"/>
                </a:lnTo>
                <a:lnTo>
                  <a:pt x="242434" y="125143"/>
                </a:lnTo>
                <a:lnTo>
                  <a:pt x="242799" y="125884"/>
                </a:lnTo>
                <a:lnTo>
                  <a:pt x="243191" y="126609"/>
                </a:lnTo>
                <a:lnTo>
                  <a:pt x="243610" y="127317"/>
                </a:lnTo>
                <a:lnTo>
                  <a:pt x="244056" y="128010"/>
                </a:lnTo>
                <a:lnTo>
                  <a:pt x="244529" y="128687"/>
                </a:lnTo>
                <a:lnTo>
                  <a:pt x="245029" y="129347"/>
                </a:lnTo>
                <a:lnTo>
                  <a:pt x="245557" y="129991"/>
                </a:lnTo>
                <a:lnTo>
                  <a:pt x="246111" y="130619"/>
                </a:lnTo>
                <a:lnTo>
                  <a:pt x="246692" y="131231"/>
                </a:lnTo>
                <a:lnTo>
                  <a:pt x="247301" y="131827"/>
                </a:lnTo>
                <a:lnTo>
                  <a:pt x="247936" y="132407"/>
                </a:lnTo>
                <a:lnTo>
                  <a:pt x="248593" y="132967"/>
                </a:lnTo>
                <a:lnTo>
                  <a:pt x="249267" y="133503"/>
                </a:lnTo>
                <a:lnTo>
                  <a:pt x="249956" y="134015"/>
                </a:lnTo>
                <a:lnTo>
                  <a:pt x="250661" y="134503"/>
                </a:lnTo>
                <a:lnTo>
                  <a:pt x="251383" y="134968"/>
                </a:lnTo>
                <a:lnTo>
                  <a:pt x="252121" y="135408"/>
                </a:lnTo>
                <a:lnTo>
                  <a:pt x="252874" y="135825"/>
                </a:lnTo>
                <a:lnTo>
                  <a:pt x="253644" y="136218"/>
                </a:lnTo>
                <a:lnTo>
                  <a:pt x="254430" y="136587"/>
                </a:lnTo>
                <a:lnTo>
                  <a:pt x="255232" y="136932"/>
                </a:lnTo>
                <a:lnTo>
                  <a:pt x="256050" y="137254"/>
                </a:lnTo>
                <a:lnTo>
                  <a:pt x="256884" y="137552"/>
                </a:lnTo>
                <a:lnTo>
                  <a:pt x="257734" y="137825"/>
                </a:lnTo>
                <a:lnTo>
                  <a:pt x="258601" y="138076"/>
                </a:lnTo>
                <a:lnTo>
                  <a:pt x="259483" y="138302"/>
                </a:lnTo>
                <a:lnTo>
                  <a:pt x="260381" y="138504"/>
                </a:lnTo>
                <a:lnTo>
                  <a:pt x="261296" y="138683"/>
                </a:lnTo>
                <a:lnTo>
                  <a:pt x="262227" y="138838"/>
                </a:lnTo>
                <a:lnTo>
                  <a:pt x="263173" y="138969"/>
                </a:lnTo>
                <a:lnTo>
                  <a:pt x="264136" y="139076"/>
                </a:lnTo>
                <a:lnTo>
                  <a:pt x="265115" y="139159"/>
                </a:lnTo>
                <a:lnTo>
                  <a:pt x="266110" y="139219"/>
                </a:lnTo>
                <a:lnTo>
                  <a:pt x="267121" y="139254"/>
                </a:lnTo>
                <a:lnTo>
                  <a:pt x="268148" y="139266"/>
                </a:lnTo>
                <a:lnTo>
                  <a:pt x="269009" y="139258"/>
                </a:lnTo>
                <a:lnTo>
                  <a:pt x="269859" y="139234"/>
                </a:lnTo>
                <a:lnTo>
                  <a:pt x="270700" y="139194"/>
                </a:lnTo>
                <a:lnTo>
                  <a:pt x="271531" y="139138"/>
                </a:lnTo>
                <a:lnTo>
                  <a:pt x="272351" y="139065"/>
                </a:lnTo>
                <a:lnTo>
                  <a:pt x="273162" y="138977"/>
                </a:lnTo>
                <a:lnTo>
                  <a:pt x="273963" y="138872"/>
                </a:lnTo>
                <a:lnTo>
                  <a:pt x="274754" y="138751"/>
                </a:lnTo>
                <a:lnTo>
                  <a:pt x="275534" y="138615"/>
                </a:lnTo>
                <a:lnTo>
                  <a:pt x="276305" y="138462"/>
                </a:lnTo>
                <a:lnTo>
                  <a:pt x="277066" y="138293"/>
                </a:lnTo>
                <a:lnTo>
                  <a:pt x="277816" y="138108"/>
                </a:lnTo>
                <a:lnTo>
                  <a:pt x="278557" y="137906"/>
                </a:lnTo>
                <a:lnTo>
                  <a:pt x="279288" y="137689"/>
                </a:lnTo>
                <a:lnTo>
                  <a:pt x="280009" y="137456"/>
                </a:lnTo>
                <a:lnTo>
                  <a:pt x="280719" y="137206"/>
                </a:lnTo>
                <a:lnTo>
                  <a:pt x="281420" y="136941"/>
                </a:lnTo>
                <a:lnTo>
                  <a:pt x="282111" y="136659"/>
                </a:lnTo>
                <a:lnTo>
                  <a:pt x="282792" y="136361"/>
                </a:lnTo>
                <a:lnTo>
                  <a:pt x="283462" y="136048"/>
                </a:lnTo>
                <a:lnTo>
                  <a:pt x="284123" y="135718"/>
                </a:lnTo>
                <a:lnTo>
                  <a:pt x="284774" y="135372"/>
                </a:lnTo>
                <a:lnTo>
                  <a:pt x="285415" y="135010"/>
                </a:lnTo>
                <a:lnTo>
                  <a:pt x="286046" y="134631"/>
                </a:lnTo>
                <a:lnTo>
                  <a:pt x="286666" y="134238"/>
                </a:lnTo>
                <a:lnTo>
                  <a:pt x="287274" y="133832"/>
                </a:lnTo>
                <a:lnTo>
                  <a:pt x="287871" y="133412"/>
                </a:lnTo>
                <a:lnTo>
                  <a:pt x="288456" y="132978"/>
                </a:lnTo>
                <a:lnTo>
                  <a:pt x="289030" y="132531"/>
                </a:lnTo>
                <a:lnTo>
                  <a:pt x="289592" y="132070"/>
                </a:lnTo>
                <a:lnTo>
                  <a:pt x="290142" y="131596"/>
                </a:lnTo>
                <a:lnTo>
                  <a:pt x="290681" y="131109"/>
                </a:lnTo>
                <a:lnTo>
                  <a:pt x="291209" y="130607"/>
                </a:lnTo>
                <a:lnTo>
                  <a:pt x="291724" y="130093"/>
                </a:lnTo>
                <a:lnTo>
                  <a:pt x="292228" y="129564"/>
                </a:lnTo>
                <a:lnTo>
                  <a:pt x="292721" y="129022"/>
                </a:lnTo>
                <a:lnTo>
                  <a:pt x="293202" y="128467"/>
                </a:lnTo>
                <a:lnTo>
                  <a:pt x="293671" y="127898"/>
                </a:lnTo>
                <a:lnTo>
                  <a:pt x="294129" y="127316"/>
                </a:lnTo>
                <a:lnTo>
                  <a:pt x="294575" y="126720"/>
                </a:lnTo>
                <a:lnTo>
                  <a:pt x="295009" y="126110"/>
                </a:lnTo>
                <a:lnTo>
                  <a:pt x="295432" y="125487"/>
                </a:lnTo>
                <a:lnTo>
                  <a:pt x="295844" y="124851"/>
                </a:lnTo>
                <a:lnTo>
                  <a:pt x="296243" y="124201"/>
                </a:lnTo>
                <a:lnTo>
                  <a:pt x="296632" y="123537"/>
                </a:lnTo>
                <a:lnTo>
                  <a:pt x="297008" y="122860"/>
                </a:lnTo>
                <a:lnTo>
                  <a:pt x="297373" y="122169"/>
                </a:lnTo>
                <a:lnTo>
                  <a:pt x="297726" y="121465"/>
                </a:lnTo>
                <a:lnTo>
                  <a:pt x="298067" y="120749"/>
                </a:lnTo>
                <a:lnTo>
                  <a:pt x="298393" y="120021"/>
                </a:lnTo>
                <a:lnTo>
                  <a:pt x="298705" y="119283"/>
                </a:lnTo>
                <a:lnTo>
                  <a:pt x="299002" y="118534"/>
                </a:lnTo>
                <a:lnTo>
                  <a:pt x="299284" y="117774"/>
                </a:lnTo>
                <a:lnTo>
                  <a:pt x="299552" y="117002"/>
                </a:lnTo>
                <a:lnTo>
                  <a:pt x="299806" y="116220"/>
                </a:lnTo>
                <a:lnTo>
                  <a:pt x="300045" y="115427"/>
                </a:lnTo>
                <a:lnTo>
                  <a:pt x="300270" y="114623"/>
                </a:lnTo>
                <a:lnTo>
                  <a:pt x="300480" y="113808"/>
                </a:lnTo>
                <a:lnTo>
                  <a:pt x="300676" y="112983"/>
                </a:lnTo>
                <a:lnTo>
                  <a:pt x="300857" y="112146"/>
                </a:lnTo>
                <a:lnTo>
                  <a:pt x="301023" y="111298"/>
                </a:lnTo>
                <a:lnTo>
                  <a:pt x="301176" y="110439"/>
                </a:lnTo>
                <a:lnTo>
                  <a:pt x="301313" y="109570"/>
                </a:lnTo>
                <a:lnTo>
                  <a:pt x="301436" y="108689"/>
                </a:lnTo>
                <a:lnTo>
                  <a:pt x="301545" y="107797"/>
                </a:lnTo>
                <a:lnTo>
                  <a:pt x="301639" y="106895"/>
                </a:lnTo>
                <a:lnTo>
                  <a:pt x="301719" y="105982"/>
                </a:lnTo>
                <a:lnTo>
                  <a:pt x="301784" y="105057"/>
                </a:lnTo>
                <a:lnTo>
                  <a:pt x="301835" y="104122"/>
                </a:lnTo>
                <a:lnTo>
                  <a:pt x="301871" y="103176"/>
                </a:lnTo>
                <a:lnTo>
                  <a:pt x="301893" y="102218"/>
                </a:lnTo>
                <a:lnTo>
                  <a:pt x="301900" y="101250"/>
                </a:lnTo>
                <a:lnTo>
                  <a:pt x="301900" y="71395"/>
                </a:lnTo>
                <a:lnTo>
                  <a:pt x="301884" y="69940"/>
                </a:lnTo>
                <a:lnTo>
                  <a:pt x="301836" y="68511"/>
                </a:lnTo>
                <a:lnTo>
                  <a:pt x="301757" y="67108"/>
                </a:lnTo>
                <a:lnTo>
                  <a:pt x="301645" y="65731"/>
                </a:lnTo>
                <a:lnTo>
                  <a:pt x="301502" y="64380"/>
                </a:lnTo>
                <a:lnTo>
                  <a:pt x="301326" y="63056"/>
                </a:lnTo>
                <a:lnTo>
                  <a:pt x="301119" y="61757"/>
                </a:lnTo>
                <a:lnTo>
                  <a:pt x="300880" y="60484"/>
                </a:lnTo>
                <a:lnTo>
                  <a:pt x="300609" y="59238"/>
                </a:lnTo>
                <a:lnTo>
                  <a:pt x="300307" y="58018"/>
                </a:lnTo>
                <a:lnTo>
                  <a:pt x="299972" y="56824"/>
                </a:lnTo>
                <a:lnTo>
                  <a:pt x="299605" y="55655"/>
                </a:lnTo>
                <a:lnTo>
                  <a:pt x="299207" y="54513"/>
                </a:lnTo>
                <a:lnTo>
                  <a:pt x="298777" y="53397"/>
                </a:lnTo>
                <a:lnTo>
                  <a:pt x="298314" y="52308"/>
                </a:lnTo>
                <a:lnTo>
                  <a:pt x="297820" y="51244"/>
                </a:lnTo>
                <a:lnTo>
                  <a:pt x="297295" y="50206"/>
                </a:lnTo>
                <a:lnTo>
                  <a:pt x="296737" y="49195"/>
                </a:lnTo>
                <a:lnTo>
                  <a:pt x="296147" y="48209"/>
                </a:lnTo>
                <a:lnTo>
                  <a:pt x="295526" y="47250"/>
                </a:lnTo>
                <a:lnTo>
                  <a:pt x="294872" y="46316"/>
                </a:lnTo>
                <a:lnTo>
                  <a:pt x="294187" y="45409"/>
                </a:lnTo>
                <a:lnTo>
                  <a:pt x="293470" y="44528"/>
                </a:lnTo>
                <a:lnTo>
                  <a:pt x="292721" y="43673"/>
                </a:lnTo>
                <a:lnTo>
                  <a:pt x="291945" y="42848"/>
                </a:lnTo>
                <a:lnTo>
                  <a:pt x="291148" y="42058"/>
                </a:lnTo>
                <a:lnTo>
                  <a:pt x="290329" y="41304"/>
                </a:lnTo>
                <a:lnTo>
                  <a:pt x="289488" y="40584"/>
                </a:lnTo>
                <a:lnTo>
                  <a:pt x="288626" y="39900"/>
                </a:lnTo>
                <a:lnTo>
                  <a:pt x="287743" y="39251"/>
                </a:lnTo>
                <a:lnTo>
                  <a:pt x="286838" y="38636"/>
                </a:lnTo>
                <a:lnTo>
                  <a:pt x="285911" y="38057"/>
                </a:lnTo>
                <a:lnTo>
                  <a:pt x="284962" y="37513"/>
                </a:lnTo>
                <a:lnTo>
                  <a:pt x="283993" y="37005"/>
                </a:lnTo>
                <a:lnTo>
                  <a:pt x="283001" y="36531"/>
                </a:lnTo>
                <a:lnTo>
                  <a:pt x="281988" y="36092"/>
                </a:lnTo>
                <a:lnTo>
                  <a:pt x="280953" y="35688"/>
                </a:lnTo>
                <a:lnTo>
                  <a:pt x="279897" y="35320"/>
                </a:lnTo>
                <a:lnTo>
                  <a:pt x="278819" y="34987"/>
                </a:lnTo>
                <a:lnTo>
                  <a:pt x="277720" y="34688"/>
                </a:lnTo>
                <a:lnTo>
                  <a:pt x="276599" y="34425"/>
                </a:lnTo>
                <a:lnTo>
                  <a:pt x="275456" y="34197"/>
                </a:lnTo>
                <a:lnTo>
                  <a:pt x="274292" y="34004"/>
                </a:lnTo>
                <a:lnTo>
                  <a:pt x="273107" y="33846"/>
                </a:lnTo>
                <a:lnTo>
                  <a:pt x="271899" y="33723"/>
                </a:lnTo>
                <a:lnTo>
                  <a:pt x="270671" y="33635"/>
                </a:lnTo>
                <a:lnTo>
                  <a:pt x="269420" y="33583"/>
                </a:lnTo>
                <a:lnTo>
                  <a:pt x="268148" y="33565"/>
                </a:lnTo>
                <a:lnTo>
                  <a:pt x="267106" y="33577"/>
                </a:lnTo>
                <a:lnTo>
                  <a:pt x="266081" y="33612"/>
                </a:lnTo>
                <a:lnTo>
                  <a:pt x="265073" y="33671"/>
                </a:lnTo>
                <a:lnTo>
                  <a:pt x="264082" y="33753"/>
                </a:lnTo>
                <a:lnTo>
                  <a:pt x="263108" y="33859"/>
                </a:lnTo>
                <a:lnTo>
                  <a:pt x="262151" y="33988"/>
                </a:lnTo>
                <a:lnTo>
                  <a:pt x="261211" y="34141"/>
                </a:lnTo>
                <a:lnTo>
                  <a:pt x="260288" y="34317"/>
                </a:lnTo>
                <a:lnTo>
                  <a:pt x="259382" y="34517"/>
                </a:lnTo>
                <a:lnTo>
                  <a:pt x="258494" y="34740"/>
                </a:lnTo>
                <a:lnTo>
                  <a:pt x="257622" y="34987"/>
                </a:lnTo>
                <a:lnTo>
                  <a:pt x="256767" y="35257"/>
                </a:lnTo>
                <a:lnTo>
                  <a:pt x="255930" y="35551"/>
                </a:lnTo>
                <a:lnTo>
                  <a:pt x="255109" y="35868"/>
                </a:lnTo>
                <a:lnTo>
                  <a:pt x="254306" y="36209"/>
                </a:lnTo>
                <a:lnTo>
                  <a:pt x="253520" y="36573"/>
                </a:lnTo>
                <a:lnTo>
                  <a:pt x="252750" y="36961"/>
                </a:lnTo>
                <a:lnTo>
                  <a:pt x="251998" y="37372"/>
                </a:lnTo>
                <a:lnTo>
                  <a:pt x="251263" y="37807"/>
                </a:lnTo>
                <a:lnTo>
                  <a:pt x="250545" y="38266"/>
                </a:lnTo>
                <a:lnTo>
                  <a:pt x="249844" y="38747"/>
                </a:lnTo>
                <a:lnTo>
                  <a:pt x="249160" y="39253"/>
                </a:lnTo>
                <a:lnTo>
                  <a:pt x="248493" y="39781"/>
                </a:lnTo>
                <a:lnTo>
                  <a:pt x="247843" y="40334"/>
                </a:lnTo>
                <a:lnTo>
                  <a:pt x="247215" y="40906"/>
                </a:lnTo>
                <a:lnTo>
                  <a:pt x="246614" y="41496"/>
                </a:lnTo>
                <a:lnTo>
                  <a:pt x="246039" y="42103"/>
                </a:lnTo>
                <a:lnTo>
                  <a:pt x="245492" y="42726"/>
                </a:lnTo>
                <a:lnTo>
                  <a:pt x="244971" y="43367"/>
                </a:lnTo>
                <a:lnTo>
                  <a:pt x="244477" y="44025"/>
                </a:lnTo>
                <a:lnTo>
                  <a:pt x="244009" y="44700"/>
                </a:lnTo>
                <a:lnTo>
                  <a:pt x="243568" y="45392"/>
                </a:lnTo>
                <a:lnTo>
                  <a:pt x="243154" y="46101"/>
                </a:lnTo>
                <a:lnTo>
                  <a:pt x="242767" y="46827"/>
                </a:lnTo>
                <a:lnTo>
                  <a:pt x="242406" y="47571"/>
                </a:lnTo>
                <a:lnTo>
                  <a:pt x="242072" y="48331"/>
                </a:lnTo>
                <a:lnTo>
                  <a:pt x="241765" y="49108"/>
                </a:lnTo>
                <a:lnTo>
                  <a:pt x="241485" y="49903"/>
                </a:lnTo>
                <a:lnTo>
                  <a:pt x="241231" y="50714"/>
                </a:lnTo>
                <a:lnTo>
                  <a:pt x="241004" y="51543"/>
                </a:lnTo>
                <a:lnTo>
                  <a:pt x="240803" y="52388"/>
                </a:lnTo>
                <a:lnTo>
                  <a:pt x="240630" y="53251"/>
                </a:lnTo>
                <a:lnTo>
                  <a:pt x="240483" y="54131"/>
                </a:lnTo>
                <a:lnTo>
                  <a:pt x="240381" y="54889"/>
                </a:lnTo>
                <a:lnTo>
                  <a:pt x="240149" y="54889"/>
                </a:lnTo>
                <a:lnTo>
                  <a:pt x="240149" y="35419"/>
                </a:lnTo>
                <a:lnTo>
                  <a:pt x="223457" y="35419"/>
                </a:lnTo>
                <a:lnTo>
                  <a:pt x="223457" y="170791"/>
                </a:lnTo>
                <a:close/>
                <a:moveTo>
                  <a:pt x="259299" y="124624"/>
                </a:moveTo>
                <a:lnTo>
                  <a:pt x="258513" y="124522"/>
                </a:lnTo>
                <a:lnTo>
                  <a:pt x="257741" y="124398"/>
                </a:lnTo>
                <a:lnTo>
                  <a:pt x="256983" y="124252"/>
                </a:lnTo>
                <a:lnTo>
                  <a:pt x="256240" y="124083"/>
                </a:lnTo>
                <a:lnTo>
                  <a:pt x="255510" y="123891"/>
                </a:lnTo>
                <a:lnTo>
                  <a:pt x="254795" y="123677"/>
                </a:lnTo>
                <a:lnTo>
                  <a:pt x="254094" y="123440"/>
                </a:lnTo>
                <a:lnTo>
                  <a:pt x="253406" y="123181"/>
                </a:lnTo>
                <a:lnTo>
                  <a:pt x="252734" y="122900"/>
                </a:lnTo>
                <a:lnTo>
                  <a:pt x="252075" y="122595"/>
                </a:lnTo>
                <a:lnTo>
                  <a:pt x="251430" y="122268"/>
                </a:lnTo>
                <a:lnTo>
                  <a:pt x="250800" y="121919"/>
                </a:lnTo>
                <a:lnTo>
                  <a:pt x="250184" y="121547"/>
                </a:lnTo>
                <a:lnTo>
                  <a:pt x="249582" y="121153"/>
                </a:lnTo>
                <a:lnTo>
                  <a:pt x="248994" y="120736"/>
                </a:lnTo>
                <a:lnTo>
                  <a:pt x="248420" y="120296"/>
                </a:lnTo>
                <a:lnTo>
                  <a:pt x="247860" y="119834"/>
                </a:lnTo>
                <a:lnTo>
                  <a:pt x="247315" y="119350"/>
                </a:lnTo>
                <a:lnTo>
                  <a:pt x="246784" y="118843"/>
                </a:lnTo>
                <a:lnTo>
                  <a:pt x="246267" y="118313"/>
                </a:lnTo>
                <a:lnTo>
                  <a:pt x="245767" y="117763"/>
                </a:lnTo>
                <a:lnTo>
                  <a:pt x="245289" y="117196"/>
                </a:lnTo>
                <a:lnTo>
                  <a:pt x="244833" y="116612"/>
                </a:lnTo>
                <a:lnTo>
                  <a:pt x="244397" y="116010"/>
                </a:lnTo>
                <a:lnTo>
                  <a:pt x="243983" y="115391"/>
                </a:lnTo>
                <a:lnTo>
                  <a:pt x="243590" y="114754"/>
                </a:lnTo>
                <a:lnTo>
                  <a:pt x="243218" y="114101"/>
                </a:lnTo>
                <a:lnTo>
                  <a:pt x="242868" y="113429"/>
                </a:lnTo>
                <a:lnTo>
                  <a:pt x="242539" y="112741"/>
                </a:lnTo>
                <a:lnTo>
                  <a:pt x="242231" y="112035"/>
                </a:lnTo>
                <a:lnTo>
                  <a:pt x="241944" y="111311"/>
                </a:lnTo>
                <a:lnTo>
                  <a:pt x="241678" y="110570"/>
                </a:lnTo>
                <a:lnTo>
                  <a:pt x="241434" y="109812"/>
                </a:lnTo>
                <a:lnTo>
                  <a:pt x="241211" y="109037"/>
                </a:lnTo>
                <a:lnTo>
                  <a:pt x="241009" y="108244"/>
                </a:lnTo>
                <a:lnTo>
                  <a:pt x="240829" y="107433"/>
                </a:lnTo>
                <a:lnTo>
                  <a:pt x="240669" y="106606"/>
                </a:lnTo>
                <a:lnTo>
                  <a:pt x="240531" y="105760"/>
                </a:lnTo>
                <a:lnTo>
                  <a:pt x="240414" y="104898"/>
                </a:lnTo>
                <a:lnTo>
                  <a:pt x="240319" y="104018"/>
                </a:lnTo>
                <a:lnTo>
                  <a:pt x="240245" y="103121"/>
                </a:lnTo>
                <a:lnTo>
                  <a:pt x="240191" y="102206"/>
                </a:lnTo>
                <a:lnTo>
                  <a:pt x="240160" y="101274"/>
                </a:lnTo>
                <a:lnTo>
                  <a:pt x="240149" y="100325"/>
                </a:lnTo>
                <a:lnTo>
                  <a:pt x="240149" y="72507"/>
                </a:lnTo>
                <a:lnTo>
                  <a:pt x="240160" y="71557"/>
                </a:lnTo>
                <a:lnTo>
                  <a:pt x="240191" y="70625"/>
                </a:lnTo>
                <a:lnTo>
                  <a:pt x="240245" y="69711"/>
                </a:lnTo>
                <a:lnTo>
                  <a:pt x="240319" y="68814"/>
                </a:lnTo>
                <a:lnTo>
                  <a:pt x="240414" y="67934"/>
                </a:lnTo>
                <a:lnTo>
                  <a:pt x="240531" y="67071"/>
                </a:lnTo>
                <a:lnTo>
                  <a:pt x="240669" y="66226"/>
                </a:lnTo>
                <a:lnTo>
                  <a:pt x="240829" y="65399"/>
                </a:lnTo>
                <a:lnTo>
                  <a:pt x="241009" y="64588"/>
                </a:lnTo>
                <a:lnTo>
                  <a:pt x="241211" y="63796"/>
                </a:lnTo>
                <a:lnTo>
                  <a:pt x="241434" y="63020"/>
                </a:lnTo>
                <a:lnTo>
                  <a:pt x="241678" y="62262"/>
                </a:lnTo>
                <a:lnTo>
                  <a:pt x="241944" y="61521"/>
                </a:lnTo>
                <a:lnTo>
                  <a:pt x="242231" y="60798"/>
                </a:lnTo>
                <a:lnTo>
                  <a:pt x="242539" y="60092"/>
                </a:lnTo>
                <a:lnTo>
                  <a:pt x="242868" y="59404"/>
                </a:lnTo>
                <a:lnTo>
                  <a:pt x="243218" y="58732"/>
                </a:lnTo>
                <a:lnTo>
                  <a:pt x="243590" y="58079"/>
                </a:lnTo>
                <a:lnTo>
                  <a:pt x="243983" y="57442"/>
                </a:lnTo>
                <a:lnTo>
                  <a:pt x="244397" y="56823"/>
                </a:lnTo>
                <a:lnTo>
                  <a:pt x="244833" y="56222"/>
                </a:lnTo>
                <a:lnTo>
                  <a:pt x="245289" y="55638"/>
                </a:lnTo>
                <a:lnTo>
                  <a:pt x="245767" y="55071"/>
                </a:lnTo>
                <a:lnTo>
                  <a:pt x="246267" y="54521"/>
                </a:lnTo>
                <a:lnTo>
                  <a:pt x="246784" y="53992"/>
                </a:lnTo>
                <a:lnTo>
                  <a:pt x="247315" y="53485"/>
                </a:lnTo>
                <a:lnTo>
                  <a:pt x="247860" y="53000"/>
                </a:lnTo>
                <a:lnTo>
                  <a:pt x="248420" y="52538"/>
                </a:lnTo>
                <a:lnTo>
                  <a:pt x="248994" y="52099"/>
                </a:lnTo>
                <a:lnTo>
                  <a:pt x="249582" y="51682"/>
                </a:lnTo>
                <a:lnTo>
                  <a:pt x="250184" y="51287"/>
                </a:lnTo>
                <a:lnTo>
                  <a:pt x="250800" y="50915"/>
                </a:lnTo>
                <a:lnTo>
                  <a:pt x="251430" y="50566"/>
                </a:lnTo>
                <a:lnTo>
                  <a:pt x="252075" y="50239"/>
                </a:lnTo>
                <a:lnTo>
                  <a:pt x="252734" y="49935"/>
                </a:lnTo>
                <a:lnTo>
                  <a:pt x="253406" y="49653"/>
                </a:lnTo>
                <a:lnTo>
                  <a:pt x="254094" y="49394"/>
                </a:lnTo>
                <a:lnTo>
                  <a:pt x="254795" y="49157"/>
                </a:lnTo>
                <a:lnTo>
                  <a:pt x="255510" y="48943"/>
                </a:lnTo>
                <a:lnTo>
                  <a:pt x="256240" y="48752"/>
                </a:lnTo>
                <a:lnTo>
                  <a:pt x="256983" y="48583"/>
                </a:lnTo>
                <a:lnTo>
                  <a:pt x="257741" y="48436"/>
                </a:lnTo>
                <a:lnTo>
                  <a:pt x="258513" y="48312"/>
                </a:lnTo>
                <a:lnTo>
                  <a:pt x="259299" y="48211"/>
                </a:lnTo>
                <a:lnTo>
                  <a:pt x="260099" y="48132"/>
                </a:lnTo>
                <a:lnTo>
                  <a:pt x="260914" y="48075"/>
                </a:lnTo>
                <a:lnTo>
                  <a:pt x="261742" y="48042"/>
                </a:lnTo>
                <a:lnTo>
                  <a:pt x="262585" y="48030"/>
                </a:lnTo>
                <a:lnTo>
                  <a:pt x="263458" y="48041"/>
                </a:lnTo>
                <a:lnTo>
                  <a:pt x="264316" y="48074"/>
                </a:lnTo>
                <a:lnTo>
                  <a:pt x="265157" y="48129"/>
                </a:lnTo>
                <a:lnTo>
                  <a:pt x="265983" y="48205"/>
                </a:lnTo>
                <a:lnTo>
                  <a:pt x="266793" y="48304"/>
                </a:lnTo>
                <a:lnTo>
                  <a:pt x="267587" y="48424"/>
                </a:lnTo>
                <a:lnTo>
                  <a:pt x="268365" y="48567"/>
                </a:lnTo>
                <a:lnTo>
                  <a:pt x="269128" y="48731"/>
                </a:lnTo>
                <a:lnTo>
                  <a:pt x="269875" y="48917"/>
                </a:lnTo>
                <a:lnTo>
                  <a:pt x="270606" y="49125"/>
                </a:lnTo>
                <a:lnTo>
                  <a:pt x="271321" y="49355"/>
                </a:lnTo>
                <a:lnTo>
                  <a:pt x="272021" y="49606"/>
                </a:lnTo>
                <a:lnTo>
                  <a:pt x="272704" y="49880"/>
                </a:lnTo>
                <a:lnTo>
                  <a:pt x="273372" y="50176"/>
                </a:lnTo>
                <a:lnTo>
                  <a:pt x="274024" y="50493"/>
                </a:lnTo>
                <a:lnTo>
                  <a:pt x="274661" y="50832"/>
                </a:lnTo>
                <a:lnTo>
                  <a:pt x="275281" y="51193"/>
                </a:lnTo>
                <a:lnTo>
                  <a:pt x="275886" y="51577"/>
                </a:lnTo>
                <a:lnTo>
                  <a:pt x="276475" y="51982"/>
                </a:lnTo>
                <a:lnTo>
                  <a:pt x="277049" y="52408"/>
                </a:lnTo>
                <a:lnTo>
                  <a:pt x="277606" y="52857"/>
                </a:lnTo>
                <a:lnTo>
                  <a:pt x="278148" y="53328"/>
                </a:lnTo>
                <a:lnTo>
                  <a:pt x="278674" y="53820"/>
                </a:lnTo>
                <a:lnTo>
                  <a:pt x="279184" y="54335"/>
                </a:lnTo>
                <a:lnTo>
                  <a:pt x="279676" y="54870"/>
                </a:lnTo>
                <a:lnTo>
                  <a:pt x="280146" y="55424"/>
                </a:lnTo>
                <a:lnTo>
                  <a:pt x="280596" y="55998"/>
                </a:lnTo>
                <a:lnTo>
                  <a:pt x="281025" y="56591"/>
                </a:lnTo>
                <a:lnTo>
                  <a:pt x="281434" y="57203"/>
                </a:lnTo>
                <a:lnTo>
                  <a:pt x="281821" y="57835"/>
                </a:lnTo>
                <a:lnTo>
                  <a:pt x="282187" y="58486"/>
                </a:lnTo>
                <a:lnTo>
                  <a:pt x="282532" y="59156"/>
                </a:lnTo>
                <a:lnTo>
                  <a:pt x="282857" y="59845"/>
                </a:lnTo>
                <a:lnTo>
                  <a:pt x="283160" y="60554"/>
                </a:lnTo>
                <a:lnTo>
                  <a:pt x="283443" y="61282"/>
                </a:lnTo>
                <a:lnTo>
                  <a:pt x="283704" y="62030"/>
                </a:lnTo>
                <a:lnTo>
                  <a:pt x="283945" y="62797"/>
                </a:lnTo>
                <a:lnTo>
                  <a:pt x="284165" y="63583"/>
                </a:lnTo>
                <a:lnTo>
                  <a:pt x="284363" y="64388"/>
                </a:lnTo>
                <a:lnTo>
                  <a:pt x="284541" y="65213"/>
                </a:lnTo>
                <a:lnTo>
                  <a:pt x="284698" y="66057"/>
                </a:lnTo>
                <a:lnTo>
                  <a:pt x="284834" y="66921"/>
                </a:lnTo>
                <a:lnTo>
                  <a:pt x="284949" y="67803"/>
                </a:lnTo>
                <a:lnTo>
                  <a:pt x="285044" y="68705"/>
                </a:lnTo>
                <a:lnTo>
                  <a:pt x="285117" y="69627"/>
                </a:lnTo>
                <a:lnTo>
                  <a:pt x="285169" y="70567"/>
                </a:lnTo>
                <a:lnTo>
                  <a:pt x="285200" y="71527"/>
                </a:lnTo>
                <a:lnTo>
                  <a:pt x="285211" y="72507"/>
                </a:lnTo>
                <a:lnTo>
                  <a:pt x="285211" y="100325"/>
                </a:lnTo>
                <a:lnTo>
                  <a:pt x="285200" y="101304"/>
                </a:lnTo>
                <a:lnTo>
                  <a:pt x="285169" y="102264"/>
                </a:lnTo>
                <a:lnTo>
                  <a:pt x="285117" y="103205"/>
                </a:lnTo>
                <a:lnTo>
                  <a:pt x="285044" y="104126"/>
                </a:lnTo>
                <a:lnTo>
                  <a:pt x="284949" y="105028"/>
                </a:lnTo>
                <a:lnTo>
                  <a:pt x="284834" y="105911"/>
                </a:lnTo>
                <a:lnTo>
                  <a:pt x="284698" y="106775"/>
                </a:lnTo>
                <a:lnTo>
                  <a:pt x="284541" y="107619"/>
                </a:lnTo>
                <a:lnTo>
                  <a:pt x="284363" y="108444"/>
                </a:lnTo>
                <a:lnTo>
                  <a:pt x="284165" y="109249"/>
                </a:lnTo>
                <a:lnTo>
                  <a:pt x="283945" y="110035"/>
                </a:lnTo>
                <a:lnTo>
                  <a:pt x="283704" y="110802"/>
                </a:lnTo>
                <a:lnTo>
                  <a:pt x="283443" y="111550"/>
                </a:lnTo>
                <a:lnTo>
                  <a:pt x="283160" y="112278"/>
                </a:lnTo>
                <a:lnTo>
                  <a:pt x="282857" y="112987"/>
                </a:lnTo>
                <a:lnTo>
                  <a:pt x="282532" y="113677"/>
                </a:lnTo>
                <a:lnTo>
                  <a:pt x="282187" y="114347"/>
                </a:lnTo>
                <a:lnTo>
                  <a:pt x="281821" y="114998"/>
                </a:lnTo>
                <a:lnTo>
                  <a:pt x="281434" y="115630"/>
                </a:lnTo>
                <a:lnTo>
                  <a:pt x="281025" y="116243"/>
                </a:lnTo>
                <a:lnTo>
                  <a:pt x="280596" y="116836"/>
                </a:lnTo>
                <a:lnTo>
                  <a:pt x="280146" y="117410"/>
                </a:lnTo>
                <a:lnTo>
                  <a:pt x="279676" y="117964"/>
                </a:lnTo>
                <a:lnTo>
                  <a:pt x="279184" y="118500"/>
                </a:lnTo>
                <a:lnTo>
                  <a:pt x="278674" y="119014"/>
                </a:lnTo>
                <a:lnTo>
                  <a:pt x="278148" y="119507"/>
                </a:lnTo>
                <a:lnTo>
                  <a:pt x="277606" y="119977"/>
                </a:lnTo>
                <a:lnTo>
                  <a:pt x="277049" y="120426"/>
                </a:lnTo>
                <a:lnTo>
                  <a:pt x="276475" y="120853"/>
                </a:lnTo>
                <a:lnTo>
                  <a:pt x="275886" y="121258"/>
                </a:lnTo>
                <a:lnTo>
                  <a:pt x="275281" y="121641"/>
                </a:lnTo>
                <a:lnTo>
                  <a:pt x="274661" y="122002"/>
                </a:lnTo>
                <a:lnTo>
                  <a:pt x="274024" y="122341"/>
                </a:lnTo>
                <a:lnTo>
                  <a:pt x="273372" y="122659"/>
                </a:lnTo>
                <a:lnTo>
                  <a:pt x="272704" y="122954"/>
                </a:lnTo>
                <a:lnTo>
                  <a:pt x="272021" y="123228"/>
                </a:lnTo>
                <a:lnTo>
                  <a:pt x="271321" y="123480"/>
                </a:lnTo>
                <a:lnTo>
                  <a:pt x="270606" y="123710"/>
                </a:lnTo>
                <a:lnTo>
                  <a:pt x="269875" y="123918"/>
                </a:lnTo>
                <a:lnTo>
                  <a:pt x="269128" y="124104"/>
                </a:lnTo>
                <a:lnTo>
                  <a:pt x="268365" y="124268"/>
                </a:lnTo>
                <a:lnTo>
                  <a:pt x="267587" y="124410"/>
                </a:lnTo>
                <a:lnTo>
                  <a:pt x="266793" y="124530"/>
                </a:lnTo>
                <a:lnTo>
                  <a:pt x="265983" y="124629"/>
                </a:lnTo>
                <a:lnTo>
                  <a:pt x="265157" y="124706"/>
                </a:lnTo>
                <a:lnTo>
                  <a:pt x="264316" y="124760"/>
                </a:lnTo>
                <a:lnTo>
                  <a:pt x="263458" y="124793"/>
                </a:lnTo>
                <a:lnTo>
                  <a:pt x="262585" y="124804"/>
                </a:lnTo>
                <a:lnTo>
                  <a:pt x="261742" y="124793"/>
                </a:lnTo>
                <a:lnTo>
                  <a:pt x="260914" y="124759"/>
                </a:lnTo>
                <a:lnTo>
                  <a:pt x="260099" y="124703"/>
                </a:lnTo>
                <a:lnTo>
                  <a:pt x="259299" y="1246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600F1-14E2-49F8-933E-55597D4D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809" y="1247505"/>
            <a:ext cx="736657" cy="574304"/>
          </a:xfrm>
          <a:custGeom xmlns:a="http://schemas.openxmlformats.org/drawingml/2006/main">
            <a:pathLst>
              <a:path w="736657" h="574304">
                <a:moveTo>
                  <a:pt x="270808" y="1268"/>
                </a:moveTo>
                <a:cubicBezTo>
                  <a:pt x="290683" y="634"/>
                  <a:pt x="309291" y="0"/>
                  <a:pt x="327899" y="0"/>
                </a:cubicBezTo>
                <a:lnTo>
                  <a:pt x="327899" y="16684"/>
                </a:lnTo>
                <a:cubicBezTo>
                  <a:pt x="309947" y="16684"/>
                  <a:pt x="291340" y="17317"/>
                  <a:pt x="272075" y="18608"/>
                </a:cubicBezTo>
                <a:lnTo>
                  <a:pt x="270808" y="1268"/>
                </a:lnTo>
                <a:close/>
                <a:moveTo>
                  <a:pt x="380530" y="634"/>
                </a:moveTo>
                <a:cubicBezTo>
                  <a:pt x="397847" y="1924"/>
                  <a:pt x="414531" y="2558"/>
                  <a:pt x="429947" y="4482"/>
                </a:cubicBezTo>
                <a:lnTo>
                  <a:pt x="428656" y="21166"/>
                </a:lnTo>
                <a:cubicBezTo>
                  <a:pt x="412607" y="19875"/>
                  <a:pt x="396580" y="18608"/>
                  <a:pt x="379896" y="17951"/>
                </a:cubicBezTo>
                <a:lnTo>
                  <a:pt x="380530" y="634"/>
                </a:lnTo>
                <a:close/>
                <a:moveTo>
                  <a:pt x="476783" y="10911"/>
                </a:moveTo>
                <a:cubicBezTo>
                  <a:pt x="496681" y="14103"/>
                  <a:pt x="514632" y="17951"/>
                  <a:pt x="531972" y="22456"/>
                </a:cubicBezTo>
                <a:lnTo>
                  <a:pt x="527467" y="39140"/>
                </a:lnTo>
                <a:cubicBezTo>
                  <a:pt x="510784" y="34635"/>
                  <a:pt x="492810" y="30786"/>
                  <a:pt x="474202" y="27595"/>
                </a:cubicBezTo>
                <a:lnTo>
                  <a:pt x="476783" y="10911"/>
                </a:lnTo>
                <a:close/>
                <a:moveTo>
                  <a:pt x="580733" y="39773"/>
                </a:moveTo>
                <a:cubicBezTo>
                  <a:pt x="596782" y="46202"/>
                  <a:pt x="610885" y="53242"/>
                  <a:pt x="624377" y="61596"/>
                </a:cubicBezTo>
                <a:lnTo>
                  <a:pt x="615390" y="76355"/>
                </a:lnTo>
                <a:cubicBezTo>
                  <a:pt x="602555" y="68002"/>
                  <a:pt x="589063" y="61596"/>
                  <a:pt x="574304" y="55167"/>
                </a:cubicBezTo>
                <a:lnTo>
                  <a:pt x="580733" y="39773"/>
                </a:lnTo>
                <a:close/>
                <a:moveTo>
                  <a:pt x="667365" y="94963"/>
                </a:moveTo>
                <a:cubicBezTo>
                  <a:pt x="680200" y="107164"/>
                  <a:pt x="691111" y="120633"/>
                  <a:pt x="700732" y="135393"/>
                </a:cubicBezTo>
                <a:lnTo>
                  <a:pt x="685972" y="144380"/>
                </a:lnTo>
                <a:cubicBezTo>
                  <a:pt x="677619" y="130888"/>
                  <a:pt x="667365" y="118709"/>
                  <a:pt x="655797" y="107164"/>
                </a:cubicBezTo>
                <a:lnTo>
                  <a:pt x="667365" y="94963"/>
                </a:lnTo>
                <a:close/>
                <a:moveTo>
                  <a:pt x="722554" y="180938"/>
                </a:moveTo>
                <a:cubicBezTo>
                  <a:pt x="727670" y="196988"/>
                  <a:pt x="732175" y="214306"/>
                  <a:pt x="734099" y="232279"/>
                </a:cubicBezTo>
                <a:lnTo>
                  <a:pt x="717415" y="234837"/>
                </a:lnTo>
                <a:cubicBezTo>
                  <a:pt x="715491" y="217520"/>
                  <a:pt x="711643" y="201470"/>
                  <a:pt x="706504" y="186711"/>
                </a:cubicBezTo>
                <a:lnTo>
                  <a:pt x="722554" y="180938"/>
                </a:lnTo>
                <a:close/>
                <a:moveTo>
                  <a:pt x="736657" y="288759"/>
                </a:moveTo>
                <a:cubicBezTo>
                  <a:pt x="736023" y="307367"/>
                  <a:pt x="732809" y="324684"/>
                  <a:pt x="727670" y="341368"/>
                </a:cubicBezTo>
                <a:lnTo>
                  <a:pt x="711643" y="336229"/>
                </a:lnTo>
                <a:cubicBezTo>
                  <a:pt x="716125" y="320836"/>
                  <a:pt x="719340" y="304786"/>
                  <a:pt x="719973" y="288103"/>
                </a:cubicBezTo>
                <a:lnTo>
                  <a:pt x="736657" y="288759"/>
                </a:lnTo>
                <a:close/>
                <a:moveTo>
                  <a:pt x="704580" y="388860"/>
                </a:moveTo>
                <a:cubicBezTo>
                  <a:pt x="695593" y="402963"/>
                  <a:pt x="684048" y="416455"/>
                  <a:pt x="671213" y="428634"/>
                </a:cubicBezTo>
                <a:lnTo>
                  <a:pt x="659668" y="416455"/>
                </a:lnTo>
                <a:cubicBezTo>
                  <a:pt x="671847" y="404887"/>
                  <a:pt x="682124" y="392709"/>
                  <a:pt x="690455" y="379217"/>
                </a:cubicBezTo>
                <a:lnTo>
                  <a:pt x="704580" y="388860"/>
                </a:lnTo>
                <a:close/>
                <a:moveTo>
                  <a:pt x="628859" y="461367"/>
                </a:moveTo>
                <a:cubicBezTo>
                  <a:pt x="615390" y="470354"/>
                  <a:pt x="600631" y="478684"/>
                  <a:pt x="585215" y="486381"/>
                </a:cubicBezTo>
                <a:lnTo>
                  <a:pt x="577518" y="470988"/>
                </a:lnTo>
                <a:cubicBezTo>
                  <a:pt x="592934" y="463925"/>
                  <a:pt x="607037" y="455595"/>
                  <a:pt x="619872" y="447241"/>
                </a:cubicBezTo>
                <a:lnTo>
                  <a:pt x="628859" y="461367"/>
                </a:lnTo>
                <a:close/>
                <a:moveTo>
                  <a:pt x="536454" y="506913"/>
                </a:moveTo>
                <a:cubicBezTo>
                  <a:pt x="521061" y="512685"/>
                  <a:pt x="505011" y="517824"/>
                  <a:pt x="488328" y="522329"/>
                </a:cubicBezTo>
                <a:lnTo>
                  <a:pt x="483846" y="506279"/>
                </a:lnTo>
                <a:cubicBezTo>
                  <a:pt x="500529" y="501140"/>
                  <a:pt x="515922" y="496002"/>
                  <a:pt x="530682" y="490886"/>
                </a:cubicBezTo>
                <a:lnTo>
                  <a:pt x="536454" y="506913"/>
                </a:lnTo>
                <a:close/>
                <a:moveTo>
                  <a:pt x="436987" y="535798"/>
                </a:moveTo>
                <a:cubicBezTo>
                  <a:pt x="421594" y="539012"/>
                  <a:pt x="405544" y="542861"/>
                  <a:pt x="388860" y="545419"/>
                </a:cubicBezTo>
                <a:lnTo>
                  <a:pt x="385669" y="528735"/>
                </a:lnTo>
                <a:cubicBezTo>
                  <a:pt x="402352" y="526177"/>
                  <a:pt x="418379" y="522963"/>
                  <a:pt x="433139" y="519114"/>
                </a:cubicBezTo>
                <a:lnTo>
                  <a:pt x="436987" y="535798"/>
                </a:lnTo>
                <a:close/>
                <a:moveTo>
                  <a:pt x="336252" y="554406"/>
                </a:moveTo>
                <a:cubicBezTo>
                  <a:pt x="320202" y="556330"/>
                  <a:pt x="303518" y="558254"/>
                  <a:pt x="286835" y="560178"/>
                </a:cubicBezTo>
                <a:lnTo>
                  <a:pt x="284911" y="543494"/>
                </a:lnTo>
                <a:cubicBezTo>
                  <a:pt x="301594" y="541570"/>
                  <a:pt x="318278" y="539646"/>
                  <a:pt x="334328" y="537088"/>
                </a:cubicBezTo>
                <a:lnTo>
                  <a:pt x="336252" y="554406"/>
                </a:lnTo>
                <a:close/>
                <a:moveTo>
                  <a:pt x="236150" y="565317"/>
                </a:moveTo>
                <a:cubicBezTo>
                  <a:pt x="218833" y="566607"/>
                  <a:pt x="201493" y="567875"/>
                  <a:pt x="183519" y="569165"/>
                </a:cubicBezTo>
                <a:lnTo>
                  <a:pt x="182251" y="552481"/>
                </a:lnTo>
                <a:cubicBezTo>
                  <a:pt x="200225" y="551191"/>
                  <a:pt x="217543" y="549923"/>
                  <a:pt x="234860" y="548633"/>
                </a:cubicBezTo>
                <a:lnTo>
                  <a:pt x="236150" y="565317"/>
                </a:lnTo>
                <a:close/>
                <a:moveTo>
                  <a:pt x="132835" y="571723"/>
                </a:moveTo>
                <a:cubicBezTo>
                  <a:pt x="116785" y="572379"/>
                  <a:pt x="100101" y="573013"/>
                  <a:pt x="82784" y="573647"/>
                </a:cubicBezTo>
                <a:lnTo>
                  <a:pt x="82150" y="556330"/>
                </a:lnTo>
                <a:cubicBezTo>
                  <a:pt x="99467" y="556330"/>
                  <a:pt x="116151" y="555696"/>
                  <a:pt x="132201" y="555039"/>
                </a:cubicBezTo>
                <a:lnTo>
                  <a:pt x="132835" y="571723"/>
                </a:lnTo>
                <a:close/>
                <a:moveTo>
                  <a:pt x="30175" y="574304"/>
                </a:moveTo>
                <a:lnTo>
                  <a:pt x="0" y="574304"/>
                </a:lnTo>
                <a:lnTo>
                  <a:pt x="0" y="557620"/>
                </a:lnTo>
                <a:lnTo>
                  <a:pt x="30175" y="557620"/>
                </a:lnTo>
                <a:lnTo>
                  <a:pt x="30175" y="574304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49F36-D874-4E91-89EA-541AE51C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807" y="1790366"/>
            <a:ext cx="68658" cy="45546"/>
          </a:xfrm>
          <a:custGeom xmlns:a="http://schemas.openxmlformats.org/drawingml/2006/main">
            <a:pathLst>
              <a:path w="68658" h="45546">
                <a:moveTo>
                  <a:pt x="0" y="22456"/>
                </a:moveTo>
                <a:lnTo>
                  <a:pt x="68658" y="0"/>
                </a:lnTo>
                <a:lnTo>
                  <a:pt x="68658" y="45546"/>
                </a:lnTo>
                <a:lnTo>
                  <a:pt x="0" y="22456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CBCE46-D41A-4C07-A844-4D809E94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4807" y="1790366"/>
            <a:ext cx="68658" cy="45546"/>
          </a:xfrm>
          <a:custGeom xmlns:a="http://schemas.openxmlformats.org/drawingml/2006/main">
            <a:pathLst>
              <a:path w="68658" h="45546" fill="none">
                <a:moveTo>
                  <a:pt x="0" y="22456"/>
                </a:moveTo>
                <a:lnTo>
                  <a:pt x="68658" y="0"/>
                </a:lnTo>
                <a:lnTo>
                  <a:pt x="68658" y="45546"/>
                </a:lnTo>
                <a:lnTo>
                  <a:pt x="0" y="224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683" cap="flat">
            <a:solidFill>
              <a:srgbClr val="FF3333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5B6C2F-2BB1-4948-97D1-5AD4B567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490" y="1532416"/>
            <a:ext cx="917595" cy="221368"/>
          </a:xfrm>
          <a:custGeom xmlns:a="http://schemas.openxmlformats.org/drawingml/2006/main">
            <a:pathLst>
              <a:path w="917595" h="221368">
                <a:moveTo>
                  <a:pt x="0" y="0"/>
                </a:moveTo>
                <a:lnTo>
                  <a:pt x="917595" y="0"/>
                </a:lnTo>
                <a:lnTo>
                  <a:pt x="917595" y="221368"/>
                </a:lnTo>
                <a:lnTo>
                  <a:pt x="0" y="2213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je&lt;unix_poll&gt;">
            <a:extLst xmlns:a="http://schemas.openxmlformats.org/drawingml/2006/main">
              <a:ext uri="{FF2B5EF4-FFF2-40B4-BE49-F238E27FC236}">
                <a16:creationId xmlns:a16="http://schemas.microsoft.com/office/drawing/2014/main" id="{C2F683B0-56A7-4CD7-80D8-D0EE13CA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599" y="1168227"/>
            <a:ext cx="1523972" cy="177467"/>
          </a:xfrm>
          <a:custGeom xmlns:a="http://schemas.openxmlformats.org/drawingml/2006/main">
            <a:pathLst>
              <a:path w="1523972" h="177467">
                <a:moveTo>
                  <a:pt x="57601" y="23647"/>
                </a:moveTo>
                <a:lnTo>
                  <a:pt x="58070" y="23598"/>
                </a:lnTo>
                <a:lnTo>
                  <a:pt x="58530" y="23538"/>
                </a:lnTo>
                <a:lnTo>
                  <a:pt x="58981" y="23467"/>
                </a:lnTo>
                <a:lnTo>
                  <a:pt x="59424" y="23385"/>
                </a:lnTo>
                <a:lnTo>
                  <a:pt x="59857" y="23292"/>
                </a:lnTo>
                <a:lnTo>
                  <a:pt x="60281" y="23188"/>
                </a:lnTo>
                <a:lnTo>
                  <a:pt x="60696" y="23073"/>
                </a:lnTo>
                <a:lnTo>
                  <a:pt x="61103" y="22947"/>
                </a:lnTo>
                <a:lnTo>
                  <a:pt x="61500" y="22810"/>
                </a:lnTo>
                <a:lnTo>
                  <a:pt x="61888" y="22662"/>
                </a:lnTo>
                <a:lnTo>
                  <a:pt x="62267" y="22504"/>
                </a:lnTo>
                <a:lnTo>
                  <a:pt x="62637" y="22334"/>
                </a:lnTo>
                <a:lnTo>
                  <a:pt x="62998" y="22153"/>
                </a:lnTo>
                <a:lnTo>
                  <a:pt x="63351" y="21962"/>
                </a:lnTo>
                <a:lnTo>
                  <a:pt x="63694" y="21759"/>
                </a:lnTo>
                <a:lnTo>
                  <a:pt x="64028" y="21546"/>
                </a:lnTo>
                <a:lnTo>
                  <a:pt x="64353" y="21322"/>
                </a:lnTo>
                <a:lnTo>
                  <a:pt x="64669" y="21086"/>
                </a:lnTo>
                <a:lnTo>
                  <a:pt x="64976" y="20840"/>
                </a:lnTo>
                <a:lnTo>
                  <a:pt x="65274" y="20583"/>
                </a:lnTo>
                <a:lnTo>
                  <a:pt x="65562" y="20316"/>
                </a:lnTo>
                <a:lnTo>
                  <a:pt x="65837" y="20042"/>
                </a:lnTo>
                <a:lnTo>
                  <a:pt x="66100" y="19760"/>
                </a:lnTo>
                <a:lnTo>
                  <a:pt x="66351" y="19470"/>
                </a:lnTo>
                <a:lnTo>
                  <a:pt x="66590" y="19173"/>
                </a:lnTo>
                <a:lnTo>
                  <a:pt x="66817" y="18868"/>
                </a:lnTo>
                <a:lnTo>
                  <a:pt x="67031" y="18555"/>
                </a:lnTo>
                <a:lnTo>
                  <a:pt x="67233" y="18234"/>
                </a:lnTo>
                <a:lnTo>
                  <a:pt x="67423" y="17905"/>
                </a:lnTo>
                <a:lnTo>
                  <a:pt x="67600" y="17569"/>
                </a:lnTo>
                <a:lnTo>
                  <a:pt x="67765" y="17225"/>
                </a:lnTo>
                <a:lnTo>
                  <a:pt x="67918" y="16874"/>
                </a:lnTo>
                <a:lnTo>
                  <a:pt x="68059" y="16515"/>
                </a:lnTo>
                <a:lnTo>
                  <a:pt x="68188" y="16147"/>
                </a:lnTo>
                <a:lnTo>
                  <a:pt x="68304" y="15773"/>
                </a:lnTo>
                <a:lnTo>
                  <a:pt x="68408" y="15390"/>
                </a:lnTo>
                <a:lnTo>
                  <a:pt x="68500" y="15000"/>
                </a:lnTo>
                <a:lnTo>
                  <a:pt x="68579" y="14602"/>
                </a:lnTo>
                <a:lnTo>
                  <a:pt x="68647" y="14196"/>
                </a:lnTo>
                <a:lnTo>
                  <a:pt x="68702" y="13783"/>
                </a:lnTo>
                <a:lnTo>
                  <a:pt x="68745" y="13361"/>
                </a:lnTo>
                <a:lnTo>
                  <a:pt x="68775" y="12932"/>
                </a:lnTo>
                <a:lnTo>
                  <a:pt x="68794" y="12496"/>
                </a:lnTo>
                <a:lnTo>
                  <a:pt x="68800" y="12051"/>
                </a:lnTo>
                <a:lnTo>
                  <a:pt x="68794" y="11592"/>
                </a:lnTo>
                <a:lnTo>
                  <a:pt x="68775" y="11140"/>
                </a:lnTo>
                <a:lnTo>
                  <a:pt x="68745" y="10697"/>
                </a:lnTo>
                <a:lnTo>
                  <a:pt x="68702" y="10262"/>
                </a:lnTo>
                <a:lnTo>
                  <a:pt x="68647" y="9834"/>
                </a:lnTo>
                <a:lnTo>
                  <a:pt x="68579" y="9415"/>
                </a:lnTo>
                <a:lnTo>
                  <a:pt x="68500" y="9004"/>
                </a:lnTo>
                <a:lnTo>
                  <a:pt x="68408" y="8601"/>
                </a:lnTo>
                <a:lnTo>
                  <a:pt x="68304" y="8205"/>
                </a:lnTo>
                <a:lnTo>
                  <a:pt x="68188" y="7818"/>
                </a:lnTo>
                <a:lnTo>
                  <a:pt x="68059" y="7439"/>
                </a:lnTo>
                <a:lnTo>
                  <a:pt x="67918" y="7068"/>
                </a:lnTo>
                <a:lnTo>
                  <a:pt x="67765" y="6706"/>
                </a:lnTo>
                <a:lnTo>
                  <a:pt x="67600" y="6351"/>
                </a:lnTo>
                <a:lnTo>
                  <a:pt x="67423" y="6004"/>
                </a:lnTo>
                <a:lnTo>
                  <a:pt x="67233" y="5665"/>
                </a:lnTo>
                <a:lnTo>
                  <a:pt x="67031" y="5335"/>
                </a:lnTo>
                <a:lnTo>
                  <a:pt x="66817" y="5012"/>
                </a:lnTo>
                <a:lnTo>
                  <a:pt x="66590" y="4697"/>
                </a:lnTo>
                <a:lnTo>
                  <a:pt x="66351" y="4391"/>
                </a:lnTo>
                <a:lnTo>
                  <a:pt x="66100" y="4093"/>
                </a:lnTo>
                <a:lnTo>
                  <a:pt x="65837" y="3802"/>
                </a:lnTo>
                <a:lnTo>
                  <a:pt x="65562" y="3520"/>
                </a:lnTo>
                <a:lnTo>
                  <a:pt x="65274" y="3246"/>
                </a:lnTo>
                <a:lnTo>
                  <a:pt x="64976" y="2981"/>
                </a:lnTo>
                <a:lnTo>
                  <a:pt x="64669" y="2727"/>
                </a:lnTo>
                <a:lnTo>
                  <a:pt x="64353" y="2485"/>
                </a:lnTo>
                <a:lnTo>
                  <a:pt x="64028" y="2254"/>
                </a:lnTo>
                <a:lnTo>
                  <a:pt x="63694" y="2034"/>
                </a:lnTo>
                <a:lnTo>
                  <a:pt x="63351" y="1826"/>
                </a:lnTo>
                <a:lnTo>
                  <a:pt x="62998" y="1628"/>
                </a:lnTo>
                <a:lnTo>
                  <a:pt x="62637" y="1442"/>
                </a:lnTo>
                <a:lnTo>
                  <a:pt x="62267" y="1268"/>
                </a:lnTo>
                <a:lnTo>
                  <a:pt x="61888" y="1104"/>
                </a:lnTo>
                <a:lnTo>
                  <a:pt x="61500" y="952"/>
                </a:lnTo>
                <a:lnTo>
                  <a:pt x="61103" y="811"/>
                </a:lnTo>
                <a:lnTo>
                  <a:pt x="60696" y="682"/>
                </a:lnTo>
                <a:lnTo>
                  <a:pt x="60281" y="563"/>
                </a:lnTo>
                <a:lnTo>
                  <a:pt x="59857" y="456"/>
                </a:lnTo>
                <a:lnTo>
                  <a:pt x="59424" y="361"/>
                </a:lnTo>
                <a:lnTo>
                  <a:pt x="58981" y="276"/>
                </a:lnTo>
                <a:lnTo>
                  <a:pt x="58530" y="203"/>
                </a:lnTo>
                <a:lnTo>
                  <a:pt x="58070" y="141"/>
                </a:lnTo>
                <a:lnTo>
                  <a:pt x="57601" y="90"/>
                </a:lnTo>
                <a:lnTo>
                  <a:pt x="57122" y="51"/>
                </a:lnTo>
                <a:lnTo>
                  <a:pt x="56635" y="23"/>
                </a:lnTo>
                <a:lnTo>
                  <a:pt x="56139" y="6"/>
                </a:lnTo>
                <a:lnTo>
                  <a:pt x="55634" y="0"/>
                </a:lnTo>
                <a:lnTo>
                  <a:pt x="55128" y="6"/>
                </a:lnTo>
                <a:lnTo>
                  <a:pt x="54632" y="23"/>
                </a:lnTo>
                <a:lnTo>
                  <a:pt x="54144" y="51"/>
                </a:lnTo>
                <a:lnTo>
                  <a:pt x="53666" y="90"/>
                </a:lnTo>
                <a:lnTo>
                  <a:pt x="53196" y="141"/>
                </a:lnTo>
                <a:lnTo>
                  <a:pt x="52736" y="203"/>
                </a:lnTo>
                <a:lnTo>
                  <a:pt x="52284" y="276"/>
                </a:lnTo>
                <a:lnTo>
                  <a:pt x="51842" y="361"/>
                </a:lnTo>
                <a:lnTo>
                  <a:pt x="51408" y="456"/>
                </a:lnTo>
                <a:lnTo>
                  <a:pt x="50984" y="563"/>
                </a:lnTo>
                <a:lnTo>
                  <a:pt x="50569" y="682"/>
                </a:lnTo>
                <a:lnTo>
                  <a:pt x="50162" y="811"/>
                </a:lnTo>
                <a:lnTo>
                  <a:pt x="49765" y="952"/>
                </a:lnTo>
                <a:lnTo>
                  <a:pt x="49377" y="1104"/>
                </a:lnTo>
                <a:lnTo>
                  <a:pt x="48998" y="1268"/>
                </a:lnTo>
                <a:lnTo>
                  <a:pt x="48627" y="1442"/>
                </a:lnTo>
                <a:lnTo>
                  <a:pt x="48266" y="1628"/>
                </a:lnTo>
                <a:lnTo>
                  <a:pt x="47914" y="1826"/>
                </a:lnTo>
                <a:lnTo>
                  <a:pt x="47571" y="2034"/>
                </a:lnTo>
                <a:lnTo>
                  <a:pt x="47237" y="2254"/>
                </a:lnTo>
                <a:lnTo>
                  <a:pt x="46911" y="2485"/>
                </a:lnTo>
                <a:lnTo>
                  <a:pt x="46595" y="2727"/>
                </a:lnTo>
                <a:lnTo>
                  <a:pt x="46288" y="2981"/>
                </a:lnTo>
                <a:lnTo>
                  <a:pt x="45990" y="3246"/>
                </a:lnTo>
                <a:lnTo>
                  <a:pt x="45703" y="3520"/>
                </a:lnTo>
                <a:lnTo>
                  <a:pt x="45427" y="3802"/>
                </a:lnTo>
                <a:lnTo>
                  <a:pt x="45164" y="4093"/>
                </a:lnTo>
                <a:lnTo>
                  <a:pt x="44914" y="4391"/>
                </a:lnTo>
                <a:lnTo>
                  <a:pt x="44675" y="4697"/>
                </a:lnTo>
                <a:lnTo>
                  <a:pt x="44449" y="5012"/>
                </a:lnTo>
                <a:lnTo>
                  <a:pt x="44235" y="5335"/>
                </a:lnTo>
                <a:lnTo>
                  <a:pt x="44033" y="5665"/>
                </a:lnTo>
                <a:lnTo>
                  <a:pt x="43843" y="6004"/>
                </a:lnTo>
                <a:lnTo>
                  <a:pt x="43666" y="6351"/>
                </a:lnTo>
                <a:lnTo>
                  <a:pt x="43501" y="6706"/>
                </a:lnTo>
                <a:lnTo>
                  <a:pt x="43348" y="7068"/>
                </a:lnTo>
                <a:lnTo>
                  <a:pt x="43207" y="7439"/>
                </a:lnTo>
                <a:lnTo>
                  <a:pt x="43079" y="7818"/>
                </a:lnTo>
                <a:lnTo>
                  <a:pt x="42963" y="8205"/>
                </a:lnTo>
                <a:lnTo>
                  <a:pt x="42859" y="8601"/>
                </a:lnTo>
                <a:lnTo>
                  <a:pt x="42767" y="9004"/>
                </a:lnTo>
                <a:lnTo>
                  <a:pt x="42687" y="9415"/>
                </a:lnTo>
                <a:lnTo>
                  <a:pt x="42620" y="9834"/>
                </a:lnTo>
                <a:lnTo>
                  <a:pt x="42565" y="10262"/>
                </a:lnTo>
                <a:lnTo>
                  <a:pt x="42522" y="10697"/>
                </a:lnTo>
                <a:lnTo>
                  <a:pt x="42492" y="11140"/>
                </a:lnTo>
                <a:lnTo>
                  <a:pt x="42473" y="11592"/>
                </a:lnTo>
                <a:lnTo>
                  <a:pt x="42467" y="12051"/>
                </a:lnTo>
                <a:lnTo>
                  <a:pt x="42473" y="12496"/>
                </a:lnTo>
                <a:lnTo>
                  <a:pt x="42492" y="12932"/>
                </a:lnTo>
                <a:lnTo>
                  <a:pt x="42522" y="13361"/>
                </a:lnTo>
                <a:lnTo>
                  <a:pt x="42565" y="13783"/>
                </a:lnTo>
                <a:lnTo>
                  <a:pt x="42620" y="14196"/>
                </a:lnTo>
                <a:lnTo>
                  <a:pt x="42687" y="14602"/>
                </a:lnTo>
                <a:lnTo>
                  <a:pt x="42767" y="15000"/>
                </a:lnTo>
                <a:lnTo>
                  <a:pt x="42859" y="15390"/>
                </a:lnTo>
                <a:lnTo>
                  <a:pt x="42963" y="15773"/>
                </a:lnTo>
                <a:lnTo>
                  <a:pt x="43079" y="16147"/>
                </a:lnTo>
                <a:lnTo>
                  <a:pt x="43207" y="16515"/>
                </a:lnTo>
                <a:lnTo>
                  <a:pt x="43348" y="16874"/>
                </a:lnTo>
                <a:lnTo>
                  <a:pt x="43501" y="17225"/>
                </a:lnTo>
                <a:lnTo>
                  <a:pt x="43666" y="17569"/>
                </a:lnTo>
                <a:lnTo>
                  <a:pt x="43843" y="17905"/>
                </a:lnTo>
                <a:lnTo>
                  <a:pt x="44033" y="18234"/>
                </a:lnTo>
                <a:lnTo>
                  <a:pt x="44235" y="18555"/>
                </a:lnTo>
                <a:lnTo>
                  <a:pt x="44449" y="18868"/>
                </a:lnTo>
                <a:lnTo>
                  <a:pt x="44675" y="19173"/>
                </a:lnTo>
                <a:lnTo>
                  <a:pt x="44914" y="19470"/>
                </a:lnTo>
                <a:lnTo>
                  <a:pt x="45164" y="19760"/>
                </a:lnTo>
                <a:lnTo>
                  <a:pt x="45427" y="20042"/>
                </a:lnTo>
                <a:lnTo>
                  <a:pt x="45703" y="20316"/>
                </a:lnTo>
                <a:lnTo>
                  <a:pt x="45990" y="20583"/>
                </a:lnTo>
                <a:lnTo>
                  <a:pt x="46288" y="20840"/>
                </a:lnTo>
                <a:lnTo>
                  <a:pt x="46595" y="21086"/>
                </a:lnTo>
                <a:lnTo>
                  <a:pt x="46911" y="21322"/>
                </a:lnTo>
                <a:lnTo>
                  <a:pt x="47237" y="21546"/>
                </a:lnTo>
                <a:lnTo>
                  <a:pt x="47571" y="21759"/>
                </a:lnTo>
                <a:lnTo>
                  <a:pt x="47914" y="21962"/>
                </a:lnTo>
                <a:lnTo>
                  <a:pt x="48266" y="22153"/>
                </a:lnTo>
                <a:lnTo>
                  <a:pt x="48627" y="22334"/>
                </a:lnTo>
                <a:lnTo>
                  <a:pt x="48998" y="22504"/>
                </a:lnTo>
                <a:lnTo>
                  <a:pt x="49377" y="22662"/>
                </a:lnTo>
                <a:lnTo>
                  <a:pt x="49765" y="22810"/>
                </a:lnTo>
                <a:lnTo>
                  <a:pt x="50162" y="22947"/>
                </a:lnTo>
                <a:lnTo>
                  <a:pt x="50569" y="23073"/>
                </a:lnTo>
                <a:lnTo>
                  <a:pt x="50984" y="23188"/>
                </a:lnTo>
                <a:lnTo>
                  <a:pt x="51408" y="23292"/>
                </a:lnTo>
                <a:lnTo>
                  <a:pt x="51842" y="23385"/>
                </a:lnTo>
                <a:lnTo>
                  <a:pt x="52284" y="23467"/>
                </a:lnTo>
                <a:lnTo>
                  <a:pt x="52736" y="23538"/>
                </a:lnTo>
                <a:lnTo>
                  <a:pt x="53196" y="23598"/>
                </a:lnTo>
                <a:lnTo>
                  <a:pt x="53666" y="23647"/>
                </a:lnTo>
                <a:lnTo>
                  <a:pt x="54144" y="23686"/>
                </a:lnTo>
                <a:lnTo>
                  <a:pt x="54632" y="23713"/>
                </a:lnTo>
                <a:lnTo>
                  <a:pt x="55128" y="23730"/>
                </a:lnTo>
                <a:lnTo>
                  <a:pt x="55634" y="23735"/>
                </a:lnTo>
                <a:lnTo>
                  <a:pt x="56139" y="23730"/>
                </a:lnTo>
                <a:lnTo>
                  <a:pt x="56635" y="23713"/>
                </a:lnTo>
                <a:lnTo>
                  <a:pt x="57122" y="23686"/>
                </a:lnTo>
                <a:lnTo>
                  <a:pt x="57601" y="23647"/>
                </a:lnTo>
                <a:close/>
                <a:moveTo>
                  <a:pt x="711102" y="23647"/>
                </a:moveTo>
                <a:lnTo>
                  <a:pt x="711571" y="23598"/>
                </a:lnTo>
                <a:lnTo>
                  <a:pt x="712031" y="23538"/>
                </a:lnTo>
                <a:lnTo>
                  <a:pt x="712482" y="23467"/>
                </a:lnTo>
                <a:lnTo>
                  <a:pt x="712925" y="23385"/>
                </a:lnTo>
                <a:lnTo>
                  <a:pt x="713358" y="23292"/>
                </a:lnTo>
                <a:lnTo>
                  <a:pt x="713782" y="23188"/>
                </a:lnTo>
                <a:lnTo>
                  <a:pt x="714197" y="23073"/>
                </a:lnTo>
                <a:lnTo>
                  <a:pt x="714603" y="22947"/>
                </a:lnTo>
                <a:lnTo>
                  <a:pt x="715001" y="22810"/>
                </a:lnTo>
                <a:lnTo>
                  <a:pt x="715389" y="22662"/>
                </a:lnTo>
                <a:lnTo>
                  <a:pt x="715768" y="22504"/>
                </a:lnTo>
                <a:lnTo>
                  <a:pt x="716138" y="22334"/>
                </a:lnTo>
                <a:lnTo>
                  <a:pt x="716499" y="22153"/>
                </a:lnTo>
                <a:lnTo>
                  <a:pt x="716851" y="21962"/>
                </a:lnTo>
                <a:lnTo>
                  <a:pt x="717194" y="21759"/>
                </a:lnTo>
                <a:lnTo>
                  <a:pt x="717529" y="21546"/>
                </a:lnTo>
                <a:lnTo>
                  <a:pt x="717854" y="21322"/>
                </a:lnTo>
                <a:lnTo>
                  <a:pt x="718170" y="21086"/>
                </a:lnTo>
                <a:lnTo>
                  <a:pt x="718477" y="20840"/>
                </a:lnTo>
                <a:lnTo>
                  <a:pt x="718775" y="20583"/>
                </a:lnTo>
                <a:lnTo>
                  <a:pt x="719063" y="20316"/>
                </a:lnTo>
                <a:lnTo>
                  <a:pt x="719338" y="20042"/>
                </a:lnTo>
                <a:lnTo>
                  <a:pt x="719601" y="19760"/>
                </a:lnTo>
                <a:lnTo>
                  <a:pt x="719852" y="19470"/>
                </a:lnTo>
                <a:lnTo>
                  <a:pt x="720091" y="19173"/>
                </a:lnTo>
                <a:lnTo>
                  <a:pt x="720317" y="18868"/>
                </a:lnTo>
                <a:lnTo>
                  <a:pt x="720532" y="18555"/>
                </a:lnTo>
                <a:lnTo>
                  <a:pt x="720734" y="18234"/>
                </a:lnTo>
                <a:lnTo>
                  <a:pt x="720923" y="17905"/>
                </a:lnTo>
                <a:lnTo>
                  <a:pt x="721101" y="17569"/>
                </a:lnTo>
                <a:lnTo>
                  <a:pt x="721266" y="17225"/>
                </a:lnTo>
                <a:lnTo>
                  <a:pt x="721419" y="16874"/>
                </a:lnTo>
                <a:lnTo>
                  <a:pt x="721560" y="16515"/>
                </a:lnTo>
                <a:lnTo>
                  <a:pt x="721689" y="16147"/>
                </a:lnTo>
                <a:lnTo>
                  <a:pt x="721805" y="15773"/>
                </a:lnTo>
                <a:lnTo>
                  <a:pt x="721909" y="15390"/>
                </a:lnTo>
                <a:lnTo>
                  <a:pt x="722001" y="15000"/>
                </a:lnTo>
                <a:lnTo>
                  <a:pt x="722080" y="14602"/>
                </a:lnTo>
                <a:lnTo>
                  <a:pt x="722148" y="14196"/>
                </a:lnTo>
                <a:lnTo>
                  <a:pt x="722203" y="13783"/>
                </a:lnTo>
                <a:lnTo>
                  <a:pt x="722246" y="13361"/>
                </a:lnTo>
                <a:lnTo>
                  <a:pt x="722276" y="12932"/>
                </a:lnTo>
                <a:lnTo>
                  <a:pt x="722295" y="12496"/>
                </a:lnTo>
                <a:lnTo>
                  <a:pt x="722301" y="12051"/>
                </a:lnTo>
                <a:lnTo>
                  <a:pt x="722295" y="11592"/>
                </a:lnTo>
                <a:lnTo>
                  <a:pt x="722276" y="11140"/>
                </a:lnTo>
                <a:lnTo>
                  <a:pt x="722246" y="10697"/>
                </a:lnTo>
                <a:lnTo>
                  <a:pt x="722203" y="10262"/>
                </a:lnTo>
                <a:lnTo>
                  <a:pt x="722148" y="9834"/>
                </a:lnTo>
                <a:lnTo>
                  <a:pt x="722080" y="9415"/>
                </a:lnTo>
                <a:lnTo>
                  <a:pt x="722001" y="9004"/>
                </a:lnTo>
                <a:lnTo>
                  <a:pt x="721909" y="8601"/>
                </a:lnTo>
                <a:lnTo>
                  <a:pt x="721805" y="8205"/>
                </a:lnTo>
                <a:lnTo>
                  <a:pt x="721689" y="7818"/>
                </a:lnTo>
                <a:lnTo>
                  <a:pt x="721560" y="7439"/>
                </a:lnTo>
                <a:lnTo>
                  <a:pt x="721419" y="7068"/>
                </a:lnTo>
                <a:lnTo>
                  <a:pt x="721266" y="6706"/>
                </a:lnTo>
                <a:lnTo>
                  <a:pt x="721101" y="6351"/>
                </a:lnTo>
                <a:lnTo>
                  <a:pt x="720923" y="6004"/>
                </a:lnTo>
                <a:lnTo>
                  <a:pt x="720734" y="5665"/>
                </a:lnTo>
                <a:lnTo>
                  <a:pt x="720532" y="5335"/>
                </a:lnTo>
                <a:lnTo>
                  <a:pt x="720317" y="5012"/>
                </a:lnTo>
                <a:lnTo>
                  <a:pt x="720091" y="4697"/>
                </a:lnTo>
                <a:lnTo>
                  <a:pt x="719852" y="4391"/>
                </a:lnTo>
                <a:lnTo>
                  <a:pt x="719601" y="4093"/>
                </a:lnTo>
                <a:lnTo>
                  <a:pt x="719338" y="3802"/>
                </a:lnTo>
                <a:lnTo>
                  <a:pt x="719063" y="3520"/>
                </a:lnTo>
                <a:lnTo>
                  <a:pt x="718775" y="3246"/>
                </a:lnTo>
                <a:lnTo>
                  <a:pt x="718477" y="2981"/>
                </a:lnTo>
                <a:lnTo>
                  <a:pt x="718170" y="2727"/>
                </a:lnTo>
                <a:lnTo>
                  <a:pt x="717854" y="2485"/>
                </a:lnTo>
                <a:lnTo>
                  <a:pt x="717529" y="2254"/>
                </a:lnTo>
                <a:lnTo>
                  <a:pt x="717194" y="2034"/>
                </a:lnTo>
                <a:lnTo>
                  <a:pt x="716851" y="1826"/>
                </a:lnTo>
                <a:lnTo>
                  <a:pt x="716499" y="1628"/>
                </a:lnTo>
                <a:lnTo>
                  <a:pt x="716138" y="1442"/>
                </a:lnTo>
                <a:lnTo>
                  <a:pt x="715768" y="1268"/>
                </a:lnTo>
                <a:lnTo>
                  <a:pt x="715389" y="1104"/>
                </a:lnTo>
                <a:lnTo>
                  <a:pt x="715001" y="952"/>
                </a:lnTo>
                <a:lnTo>
                  <a:pt x="714603" y="811"/>
                </a:lnTo>
                <a:lnTo>
                  <a:pt x="714197" y="682"/>
                </a:lnTo>
                <a:lnTo>
                  <a:pt x="713782" y="563"/>
                </a:lnTo>
                <a:lnTo>
                  <a:pt x="713358" y="456"/>
                </a:lnTo>
                <a:lnTo>
                  <a:pt x="712925" y="361"/>
                </a:lnTo>
                <a:lnTo>
                  <a:pt x="712482" y="276"/>
                </a:lnTo>
                <a:lnTo>
                  <a:pt x="712031" y="203"/>
                </a:lnTo>
                <a:lnTo>
                  <a:pt x="711571" y="141"/>
                </a:lnTo>
                <a:lnTo>
                  <a:pt x="711102" y="90"/>
                </a:lnTo>
                <a:lnTo>
                  <a:pt x="710623" y="51"/>
                </a:lnTo>
                <a:lnTo>
                  <a:pt x="710136" y="23"/>
                </a:lnTo>
                <a:lnTo>
                  <a:pt x="709640" y="6"/>
                </a:lnTo>
                <a:lnTo>
                  <a:pt x="709134" y="0"/>
                </a:lnTo>
                <a:lnTo>
                  <a:pt x="708629" y="6"/>
                </a:lnTo>
                <a:lnTo>
                  <a:pt x="708132" y="23"/>
                </a:lnTo>
                <a:lnTo>
                  <a:pt x="707645" y="51"/>
                </a:lnTo>
                <a:lnTo>
                  <a:pt x="707166" y="90"/>
                </a:lnTo>
                <a:lnTo>
                  <a:pt x="706697" y="141"/>
                </a:lnTo>
                <a:lnTo>
                  <a:pt x="706236" y="203"/>
                </a:lnTo>
                <a:lnTo>
                  <a:pt x="705785" y="276"/>
                </a:lnTo>
                <a:lnTo>
                  <a:pt x="705343" y="361"/>
                </a:lnTo>
                <a:lnTo>
                  <a:pt x="704909" y="456"/>
                </a:lnTo>
                <a:lnTo>
                  <a:pt x="704485" y="563"/>
                </a:lnTo>
                <a:lnTo>
                  <a:pt x="704070" y="682"/>
                </a:lnTo>
                <a:lnTo>
                  <a:pt x="703663" y="811"/>
                </a:lnTo>
                <a:lnTo>
                  <a:pt x="703266" y="952"/>
                </a:lnTo>
                <a:lnTo>
                  <a:pt x="702878" y="1104"/>
                </a:lnTo>
                <a:lnTo>
                  <a:pt x="702498" y="1268"/>
                </a:lnTo>
                <a:lnTo>
                  <a:pt x="702128" y="1442"/>
                </a:lnTo>
                <a:lnTo>
                  <a:pt x="701767" y="1628"/>
                </a:lnTo>
                <a:lnTo>
                  <a:pt x="701415" y="1826"/>
                </a:lnTo>
                <a:lnTo>
                  <a:pt x="701072" y="2034"/>
                </a:lnTo>
                <a:lnTo>
                  <a:pt x="700737" y="2254"/>
                </a:lnTo>
                <a:lnTo>
                  <a:pt x="700412" y="2485"/>
                </a:lnTo>
                <a:lnTo>
                  <a:pt x="700096" y="2727"/>
                </a:lnTo>
                <a:lnTo>
                  <a:pt x="699789" y="2981"/>
                </a:lnTo>
                <a:lnTo>
                  <a:pt x="699491" y="3246"/>
                </a:lnTo>
                <a:lnTo>
                  <a:pt x="699204" y="3520"/>
                </a:lnTo>
                <a:lnTo>
                  <a:pt x="698928" y="3802"/>
                </a:lnTo>
                <a:lnTo>
                  <a:pt x="698665" y="4093"/>
                </a:lnTo>
                <a:lnTo>
                  <a:pt x="698415" y="4391"/>
                </a:lnTo>
                <a:lnTo>
                  <a:pt x="698176" y="4697"/>
                </a:lnTo>
                <a:lnTo>
                  <a:pt x="697950" y="5012"/>
                </a:lnTo>
                <a:lnTo>
                  <a:pt x="697736" y="5335"/>
                </a:lnTo>
                <a:lnTo>
                  <a:pt x="697534" y="5665"/>
                </a:lnTo>
                <a:lnTo>
                  <a:pt x="697344" y="6004"/>
                </a:lnTo>
                <a:lnTo>
                  <a:pt x="697167" y="6351"/>
                </a:lnTo>
                <a:lnTo>
                  <a:pt x="697002" y="6706"/>
                </a:lnTo>
                <a:lnTo>
                  <a:pt x="696849" y="7068"/>
                </a:lnTo>
                <a:lnTo>
                  <a:pt x="696708" y="7439"/>
                </a:lnTo>
                <a:lnTo>
                  <a:pt x="696580" y="7818"/>
                </a:lnTo>
                <a:lnTo>
                  <a:pt x="696463" y="8205"/>
                </a:lnTo>
                <a:lnTo>
                  <a:pt x="696359" y="8601"/>
                </a:lnTo>
                <a:lnTo>
                  <a:pt x="696268" y="9004"/>
                </a:lnTo>
                <a:lnTo>
                  <a:pt x="696188" y="9415"/>
                </a:lnTo>
                <a:lnTo>
                  <a:pt x="696121" y="9834"/>
                </a:lnTo>
                <a:lnTo>
                  <a:pt x="696066" y="10262"/>
                </a:lnTo>
                <a:lnTo>
                  <a:pt x="696023" y="10697"/>
                </a:lnTo>
                <a:lnTo>
                  <a:pt x="695993" y="11140"/>
                </a:lnTo>
                <a:lnTo>
                  <a:pt x="695974" y="11592"/>
                </a:lnTo>
                <a:lnTo>
                  <a:pt x="695968" y="12051"/>
                </a:lnTo>
                <a:lnTo>
                  <a:pt x="695974" y="12496"/>
                </a:lnTo>
                <a:lnTo>
                  <a:pt x="695993" y="12932"/>
                </a:lnTo>
                <a:lnTo>
                  <a:pt x="696023" y="13361"/>
                </a:lnTo>
                <a:lnTo>
                  <a:pt x="696066" y="13783"/>
                </a:lnTo>
                <a:lnTo>
                  <a:pt x="696121" y="14196"/>
                </a:lnTo>
                <a:lnTo>
                  <a:pt x="696188" y="14602"/>
                </a:lnTo>
                <a:lnTo>
                  <a:pt x="696268" y="15000"/>
                </a:lnTo>
                <a:lnTo>
                  <a:pt x="696359" y="15390"/>
                </a:lnTo>
                <a:lnTo>
                  <a:pt x="696463" y="15773"/>
                </a:lnTo>
                <a:lnTo>
                  <a:pt x="696580" y="16147"/>
                </a:lnTo>
                <a:lnTo>
                  <a:pt x="696708" y="16515"/>
                </a:lnTo>
                <a:lnTo>
                  <a:pt x="696849" y="16874"/>
                </a:lnTo>
                <a:lnTo>
                  <a:pt x="697002" y="17225"/>
                </a:lnTo>
                <a:lnTo>
                  <a:pt x="697167" y="17569"/>
                </a:lnTo>
                <a:lnTo>
                  <a:pt x="697344" y="17905"/>
                </a:lnTo>
                <a:lnTo>
                  <a:pt x="697534" y="18234"/>
                </a:lnTo>
                <a:lnTo>
                  <a:pt x="697736" y="18555"/>
                </a:lnTo>
                <a:lnTo>
                  <a:pt x="697950" y="18868"/>
                </a:lnTo>
                <a:lnTo>
                  <a:pt x="698176" y="19173"/>
                </a:lnTo>
                <a:lnTo>
                  <a:pt x="698415" y="19470"/>
                </a:lnTo>
                <a:lnTo>
                  <a:pt x="698665" y="19760"/>
                </a:lnTo>
                <a:lnTo>
                  <a:pt x="698928" y="20042"/>
                </a:lnTo>
                <a:lnTo>
                  <a:pt x="699204" y="20316"/>
                </a:lnTo>
                <a:lnTo>
                  <a:pt x="699491" y="20583"/>
                </a:lnTo>
                <a:lnTo>
                  <a:pt x="699789" y="20840"/>
                </a:lnTo>
                <a:lnTo>
                  <a:pt x="700096" y="21086"/>
                </a:lnTo>
                <a:lnTo>
                  <a:pt x="700412" y="21322"/>
                </a:lnTo>
                <a:lnTo>
                  <a:pt x="700737" y="21546"/>
                </a:lnTo>
                <a:lnTo>
                  <a:pt x="701072" y="21759"/>
                </a:lnTo>
                <a:lnTo>
                  <a:pt x="701415" y="21962"/>
                </a:lnTo>
                <a:lnTo>
                  <a:pt x="701767" y="22153"/>
                </a:lnTo>
                <a:lnTo>
                  <a:pt x="702128" y="22334"/>
                </a:lnTo>
                <a:lnTo>
                  <a:pt x="702498" y="22504"/>
                </a:lnTo>
                <a:lnTo>
                  <a:pt x="702878" y="22662"/>
                </a:lnTo>
                <a:lnTo>
                  <a:pt x="703266" y="22810"/>
                </a:lnTo>
                <a:lnTo>
                  <a:pt x="703663" y="22947"/>
                </a:lnTo>
                <a:lnTo>
                  <a:pt x="704070" y="23073"/>
                </a:lnTo>
                <a:lnTo>
                  <a:pt x="704485" y="23188"/>
                </a:lnTo>
                <a:lnTo>
                  <a:pt x="704909" y="23292"/>
                </a:lnTo>
                <a:lnTo>
                  <a:pt x="705343" y="23385"/>
                </a:lnTo>
                <a:lnTo>
                  <a:pt x="705785" y="23467"/>
                </a:lnTo>
                <a:lnTo>
                  <a:pt x="706236" y="23538"/>
                </a:lnTo>
                <a:lnTo>
                  <a:pt x="706697" y="23598"/>
                </a:lnTo>
                <a:lnTo>
                  <a:pt x="707166" y="23647"/>
                </a:lnTo>
                <a:lnTo>
                  <a:pt x="707645" y="23686"/>
                </a:lnTo>
                <a:lnTo>
                  <a:pt x="708132" y="23713"/>
                </a:lnTo>
                <a:lnTo>
                  <a:pt x="708629" y="23730"/>
                </a:lnTo>
                <a:lnTo>
                  <a:pt x="709134" y="23735"/>
                </a:lnTo>
                <a:lnTo>
                  <a:pt x="709640" y="23730"/>
                </a:lnTo>
                <a:lnTo>
                  <a:pt x="710136" y="23713"/>
                </a:lnTo>
                <a:lnTo>
                  <a:pt x="710623" y="23686"/>
                </a:lnTo>
                <a:lnTo>
                  <a:pt x="711102" y="23647"/>
                </a:lnTo>
                <a:close/>
                <a:moveTo>
                  <a:pt x="355154" y="86697"/>
                </a:moveTo>
                <a:lnTo>
                  <a:pt x="354891" y="86562"/>
                </a:lnTo>
                <a:lnTo>
                  <a:pt x="354629" y="86428"/>
                </a:lnTo>
                <a:lnTo>
                  <a:pt x="354366" y="86296"/>
                </a:lnTo>
                <a:lnTo>
                  <a:pt x="354103" y="86166"/>
                </a:lnTo>
                <a:lnTo>
                  <a:pt x="353841" y="86037"/>
                </a:lnTo>
                <a:lnTo>
                  <a:pt x="353578" y="85910"/>
                </a:lnTo>
                <a:lnTo>
                  <a:pt x="353315" y="85785"/>
                </a:lnTo>
                <a:lnTo>
                  <a:pt x="353052" y="85661"/>
                </a:lnTo>
                <a:lnTo>
                  <a:pt x="352790" y="85539"/>
                </a:lnTo>
                <a:lnTo>
                  <a:pt x="352527" y="85418"/>
                </a:lnTo>
                <a:lnTo>
                  <a:pt x="352264" y="85299"/>
                </a:lnTo>
                <a:lnTo>
                  <a:pt x="352002" y="85182"/>
                </a:lnTo>
                <a:lnTo>
                  <a:pt x="351739" y="85066"/>
                </a:lnTo>
                <a:lnTo>
                  <a:pt x="351476" y="84952"/>
                </a:lnTo>
                <a:lnTo>
                  <a:pt x="351214" y="84840"/>
                </a:lnTo>
                <a:lnTo>
                  <a:pt x="350951" y="84729"/>
                </a:lnTo>
                <a:lnTo>
                  <a:pt x="350688" y="84619"/>
                </a:lnTo>
                <a:lnTo>
                  <a:pt x="350426" y="84512"/>
                </a:lnTo>
                <a:lnTo>
                  <a:pt x="350163" y="84405"/>
                </a:lnTo>
                <a:lnTo>
                  <a:pt x="349900" y="84301"/>
                </a:lnTo>
                <a:lnTo>
                  <a:pt x="349638" y="84198"/>
                </a:lnTo>
                <a:lnTo>
                  <a:pt x="349375" y="84097"/>
                </a:lnTo>
                <a:lnTo>
                  <a:pt x="349115" y="83998"/>
                </a:lnTo>
                <a:lnTo>
                  <a:pt x="348860" y="83902"/>
                </a:lnTo>
                <a:lnTo>
                  <a:pt x="348610" y="83809"/>
                </a:lnTo>
                <a:lnTo>
                  <a:pt x="348365" y="83718"/>
                </a:lnTo>
                <a:lnTo>
                  <a:pt x="348126" y="83631"/>
                </a:lnTo>
                <a:lnTo>
                  <a:pt x="347891" y="83546"/>
                </a:lnTo>
                <a:lnTo>
                  <a:pt x="347662" y="83465"/>
                </a:lnTo>
                <a:lnTo>
                  <a:pt x="347438" y="83386"/>
                </a:lnTo>
                <a:lnTo>
                  <a:pt x="347219" y="83310"/>
                </a:lnTo>
                <a:lnTo>
                  <a:pt x="347005" y="83237"/>
                </a:lnTo>
                <a:lnTo>
                  <a:pt x="346797" y="83167"/>
                </a:lnTo>
                <a:lnTo>
                  <a:pt x="346593" y="83100"/>
                </a:lnTo>
                <a:lnTo>
                  <a:pt x="346395" y="83036"/>
                </a:lnTo>
                <a:lnTo>
                  <a:pt x="346202" y="82975"/>
                </a:lnTo>
                <a:lnTo>
                  <a:pt x="346014" y="82916"/>
                </a:lnTo>
                <a:lnTo>
                  <a:pt x="345831" y="82861"/>
                </a:lnTo>
                <a:lnTo>
                  <a:pt x="345653" y="82808"/>
                </a:lnTo>
                <a:lnTo>
                  <a:pt x="345481" y="82758"/>
                </a:lnTo>
                <a:lnTo>
                  <a:pt x="345313" y="82711"/>
                </a:lnTo>
                <a:lnTo>
                  <a:pt x="345151" y="82668"/>
                </a:lnTo>
                <a:lnTo>
                  <a:pt x="344994" y="82626"/>
                </a:lnTo>
                <a:lnTo>
                  <a:pt x="344842" y="82588"/>
                </a:lnTo>
                <a:lnTo>
                  <a:pt x="344695" y="82553"/>
                </a:lnTo>
                <a:lnTo>
                  <a:pt x="344553" y="82521"/>
                </a:lnTo>
                <a:lnTo>
                  <a:pt x="344679" y="82488"/>
                </a:lnTo>
                <a:lnTo>
                  <a:pt x="344811" y="82453"/>
                </a:lnTo>
                <a:lnTo>
                  <a:pt x="344948" y="82415"/>
                </a:lnTo>
                <a:lnTo>
                  <a:pt x="345091" y="82374"/>
                </a:lnTo>
                <a:lnTo>
                  <a:pt x="345239" y="82330"/>
                </a:lnTo>
                <a:lnTo>
                  <a:pt x="345393" y="82283"/>
                </a:lnTo>
                <a:lnTo>
                  <a:pt x="345552" y="82234"/>
                </a:lnTo>
                <a:lnTo>
                  <a:pt x="345717" y="82181"/>
                </a:lnTo>
                <a:lnTo>
                  <a:pt x="345887" y="82125"/>
                </a:lnTo>
                <a:lnTo>
                  <a:pt x="346062" y="82067"/>
                </a:lnTo>
                <a:lnTo>
                  <a:pt x="346243" y="82006"/>
                </a:lnTo>
                <a:lnTo>
                  <a:pt x="346430" y="81941"/>
                </a:lnTo>
                <a:lnTo>
                  <a:pt x="346622" y="81874"/>
                </a:lnTo>
                <a:lnTo>
                  <a:pt x="346819" y="81804"/>
                </a:lnTo>
                <a:lnTo>
                  <a:pt x="347022" y="81731"/>
                </a:lnTo>
                <a:lnTo>
                  <a:pt x="347231" y="81656"/>
                </a:lnTo>
                <a:lnTo>
                  <a:pt x="347444" y="81577"/>
                </a:lnTo>
                <a:lnTo>
                  <a:pt x="347664" y="81495"/>
                </a:lnTo>
                <a:lnTo>
                  <a:pt x="347889" y="81411"/>
                </a:lnTo>
                <a:lnTo>
                  <a:pt x="348119" y="81323"/>
                </a:lnTo>
                <a:lnTo>
                  <a:pt x="348355" y="81233"/>
                </a:lnTo>
                <a:lnTo>
                  <a:pt x="348596" y="81140"/>
                </a:lnTo>
                <a:lnTo>
                  <a:pt x="348843" y="81044"/>
                </a:lnTo>
                <a:lnTo>
                  <a:pt x="349095" y="80945"/>
                </a:lnTo>
                <a:lnTo>
                  <a:pt x="349351" y="80843"/>
                </a:lnTo>
                <a:lnTo>
                  <a:pt x="349608" y="80741"/>
                </a:lnTo>
                <a:lnTo>
                  <a:pt x="349867" y="80636"/>
                </a:lnTo>
                <a:lnTo>
                  <a:pt x="350128" y="80530"/>
                </a:lnTo>
                <a:lnTo>
                  <a:pt x="350390" y="80422"/>
                </a:lnTo>
                <a:lnTo>
                  <a:pt x="350654" y="80313"/>
                </a:lnTo>
                <a:lnTo>
                  <a:pt x="350920" y="80202"/>
                </a:lnTo>
                <a:lnTo>
                  <a:pt x="351187" y="80089"/>
                </a:lnTo>
                <a:lnTo>
                  <a:pt x="351456" y="79975"/>
                </a:lnTo>
                <a:lnTo>
                  <a:pt x="351726" y="79860"/>
                </a:lnTo>
                <a:lnTo>
                  <a:pt x="351998" y="79742"/>
                </a:lnTo>
                <a:lnTo>
                  <a:pt x="352272" y="79623"/>
                </a:lnTo>
                <a:lnTo>
                  <a:pt x="352547" y="79503"/>
                </a:lnTo>
                <a:lnTo>
                  <a:pt x="352824" y="79380"/>
                </a:lnTo>
                <a:lnTo>
                  <a:pt x="353102" y="79257"/>
                </a:lnTo>
                <a:lnTo>
                  <a:pt x="353382" y="79131"/>
                </a:lnTo>
                <a:lnTo>
                  <a:pt x="353664" y="79004"/>
                </a:lnTo>
                <a:lnTo>
                  <a:pt x="353947" y="78875"/>
                </a:lnTo>
                <a:lnTo>
                  <a:pt x="354231" y="78745"/>
                </a:lnTo>
                <a:lnTo>
                  <a:pt x="354518" y="78613"/>
                </a:lnTo>
                <a:lnTo>
                  <a:pt x="354806" y="78480"/>
                </a:lnTo>
                <a:lnTo>
                  <a:pt x="355095" y="78345"/>
                </a:lnTo>
                <a:lnTo>
                  <a:pt x="355387" y="78208"/>
                </a:lnTo>
                <a:lnTo>
                  <a:pt x="355679" y="78070"/>
                </a:lnTo>
                <a:lnTo>
                  <a:pt x="413166" y="49884"/>
                </a:lnTo>
                <a:lnTo>
                  <a:pt x="413166" y="33749"/>
                </a:lnTo>
                <a:lnTo>
                  <a:pt x="333427" y="73619"/>
                </a:lnTo>
                <a:lnTo>
                  <a:pt x="333427" y="92164"/>
                </a:lnTo>
                <a:lnTo>
                  <a:pt x="413166" y="132034"/>
                </a:lnTo>
                <a:lnTo>
                  <a:pt x="413166" y="115345"/>
                </a:lnTo>
                <a:lnTo>
                  <a:pt x="355679" y="86972"/>
                </a:lnTo>
                <a:lnTo>
                  <a:pt x="355417" y="86833"/>
                </a:lnTo>
                <a:lnTo>
                  <a:pt x="355154" y="86697"/>
                </a:lnTo>
                <a:close/>
                <a:moveTo>
                  <a:pt x="556884" y="144088"/>
                </a:moveTo>
                <a:lnTo>
                  <a:pt x="573576" y="144088"/>
                </a:lnTo>
                <a:lnTo>
                  <a:pt x="573576" y="79182"/>
                </a:lnTo>
                <a:lnTo>
                  <a:pt x="573586" y="78203"/>
                </a:lnTo>
                <a:lnTo>
                  <a:pt x="573618" y="77243"/>
                </a:lnTo>
                <a:lnTo>
                  <a:pt x="573670" y="76302"/>
                </a:lnTo>
                <a:lnTo>
                  <a:pt x="573743" y="75380"/>
                </a:lnTo>
                <a:lnTo>
                  <a:pt x="573838" y="74478"/>
                </a:lnTo>
                <a:lnTo>
                  <a:pt x="573953" y="73596"/>
                </a:lnTo>
                <a:lnTo>
                  <a:pt x="574089" y="72732"/>
                </a:lnTo>
                <a:lnTo>
                  <a:pt x="574245" y="71888"/>
                </a:lnTo>
                <a:lnTo>
                  <a:pt x="574423" y="71063"/>
                </a:lnTo>
                <a:lnTo>
                  <a:pt x="574622" y="70258"/>
                </a:lnTo>
                <a:lnTo>
                  <a:pt x="574842" y="69472"/>
                </a:lnTo>
                <a:lnTo>
                  <a:pt x="575082" y="68705"/>
                </a:lnTo>
                <a:lnTo>
                  <a:pt x="575344" y="67958"/>
                </a:lnTo>
                <a:lnTo>
                  <a:pt x="575626" y="67229"/>
                </a:lnTo>
                <a:lnTo>
                  <a:pt x="575929" y="66520"/>
                </a:lnTo>
                <a:lnTo>
                  <a:pt x="576253" y="65831"/>
                </a:lnTo>
                <a:lnTo>
                  <a:pt x="576599" y="65161"/>
                </a:lnTo>
                <a:lnTo>
                  <a:pt x="576965" y="64510"/>
                </a:lnTo>
                <a:lnTo>
                  <a:pt x="577352" y="63878"/>
                </a:lnTo>
                <a:lnTo>
                  <a:pt x="577760" y="63266"/>
                </a:lnTo>
                <a:lnTo>
                  <a:pt x="578188" y="62673"/>
                </a:lnTo>
                <a:lnTo>
                  <a:pt x="578638" y="62099"/>
                </a:lnTo>
                <a:lnTo>
                  <a:pt x="579109" y="61545"/>
                </a:lnTo>
                <a:lnTo>
                  <a:pt x="579600" y="61010"/>
                </a:lnTo>
                <a:lnTo>
                  <a:pt x="580110" y="60495"/>
                </a:lnTo>
                <a:lnTo>
                  <a:pt x="580635" y="60003"/>
                </a:lnTo>
                <a:lnTo>
                  <a:pt x="581175" y="59532"/>
                </a:lnTo>
                <a:lnTo>
                  <a:pt x="581730" y="59084"/>
                </a:lnTo>
                <a:lnTo>
                  <a:pt x="582301" y="58657"/>
                </a:lnTo>
                <a:lnTo>
                  <a:pt x="582886" y="58252"/>
                </a:lnTo>
                <a:lnTo>
                  <a:pt x="583487" y="57869"/>
                </a:lnTo>
                <a:lnTo>
                  <a:pt x="584103" y="57507"/>
                </a:lnTo>
                <a:lnTo>
                  <a:pt x="584733" y="57168"/>
                </a:lnTo>
                <a:lnTo>
                  <a:pt x="585379" y="56851"/>
                </a:lnTo>
                <a:lnTo>
                  <a:pt x="586041" y="56555"/>
                </a:lnTo>
                <a:lnTo>
                  <a:pt x="586717" y="56282"/>
                </a:lnTo>
                <a:lnTo>
                  <a:pt x="587408" y="56030"/>
                </a:lnTo>
                <a:lnTo>
                  <a:pt x="588115" y="55800"/>
                </a:lnTo>
                <a:lnTo>
                  <a:pt x="588836" y="55592"/>
                </a:lnTo>
                <a:lnTo>
                  <a:pt x="589573" y="55406"/>
                </a:lnTo>
                <a:lnTo>
                  <a:pt x="590325" y="55242"/>
                </a:lnTo>
                <a:lnTo>
                  <a:pt x="591092" y="55099"/>
                </a:lnTo>
                <a:lnTo>
                  <a:pt x="591874" y="54979"/>
                </a:lnTo>
                <a:lnTo>
                  <a:pt x="592672" y="54881"/>
                </a:lnTo>
                <a:lnTo>
                  <a:pt x="593484" y="54804"/>
                </a:lnTo>
                <a:lnTo>
                  <a:pt x="594312" y="54749"/>
                </a:lnTo>
                <a:lnTo>
                  <a:pt x="595154" y="54716"/>
                </a:lnTo>
                <a:lnTo>
                  <a:pt x="596012" y="54705"/>
                </a:lnTo>
                <a:lnTo>
                  <a:pt x="596840" y="54716"/>
                </a:lnTo>
                <a:lnTo>
                  <a:pt x="597652" y="54746"/>
                </a:lnTo>
                <a:lnTo>
                  <a:pt x="598451" y="54797"/>
                </a:lnTo>
                <a:lnTo>
                  <a:pt x="599234" y="54868"/>
                </a:lnTo>
                <a:lnTo>
                  <a:pt x="600004" y="54959"/>
                </a:lnTo>
                <a:lnTo>
                  <a:pt x="600758" y="55070"/>
                </a:lnTo>
                <a:lnTo>
                  <a:pt x="601499" y="55202"/>
                </a:lnTo>
                <a:lnTo>
                  <a:pt x="602225" y="55354"/>
                </a:lnTo>
                <a:lnTo>
                  <a:pt x="602936" y="55527"/>
                </a:lnTo>
                <a:lnTo>
                  <a:pt x="603633" y="55719"/>
                </a:lnTo>
                <a:lnTo>
                  <a:pt x="604315" y="55932"/>
                </a:lnTo>
                <a:lnTo>
                  <a:pt x="604983" y="56166"/>
                </a:lnTo>
                <a:lnTo>
                  <a:pt x="605636" y="56419"/>
                </a:lnTo>
                <a:lnTo>
                  <a:pt x="606275" y="56693"/>
                </a:lnTo>
                <a:lnTo>
                  <a:pt x="606900" y="56987"/>
                </a:lnTo>
                <a:lnTo>
                  <a:pt x="607509" y="57301"/>
                </a:lnTo>
                <a:lnTo>
                  <a:pt x="608105" y="57636"/>
                </a:lnTo>
                <a:lnTo>
                  <a:pt x="608686" y="57991"/>
                </a:lnTo>
                <a:lnTo>
                  <a:pt x="609252" y="58366"/>
                </a:lnTo>
                <a:lnTo>
                  <a:pt x="609804" y="58761"/>
                </a:lnTo>
                <a:lnTo>
                  <a:pt x="610341" y="59177"/>
                </a:lnTo>
                <a:lnTo>
                  <a:pt x="610864" y="59613"/>
                </a:lnTo>
                <a:lnTo>
                  <a:pt x="611373" y="60069"/>
                </a:lnTo>
                <a:lnTo>
                  <a:pt x="611867" y="60546"/>
                </a:lnTo>
                <a:lnTo>
                  <a:pt x="612344" y="61041"/>
                </a:lnTo>
                <a:lnTo>
                  <a:pt x="612800" y="61555"/>
                </a:lnTo>
                <a:lnTo>
                  <a:pt x="613236" y="62086"/>
                </a:lnTo>
                <a:lnTo>
                  <a:pt x="613652" y="62634"/>
                </a:lnTo>
                <a:lnTo>
                  <a:pt x="614048" y="63201"/>
                </a:lnTo>
                <a:lnTo>
                  <a:pt x="614423" y="63785"/>
                </a:lnTo>
                <a:lnTo>
                  <a:pt x="614778" y="64387"/>
                </a:lnTo>
                <a:lnTo>
                  <a:pt x="615113" y="65006"/>
                </a:lnTo>
                <a:lnTo>
                  <a:pt x="615427" y="65644"/>
                </a:lnTo>
                <a:lnTo>
                  <a:pt x="615722" y="66299"/>
                </a:lnTo>
                <a:lnTo>
                  <a:pt x="615996" y="66971"/>
                </a:lnTo>
                <a:lnTo>
                  <a:pt x="616249" y="67662"/>
                </a:lnTo>
                <a:lnTo>
                  <a:pt x="616482" y="68370"/>
                </a:lnTo>
                <a:lnTo>
                  <a:pt x="616695" y="69096"/>
                </a:lnTo>
                <a:lnTo>
                  <a:pt x="616888" y="69839"/>
                </a:lnTo>
                <a:lnTo>
                  <a:pt x="617061" y="70600"/>
                </a:lnTo>
                <a:lnTo>
                  <a:pt x="617213" y="71379"/>
                </a:lnTo>
                <a:lnTo>
                  <a:pt x="617345" y="72176"/>
                </a:lnTo>
                <a:lnTo>
                  <a:pt x="617456" y="72991"/>
                </a:lnTo>
                <a:lnTo>
                  <a:pt x="617548" y="73823"/>
                </a:lnTo>
                <a:lnTo>
                  <a:pt x="617619" y="74673"/>
                </a:lnTo>
                <a:lnTo>
                  <a:pt x="617669" y="75540"/>
                </a:lnTo>
                <a:lnTo>
                  <a:pt x="617700" y="76425"/>
                </a:lnTo>
                <a:lnTo>
                  <a:pt x="617710" y="77328"/>
                </a:lnTo>
                <a:lnTo>
                  <a:pt x="617710" y="144088"/>
                </a:lnTo>
                <a:lnTo>
                  <a:pt x="634399" y="144088"/>
                </a:lnTo>
                <a:lnTo>
                  <a:pt x="634399" y="75475"/>
                </a:lnTo>
                <a:lnTo>
                  <a:pt x="634383" y="74127"/>
                </a:lnTo>
                <a:lnTo>
                  <a:pt x="634336" y="72803"/>
                </a:lnTo>
                <a:lnTo>
                  <a:pt x="634257" y="71503"/>
                </a:lnTo>
                <a:lnTo>
                  <a:pt x="634147" y="70226"/>
                </a:lnTo>
                <a:lnTo>
                  <a:pt x="634005" y="68973"/>
                </a:lnTo>
                <a:lnTo>
                  <a:pt x="633831" y="67745"/>
                </a:lnTo>
                <a:lnTo>
                  <a:pt x="633626" y="66540"/>
                </a:lnTo>
                <a:lnTo>
                  <a:pt x="633390" y="65358"/>
                </a:lnTo>
                <a:lnTo>
                  <a:pt x="633121" y="64201"/>
                </a:lnTo>
                <a:lnTo>
                  <a:pt x="632822" y="63067"/>
                </a:lnTo>
                <a:lnTo>
                  <a:pt x="632490" y="61958"/>
                </a:lnTo>
                <a:lnTo>
                  <a:pt x="632128" y="60872"/>
                </a:lnTo>
                <a:lnTo>
                  <a:pt x="631733" y="59810"/>
                </a:lnTo>
                <a:lnTo>
                  <a:pt x="631307" y="58772"/>
                </a:lnTo>
                <a:lnTo>
                  <a:pt x="630850" y="57757"/>
                </a:lnTo>
                <a:lnTo>
                  <a:pt x="630361" y="56767"/>
                </a:lnTo>
                <a:lnTo>
                  <a:pt x="629840" y="55800"/>
                </a:lnTo>
                <a:lnTo>
                  <a:pt x="629288" y="54857"/>
                </a:lnTo>
                <a:lnTo>
                  <a:pt x="628705" y="53938"/>
                </a:lnTo>
                <a:lnTo>
                  <a:pt x="628089" y="53043"/>
                </a:lnTo>
                <a:lnTo>
                  <a:pt x="627443" y="52171"/>
                </a:lnTo>
                <a:lnTo>
                  <a:pt x="626764" y="51324"/>
                </a:lnTo>
                <a:lnTo>
                  <a:pt x="626055" y="50500"/>
                </a:lnTo>
                <a:lnTo>
                  <a:pt x="625313" y="49700"/>
                </a:lnTo>
                <a:lnTo>
                  <a:pt x="624545" y="48928"/>
                </a:lnTo>
                <a:lnTo>
                  <a:pt x="623755" y="48189"/>
                </a:lnTo>
                <a:lnTo>
                  <a:pt x="622943" y="47483"/>
                </a:lnTo>
                <a:lnTo>
                  <a:pt x="622109" y="46809"/>
                </a:lnTo>
                <a:lnTo>
                  <a:pt x="621254" y="46169"/>
                </a:lnTo>
                <a:lnTo>
                  <a:pt x="620376" y="45561"/>
                </a:lnTo>
                <a:lnTo>
                  <a:pt x="619476" y="44986"/>
                </a:lnTo>
                <a:lnTo>
                  <a:pt x="618555" y="44445"/>
                </a:lnTo>
                <a:lnTo>
                  <a:pt x="617612" y="43935"/>
                </a:lnTo>
                <a:lnTo>
                  <a:pt x="616647" y="43459"/>
                </a:lnTo>
                <a:lnTo>
                  <a:pt x="615659" y="43016"/>
                </a:lnTo>
                <a:lnTo>
                  <a:pt x="614650" y="42605"/>
                </a:lnTo>
                <a:lnTo>
                  <a:pt x="613619" y="42227"/>
                </a:lnTo>
                <a:lnTo>
                  <a:pt x="612567" y="41883"/>
                </a:lnTo>
                <a:lnTo>
                  <a:pt x="611492" y="41571"/>
                </a:lnTo>
                <a:lnTo>
                  <a:pt x="610395" y="41291"/>
                </a:lnTo>
                <a:lnTo>
                  <a:pt x="609277" y="41045"/>
                </a:lnTo>
                <a:lnTo>
                  <a:pt x="608136" y="40832"/>
                </a:lnTo>
                <a:lnTo>
                  <a:pt x="606974" y="40651"/>
                </a:lnTo>
                <a:lnTo>
                  <a:pt x="605790" y="40503"/>
                </a:lnTo>
                <a:lnTo>
                  <a:pt x="604584" y="40388"/>
                </a:lnTo>
                <a:lnTo>
                  <a:pt x="603356" y="40306"/>
                </a:lnTo>
                <a:lnTo>
                  <a:pt x="602106" y="40257"/>
                </a:lnTo>
                <a:lnTo>
                  <a:pt x="600834" y="40240"/>
                </a:lnTo>
                <a:lnTo>
                  <a:pt x="599777" y="40252"/>
                </a:lnTo>
                <a:lnTo>
                  <a:pt x="598740" y="40286"/>
                </a:lnTo>
                <a:lnTo>
                  <a:pt x="597722" y="40343"/>
                </a:lnTo>
                <a:lnTo>
                  <a:pt x="596723" y="40423"/>
                </a:lnTo>
                <a:lnTo>
                  <a:pt x="595744" y="40526"/>
                </a:lnTo>
                <a:lnTo>
                  <a:pt x="594784" y="40652"/>
                </a:lnTo>
                <a:lnTo>
                  <a:pt x="593843" y="40800"/>
                </a:lnTo>
                <a:lnTo>
                  <a:pt x="592922" y="40972"/>
                </a:lnTo>
                <a:lnTo>
                  <a:pt x="592020" y="41166"/>
                </a:lnTo>
                <a:lnTo>
                  <a:pt x="591137" y="41383"/>
                </a:lnTo>
                <a:lnTo>
                  <a:pt x="590273" y="41624"/>
                </a:lnTo>
                <a:lnTo>
                  <a:pt x="589429" y="41886"/>
                </a:lnTo>
                <a:lnTo>
                  <a:pt x="588604" y="42172"/>
                </a:lnTo>
                <a:lnTo>
                  <a:pt x="587799" y="42481"/>
                </a:lnTo>
                <a:lnTo>
                  <a:pt x="587012" y="42812"/>
                </a:lnTo>
                <a:lnTo>
                  <a:pt x="586246" y="43167"/>
                </a:lnTo>
                <a:lnTo>
                  <a:pt x="585498" y="43544"/>
                </a:lnTo>
                <a:lnTo>
                  <a:pt x="584770" y="43944"/>
                </a:lnTo>
                <a:lnTo>
                  <a:pt x="584061" y="44367"/>
                </a:lnTo>
                <a:lnTo>
                  <a:pt x="583371" y="44813"/>
                </a:lnTo>
                <a:lnTo>
                  <a:pt x="582701" y="45282"/>
                </a:lnTo>
                <a:lnTo>
                  <a:pt x="582050" y="45773"/>
                </a:lnTo>
                <a:lnTo>
                  <a:pt x="581418" y="46288"/>
                </a:lnTo>
                <a:lnTo>
                  <a:pt x="580806" y="46825"/>
                </a:lnTo>
                <a:lnTo>
                  <a:pt x="580216" y="47383"/>
                </a:lnTo>
                <a:lnTo>
                  <a:pt x="579651" y="47960"/>
                </a:lnTo>
                <a:lnTo>
                  <a:pt x="579111" y="48556"/>
                </a:lnTo>
                <a:lnTo>
                  <a:pt x="578597" y="49171"/>
                </a:lnTo>
                <a:lnTo>
                  <a:pt x="578107" y="49805"/>
                </a:lnTo>
                <a:lnTo>
                  <a:pt x="577643" y="50458"/>
                </a:lnTo>
                <a:lnTo>
                  <a:pt x="577203" y="51130"/>
                </a:lnTo>
                <a:lnTo>
                  <a:pt x="576789" y="51821"/>
                </a:lnTo>
                <a:lnTo>
                  <a:pt x="576400" y="52531"/>
                </a:lnTo>
                <a:lnTo>
                  <a:pt x="576036" y="53260"/>
                </a:lnTo>
                <a:lnTo>
                  <a:pt x="575697" y="54008"/>
                </a:lnTo>
                <a:lnTo>
                  <a:pt x="575383" y="54775"/>
                </a:lnTo>
                <a:lnTo>
                  <a:pt x="575095" y="55561"/>
                </a:lnTo>
                <a:lnTo>
                  <a:pt x="574831" y="56366"/>
                </a:lnTo>
                <a:lnTo>
                  <a:pt x="574593" y="57190"/>
                </a:lnTo>
                <a:lnTo>
                  <a:pt x="574379" y="58033"/>
                </a:lnTo>
                <a:lnTo>
                  <a:pt x="574191" y="58895"/>
                </a:lnTo>
                <a:lnTo>
                  <a:pt x="574028" y="59776"/>
                </a:lnTo>
                <a:lnTo>
                  <a:pt x="573890" y="60676"/>
                </a:lnTo>
                <a:lnTo>
                  <a:pt x="573781" y="61564"/>
                </a:lnTo>
                <a:lnTo>
                  <a:pt x="573576" y="61564"/>
                </a:lnTo>
                <a:lnTo>
                  <a:pt x="573576" y="42094"/>
                </a:lnTo>
                <a:lnTo>
                  <a:pt x="556884" y="42094"/>
                </a:lnTo>
                <a:lnTo>
                  <a:pt x="556884" y="144088"/>
                </a:lnTo>
                <a:close/>
                <a:moveTo>
                  <a:pt x="719332" y="42094"/>
                </a:moveTo>
                <a:lnTo>
                  <a:pt x="671118" y="42094"/>
                </a:lnTo>
                <a:lnTo>
                  <a:pt x="671118" y="57300"/>
                </a:lnTo>
                <a:lnTo>
                  <a:pt x="702643" y="57300"/>
                </a:lnTo>
                <a:lnTo>
                  <a:pt x="702643" y="128882"/>
                </a:lnTo>
                <a:lnTo>
                  <a:pt x="666483" y="128882"/>
                </a:lnTo>
                <a:lnTo>
                  <a:pt x="666483" y="144088"/>
                </a:lnTo>
                <a:lnTo>
                  <a:pt x="753639" y="144088"/>
                </a:lnTo>
                <a:lnTo>
                  <a:pt x="753639" y="128882"/>
                </a:lnTo>
                <a:lnTo>
                  <a:pt x="719332" y="128882"/>
                </a:lnTo>
                <a:lnTo>
                  <a:pt x="719332" y="42094"/>
                </a:lnTo>
                <a:close/>
                <a:moveTo>
                  <a:pt x="157628" y="145616"/>
                </a:moveTo>
                <a:lnTo>
                  <a:pt x="158871" y="145472"/>
                </a:lnTo>
                <a:lnTo>
                  <a:pt x="160096" y="145303"/>
                </a:lnTo>
                <a:lnTo>
                  <a:pt x="161303" y="145107"/>
                </a:lnTo>
                <a:lnTo>
                  <a:pt x="162491" y="144885"/>
                </a:lnTo>
                <a:lnTo>
                  <a:pt x="163661" y="144638"/>
                </a:lnTo>
                <a:lnTo>
                  <a:pt x="164813" y="144364"/>
                </a:lnTo>
                <a:lnTo>
                  <a:pt x="165947" y="144064"/>
                </a:lnTo>
                <a:lnTo>
                  <a:pt x="167062" y="143738"/>
                </a:lnTo>
                <a:lnTo>
                  <a:pt x="168158" y="143386"/>
                </a:lnTo>
                <a:lnTo>
                  <a:pt x="169237" y="143008"/>
                </a:lnTo>
                <a:lnTo>
                  <a:pt x="170297" y="142604"/>
                </a:lnTo>
                <a:lnTo>
                  <a:pt x="171338" y="142174"/>
                </a:lnTo>
                <a:lnTo>
                  <a:pt x="172362" y="141717"/>
                </a:lnTo>
                <a:lnTo>
                  <a:pt x="173366" y="141235"/>
                </a:lnTo>
                <a:lnTo>
                  <a:pt x="174353" y="140726"/>
                </a:lnTo>
                <a:lnTo>
                  <a:pt x="175321" y="140192"/>
                </a:lnTo>
                <a:lnTo>
                  <a:pt x="176271" y="139631"/>
                </a:lnTo>
                <a:lnTo>
                  <a:pt x="177203" y="139044"/>
                </a:lnTo>
                <a:lnTo>
                  <a:pt x="178116" y="138432"/>
                </a:lnTo>
                <a:lnTo>
                  <a:pt x="179004" y="137797"/>
                </a:lnTo>
                <a:lnTo>
                  <a:pt x="179861" y="137143"/>
                </a:lnTo>
                <a:lnTo>
                  <a:pt x="180685" y="136472"/>
                </a:lnTo>
                <a:lnTo>
                  <a:pt x="181477" y="135782"/>
                </a:lnTo>
                <a:lnTo>
                  <a:pt x="182238" y="135073"/>
                </a:lnTo>
                <a:lnTo>
                  <a:pt x="182967" y="134346"/>
                </a:lnTo>
                <a:lnTo>
                  <a:pt x="183664" y="133601"/>
                </a:lnTo>
                <a:lnTo>
                  <a:pt x="184329" y="132838"/>
                </a:lnTo>
                <a:lnTo>
                  <a:pt x="184962" y="132056"/>
                </a:lnTo>
                <a:lnTo>
                  <a:pt x="185563" y="131256"/>
                </a:lnTo>
                <a:lnTo>
                  <a:pt x="186133" y="130437"/>
                </a:lnTo>
                <a:lnTo>
                  <a:pt x="186670" y="129600"/>
                </a:lnTo>
                <a:lnTo>
                  <a:pt x="187176" y="128745"/>
                </a:lnTo>
                <a:lnTo>
                  <a:pt x="187650" y="127871"/>
                </a:lnTo>
                <a:lnTo>
                  <a:pt x="188092" y="126980"/>
                </a:lnTo>
                <a:lnTo>
                  <a:pt x="188502" y="126069"/>
                </a:lnTo>
                <a:lnTo>
                  <a:pt x="188880" y="125141"/>
                </a:lnTo>
                <a:lnTo>
                  <a:pt x="189226" y="124194"/>
                </a:lnTo>
                <a:lnTo>
                  <a:pt x="189540" y="123228"/>
                </a:lnTo>
                <a:lnTo>
                  <a:pt x="189823" y="122245"/>
                </a:lnTo>
                <a:lnTo>
                  <a:pt x="190074" y="121242"/>
                </a:lnTo>
                <a:lnTo>
                  <a:pt x="190292" y="120222"/>
                </a:lnTo>
                <a:lnTo>
                  <a:pt x="190479" y="119183"/>
                </a:lnTo>
                <a:lnTo>
                  <a:pt x="190634" y="118126"/>
                </a:lnTo>
                <a:lnTo>
                  <a:pt x="173945" y="118126"/>
                </a:lnTo>
                <a:lnTo>
                  <a:pt x="173829" y="118692"/>
                </a:lnTo>
                <a:lnTo>
                  <a:pt x="173697" y="119246"/>
                </a:lnTo>
                <a:lnTo>
                  <a:pt x="173548" y="119788"/>
                </a:lnTo>
                <a:lnTo>
                  <a:pt x="173384" y="120318"/>
                </a:lnTo>
                <a:lnTo>
                  <a:pt x="173203" y="120836"/>
                </a:lnTo>
                <a:lnTo>
                  <a:pt x="173006" y="121343"/>
                </a:lnTo>
                <a:lnTo>
                  <a:pt x="172793" y="121837"/>
                </a:lnTo>
                <a:lnTo>
                  <a:pt x="172564" y="122320"/>
                </a:lnTo>
                <a:lnTo>
                  <a:pt x="172319" y="122790"/>
                </a:lnTo>
                <a:lnTo>
                  <a:pt x="172058" y="123249"/>
                </a:lnTo>
                <a:lnTo>
                  <a:pt x="171781" y="123696"/>
                </a:lnTo>
                <a:lnTo>
                  <a:pt x="171488" y="124131"/>
                </a:lnTo>
                <a:lnTo>
                  <a:pt x="171178" y="124554"/>
                </a:lnTo>
                <a:lnTo>
                  <a:pt x="170853" y="124965"/>
                </a:lnTo>
                <a:lnTo>
                  <a:pt x="170511" y="125364"/>
                </a:lnTo>
                <a:lnTo>
                  <a:pt x="170154" y="125751"/>
                </a:lnTo>
                <a:lnTo>
                  <a:pt x="169780" y="126126"/>
                </a:lnTo>
                <a:lnTo>
                  <a:pt x="169390" y="126490"/>
                </a:lnTo>
                <a:lnTo>
                  <a:pt x="168984" y="126841"/>
                </a:lnTo>
                <a:lnTo>
                  <a:pt x="168562" y="127181"/>
                </a:lnTo>
                <a:lnTo>
                  <a:pt x="168124" y="127509"/>
                </a:lnTo>
                <a:lnTo>
                  <a:pt x="167669" y="127824"/>
                </a:lnTo>
                <a:lnTo>
                  <a:pt x="167199" y="128128"/>
                </a:lnTo>
                <a:lnTo>
                  <a:pt x="166713" y="128420"/>
                </a:lnTo>
                <a:lnTo>
                  <a:pt x="166212" y="128700"/>
                </a:lnTo>
                <a:lnTo>
                  <a:pt x="165698" y="128968"/>
                </a:lnTo>
                <a:lnTo>
                  <a:pt x="165171" y="129224"/>
                </a:lnTo>
                <a:lnTo>
                  <a:pt x="164632" y="129468"/>
                </a:lnTo>
                <a:lnTo>
                  <a:pt x="164079" y="129700"/>
                </a:lnTo>
                <a:lnTo>
                  <a:pt x="163514" y="129921"/>
                </a:lnTo>
                <a:lnTo>
                  <a:pt x="162936" y="130129"/>
                </a:lnTo>
                <a:lnTo>
                  <a:pt x="162345" y="130326"/>
                </a:lnTo>
                <a:lnTo>
                  <a:pt x="161741" y="130510"/>
                </a:lnTo>
                <a:lnTo>
                  <a:pt x="161124" y="130683"/>
                </a:lnTo>
                <a:lnTo>
                  <a:pt x="160494" y="130844"/>
                </a:lnTo>
                <a:lnTo>
                  <a:pt x="159852" y="130993"/>
                </a:lnTo>
                <a:lnTo>
                  <a:pt x="159196" y="131129"/>
                </a:lnTo>
                <a:lnTo>
                  <a:pt x="158528" y="131254"/>
                </a:lnTo>
                <a:lnTo>
                  <a:pt x="157846" y="131368"/>
                </a:lnTo>
                <a:lnTo>
                  <a:pt x="157152" y="131469"/>
                </a:lnTo>
                <a:lnTo>
                  <a:pt x="156445" y="131558"/>
                </a:lnTo>
                <a:lnTo>
                  <a:pt x="155725" y="131636"/>
                </a:lnTo>
                <a:lnTo>
                  <a:pt x="154993" y="131701"/>
                </a:lnTo>
                <a:lnTo>
                  <a:pt x="154247" y="131755"/>
                </a:lnTo>
                <a:lnTo>
                  <a:pt x="153488" y="131796"/>
                </a:lnTo>
                <a:lnTo>
                  <a:pt x="152717" y="131826"/>
                </a:lnTo>
                <a:lnTo>
                  <a:pt x="151933" y="131844"/>
                </a:lnTo>
                <a:lnTo>
                  <a:pt x="151136" y="131850"/>
                </a:lnTo>
                <a:lnTo>
                  <a:pt x="150202" y="131839"/>
                </a:lnTo>
                <a:lnTo>
                  <a:pt x="149286" y="131805"/>
                </a:lnTo>
                <a:lnTo>
                  <a:pt x="148388" y="131750"/>
                </a:lnTo>
                <a:lnTo>
                  <a:pt x="147509" y="131672"/>
                </a:lnTo>
                <a:lnTo>
                  <a:pt x="146647" y="131572"/>
                </a:lnTo>
                <a:lnTo>
                  <a:pt x="145804" y="131450"/>
                </a:lnTo>
                <a:lnTo>
                  <a:pt x="144978" y="131306"/>
                </a:lnTo>
                <a:lnTo>
                  <a:pt x="144171" y="131139"/>
                </a:lnTo>
                <a:lnTo>
                  <a:pt x="143381" y="130950"/>
                </a:lnTo>
                <a:lnTo>
                  <a:pt x="142610" y="130739"/>
                </a:lnTo>
                <a:lnTo>
                  <a:pt x="141856" y="130506"/>
                </a:lnTo>
                <a:lnTo>
                  <a:pt x="141121" y="130250"/>
                </a:lnTo>
                <a:lnTo>
                  <a:pt x="140403" y="129973"/>
                </a:lnTo>
                <a:lnTo>
                  <a:pt x="139704" y="129673"/>
                </a:lnTo>
                <a:lnTo>
                  <a:pt x="139023" y="129351"/>
                </a:lnTo>
                <a:lnTo>
                  <a:pt x="138359" y="129006"/>
                </a:lnTo>
                <a:lnTo>
                  <a:pt x="137714" y="128640"/>
                </a:lnTo>
                <a:lnTo>
                  <a:pt x="137087" y="128251"/>
                </a:lnTo>
                <a:lnTo>
                  <a:pt x="136478" y="127840"/>
                </a:lnTo>
                <a:lnTo>
                  <a:pt x="135887" y="127407"/>
                </a:lnTo>
                <a:lnTo>
                  <a:pt x="135313" y="126952"/>
                </a:lnTo>
                <a:lnTo>
                  <a:pt x="134758" y="126474"/>
                </a:lnTo>
                <a:lnTo>
                  <a:pt x="134221" y="125974"/>
                </a:lnTo>
                <a:lnTo>
                  <a:pt x="133702" y="125452"/>
                </a:lnTo>
                <a:lnTo>
                  <a:pt x="133203" y="124909"/>
                </a:lnTo>
                <a:lnTo>
                  <a:pt x="132725" y="124346"/>
                </a:lnTo>
                <a:lnTo>
                  <a:pt x="132268" y="123764"/>
                </a:lnTo>
                <a:lnTo>
                  <a:pt x="131833" y="123162"/>
                </a:lnTo>
                <a:lnTo>
                  <a:pt x="131419" y="122541"/>
                </a:lnTo>
                <a:lnTo>
                  <a:pt x="131026" y="121900"/>
                </a:lnTo>
                <a:lnTo>
                  <a:pt x="130654" y="121239"/>
                </a:lnTo>
                <a:lnTo>
                  <a:pt x="130303" y="120558"/>
                </a:lnTo>
                <a:lnTo>
                  <a:pt x="129974" y="119858"/>
                </a:lnTo>
                <a:lnTo>
                  <a:pt x="129666" y="119139"/>
                </a:lnTo>
                <a:lnTo>
                  <a:pt x="129379" y="118399"/>
                </a:lnTo>
                <a:lnTo>
                  <a:pt x="129114" y="117640"/>
                </a:lnTo>
                <a:lnTo>
                  <a:pt x="128870" y="116861"/>
                </a:lnTo>
                <a:lnTo>
                  <a:pt x="128647" y="116063"/>
                </a:lnTo>
                <a:lnTo>
                  <a:pt x="128445" y="115245"/>
                </a:lnTo>
                <a:lnTo>
                  <a:pt x="128264" y="114408"/>
                </a:lnTo>
                <a:lnTo>
                  <a:pt x="128105" y="113550"/>
                </a:lnTo>
                <a:lnTo>
                  <a:pt x="127967" y="112674"/>
                </a:lnTo>
                <a:lnTo>
                  <a:pt x="127850" y="111777"/>
                </a:lnTo>
                <a:lnTo>
                  <a:pt x="127754" y="110861"/>
                </a:lnTo>
                <a:lnTo>
                  <a:pt x="127680" y="109925"/>
                </a:lnTo>
                <a:lnTo>
                  <a:pt x="127627" y="108970"/>
                </a:lnTo>
                <a:lnTo>
                  <a:pt x="127595" y="107995"/>
                </a:lnTo>
                <a:lnTo>
                  <a:pt x="127584" y="107000"/>
                </a:lnTo>
                <a:lnTo>
                  <a:pt x="127584" y="97170"/>
                </a:lnTo>
                <a:lnTo>
                  <a:pt x="191005" y="97170"/>
                </a:lnTo>
                <a:lnTo>
                  <a:pt x="191005" y="79182"/>
                </a:lnTo>
                <a:lnTo>
                  <a:pt x="190997" y="78198"/>
                </a:lnTo>
                <a:lnTo>
                  <a:pt x="190971" y="77226"/>
                </a:lnTo>
                <a:lnTo>
                  <a:pt x="190928" y="76264"/>
                </a:lnTo>
                <a:lnTo>
                  <a:pt x="190869" y="75314"/>
                </a:lnTo>
                <a:lnTo>
                  <a:pt x="190792" y="74374"/>
                </a:lnTo>
                <a:lnTo>
                  <a:pt x="190698" y="73445"/>
                </a:lnTo>
                <a:lnTo>
                  <a:pt x="190587" y="72527"/>
                </a:lnTo>
                <a:lnTo>
                  <a:pt x="190459" y="71620"/>
                </a:lnTo>
                <a:lnTo>
                  <a:pt x="190314" y="70724"/>
                </a:lnTo>
                <a:lnTo>
                  <a:pt x="190152" y="69839"/>
                </a:lnTo>
                <a:lnTo>
                  <a:pt x="189973" y="68965"/>
                </a:lnTo>
                <a:lnTo>
                  <a:pt x="189776" y="68102"/>
                </a:lnTo>
                <a:lnTo>
                  <a:pt x="189563" y="67250"/>
                </a:lnTo>
                <a:lnTo>
                  <a:pt x="189333" y="66409"/>
                </a:lnTo>
                <a:lnTo>
                  <a:pt x="189085" y="65579"/>
                </a:lnTo>
                <a:lnTo>
                  <a:pt x="188821" y="64759"/>
                </a:lnTo>
                <a:lnTo>
                  <a:pt x="188539" y="63951"/>
                </a:lnTo>
                <a:lnTo>
                  <a:pt x="188240" y="63154"/>
                </a:lnTo>
                <a:lnTo>
                  <a:pt x="187925" y="62367"/>
                </a:lnTo>
                <a:lnTo>
                  <a:pt x="187592" y="61592"/>
                </a:lnTo>
                <a:lnTo>
                  <a:pt x="187242" y="60827"/>
                </a:lnTo>
                <a:lnTo>
                  <a:pt x="186875" y="60073"/>
                </a:lnTo>
                <a:lnTo>
                  <a:pt x="186491" y="59331"/>
                </a:lnTo>
                <a:lnTo>
                  <a:pt x="186090" y="58599"/>
                </a:lnTo>
                <a:lnTo>
                  <a:pt x="185674" y="57879"/>
                </a:lnTo>
                <a:lnTo>
                  <a:pt x="185243" y="57173"/>
                </a:lnTo>
                <a:lnTo>
                  <a:pt x="184798" y="56481"/>
                </a:lnTo>
                <a:lnTo>
                  <a:pt x="184339" y="55802"/>
                </a:lnTo>
                <a:lnTo>
                  <a:pt x="183866" y="55137"/>
                </a:lnTo>
                <a:lnTo>
                  <a:pt x="183379" y="54485"/>
                </a:lnTo>
                <a:lnTo>
                  <a:pt x="182877" y="53846"/>
                </a:lnTo>
                <a:lnTo>
                  <a:pt x="182362" y="53221"/>
                </a:lnTo>
                <a:lnTo>
                  <a:pt x="181832" y="52610"/>
                </a:lnTo>
                <a:lnTo>
                  <a:pt x="181288" y="52012"/>
                </a:lnTo>
                <a:lnTo>
                  <a:pt x="180729" y="51428"/>
                </a:lnTo>
                <a:lnTo>
                  <a:pt x="180157" y="50857"/>
                </a:lnTo>
                <a:lnTo>
                  <a:pt x="179570" y="50300"/>
                </a:lnTo>
                <a:lnTo>
                  <a:pt x="178970" y="49756"/>
                </a:lnTo>
                <a:lnTo>
                  <a:pt x="178355" y="49226"/>
                </a:lnTo>
                <a:lnTo>
                  <a:pt x="177726" y="48709"/>
                </a:lnTo>
                <a:lnTo>
                  <a:pt x="177082" y="48206"/>
                </a:lnTo>
                <a:lnTo>
                  <a:pt x="176425" y="47716"/>
                </a:lnTo>
                <a:lnTo>
                  <a:pt x="175753" y="47240"/>
                </a:lnTo>
                <a:lnTo>
                  <a:pt x="175067" y="46777"/>
                </a:lnTo>
                <a:lnTo>
                  <a:pt x="174367" y="46328"/>
                </a:lnTo>
                <a:lnTo>
                  <a:pt x="173653" y="45893"/>
                </a:lnTo>
                <a:lnTo>
                  <a:pt x="172925" y="45471"/>
                </a:lnTo>
                <a:lnTo>
                  <a:pt x="172182" y="45062"/>
                </a:lnTo>
                <a:lnTo>
                  <a:pt x="171428" y="44669"/>
                </a:lnTo>
                <a:lnTo>
                  <a:pt x="170662" y="44292"/>
                </a:lnTo>
                <a:lnTo>
                  <a:pt x="169886" y="43932"/>
                </a:lnTo>
                <a:lnTo>
                  <a:pt x="169100" y="43589"/>
                </a:lnTo>
                <a:lnTo>
                  <a:pt x="168303" y="43262"/>
                </a:lnTo>
                <a:lnTo>
                  <a:pt x="167495" y="42953"/>
                </a:lnTo>
                <a:lnTo>
                  <a:pt x="166676" y="42660"/>
                </a:lnTo>
                <a:lnTo>
                  <a:pt x="165847" y="42383"/>
                </a:lnTo>
                <a:lnTo>
                  <a:pt x="165007" y="42124"/>
                </a:lnTo>
                <a:lnTo>
                  <a:pt x="164157" y="41881"/>
                </a:lnTo>
                <a:lnTo>
                  <a:pt x="163296" y="41655"/>
                </a:lnTo>
                <a:lnTo>
                  <a:pt x="162424" y="41446"/>
                </a:lnTo>
                <a:lnTo>
                  <a:pt x="161542" y="41253"/>
                </a:lnTo>
                <a:lnTo>
                  <a:pt x="160649" y="41077"/>
                </a:lnTo>
                <a:lnTo>
                  <a:pt x="159746" y="40918"/>
                </a:lnTo>
                <a:lnTo>
                  <a:pt x="158832" y="40776"/>
                </a:lnTo>
                <a:lnTo>
                  <a:pt x="157907" y="40650"/>
                </a:lnTo>
                <a:lnTo>
                  <a:pt x="156971" y="40542"/>
                </a:lnTo>
                <a:lnTo>
                  <a:pt x="156025" y="40450"/>
                </a:lnTo>
                <a:lnTo>
                  <a:pt x="155069" y="40374"/>
                </a:lnTo>
                <a:lnTo>
                  <a:pt x="154101" y="40316"/>
                </a:lnTo>
                <a:lnTo>
                  <a:pt x="153123" y="40274"/>
                </a:lnTo>
                <a:lnTo>
                  <a:pt x="152135" y="40249"/>
                </a:lnTo>
                <a:lnTo>
                  <a:pt x="151136" y="40240"/>
                </a:lnTo>
                <a:lnTo>
                  <a:pt x="150136" y="40249"/>
                </a:lnTo>
                <a:lnTo>
                  <a:pt x="149148" y="40274"/>
                </a:lnTo>
                <a:lnTo>
                  <a:pt x="148170" y="40316"/>
                </a:lnTo>
                <a:lnTo>
                  <a:pt x="147202" y="40374"/>
                </a:lnTo>
                <a:lnTo>
                  <a:pt x="146246" y="40450"/>
                </a:lnTo>
                <a:lnTo>
                  <a:pt x="145300" y="40542"/>
                </a:lnTo>
                <a:lnTo>
                  <a:pt x="144364" y="40650"/>
                </a:lnTo>
                <a:lnTo>
                  <a:pt x="143439" y="40776"/>
                </a:lnTo>
                <a:lnTo>
                  <a:pt x="142525" y="40918"/>
                </a:lnTo>
                <a:lnTo>
                  <a:pt x="141621" y="41077"/>
                </a:lnTo>
                <a:lnTo>
                  <a:pt x="140728" y="41253"/>
                </a:lnTo>
                <a:lnTo>
                  <a:pt x="139846" y="41446"/>
                </a:lnTo>
                <a:lnTo>
                  <a:pt x="138974" y="41655"/>
                </a:lnTo>
                <a:lnTo>
                  <a:pt x="138113" y="41881"/>
                </a:lnTo>
                <a:lnTo>
                  <a:pt x="137263" y="42124"/>
                </a:lnTo>
                <a:lnTo>
                  <a:pt x="136423" y="42383"/>
                </a:lnTo>
                <a:lnTo>
                  <a:pt x="135593" y="42660"/>
                </a:lnTo>
                <a:lnTo>
                  <a:pt x="134775" y="42953"/>
                </a:lnTo>
                <a:lnTo>
                  <a:pt x="133967" y="43262"/>
                </a:lnTo>
                <a:lnTo>
                  <a:pt x="133169" y="43589"/>
                </a:lnTo>
                <a:lnTo>
                  <a:pt x="132382" y="43932"/>
                </a:lnTo>
                <a:lnTo>
                  <a:pt x="131606" y="44292"/>
                </a:lnTo>
                <a:lnTo>
                  <a:pt x="130841" y="44669"/>
                </a:lnTo>
                <a:lnTo>
                  <a:pt x="130086" y="45062"/>
                </a:lnTo>
                <a:lnTo>
                  <a:pt x="129344" y="45471"/>
                </a:lnTo>
                <a:lnTo>
                  <a:pt x="128615" y="45893"/>
                </a:lnTo>
                <a:lnTo>
                  <a:pt x="127901" y="46328"/>
                </a:lnTo>
                <a:lnTo>
                  <a:pt x="127202" y="46777"/>
                </a:lnTo>
                <a:lnTo>
                  <a:pt x="126516" y="47240"/>
                </a:lnTo>
                <a:lnTo>
                  <a:pt x="125844" y="47716"/>
                </a:lnTo>
                <a:lnTo>
                  <a:pt x="125187" y="48206"/>
                </a:lnTo>
                <a:lnTo>
                  <a:pt x="124544" y="48709"/>
                </a:lnTo>
                <a:lnTo>
                  <a:pt x="123915" y="49226"/>
                </a:lnTo>
                <a:lnTo>
                  <a:pt x="123300" y="49756"/>
                </a:lnTo>
                <a:lnTo>
                  <a:pt x="122699" y="50300"/>
                </a:lnTo>
                <a:lnTo>
                  <a:pt x="122113" y="50857"/>
                </a:lnTo>
                <a:lnTo>
                  <a:pt x="121540" y="51428"/>
                </a:lnTo>
                <a:lnTo>
                  <a:pt x="120982" y="52012"/>
                </a:lnTo>
                <a:lnTo>
                  <a:pt x="120438" y="52610"/>
                </a:lnTo>
                <a:lnTo>
                  <a:pt x="119908" y="53221"/>
                </a:lnTo>
                <a:lnTo>
                  <a:pt x="119392" y="53846"/>
                </a:lnTo>
                <a:lnTo>
                  <a:pt x="118891" y="54485"/>
                </a:lnTo>
                <a:lnTo>
                  <a:pt x="118403" y="55137"/>
                </a:lnTo>
                <a:lnTo>
                  <a:pt x="117930" y="55802"/>
                </a:lnTo>
                <a:lnTo>
                  <a:pt x="117471" y="56481"/>
                </a:lnTo>
                <a:lnTo>
                  <a:pt x="117026" y="57173"/>
                </a:lnTo>
                <a:lnTo>
                  <a:pt x="116595" y="57879"/>
                </a:lnTo>
                <a:lnTo>
                  <a:pt x="116178" y="58599"/>
                </a:lnTo>
                <a:lnTo>
                  <a:pt x="115777" y="59331"/>
                </a:lnTo>
                <a:lnTo>
                  <a:pt x="115394" y="60073"/>
                </a:lnTo>
                <a:lnTo>
                  <a:pt x="115027" y="60827"/>
                </a:lnTo>
                <a:lnTo>
                  <a:pt x="114677" y="61592"/>
                </a:lnTo>
                <a:lnTo>
                  <a:pt x="114345" y="62367"/>
                </a:lnTo>
                <a:lnTo>
                  <a:pt x="114029" y="63154"/>
                </a:lnTo>
                <a:lnTo>
                  <a:pt x="113731" y="63951"/>
                </a:lnTo>
                <a:lnTo>
                  <a:pt x="113449" y="64759"/>
                </a:lnTo>
                <a:lnTo>
                  <a:pt x="113185" y="65579"/>
                </a:lnTo>
                <a:lnTo>
                  <a:pt x="112937" y="66409"/>
                </a:lnTo>
                <a:lnTo>
                  <a:pt x="112707" y="67250"/>
                </a:lnTo>
                <a:lnTo>
                  <a:pt x="112494" y="68102"/>
                </a:lnTo>
                <a:lnTo>
                  <a:pt x="112298" y="68965"/>
                </a:lnTo>
                <a:lnTo>
                  <a:pt x="112119" y="69839"/>
                </a:lnTo>
                <a:lnTo>
                  <a:pt x="111957" y="70724"/>
                </a:lnTo>
                <a:lnTo>
                  <a:pt x="111812" y="71620"/>
                </a:lnTo>
                <a:lnTo>
                  <a:pt x="111684" y="72527"/>
                </a:lnTo>
                <a:lnTo>
                  <a:pt x="111573" y="73445"/>
                </a:lnTo>
                <a:lnTo>
                  <a:pt x="111479" y="74374"/>
                </a:lnTo>
                <a:lnTo>
                  <a:pt x="111402" y="75314"/>
                </a:lnTo>
                <a:lnTo>
                  <a:pt x="111343" y="76264"/>
                </a:lnTo>
                <a:lnTo>
                  <a:pt x="111300" y="77226"/>
                </a:lnTo>
                <a:lnTo>
                  <a:pt x="111274" y="78198"/>
                </a:lnTo>
                <a:lnTo>
                  <a:pt x="111266" y="79182"/>
                </a:lnTo>
                <a:lnTo>
                  <a:pt x="111266" y="107000"/>
                </a:lnTo>
                <a:lnTo>
                  <a:pt x="111274" y="107969"/>
                </a:lnTo>
                <a:lnTo>
                  <a:pt x="111300" y="108927"/>
                </a:lnTo>
                <a:lnTo>
                  <a:pt x="111343" y="109876"/>
                </a:lnTo>
                <a:lnTo>
                  <a:pt x="111402" y="110815"/>
                </a:lnTo>
                <a:lnTo>
                  <a:pt x="111479" y="111743"/>
                </a:lnTo>
                <a:lnTo>
                  <a:pt x="111573" y="112662"/>
                </a:lnTo>
                <a:lnTo>
                  <a:pt x="111684" y="113571"/>
                </a:lnTo>
                <a:lnTo>
                  <a:pt x="111812" y="114470"/>
                </a:lnTo>
                <a:lnTo>
                  <a:pt x="111957" y="115358"/>
                </a:lnTo>
                <a:lnTo>
                  <a:pt x="112119" y="116237"/>
                </a:lnTo>
                <a:lnTo>
                  <a:pt x="112298" y="117106"/>
                </a:lnTo>
                <a:lnTo>
                  <a:pt x="112494" y="117965"/>
                </a:lnTo>
                <a:lnTo>
                  <a:pt x="112707" y="118814"/>
                </a:lnTo>
                <a:lnTo>
                  <a:pt x="112937" y="119653"/>
                </a:lnTo>
                <a:lnTo>
                  <a:pt x="113185" y="120481"/>
                </a:lnTo>
                <a:lnTo>
                  <a:pt x="113449" y="121300"/>
                </a:lnTo>
                <a:lnTo>
                  <a:pt x="113731" y="122109"/>
                </a:lnTo>
                <a:lnTo>
                  <a:pt x="114029" y="122908"/>
                </a:lnTo>
                <a:lnTo>
                  <a:pt x="114345" y="123697"/>
                </a:lnTo>
                <a:lnTo>
                  <a:pt x="114677" y="124476"/>
                </a:lnTo>
                <a:lnTo>
                  <a:pt x="115027" y="125245"/>
                </a:lnTo>
                <a:lnTo>
                  <a:pt x="115394" y="126004"/>
                </a:lnTo>
                <a:lnTo>
                  <a:pt x="115777" y="126753"/>
                </a:lnTo>
                <a:lnTo>
                  <a:pt x="116178" y="127492"/>
                </a:lnTo>
                <a:lnTo>
                  <a:pt x="116595" y="128219"/>
                </a:lnTo>
                <a:lnTo>
                  <a:pt x="117026" y="128932"/>
                </a:lnTo>
                <a:lnTo>
                  <a:pt x="117471" y="129631"/>
                </a:lnTo>
                <a:lnTo>
                  <a:pt x="117930" y="130317"/>
                </a:lnTo>
                <a:lnTo>
                  <a:pt x="118403" y="130988"/>
                </a:lnTo>
                <a:lnTo>
                  <a:pt x="118891" y="131646"/>
                </a:lnTo>
                <a:lnTo>
                  <a:pt x="119392" y="132290"/>
                </a:lnTo>
                <a:lnTo>
                  <a:pt x="119908" y="132920"/>
                </a:lnTo>
                <a:lnTo>
                  <a:pt x="120438" y="133536"/>
                </a:lnTo>
                <a:lnTo>
                  <a:pt x="120982" y="134139"/>
                </a:lnTo>
                <a:lnTo>
                  <a:pt x="121540" y="134727"/>
                </a:lnTo>
                <a:lnTo>
                  <a:pt x="122113" y="135302"/>
                </a:lnTo>
                <a:lnTo>
                  <a:pt x="122699" y="135863"/>
                </a:lnTo>
                <a:lnTo>
                  <a:pt x="123300" y="136410"/>
                </a:lnTo>
                <a:lnTo>
                  <a:pt x="123915" y="136943"/>
                </a:lnTo>
                <a:lnTo>
                  <a:pt x="124544" y="137463"/>
                </a:lnTo>
                <a:lnTo>
                  <a:pt x="125187" y="137968"/>
                </a:lnTo>
                <a:lnTo>
                  <a:pt x="125844" y="138460"/>
                </a:lnTo>
                <a:lnTo>
                  <a:pt x="126516" y="138938"/>
                </a:lnTo>
                <a:lnTo>
                  <a:pt x="127202" y="139402"/>
                </a:lnTo>
                <a:lnTo>
                  <a:pt x="127901" y="139852"/>
                </a:lnTo>
                <a:lnTo>
                  <a:pt x="128615" y="140289"/>
                </a:lnTo>
                <a:lnTo>
                  <a:pt x="129344" y="140711"/>
                </a:lnTo>
                <a:lnTo>
                  <a:pt x="130086" y="141120"/>
                </a:lnTo>
                <a:lnTo>
                  <a:pt x="130841" y="141513"/>
                </a:lnTo>
                <a:lnTo>
                  <a:pt x="131606" y="141890"/>
                </a:lnTo>
                <a:lnTo>
                  <a:pt x="132382" y="142250"/>
                </a:lnTo>
                <a:lnTo>
                  <a:pt x="133169" y="142593"/>
                </a:lnTo>
                <a:lnTo>
                  <a:pt x="133967" y="142920"/>
                </a:lnTo>
                <a:lnTo>
                  <a:pt x="134775" y="143229"/>
                </a:lnTo>
                <a:lnTo>
                  <a:pt x="135593" y="143522"/>
                </a:lnTo>
                <a:lnTo>
                  <a:pt x="136423" y="143799"/>
                </a:lnTo>
                <a:lnTo>
                  <a:pt x="137263" y="144058"/>
                </a:lnTo>
                <a:lnTo>
                  <a:pt x="138113" y="144301"/>
                </a:lnTo>
                <a:lnTo>
                  <a:pt x="138974" y="144527"/>
                </a:lnTo>
                <a:lnTo>
                  <a:pt x="139846" y="144736"/>
                </a:lnTo>
                <a:lnTo>
                  <a:pt x="140728" y="144929"/>
                </a:lnTo>
                <a:lnTo>
                  <a:pt x="141621" y="145104"/>
                </a:lnTo>
                <a:lnTo>
                  <a:pt x="142525" y="145263"/>
                </a:lnTo>
                <a:lnTo>
                  <a:pt x="143439" y="145406"/>
                </a:lnTo>
                <a:lnTo>
                  <a:pt x="144364" y="145531"/>
                </a:lnTo>
                <a:lnTo>
                  <a:pt x="145300" y="145640"/>
                </a:lnTo>
                <a:lnTo>
                  <a:pt x="146246" y="145732"/>
                </a:lnTo>
                <a:lnTo>
                  <a:pt x="147202" y="145808"/>
                </a:lnTo>
                <a:lnTo>
                  <a:pt x="148170" y="145866"/>
                </a:lnTo>
                <a:lnTo>
                  <a:pt x="149148" y="145908"/>
                </a:lnTo>
                <a:lnTo>
                  <a:pt x="150136" y="145933"/>
                </a:lnTo>
                <a:lnTo>
                  <a:pt x="151136" y="145941"/>
                </a:lnTo>
                <a:lnTo>
                  <a:pt x="152471" y="145928"/>
                </a:lnTo>
                <a:lnTo>
                  <a:pt x="153787" y="145889"/>
                </a:lnTo>
                <a:lnTo>
                  <a:pt x="155086" y="145824"/>
                </a:lnTo>
                <a:lnTo>
                  <a:pt x="156366" y="145733"/>
                </a:lnTo>
                <a:lnTo>
                  <a:pt x="157628" y="145616"/>
                </a:lnTo>
                <a:close/>
                <a:moveTo>
                  <a:pt x="127627" y="77212"/>
                </a:moveTo>
                <a:lnTo>
                  <a:pt x="127680" y="76256"/>
                </a:lnTo>
                <a:lnTo>
                  <a:pt x="127754" y="75319"/>
                </a:lnTo>
                <a:lnTo>
                  <a:pt x="127850" y="74402"/>
                </a:lnTo>
                <a:lnTo>
                  <a:pt x="127967" y="73504"/>
                </a:lnTo>
                <a:lnTo>
                  <a:pt x="128105" y="72625"/>
                </a:lnTo>
                <a:lnTo>
                  <a:pt x="128264" y="71765"/>
                </a:lnTo>
                <a:lnTo>
                  <a:pt x="128445" y="70925"/>
                </a:lnTo>
                <a:lnTo>
                  <a:pt x="128647" y="70104"/>
                </a:lnTo>
                <a:lnTo>
                  <a:pt x="128870" y="69303"/>
                </a:lnTo>
                <a:lnTo>
                  <a:pt x="129114" y="68520"/>
                </a:lnTo>
                <a:lnTo>
                  <a:pt x="129379" y="67757"/>
                </a:lnTo>
                <a:lnTo>
                  <a:pt x="129666" y="67014"/>
                </a:lnTo>
                <a:lnTo>
                  <a:pt x="129974" y="66289"/>
                </a:lnTo>
                <a:lnTo>
                  <a:pt x="130303" y="65584"/>
                </a:lnTo>
                <a:lnTo>
                  <a:pt x="130654" y="64899"/>
                </a:lnTo>
                <a:lnTo>
                  <a:pt x="131026" y="64232"/>
                </a:lnTo>
                <a:lnTo>
                  <a:pt x="131419" y="63585"/>
                </a:lnTo>
                <a:lnTo>
                  <a:pt x="131833" y="62957"/>
                </a:lnTo>
                <a:lnTo>
                  <a:pt x="132268" y="62349"/>
                </a:lnTo>
                <a:lnTo>
                  <a:pt x="132725" y="61760"/>
                </a:lnTo>
                <a:lnTo>
                  <a:pt x="133203" y="61190"/>
                </a:lnTo>
                <a:lnTo>
                  <a:pt x="133702" y="60639"/>
                </a:lnTo>
                <a:lnTo>
                  <a:pt x="134221" y="60110"/>
                </a:lnTo>
                <a:lnTo>
                  <a:pt x="134758" y="59602"/>
                </a:lnTo>
                <a:lnTo>
                  <a:pt x="135313" y="59118"/>
                </a:lnTo>
                <a:lnTo>
                  <a:pt x="135887" y="58656"/>
                </a:lnTo>
                <a:lnTo>
                  <a:pt x="136478" y="58216"/>
                </a:lnTo>
                <a:lnTo>
                  <a:pt x="137087" y="57799"/>
                </a:lnTo>
                <a:lnTo>
                  <a:pt x="137714" y="57405"/>
                </a:lnTo>
                <a:lnTo>
                  <a:pt x="138359" y="57033"/>
                </a:lnTo>
                <a:lnTo>
                  <a:pt x="139023" y="56684"/>
                </a:lnTo>
                <a:lnTo>
                  <a:pt x="139704" y="56357"/>
                </a:lnTo>
                <a:lnTo>
                  <a:pt x="140403" y="56053"/>
                </a:lnTo>
                <a:lnTo>
                  <a:pt x="141121" y="55771"/>
                </a:lnTo>
                <a:lnTo>
                  <a:pt x="141856" y="55512"/>
                </a:lnTo>
                <a:lnTo>
                  <a:pt x="142610" y="55275"/>
                </a:lnTo>
                <a:lnTo>
                  <a:pt x="143381" y="55061"/>
                </a:lnTo>
                <a:lnTo>
                  <a:pt x="144171" y="54869"/>
                </a:lnTo>
                <a:lnTo>
                  <a:pt x="144978" y="54700"/>
                </a:lnTo>
                <a:lnTo>
                  <a:pt x="145804" y="54554"/>
                </a:lnTo>
                <a:lnTo>
                  <a:pt x="146647" y="54430"/>
                </a:lnTo>
                <a:lnTo>
                  <a:pt x="147509" y="54328"/>
                </a:lnTo>
                <a:lnTo>
                  <a:pt x="148388" y="54249"/>
                </a:lnTo>
                <a:lnTo>
                  <a:pt x="149286" y="54193"/>
                </a:lnTo>
                <a:lnTo>
                  <a:pt x="150202" y="54159"/>
                </a:lnTo>
                <a:lnTo>
                  <a:pt x="151136" y="54148"/>
                </a:lnTo>
                <a:lnTo>
                  <a:pt x="152084" y="54159"/>
                </a:lnTo>
                <a:lnTo>
                  <a:pt x="153014" y="54193"/>
                </a:lnTo>
                <a:lnTo>
                  <a:pt x="153924" y="54249"/>
                </a:lnTo>
                <a:lnTo>
                  <a:pt x="154816" y="54328"/>
                </a:lnTo>
                <a:lnTo>
                  <a:pt x="155688" y="54430"/>
                </a:lnTo>
                <a:lnTo>
                  <a:pt x="156542" y="54554"/>
                </a:lnTo>
                <a:lnTo>
                  <a:pt x="157377" y="54700"/>
                </a:lnTo>
                <a:lnTo>
                  <a:pt x="158192" y="54869"/>
                </a:lnTo>
                <a:lnTo>
                  <a:pt x="158989" y="55061"/>
                </a:lnTo>
                <a:lnTo>
                  <a:pt x="159767" y="55275"/>
                </a:lnTo>
                <a:lnTo>
                  <a:pt x="160525" y="55512"/>
                </a:lnTo>
                <a:lnTo>
                  <a:pt x="161265" y="55771"/>
                </a:lnTo>
                <a:lnTo>
                  <a:pt x="161986" y="56053"/>
                </a:lnTo>
                <a:lnTo>
                  <a:pt x="162687" y="56357"/>
                </a:lnTo>
                <a:lnTo>
                  <a:pt x="163370" y="56684"/>
                </a:lnTo>
                <a:lnTo>
                  <a:pt x="164034" y="57033"/>
                </a:lnTo>
                <a:lnTo>
                  <a:pt x="164678" y="57405"/>
                </a:lnTo>
                <a:lnTo>
                  <a:pt x="165304" y="57799"/>
                </a:lnTo>
                <a:lnTo>
                  <a:pt x="165911" y="58216"/>
                </a:lnTo>
                <a:lnTo>
                  <a:pt x="166499" y="58656"/>
                </a:lnTo>
                <a:lnTo>
                  <a:pt x="167067" y="59118"/>
                </a:lnTo>
                <a:lnTo>
                  <a:pt x="167617" y="59602"/>
                </a:lnTo>
                <a:lnTo>
                  <a:pt x="168148" y="60110"/>
                </a:lnTo>
                <a:lnTo>
                  <a:pt x="168659" y="60639"/>
                </a:lnTo>
                <a:lnTo>
                  <a:pt x="169151" y="61190"/>
                </a:lnTo>
                <a:lnTo>
                  <a:pt x="169622" y="61760"/>
                </a:lnTo>
                <a:lnTo>
                  <a:pt x="170072" y="62349"/>
                </a:lnTo>
                <a:lnTo>
                  <a:pt x="170501" y="62957"/>
                </a:lnTo>
                <a:lnTo>
                  <a:pt x="170909" y="63585"/>
                </a:lnTo>
                <a:lnTo>
                  <a:pt x="171296" y="64232"/>
                </a:lnTo>
                <a:lnTo>
                  <a:pt x="171663" y="64899"/>
                </a:lnTo>
                <a:lnTo>
                  <a:pt x="172008" y="65584"/>
                </a:lnTo>
                <a:lnTo>
                  <a:pt x="172332" y="66289"/>
                </a:lnTo>
                <a:lnTo>
                  <a:pt x="172636" y="67014"/>
                </a:lnTo>
                <a:lnTo>
                  <a:pt x="172918" y="67757"/>
                </a:lnTo>
                <a:lnTo>
                  <a:pt x="173180" y="68520"/>
                </a:lnTo>
                <a:lnTo>
                  <a:pt x="173421" y="69303"/>
                </a:lnTo>
                <a:lnTo>
                  <a:pt x="173640" y="70104"/>
                </a:lnTo>
                <a:lnTo>
                  <a:pt x="173839" y="70925"/>
                </a:lnTo>
                <a:lnTo>
                  <a:pt x="174017" y="71765"/>
                </a:lnTo>
                <a:lnTo>
                  <a:pt x="174174" y="72625"/>
                </a:lnTo>
                <a:lnTo>
                  <a:pt x="174310" y="73504"/>
                </a:lnTo>
                <a:lnTo>
                  <a:pt x="174425" y="74402"/>
                </a:lnTo>
                <a:lnTo>
                  <a:pt x="174519" y="75319"/>
                </a:lnTo>
                <a:lnTo>
                  <a:pt x="174592" y="76256"/>
                </a:lnTo>
                <a:lnTo>
                  <a:pt x="174645" y="77212"/>
                </a:lnTo>
                <a:lnTo>
                  <a:pt x="174676" y="78187"/>
                </a:lnTo>
                <a:lnTo>
                  <a:pt x="174687" y="79182"/>
                </a:lnTo>
                <a:lnTo>
                  <a:pt x="174687" y="84561"/>
                </a:lnTo>
                <a:lnTo>
                  <a:pt x="127584" y="84561"/>
                </a:lnTo>
                <a:lnTo>
                  <a:pt x="127584" y="79182"/>
                </a:lnTo>
                <a:lnTo>
                  <a:pt x="127595" y="78187"/>
                </a:lnTo>
                <a:lnTo>
                  <a:pt x="127627" y="77212"/>
                </a:lnTo>
                <a:close/>
                <a:moveTo>
                  <a:pt x="491048" y="145487"/>
                </a:moveTo>
                <a:lnTo>
                  <a:pt x="492385" y="145287"/>
                </a:lnTo>
                <a:lnTo>
                  <a:pt x="493698" y="145050"/>
                </a:lnTo>
                <a:lnTo>
                  <a:pt x="494987" y="144778"/>
                </a:lnTo>
                <a:lnTo>
                  <a:pt x="496253" y="144468"/>
                </a:lnTo>
                <a:lnTo>
                  <a:pt x="497495" y="144123"/>
                </a:lnTo>
                <a:lnTo>
                  <a:pt x="498713" y="143741"/>
                </a:lnTo>
                <a:lnTo>
                  <a:pt x="499907" y="143323"/>
                </a:lnTo>
                <a:lnTo>
                  <a:pt x="501077" y="142868"/>
                </a:lnTo>
                <a:lnTo>
                  <a:pt x="502224" y="142377"/>
                </a:lnTo>
                <a:lnTo>
                  <a:pt x="503346" y="141850"/>
                </a:lnTo>
                <a:lnTo>
                  <a:pt x="504445" y="141286"/>
                </a:lnTo>
                <a:lnTo>
                  <a:pt x="505520" y="140686"/>
                </a:lnTo>
                <a:lnTo>
                  <a:pt x="506571" y="140049"/>
                </a:lnTo>
                <a:lnTo>
                  <a:pt x="507599" y="139376"/>
                </a:lnTo>
                <a:lnTo>
                  <a:pt x="508602" y="138667"/>
                </a:lnTo>
                <a:lnTo>
                  <a:pt x="509582" y="137921"/>
                </a:lnTo>
                <a:lnTo>
                  <a:pt x="510538" y="137139"/>
                </a:lnTo>
                <a:lnTo>
                  <a:pt x="511470" y="136321"/>
                </a:lnTo>
                <a:lnTo>
                  <a:pt x="512378" y="135466"/>
                </a:lnTo>
                <a:lnTo>
                  <a:pt x="513255" y="134580"/>
                </a:lnTo>
                <a:lnTo>
                  <a:pt x="514096" y="133668"/>
                </a:lnTo>
                <a:lnTo>
                  <a:pt x="514899" y="132729"/>
                </a:lnTo>
                <a:lnTo>
                  <a:pt x="515664" y="131765"/>
                </a:lnTo>
                <a:lnTo>
                  <a:pt x="516392" y="130774"/>
                </a:lnTo>
                <a:lnTo>
                  <a:pt x="517083" y="129758"/>
                </a:lnTo>
                <a:lnTo>
                  <a:pt x="517737" y="128715"/>
                </a:lnTo>
                <a:lnTo>
                  <a:pt x="518353" y="127646"/>
                </a:lnTo>
                <a:lnTo>
                  <a:pt x="518932" y="126551"/>
                </a:lnTo>
                <a:lnTo>
                  <a:pt x="519473" y="125431"/>
                </a:lnTo>
                <a:lnTo>
                  <a:pt x="519978" y="124284"/>
                </a:lnTo>
                <a:lnTo>
                  <a:pt x="520444" y="123111"/>
                </a:lnTo>
                <a:lnTo>
                  <a:pt x="520874" y="121911"/>
                </a:lnTo>
                <a:lnTo>
                  <a:pt x="521266" y="120686"/>
                </a:lnTo>
                <a:lnTo>
                  <a:pt x="521621" y="119435"/>
                </a:lnTo>
                <a:lnTo>
                  <a:pt x="521938" y="118158"/>
                </a:lnTo>
                <a:lnTo>
                  <a:pt x="522218" y="116854"/>
                </a:lnTo>
                <a:lnTo>
                  <a:pt x="522461" y="115525"/>
                </a:lnTo>
                <a:lnTo>
                  <a:pt x="522666" y="114169"/>
                </a:lnTo>
                <a:lnTo>
                  <a:pt x="522834" y="112787"/>
                </a:lnTo>
                <a:lnTo>
                  <a:pt x="522965" y="111380"/>
                </a:lnTo>
                <a:lnTo>
                  <a:pt x="523059" y="109946"/>
                </a:lnTo>
                <a:lnTo>
                  <a:pt x="523115" y="108486"/>
                </a:lnTo>
                <a:lnTo>
                  <a:pt x="523133" y="107000"/>
                </a:lnTo>
                <a:lnTo>
                  <a:pt x="523133" y="42094"/>
                </a:lnTo>
                <a:lnTo>
                  <a:pt x="506444" y="42094"/>
                </a:lnTo>
                <a:lnTo>
                  <a:pt x="506444" y="107000"/>
                </a:lnTo>
                <a:lnTo>
                  <a:pt x="506434" y="107949"/>
                </a:lnTo>
                <a:lnTo>
                  <a:pt x="506402" y="108881"/>
                </a:lnTo>
                <a:lnTo>
                  <a:pt x="506350" y="109795"/>
                </a:lnTo>
                <a:lnTo>
                  <a:pt x="506277" y="110691"/>
                </a:lnTo>
                <a:lnTo>
                  <a:pt x="506182" y="111569"/>
                </a:lnTo>
                <a:lnTo>
                  <a:pt x="506067" y="112430"/>
                </a:lnTo>
                <a:lnTo>
                  <a:pt x="505931" y="113273"/>
                </a:lnTo>
                <a:lnTo>
                  <a:pt x="505774" y="114098"/>
                </a:lnTo>
                <a:lnTo>
                  <a:pt x="505596" y="114906"/>
                </a:lnTo>
                <a:lnTo>
                  <a:pt x="505398" y="115695"/>
                </a:lnTo>
                <a:lnTo>
                  <a:pt x="505178" y="116468"/>
                </a:lnTo>
                <a:lnTo>
                  <a:pt x="504937" y="117222"/>
                </a:lnTo>
                <a:lnTo>
                  <a:pt x="504676" y="117959"/>
                </a:lnTo>
                <a:lnTo>
                  <a:pt x="504393" y="118678"/>
                </a:lnTo>
                <a:lnTo>
                  <a:pt x="504090" y="119379"/>
                </a:lnTo>
                <a:lnTo>
                  <a:pt x="503765" y="120063"/>
                </a:lnTo>
                <a:lnTo>
                  <a:pt x="503420" y="120729"/>
                </a:lnTo>
                <a:lnTo>
                  <a:pt x="503054" y="121377"/>
                </a:lnTo>
                <a:lnTo>
                  <a:pt x="502667" y="122008"/>
                </a:lnTo>
                <a:lnTo>
                  <a:pt x="502259" y="122620"/>
                </a:lnTo>
                <a:lnTo>
                  <a:pt x="501829" y="123216"/>
                </a:lnTo>
                <a:lnTo>
                  <a:pt x="501380" y="123793"/>
                </a:lnTo>
                <a:lnTo>
                  <a:pt x="500909" y="124353"/>
                </a:lnTo>
                <a:lnTo>
                  <a:pt x="500417" y="124895"/>
                </a:lnTo>
                <a:lnTo>
                  <a:pt x="499907" y="125417"/>
                </a:lnTo>
                <a:lnTo>
                  <a:pt x="499382" y="125917"/>
                </a:lnTo>
                <a:lnTo>
                  <a:pt x="498842" y="126394"/>
                </a:lnTo>
                <a:lnTo>
                  <a:pt x="498287" y="126850"/>
                </a:lnTo>
                <a:lnTo>
                  <a:pt x="497716" y="127283"/>
                </a:lnTo>
                <a:lnTo>
                  <a:pt x="497131" y="127694"/>
                </a:lnTo>
                <a:lnTo>
                  <a:pt x="496530" y="128082"/>
                </a:lnTo>
                <a:lnTo>
                  <a:pt x="495915" y="128449"/>
                </a:lnTo>
                <a:lnTo>
                  <a:pt x="495284" y="128793"/>
                </a:lnTo>
                <a:lnTo>
                  <a:pt x="494638" y="129115"/>
                </a:lnTo>
                <a:lnTo>
                  <a:pt x="493977" y="129415"/>
                </a:lnTo>
                <a:lnTo>
                  <a:pt x="493300" y="129693"/>
                </a:lnTo>
                <a:lnTo>
                  <a:pt x="492609" y="129948"/>
                </a:lnTo>
                <a:lnTo>
                  <a:pt x="491902" y="130182"/>
                </a:lnTo>
                <a:lnTo>
                  <a:pt x="491181" y="130393"/>
                </a:lnTo>
                <a:lnTo>
                  <a:pt x="490444" y="130582"/>
                </a:lnTo>
                <a:lnTo>
                  <a:pt x="489692" y="130748"/>
                </a:lnTo>
                <a:lnTo>
                  <a:pt x="488925" y="130893"/>
                </a:lnTo>
                <a:lnTo>
                  <a:pt x="488143" y="131015"/>
                </a:lnTo>
                <a:lnTo>
                  <a:pt x="487346" y="131115"/>
                </a:lnTo>
                <a:lnTo>
                  <a:pt x="486533" y="131192"/>
                </a:lnTo>
                <a:lnTo>
                  <a:pt x="485706" y="131248"/>
                </a:lnTo>
                <a:lnTo>
                  <a:pt x="484863" y="131281"/>
                </a:lnTo>
                <a:lnTo>
                  <a:pt x="484005" y="131292"/>
                </a:lnTo>
                <a:lnTo>
                  <a:pt x="483163" y="131281"/>
                </a:lnTo>
                <a:lnTo>
                  <a:pt x="482335" y="131248"/>
                </a:lnTo>
                <a:lnTo>
                  <a:pt x="481522" y="131192"/>
                </a:lnTo>
                <a:lnTo>
                  <a:pt x="480724" y="131115"/>
                </a:lnTo>
                <a:lnTo>
                  <a:pt x="479941" y="131015"/>
                </a:lnTo>
                <a:lnTo>
                  <a:pt x="479172" y="130893"/>
                </a:lnTo>
                <a:lnTo>
                  <a:pt x="478419" y="130748"/>
                </a:lnTo>
                <a:lnTo>
                  <a:pt x="477680" y="130582"/>
                </a:lnTo>
                <a:lnTo>
                  <a:pt x="476956" y="130393"/>
                </a:lnTo>
                <a:lnTo>
                  <a:pt x="476246" y="130182"/>
                </a:lnTo>
                <a:lnTo>
                  <a:pt x="475552" y="129948"/>
                </a:lnTo>
                <a:lnTo>
                  <a:pt x="474872" y="129693"/>
                </a:lnTo>
                <a:lnTo>
                  <a:pt x="474207" y="129415"/>
                </a:lnTo>
                <a:lnTo>
                  <a:pt x="473557" y="129115"/>
                </a:lnTo>
                <a:lnTo>
                  <a:pt x="472922" y="128793"/>
                </a:lnTo>
                <a:lnTo>
                  <a:pt x="472302" y="128449"/>
                </a:lnTo>
                <a:lnTo>
                  <a:pt x="471696" y="128082"/>
                </a:lnTo>
                <a:lnTo>
                  <a:pt x="471105" y="127694"/>
                </a:lnTo>
                <a:lnTo>
                  <a:pt x="470529" y="127283"/>
                </a:lnTo>
                <a:lnTo>
                  <a:pt x="469968" y="126850"/>
                </a:lnTo>
                <a:lnTo>
                  <a:pt x="469421" y="126394"/>
                </a:lnTo>
                <a:lnTo>
                  <a:pt x="468889" y="125917"/>
                </a:lnTo>
                <a:lnTo>
                  <a:pt x="468372" y="125417"/>
                </a:lnTo>
                <a:lnTo>
                  <a:pt x="467870" y="124895"/>
                </a:lnTo>
                <a:lnTo>
                  <a:pt x="467386" y="124353"/>
                </a:lnTo>
                <a:lnTo>
                  <a:pt x="466923" y="123793"/>
                </a:lnTo>
                <a:lnTo>
                  <a:pt x="466480" y="123216"/>
                </a:lnTo>
                <a:lnTo>
                  <a:pt x="466057" y="122620"/>
                </a:lnTo>
                <a:lnTo>
                  <a:pt x="465656" y="122008"/>
                </a:lnTo>
                <a:lnTo>
                  <a:pt x="465274" y="121377"/>
                </a:lnTo>
                <a:lnTo>
                  <a:pt x="464914" y="120729"/>
                </a:lnTo>
                <a:lnTo>
                  <a:pt x="464574" y="120063"/>
                </a:lnTo>
                <a:lnTo>
                  <a:pt x="464254" y="119379"/>
                </a:lnTo>
                <a:lnTo>
                  <a:pt x="463956" y="118678"/>
                </a:lnTo>
                <a:lnTo>
                  <a:pt x="463678" y="117959"/>
                </a:lnTo>
                <a:lnTo>
                  <a:pt x="463420" y="117222"/>
                </a:lnTo>
                <a:lnTo>
                  <a:pt x="463183" y="116468"/>
                </a:lnTo>
                <a:lnTo>
                  <a:pt x="462967" y="115695"/>
                </a:lnTo>
                <a:lnTo>
                  <a:pt x="462771" y="114906"/>
                </a:lnTo>
                <a:lnTo>
                  <a:pt x="462596" y="114098"/>
                </a:lnTo>
                <a:lnTo>
                  <a:pt x="462441" y="113273"/>
                </a:lnTo>
                <a:lnTo>
                  <a:pt x="462307" y="112430"/>
                </a:lnTo>
                <a:lnTo>
                  <a:pt x="462194" y="111569"/>
                </a:lnTo>
                <a:lnTo>
                  <a:pt x="462101" y="110691"/>
                </a:lnTo>
                <a:lnTo>
                  <a:pt x="462029" y="109795"/>
                </a:lnTo>
                <a:lnTo>
                  <a:pt x="461978" y="108881"/>
                </a:lnTo>
                <a:lnTo>
                  <a:pt x="461947" y="107949"/>
                </a:lnTo>
                <a:lnTo>
                  <a:pt x="461937" y="107000"/>
                </a:lnTo>
                <a:lnTo>
                  <a:pt x="461937" y="42094"/>
                </a:lnTo>
                <a:lnTo>
                  <a:pt x="445247" y="42094"/>
                </a:lnTo>
                <a:lnTo>
                  <a:pt x="445247" y="107000"/>
                </a:lnTo>
                <a:lnTo>
                  <a:pt x="445266" y="108486"/>
                </a:lnTo>
                <a:lnTo>
                  <a:pt x="445321" y="109946"/>
                </a:lnTo>
                <a:lnTo>
                  <a:pt x="445413" y="111380"/>
                </a:lnTo>
                <a:lnTo>
                  <a:pt x="445541" y="112787"/>
                </a:lnTo>
                <a:lnTo>
                  <a:pt x="445706" y="114169"/>
                </a:lnTo>
                <a:lnTo>
                  <a:pt x="445908" y="115525"/>
                </a:lnTo>
                <a:lnTo>
                  <a:pt x="446146" y="116854"/>
                </a:lnTo>
                <a:lnTo>
                  <a:pt x="446422" y="118158"/>
                </a:lnTo>
                <a:lnTo>
                  <a:pt x="446734" y="119435"/>
                </a:lnTo>
                <a:lnTo>
                  <a:pt x="447082" y="120686"/>
                </a:lnTo>
                <a:lnTo>
                  <a:pt x="447468" y="121911"/>
                </a:lnTo>
                <a:lnTo>
                  <a:pt x="447890" y="123111"/>
                </a:lnTo>
                <a:lnTo>
                  <a:pt x="448348" y="124284"/>
                </a:lnTo>
                <a:lnTo>
                  <a:pt x="448844" y="125431"/>
                </a:lnTo>
                <a:lnTo>
                  <a:pt x="449376" y="126551"/>
                </a:lnTo>
                <a:lnTo>
                  <a:pt x="449945" y="127646"/>
                </a:lnTo>
                <a:lnTo>
                  <a:pt x="450550" y="128715"/>
                </a:lnTo>
                <a:lnTo>
                  <a:pt x="451192" y="129758"/>
                </a:lnTo>
                <a:lnTo>
                  <a:pt x="451871" y="130774"/>
                </a:lnTo>
                <a:lnTo>
                  <a:pt x="452587" y="131765"/>
                </a:lnTo>
                <a:lnTo>
                  <a:pt x="453339" y="132729"/>
                </a:lnTo>
                <a:lnTo>
                  <a:pt x="454128" y="133668"/>
                </a:lnTo>
                <a:lnTo>
                  <a:pt x="454954" y="134580"/>
                </a:lnTo>
                <a:lnTo>
                  <a:pt x="455816" y="135466"/>
                </a:lnTo>
                <a:lnTo>
                  <a:pt x="456709" y="136321"/>
                </a:lnTo>
                <a:lnTo>
                  <a:pt x="457627" y="137139"/>
                </a:lnTo>
                <a:lnTo>
                  <a:pt x="458569" y="137921"/>
                </a:lnTo>
                <a:lnTo>
                  <a:pt x="459536" y="138667"/>
                </a:lnTo>
                <a:lnTo>
                  <a:pt x="460527" y="139376"/>
                </a:lnTo>
                <a:lnTo>
                  <a:pt x="461542" y="140049"/>
                </a:lnTo>
                <a:lnTo>
                  <a:pt x="462582" y="140686"/>
                </a:lnTo>
                <a:lnTo>
                  <a:pt x="463647" y="141286"/>
                </a:lnTo>
                <a:lnTo>
                  <a:pt x="464736" y="141850"/>
                </a:lnTo>
                <a:lnTo>
                  <a:pt x="465849" y="142377"/>
                </a:lnTo>
                <a:lnTo>
                  <a:pt x="466987" y="142868"/>
                </a:lnTo>
                <a:lnTo>
                  <a:pt x="468149" y="143323"/>
                </a:lnTo>
                <a:lnTo>
                  <a:pt x="469336" y="143741"/>
                </a:lnTo>
                <a:lnTo>
                  <a:pt x="470547" y="144123"/>
                </a:lnTo>
                <a:lnTo>
                  <a:pt x="471783" y="144468"/>
                </a:lnTo>
                <a:lnTo>
                  <a:pt x="473043" y="144778"/>
                </a:lnTo>
                <a:lnTo>
                  <a:pt x="474328" y="145050"/>
                </a:lnTo>
                <a:lnTo>
                  <a:pt x="475637" y="145287"/>
                </a:lnTo>
                <a:lnTo>
                  <a:pt x="476970" y="145487"/>
                </a:lnTo>
                <a:lnTo>
                  <a:pt x="478328" y="145651"/>
                </a:lnTo>
                <a:lnTo>
                  <a:pt x="479711" y="145778"/>
                </a:lnTo>
                <a:lnTo>
                  <a:pt x="481118" y="145869"/>
                </a:lnTo>
                <a:lnTo>
                  <a:pt x="482549" y="145923"/>
                </a:lnTo>
                <a:lnTo>
                  <a:pt x="484005" y="145941"/>
                </a:lnTo>
                <a:lnTo>
                  <a:pt x="485461" y="145923"/>
                </a:lnTo>
                <a:lnTo>
                  <a:pt x="486894" y="145869"/>
                </a:lnTo>
                <a:lnTo>
                  <a:pt x="488302" y="145778"/>
                </a:lnTo>
                <a:lnTo>
                  <a:pt x="489687" y="145651"/>
                </a:lnTo>
                <a:lnTo>
                  <a:pt x="491048" y="145487"/>
                </a:lnTo>
                <a:close/>
                <a:moveTo>
                  <a:pt x="28485" y="177301"/>
                </a:moveTo>
                <a:lnTo>
                  <a:pt x="29954" y="177173"/>
                </a:lnTo>
                <a:lnTo>
                  <a:pt x="31396" y="177008"/>
                </a:lnTo>
                <a:lnTo>
                  <a:pt x="32811" y="176806"/>
                </a:lnTo>
                <a:lnTo>
                  <a:pt x="34200" y="176567"/>
                </a:lnTo>
                <a:lnTo>
                  <a:pt x="35563" y="176292"/>
                </a:lnTo>
                <a:lnTo>
                  <a:pt x="36900" y="175980"/>
                </a:lnTo>
                <a:lnTo>
                  <a:pt x="38210" y="175631"/>
                </a:lnTo>
                <a:lnTo>
                  <a:pt x="39493" y="175246"/>
                </a:lnTo>
                <a:lnTo>
                  <a:pt x="40750" y="174824"/>
                </a:lnTo>
                <a:lnTo>
                  <a:pt x="41981" y="174365"/>
                </a:lnTo>
                <a:lnTo>
                  <a:pt x="43186" y="173869"/>
                </a:lnTo>
                <a:lnTo>
                  <a:pt x="44363" y="173337"/>
                </a:lnTo>
                <a:lnTo>
                  <a:pt x="45515" y="172768"/>
                </a:lnTo>
                <a:lnTo>
                  <a:pt x="46640" y="172162"/>
                </a:lnTo>
                <a:lnTo>
                  <a:pt x="47739" y="171520"/>
                </a:lnTo>
                <a:lnTo>
                  <a:pt x="48811" y="170841"/>
                </a:lnTo>
                <a:lnTo>
                  <a:pt x="49857" y="170125"/>
                </a:lnTo>
                <a:lnTo>
                  <a:pt x="50877" y="169373"/>
                </a:lnTo>
                <a:lnTo>
                  <a:pt x="51870" y="168583"/>
                </a:lnTo>
                <a:lnTo>
                  <a:pt x="52837" y="167758"/>
                </a:lnTo>
                <a:lnTo>
                  <a:pt x="53777" y="166895"/>
                </a:lnTo>
                <a:lnTo>
                  <a:pt x="54685" y="166001"/>
                </a:lnTo>
                <a:lnTo>
                  <a:pt x="55554" y="165082"/>
                </a:lnTo>
                <a:lnTo>
                  <a:pt x="56385" y="164137"/>
                </a:lnTo>
                <a:lnTo>
                  <a:pt x="57177" y="163166"/>
                </a:lnTo>
                <a:lnTo>
                  <a:pt x="57930" y="162169"/>
                </a:lnTo>
                <a:lnTo>
                  <a:pt x="58645" y="161147"/>
                </a:lnTo>
                <a:lnTo>
                  <a:pt x="59321" y="160099"/>
                </a:lnTo>
                <a:lnTo>
                  <a:pt x="59958" y="159025"/>
                </a:lnTo>
                <a:lnTo>
                  <a:pt x="60557" y="157925"/>
                </a:lnTo>
                <a:lnTo>
                  <a:pt x="61117" y="156800"/>
                </a:lnTo>
                <a:lnTo>
                  <a:pt x="61639" y="155648"/>
                </a:lnTo>
                <a:lnTo>
                  <a:pt x="62122" y="154471"/>
                </a:lnTo>
                <a:lnTo>
                  <a:pt x="62566" y="153269"/>
                </a:lnTo>
                <a:lnTo>
                  <a:pt x="62972" y="152040"/>
                </a:lnTo>
                <a:lnTo>
                  <a:pt x="63339" y="150786"/>
                </a:lnTo>
                <a:lnTo>
                  <a:pt x="63667" y="149506"/>
                </a:lnTo>
                <a:lnTo>
                  <a:pt x="63957" y="148200"/>
                </a:lnTo>
                <a:lnTo>
                  <a:pt x="64208" y="146869"/>
                </a:lnTo>
                <a:lnTo>
                  <a:pt x="64421" y="145511"/>
                </a:lnTo>
                <a:lnTo>
                  <a:pt x="64594" y="144128"/>
                </a:lnTo>
                <a:lnTo>
                  <a:pt x="64730" y="142719"/>
                </a:lnTo>
                <a:lnTo>
                  <a:pt x="64826" y="141285"/>
                </a:lnTo>
                <a:lnTo>
                  <a:pt x="64884" y="139824"/>
                </a:lnTo>
                <a:lnTo>
                  <a:pt x="64903" y="138338"/>
                </a:lnTo>
                <a:lnTo>
                  <a:pt x="64903" y="42094"/>
                </a:lnTo>
                <a:lnTo>
                  <a:pt x="5563" y="42094"/>
                </a:lnTo>
                <a:lnTo>
                  <a:pt x="5563" y="57300"/>
                </a:lnTo>
                <a:lnTo>
                  <a:pt x="48214" y="57300"/>
                </a:lnTo>
                <a:lnTo>
                  <a:pt x="48214" y="138338"/>
                </a:lnTo>
                <a:lnTo>
                  <a:pt x="48203" y="139272"/>
                </a:lnTo>
                <a:lnTo>
                  <a:pt x="48170" y="140188"/>
                </a:lnTo>
                <a:lnTo>
                  <a:pt x="48114" y="141087"/>
                </a:lnTo>
                <a:lnTo>
                  <a:pt x="48037" y="141968"/>
                </a:lnTo>
                <a:lnTo>
                  <a:pt x="47937" y="142831"/>
                </a:lnTo>
                <a:lnTo>
                  <a:pt x="47814" y="143676"/>
                </a:lnTo>
                <a:lnTo>
                  <a:pt x="47670" y="144503"/>
                </a:lnTo>
                <a:lnTo>
                  <a:pt x="47503" y="145313"/>
                </a:lnTo>
                <a:lnTo>
                  <a:pt x="47315" y="146105"/>
                </a:lnTo>
                <a:lnTo>
                  <a:pt x="47103" y="146880"/>
                </a:lnTo>
                <a:lnTo>
                  <a:pt x="46870" y="147637"/>
                </a:lnTo>
                <a:lnTo>
                  <a:pt x="46615" y="148376"/>
                </a:lnTo>
                <a:lnTo>
                  <a:pt x="46337" y="149097"/>
                </a:lnTo>
                <a:lnTo>
                  <a:pt x="46037" y="149801"/>
                </a:lnTo>
                <a:lnTo>
                  <a:pt x="45715" y="150486"/>
                </a:lnTo>
                <a:lnTo>
                  <a:pt x="45371" y="151155"/>
                </a:lnTo>
                <a:lnTo>
                  <a:pt x="45004" y="151805"/>
                </a:lnTo>
                <a:lnTo>
                  <a:pt x="44615" y="152438"/>
                </a:lnTo>
                <a:lnTo>
                  <a:pt x="44204" y="153053"/>
                </a:lnTo>
                <a:lnTo>
                  <a:pt x="43771" y="153650"/>
                </a:lnTo>
                <a:lnTo>
                  <a:pt x="43316" y="154230"/>
                </a:lnTo>
                <a:lnTo>
                  <a:pt x="42838" y="154792"/>
                </a:lnTo>
                <a:lnTo>
                  <a:pt x="42338" y="155336"/>
                </a:lnTo>
                <a:lnTo>
                  <a:pt x="41816" y="155862"/>
                </a:lnTo>
                <a:lnTo>
                  <a:pt x="41274" y="156369"/>
                </a:lnTo>
                <a:lnTo>
                  <a:pt x="40715" y="156855"/>
                </a:lnTo>
                <a:lnTo>
                  <a:pt x="40137" y="157319"/>
                </a:lnTo>
                <a:lnTo>
                  <a:pt x="39542" y="157761"/>
                </a:lnTo>
                <a:lnTo>
                  <a:pt x="38929" y="158182"/>
                </a:lnTo>
                <a:lnTo>
                  <a:pt x="38299" y="158581"/>
                </a:lnTo>
                <a:lnTo>
                  <a:pt x="37651" y="158958"/>
                </a:lnTo>
                <a:lnTo>
                  <a:pt x="36985" y="159314"/>
                </a:lnTo>
                <a:lnTo>
                  <a:pt x="36301" y="159649"/>
                </a:lnTo>
                <a:lnTo>
                  <a:pt x="35600" y="159962"/>
                </a:lnTo>
                <a:lnTo>
                  <a:pt x="34881" y="160253"/>
                </a:lnTo>
                <a:lnTo>
                  <a:pt x="34144" y="160523"/>
                </a:lnTo>
                <a:lnTo>
                  <a:pt x="33389" y="160771"/>
                </a:lnTo>
                <a:lnTo>
                  <a:pt x="32617" y="160997"/>
                </a:lnTo>
                <a:lnTo>
                  <a:pt x="31827" y="161202"/>
                </a:lnTo>
                <a:lnTo>
                  <a:pt x="31020" y="161386"/>
                </a:lnTo>
                <a:lnTo>
                  <a:pt x="30194" y="161547"/>
                </a:lnTo>
                <a:lnTo>
                  <a:pt x="29351" y="161688"/>
                </a:lnTo>
                <a:lnTo>
                  <a:pt x="28491" y="161806"/>
                </a:lnTo>
                <a:lnTo>
                  <a:pt x="27612" y="161903"/>
                </a:lnTo>
                <a:lnTo>
                  <a:pt x="26716" y="161979"/>
                </a:lnTo>
                <a:lnTo>
                  <a:pt x="25803" y="162033"/>
                </a:lnTo>
                <a:lnTo>
                  <a:pt x="24871" y="162065"/>
                </a:lnTo>
                <a:lnTo>
                  <a:pt x="23922" y="162076"/>
                </a:lnTo>
                <a:lnTo>
                  <a:pt x="0" y="162076"/>
                </a:lnTo>
                <a:lnTo>
                  <a:pt x="0" y="177467"/>
                </a:lnTo>
                <a:lnTo>
                  <a:pt x="23922" y="177467"/>
                </a:lnTo>
                <a:lnTo>
                  <a:pt x="25469" y="177448"/>
                </a:lnTo>
                <a:lnTo>
                  <a:pt x="26991" y="177393"/>
                </a:lnTo>
                <a:lnTo>
                  <a:pt x="28485" y="177301"/>
                </a:lnTo>
                <a:close/>
                <a:moveTo>
                  <a:pt x="1275359" y="128875"/>
                </a:moveTo>
                <a:lnTo>
                  <a:pt x="1274877" y="128856"/>
                </a:lnTo>
                <a:lnTo>
                  <a:pt x="1274403" y="128825"/>
                </a:lnTo>
                <a:lnTo>
                  <a:pt x="1273938" y="128781"/>
                </a:lnTo>
                <a:lnTo>
                  <a:pt x="1273481" y="128725"/>
                </a:lnTo>
                <a:lnTo>
                  <a:pt x="1273033" y="128656"/>
                </a:lnTo>
                <a:lnTo>
                  <a:pt x="1272592" y="128574"/>
                </a:lnTo>
                <a:lnTo>
                  <a:pt x="1272161" y="128480"/>
                </a:lnTo>
                <a:lnTo>
                  <a:pt x="1271737" y="128373"/>
                </a:lnTo>
                <a:lnTo>
                  <a:pt x="1271322" y="128254"/>
                </a:lnTo>
                <a:lnTo>
                  <a:pt x="1270915" y="128122"/>
                </a:lnTo>
                <a:lnTo>
                  <a:pt x="1270517" y="127978"/>
                </a:lnTo>
                <a:lnTo>
                  <a:pt x="1270127" y="127821"/>
                </a:lnTo>
                <a:lnTo>
                  <a:pt x="1269746" y="127651"/>
                </a:lnTo>
                <a:lnTo>
                  <a:pt x="1269372" y="127469"/>
                </a:lnTo>
                <a:lnTo>
                  <a:pt x="1269007" y="127274"/>
                </a:lnTo>
                <a:lnTo>
                  <a:pt x="1268651" y="127067"/>
                </a:lnTo>
                <a:lnTo>
                  <a:pt x="1268303" y="126847"/>
                </a:lnTo>
                <a:lnTo>
                  <a:pt x="1267963" y="126615"/>
                </a:lnTo>
                <a:lnTo>
                  <a:pt x="1267632" y="126370"/>
                </a:lnTo>
                <a:lnTo>
                  <a:pt x="1267308" y="126113"/>
                </a:lnTo>
                <a:lnTo>
                  <a:pt x="1266994" y="125843"/>
                </a:lnTo>
                <a:lnTo>
                  <a:pt x="1266687" y="125560"/>
                </a:lnTo>
                <a:lnTo>
                  <a:pt x="1266389" y="125265"/>
                </a:lnTo>
                <a:lnTo>
                  <a:pt x="1266102" y="124959"/>
                </a:lnTo>
                <a:lnTo>
                  <a:pt x="1265827" y="124644"/>
                </a:lnTo>
                <a:lnTo>
                  <a:pt x="1265564" y="124319"/>
                </a:lnTo>
                <a:lnTo>
                  <a:pt x="1265313" y="123985"/>
                </a:lnTo>
                <a:lnTo>
                  <a:pt x="1265074" y="123642"/>
                </a:lnTo>
                <a:lnTo>
                  <a:pt x="1264848" y="123289"/>
                </a:lnTo>
                <a:lnTo>
                  <a:pt x="1264634" y="122927"/>
                </a:lnTo>
                <a:lnTo>
                  <a:pt x="1264432" y="122556"/>
                </a:lnTo>
                <a:lnTo>
                  <a:pt x="1264243" y="122175"/>
                </a:lnTo>
                <a:lnTo>
                  <a:pt x="1264065" y="121785"/>
                </a:lnTo>
                <a:lnTo>
                  <a:pt x="1263900" y="121386"/>
                </a:lnTo>
                <a:lnTo>
                  <a:pt x="1263747" y="120977"/>
                </a:lnTo>
                <a:lnTo>
                  <a:pt x="1263607" y="120559"/>
                </a:lnTo>
                <a:lnTo>
                  <a:pt x="1263478" y="120132"/>
                </a:lnTo>
                <a:lnTo>
                  <a:pt x="1263362" y="119695"/>
                </a:lnTo>
                <a:lnTo>
                  <a:pt x="1263258" y="119249"/>
                </a:lnTo>
                <a:lnTo>
                  <a:pt x="1263166" y="118794"/>
                </a:lnTo>
                <a:lnTo>
                  <a:pt x="1263087" y="118329"/>
                </a:lnTo>
                <a:lnTo>
                  <a:pt x="1263019" y="117855"/>
                </a:lnTo>
                <a:lnTo>
                  <a:pt x="1262964" y="117371"/>
                </a:lnTo>
                <a:lnTo>
                  <a:pt x="1262922" y="116879"/>
                </a:lnTo>
                <a:lnTo>
                  <a:pt x="1262891" y="116377"/>
                </a:lnTo>
                <a:lnTo>
                  <a:pt x="1262873" y="115865"/>
                </a:lnTo>
                <a:lnTo>
                  <a:pt x="1262867" y="115345"/>
                </a:lnTo>
                <a:lnTo>
                  <a:pt x="1262867" y="8715"/>
                </a:lnTo>
                <a:lnTo>
                  <a:pt x="1211871" y="8715"/>
                </a:lnTo>
                <a:lnTo>
                  <a:pt x="1211871" y="23922"/>
                </a:lnTo>
                <a:lnTo>
                  <a:pt x="1246177" y="23922"/>
                </a:lnTo>
                <a:lnTo>
                  <a:pt x="1246177" y="115345"/>
                </a:lnTo>
                <a:lnTo>
                  <a:pt x="1246184" y="116067"/>
                </a:lnTo>
                <a:lnTo>
                  <a:pt x="1246203" y="116782"/>
                </a:lnTo>
                <a:lnTo>
                  <a:pt x="1246235" y="117489"/>
                </a:lnTo>
                <a:lnTo>
                  <a:pt x="1246280" y="118188"/>
                </a:lnTo>
                <a:lnTo>
                  <a:pt x="1246338" y="118879"/>
                </a:lnTo>
                <a:lnTo>
                  <a:pt x="1246409" y="119563"/>
                </a:lnTo>
                <a:lnTo>
                  <a:pt x="1246493" y="120239"/>
                </a:lnTo>
                <a:lnTo>
                  <a:pt x="1246589" y="120908"/>
                </a:lnTo>
                <a:lnTo>
                  <a:pt x="1246699" y="121568"/>
                </a:lnTo>
                <a:lnTo>
                  <a:pt x="1246821" y="122221"/>
                </a:lnTo>
                <a:lnTo>
                  <a:pt x="1246957" y="122866"/>
                </a:lnTo>
                <a:lnTo>
                  <a:pt x="1247105" y="123504"/>
                </a:lnTo>
                <a:lnTo>
                  <a:pt x="1247266" y="124134"/>
                </a:lnTo>
                <a:lnTo>
                  <a:pt x="1247440" y="124756"/>
                </a:lnTo>
                <a:lnTo>
                  <a:pt x="1247626" y="125370"/>
                </a:lnTo>
                <a:lnTo>
                  <a:pt x="1247826" y="125976"/>
                </a:lnTo>
                <a:lnTo>
                  <a:pt x="1248039" y="126575"/>
                </a:lnTo>
                <a:lnTo>
                  <a:pt x="1248264" y="127166"/>
                </a:lnTo>
                <a:lnTo>
                  <a:pt x="1248502" y="127750"/>
                </a:lnTo>
                <a:lnTo>
                  <a:pt x="1248753" y="128326"/>
                </a:lnTo>
                <a:lnTo>
                  <a:pt x="1249018" y="128894"/>
                </a:lnTo>
                <a:lnTo>
                  <a:pt x="1249294" y="129454"/>
                </a:lnTo>
                <a:lnTo>
                  <a:pt x="1249584" y="130006"/>
                </a:lnTo>
                <a:lnTo>
                  <a:pt x="1249887" y="130551"/>
                </a:lnTo>
                <a:lnTo>
                  <a:pt x="1250201" y="131087"/>
                </a:lnTo>
                <a:lnTo>
                  <a:pt x="1250526" y="131612"/>
                </a:lnTo>
                <a:lnTo>
                  <a:pt x="1250861" y="132128"/>
                </a:lnTo>
                <a:lnTo>
                  <a:pt x="1251206" y="132632"/>
                </a:lnTo>
                <a:lnTo>
                  <a:pt x="1251561" y="133127"/>
                </a:lnTo>
                <a:lnTo>
                  <a:pt x="1251927" y="133611"/>
                </a:lnTo>
                <a:lnTo>
                  <a:pt x="1252303" y="134085"/>
                </a:lnTo>
                <a:lnTo>
                  <a:pt x="1252690" y="134549"/>
                </a:lnTo>
                <a:lnTo>
                  <a:pt x="1253086" y="135002"/>
                </a:lnTo>
                <a:lnTo>
                  <a:pt x="1253493" y="135445"/>
                </a:lnTo>
                <a:lnTo>
                  <a:pt x="1253910" y="135878"/>
                </a:lnTo>
                <a:lnTo>
                  <a:pt x="1254338" y="136300"/>
                </a:lnTo>
                <a:lnTo>
                  <a:pt x="1254776" y="136712"/>
                </a:lnTo>
                <a:lnTo>
                  <a:pt x="1255224" y="137114"/>
                </a:lnTo>
                <a:lnTo>
                  <a:pt x="1255682" y="137506"/>
                </a:lnTo>
                <a:lnTo>
                  <a:pt x="1256151" y="137887"/>
                </a:lnTo>
                <a:lnTo>
                  <a:pt x="1256630" y="138258"/>
                </a:lnTo>
                <a:lnTo>
                  <a:pt x="1257120" y="138618"/>
                </a:lnTo>
                <a:lnTo>
                  <a:pt x="1257619" y="138968"/>
                </a:lnTo>
                <a:lnTo>
                  <a:pt x="1258129" y="139308"/>
                </a:lnTo>
                <a:lnTo>
                  <a:pt x="1258649" y="139638"/>
                </a:lnTo>
                <a:lnTo>
                  <a:pt x="1259180" y="139957"/>
                </a:lnTo>
                <a:lnTo>
                  <a:pt x="1259721" y="140266"/>
                </a:lnTo>
                <a:lnTo>
                  <a:pt x="1260272" y="140565"/>
                </a:lnTo>
                <a:lnTo>
                  <a:pt x="1260832" y="140853"/>
                </a:lnTo>
                <a:lnTo>
                  <a:pt x="1261400" y="141128"/>
                </a:lnTo>
                <a:lnTo>
                  <a:pt x="1261975" y="141391"/>
                </a:lnTo>
                <a:lnTo>
                  <a:pt x="1262559" y="141642"/>
                </a:lnTo>
                <a:lnTo>
                  <a:pt x="1263150" y="141880"/>
                </a:lnTo>
                <a:lnTo>
                  <a:pt x="1263748" y="142106"/>
                </a:lnTo>
                <a:lnTo>
                  <a:pt x="1264355" y="142321"/>
                </a:lnTo>
                <a:lnTo>
                  <a:pt x="1264969" y="142522"/>
                </a:lnTo>
                <a:lnTo>
                  <a:pt x="1265591" y="142712"/>
                </a:lnTo>
                <a:lnTo>
                  <a:pt x="1266221" y="142889"/>
                </a:lnTo>
                <a:lnTo>
                  <a:pt x="1266858" y="143054"/>
                </a:lnTo>
                <a:lnTo>
                  <a:pt x="1267504" y="143207"/>
                </a:lnTo>
                <a:lnTo>
                  <a:pt x="1268156" y="143348"/>
                </a:lnTo>
                <a:lnTo>
                  <a:pt x="1268817" y="143476"/>
                </a:lnTo>
                <a:lnTo>
                  <a:pt x="1269486" y="143593"/>
                </a:lnTo>
                <a:lnTo>
                  <a:pt x="1270162" y="143697"/>
                </a:lnTo>
                <a:lnTo>
                  <a:pt x="1270845" y="143788"/>
                </a:lnTo>
                <a:lnTo>
                  <a:pt x="1271537" y="143868"/>
                </a:lnTo>
                <a:lnTo>
                  <a:pt x="1272236" y="143935"/>
                </a:lnTo>
                <a:lnTo>
                  <a:pt x="1272943" y="143990"/>
                </a:lnTo>
                <a:lnTo>
                  <a:pt x="1273658" y="144033"/>
                </a:lnTo>
                <a:lnTo>
                  <a:pt x="1274381" y="144064"/>
                </a:lnTo>
                <a:lnTo>
                  <a:pt x="1275111" y="144082"/>
                </a:lnTo>
                <a:lnTo>
                  <a:pt x="1275849" y="144088"/>
                </a:lnTo>
                <a:lnTo>
                  <a:pt x="1308302" y="144088"/>
                </a:lnTo>
                <a:lnTo>
                  <a:pt x="1308302" y="128882"/>
                </a:lnTo>
                <a:lnTo>
                  <a:pt x="1275849" y="128882"/>
                </a:lnTo>
                <a:lnTo>
                  <a:pt x="1275359" y="128875"/>
                </a:lnTo>
                <a:close/>
                <a:moveTo>
                  <a:pt x="1386143" y="128856"/>
                </a:moveTo>
                <a:lnTo>
                  <a:pt x="1385669" y="128825"/>
                </a:lnTo>
                <a:lnTo>
                  <a:pt x="1385204" y="128781"/>
                </a:lnTo>
                <a:lnTo>
                  <a:pt x="1384747" y="128725"/>
                </a:lnTo>
                <a:lnTo>
                  <a:pt x="1384299" y="128656"/>
                </a:lnTo>
                <a:lnTo>
                  <a:pt x="1383859" y="128574"/>
                </a:lnTo>
                <a:lnTo>
                  <a:pt x="1383427" y="128480"/>
                </a:lnTo>
                <a:lnTo>
                  <a:pt x="1383003" y="128373"/>
                </a:lnTo>
                <a:lnTo>
                  <a:pt x="1382588" y="128254"/>
                </a:lnTo>
                <a:lnTo>
                  <a:pt x="1382182" y="128122"/>
                </a:lnTo>
                <a:lnTo>
                  <a:pt x="1381783" y="127978"/>
                </a:lnTo>
                <a:lnTo>
                  <a:pt x="1381393" y="127821"/>
                </a:lnTo>
                <a:lnTo>
                  <a:pt x="1381012" y="127651"/>
                </a:lnTo>
                <a:lnTo>
                  <a:pt x="1380639" y="127469"/>
                </a:lnTo>
                <a:lnTo>
                  <a:pt x="1380274" y="127274"/>
                </a:lnTo>
                <a:lnTo>
                  <a:pt x="1379917" y="127067"/>
                </a:lnTo>
                <a:lnTo>
                  <a:pt x="1379569" y="126847"/>
                </a:lnTo>
                <a:lnTo>
                  <a:pt x="1379229" y="126615"/>
                </a:lnTo>
                <a:lnTo>
                  <a:pt x="1378898" y="126370"/>
                </a:lnTo>
                <a:lnTo>
                  <a:pt x="1378575" y="126113"/>
                </a:lnTo>
                <a:lnTo>
                  <a:pt x="1378260" y="125843"/>
                </a:lnTo>
                <a:lnTo>
                  <a:pt x="1377954" y="125560"/>
                </a:lnTo>
                <a:lnTo>
                  <a:pt x="1377656" y="125265"/>
                </a:lnTo>
                <a:lnTo>
                  <a:pt x="1377368" y="124959"/>
                </a:lnTo>
                <a:lnTo>
                  <a:pt x="1377093" y="124644"/>
                </a:lnTo>
                <a:lnTo>
                  <a:pt x="1376830" y="124319"/>
                </a:lnTo>
                <a:lnTo>
                  <a:pt x="1376579" y="123985"/>
                </a:lnTo>
                <a:lnTo>
                  <a:pt x="1376341" y="123642"/>
                </a:lnTo>
                <a:lnTo>
                  <a:pt x="1376114" y="123289"/>
                </a:lnTo>
                <a:lnTo>
                  <a:pt x="1375900" y="122927"/>
                </a:lnTo>
                <a:lnTo>
                  <a:pt x="1375698" y="122556"/>
                </a:lnTo>
                <a:lnTo>
                  <a:pt x="1375509" y="122175"/>
                </a:lnTo>
                <a:lnTo>
                  <a:pt x="1375331" y="121785"/>
                </a:lnTo>
                <a:lnTo>
                  <a:pt x="1375166" y="121386"/>
                </a:lnTo>
                <a:lnTo>
                  <a:pt x="1375013" y="120977"/>
                </a:lnTo>
                <a:lnTo>
                  <a:pt x="1374873" y="120559"/>
                </a:lnTo>
                <a:lnTo>
                  <a:pt x="1374744" y="120132"/>
                </a:lnTo>
                <a:lnTo>
                  <a:pt x="1374628" y="119695"/>
                </a:lnTo>
                <a:lnTo>
                  <a:pt x="1374524" y="119249"/>
                </a:lnTo>
                <a:lnTo>
                  <a:pt x="1374432" y="118794"/>
                </a:lnTo>
                <a:lnTo>
                  <a:pt x="1374353" y="118329"/>
                </a:lnTo>
                <a:lnTo>
                  <a:pt x="1374286" y="117855"/>
                </a:lnTo>
                <a:lnTo>
                  <a:pt x="1374231" y="117371"/>
                </a:lnTo>
                <a:lnTo>
                  <a:pt x="1374188" y="116879"/>
                </a:lnTo>
                <a:lnTo>
                  <a:pt x="1374157" y="116377"/>
                </a:lnTo>
                <a:lnTo>
                  <a:pt x="1374139" y="115865"/>
                </a:lnTo>
                <a:lnTo>
                  <a:pt x="1374133" y="115345"/>
                </a:lnTo>
                <a:lnTo>
                  <a:pt x="1374133" y="8715"/>
                </a:lnTo>
                <a:lnTo>
                  <a:pt x="1323137" y="8715"/>
                </a:lnTo>
                <a:lnTo>
                  <a:pt x="1323137" y="23922"/>
                </a:lnTo>
                <a:lnTo>
                  <a:pt x="1357443" y="23922"/>
                </a:lnTo>
                <a:lnTo>
                  <a:pt x="1357443" y="115345"/>
                </a:lnTo>
                <a:lnTo>
                  <a:pt x="1357450" y="116067"/>
                </a:lnTo>
                <a:lnTo>
                  <a:pt x="1357469" y="116782"/>
                </a:lnTo>
                <a:lnTo>
                  <a:pt x="1357501" y="117489"/>
                </a:lnTo>
                <a:lnTo>
                  <a:pt x="1357547" y="118188"/>
                </a:lnTo>
                <a:lnTo>
                  <a:pt x="1357604" y="118879"/>
                </a:lnTo>
                <a:lnTo>
                  <a:pt x="1357675" y="119563"/>
                </a:lnTo>
                <a:lnTo>
                  <a:pt x="1357759" y="120239"/>
                </a:lnTo>
                <a:lnTo>
                  <a:pt x="1357856" y="120908"/>
                </a:lnTo>
                <a:lnTo>
                  <a:pt x="1357965" y="121568"/>
                </a:lnTo>
                <a:lnTo>
                  <a:pt x="1358088" y="122221"/>
                </a:lnTo>
                <a:lnTo>
                  <a:pt x="1358223" y="122866"/>
                </a:lnTo>
                <a:lnTo>
                  <a:pt x="1358371" y="123504"/>
                </a:lnTo>
                <a:lnTo>
                  <a:pt x="1358532" y="124134"/>
                </a:lnTo>
                <a:lnTo>
                  <a:pt x="1358706" y="124756"/>
                </a:lnTo>
                <a:lnTo>
                  <a:pt x="1358893" y="125370"/>
                </a:lnTo>
                <a:lnTo>
                  <a:pt x="1359092" y="125976"/>
                </a:lnTo>
                <a:lnTo>
                  <a:pt x="1359305" y="126575"/>
                </a:lnTo>
                <a:lnTo>
                  <a:pt x="1359530" y="127166"/>
                </a:lnTo>
                <a:lnTo>
                  <a:pt x="1359768" y="127750"/>
                </a:lnTo>
                <a:lnTo>
                  <a:pt x="1360020" y="128326"/>
                </a:lnTo>
                <a:lnTo>
                  <a:pt x="1360284" y="128894"/>
                </a:lnTo>
                <a:lnTo>
                  <a:pt x="1360561" y="129454"/>
                </a:lnTo>
                <a:lnTo>
                  <a:pt x="1360850" y="130006"/>
                </a:lnTo>
                <a:lnTo>
                  <a:pt x="1361153" y="130551"/>
                </a:lnTo>
                <a:lnTo>
                  <a:pt x="1361467" y="131087"/>
                </a:lnTo>
                <a:lnTo>
                  <a:pt x="1361792" y="131612"/>
                </a:lnTo>
                <a:lnTo>
                  <a:pt x="1362127" y="132128"/>
                </a:lnTo>
                <a:lnTo>
                  <a:pt x="1362472" y="132632"/>
                </a:lnTo>
                <a:lnTo>
                  <a:pt x="1362828" y="133127"/>
                </a:lnTo>
                <a:lnTo>
                  <a:pt x="1363193" y="133611"/>
                </a:lnTo>
                <a:lnTo>
                  <a:pt x="1363569" y="134085"/>
                </a:lnTo>
                <a:lnTo>
                  <a:pt x="1363956" y="134549"/>
                </a:lnTo>
                <a:lnTo>
                  <a:pt x="1364352" y="135002"/>
                </a:lnTo>
                <a:lnTo>
                  <a:pt x="1364759" y="135445"/>
                </a:lnTo>
                <a:lnTo>
                  <a:pt x="1365177" y="135878"/>
                </a:lnTo>
                <a:lnTo>
                  <a:pt x="1365604" y="136300"/>
                </a:lnTo>
                <a:lnTo>
                  <a:pt x="1366042" y="136712"/>
                </a:lnTo>
                <a:lnTo>
                  <a:pt x="1366490" y="137114"/>
                </a:lnTo>
                <a:lnTo>
                  <a:pt x="1366949" y="137506"/>
                </a:lnTo>
                <a:lnTo>
                  <a:pt x="1367417" y="137887"/>
                </a:lnTo>
                <a:lnTo>
                  <a:pt x="1367896" y="138258"/>
                </a:lnTo>
                <a:lnTo>
                  <a:pt x="1368386" y="138618"/>
                </a:lnTo>
                <a:lnTo>
                  <a:pt x="1368885" y="138968"/>
                </a:lnTo>
                <a:lnTo>
                  <a:pt x="1369395" y="139308"/>
                </a:lnTo>
                <a:lnTo>
                  <a:pt x="1369915" y="139638"/>
                </a:lnTo>
                <a:lnTo>
                  <a:pt x="1370446" y="139957"/>
                </a:lnTo>
                <a:lnTo>
                  <a:pt x="1370987" y="140266"/>
                </a:lnTo>
                <a:lnTo>
                  <a:pt x="1371538" y="140565"/>
                </a:lnTo>
                <a:lnTo>
                  <a:pt x="1372098" y="140853"/>
                </a:lnTo>
                <a:lnTo>
                  <a:pt x="1372666" y="141128"/>
                </a:lnTo>
                <a:lnTo>
                  <a:pt x="1373242" y="141391"/>
                </a:lnTo>
                <a:lnTo>
                  <a:pt x="1373825" y="141642"/>
                </a:lnTo>
                <a:lnTo>
                  <a:pt x="1374416" y="141880"/>
                </a:lnTo>
                <a:lnTo>
                  <a:pt x="1375015" y="142106"/>
                </a:lnTo>
                <a:lnTo>
                  <a:pt x="1375621" y="142321"/>
                </a:lnTo>
                <a:lnTo>
                  <a:pt x="1376235" y="142522"/>
                </a:lnTo>
                <a:lnTo>
                  <a:pt x="1376857" y="142712"/>
                </a:lnTo>
                <a:lnTo>
                  <a:pt x="1377487" y="142889"/>
                </a:lnTo>
                <a:lnTo>
                  <a:pt x="1378125" y="143054"/>
                </a:lnTo>
                <a:lnTo>
                  <a:pt x="1378770" y="143207"/>
                </a:lnTo>
                <a:lnTo>
                  <a:pt x="1379423" y="143348"/>
                </a:lnTo>
                <a:lnTo>
                  <a:pt x="1380083" y="143476"/>
                </a:lnTo>
                <a:lnTo>
                  <a:pt x="1380752" y="143593"/>
                </a:lnTo>
                <a:lnTo>
                  <a:pt x="1381428" y="143697"/>
                </a:lnTo>
                <a:lnTo>
                  <a:pt x="1382112" y="143788"/>
                </a:lnTo>
                <a:lnTo>
                  <a:pt x="1382803" y="143868"/>
                </a:lnTo>
                <a:lnTo>
                  <a:pt x="1383503" y="143935"/>
                </a:lnTo>
                <a:lnTo>
                  <a:pt x="1384210" y="143990"/>
                </a:lnTo>
                <a:lnTo>
                  <a:pt x="1384924" y="144033"/>
                </a:lnTo>
                <a:lnTo>
                  <a:pt x="1385647" y="144064"/>
                </a:lnTo>
                <a:lnTo>
                  <a:pt x="1386377" y="144082"/>
                </a:lnTo>
                <a:lnTo>
                  <a:pt x="1387115" y="144088"/>
                </a:lnTo>
                <a:lnTo>
                  <a:pt x="1419568" y="144088"/>
                </a:lnTo>
                <a:lnTo>
                  <a:pt x="1419568" y="128882"/>
                </a:lnTo>
                <a:lnTo>
                  <a:pt x="1387115" y="128882"/>
                </a:lnTo>
                <a:lnTo>
                  <a:pt x="1386625" y="128875"/>
                </a:lnTo>
                <a:lnTo>
                  <a:pt x="1386143" y="128856"/>
                </a:lnTo>
                <a:close/>
                <a:moveTo>
                  <a:pt x="1501720" y="78811"/>
                </a:moveTo>
                <a:lnTo>
                  <a:pt x="1501982" y="78949"/>
                </a:lnTo>
                <a:lnTo>
                  <a:pt x="1502245" y="79086"/>
                </a:lnTo>
                <a:lnTo>
                  <a:pt x="1502508" y="79221"/>
                </a:lnTo>
                <a:lnTo>
                  <a:pt x="1502770" y="79355"/>
                </a:lnTo>
                <a:lnTo>
                  <a:pt x="1503033" y="79487"/>
                </a:lnTo>
                <a:lnTo>
                  <a:pt x="1503296" y="79617"/>
                </a:lnTo>
                <a:lnTo>
                  <a:pt x="1503559" y="79746"/>
                </a:lnTo>
                <a:lnTo>
                  <a:pt x="1503821" y="79873"/>
                </a:lnTo>
                <a:lnTo>
                  <a:pt x="1504084" y="79998"/>
                </a:lnTo>
                <a:lnTo>
                  <a:pt x="1504347" y="80122"/>
                </a:lnTo>
                <a:lnTo>
                  <a:pt x="1504609" y="80244"/>
                </a:lnTo>
                <a:lnTo>
                  <a:pt x="1504872" y="80365"/>
                </a:lnTo>
                <a:lnTo>
                  <a:pt x="1505135" y="80484"/>
                </a:lnTo>
                <a:lnTo>
                  <a:pt x="1505397" y="80601"/>
                </a:lnTo>
                <a:lnTo>
                  <a:pt x="1505660" y="80717"/>
                </a:lnTo>
                <a:lnTo>
                  <a:pt x="1505923" y="80831"/>
                </a:lnTo>
                <a:lnTo>
                  <a:pt x="1506185" y="80943"/>
                </a:lnTo>
                <a:lnTo>
                  <a:pt x="1506448" y="81054"/>
                </a:lnTo>
                <a:lnTo>
                  <a:pt x="1506711" y="81164"/>
                </a:lnTo>
                <a:lnTo>
                  <a:pt x="1506973" y="81271"/>
                </a:lnTo>
                <a:lnTo>
                  <a:pt x="1507236" y="81377"/>
                </a:lnTo>
                <a:lnTo>
                  <a:pt x="1507499" y="81482"/>
                </a:lnTo>
                <a:lnTo>
                  <a:pt x="1507762" y="81585"/>
                </a:lnTo>
                <a:lnTo>
                  <a:pt x="1508024" y="81686"/>
                </a:lnTo>
                <a:lnTo>
                  <a:pt x="1508284" y="81785"/>
                </a:lnTo>
                <a:lnTo>
                  <a:pt x="1508539" y="81881"/>
                </a:lnTo>
                <a:lnTo>
                  <a:pt x="1508789" y="81974"/>
                </a:lnTo>
                <a:lnTo>
                  <a:pt x="1509034" y="82065"/>
                </a:lnTo>
                <a:lnTo>
                  <a:pt x="1509273" y="82152"/>
                </a:lnTo>
                <a:lnTo>
                  <a:pt x="1509508" y="82237"/>
                </a:lnTo>
                <a:lnTo>
                  <a:pt x="1509737" y="82318"/>
                </a:lnTo>
                <a:lnTo>
                  <a:pt x="1509961" y="82397"/>
                </a:lnTo>
                <a:lnTo>
                  <a:pt x="1510180" y="82473"/>
                </a:lnTo>
                <a:lnTo>
                  <a:pt x="1510394" y="82546"/>
                </a:lnTo>
                <a:lnTo>
                  <a:pt x="1510602" y="82616"/>
                </a:lnTo>
                <a:lnTo>
                  <a:pt x="1510806" y="82683"/>
                </a:lnTo>
                <a:lnTo>
                  <a:pt x="1511004" y="82747"/>
                </a:lnTo>
                <a:lnTo>
                  <a:pt x="1511197" y="82808"/>
                </a:lnTo>
                <a:lnTo>
                  <a:pt x="1511385" y="82867"/>
                </a:lnTo>
                <a:lnTo>
                  <a:pt x="1511568" y="82922"/>
                </a:lnTo>
                <a:lnTo>
                  <a:pt x="1511746" y="82975"/>
                </a:lnTo>
                <a:lnTo>
                  <a:pt x="1511918" y="83025"/>
                </a:lnTo>
                <a:lnTo>
                  <a:pt x="1512086" y="83071"/>
                </a:lnTo>
                <a:lnTo>
                  <a:pt x="1512248" y="83115"/>
                </a:lnTo>
                <a:lnTo>
                  <a:pt x="1512405" y="83156"/>
                </a:lnTo>
                <a:lnTo>
                  <a:pt x="1512557" y="83195"/>
                </a:lnTo>
                <a:lnTo>
                  <a:pt x="1512704" y="83230"/>
                </a:lnTo>
                <a:lnTo>
                  <a:pt x="1512846" y="83262"/>
                </a:lnTo>
                <a:lnTo>
                  <a:pt x="1512720" y="83294"/>
                </a:lnTo>
                <a:lnTo>
                  <a:pt x="1512588" y="83330"/>
                </a:lnTo>
                <a:lnTo>
                  <a:pt x="1512451" y="83368"/>
                </a:lnTo>
                <a:lnTo>
                  <a:pt x="1512308" y="83409"/>
                </a:lnTo>
                <a:lnTo>
                  <a:pt x="1512160" y="83453"/>
                </a:lnTo>
                <a:lnTo>
                  <a:pt x="1512006" y="83500"/>
                </a:lnTo>
                <a:lnTo>
                  <a:pt x="1511847" y="83549"/>
                </a:lnTo>
                <a:lnTo>
                  <a:pt x="1511682" y="83602"/>
                </a:lnTo>
                <a:lnTo>
                  <a:pt x="1511512" y="83658"/>
                </a:lnTo>
                <a:lnTo>
                  <a:pt x="1511336" y="83716"/>
                </a:lnTo>
                <a:lnTo>
                  <a:pt x="1511155" y="83777"/>
                </a:lnTo>
                <a:lnTo>
                  <a:pt x="1510968" y="83842"/>
                </a:lnTo>
                <a:lnTo>
                  <a:pt x="1510776" y="83909"/>
                </a:lnTo>
                <a:lnTo>
                  <a:pt x="1510579" y="83979"/>
                </a:lnTo>
                <a:lnTo>
                  <a:pt x="1510376" y="84052"/>
                </a:lnTo>
                <a:lnTo>
                  <a:pt x="1510167" y="84127"/>
                </a:lnTo>
                <a:lnTo>
                  <a:pt x="1509953" y="84206"/>
                </a:lnTo>
                <a:lnTo>
                  <a:pt x="1509734" y="84288"/>
                </a:lnTo>
                <a:lnTo>
                  <a:pt x="1509509" y="84372"/>
                </a:lnTo>
                <a:lnTo>
                  <a:pt x="1509278" y="84460"/>
                </a:lnTo>
                <a:lnTo>
                  <a:pt x="1509042" y="84550"/>
                </a:lnTo>
                <a:lnTo>
                  <a:pt x="1508801" y="84643"/>
                </a:lnTo>
                <a:lnTo>
                  <a:pt x="1508554" y="84739"/>
                </a:lnTo>
                <a:lnTo>
                  <a:pt x="1508301" y="84838"/>
                </a:lnTo>
                <a:lnTo>
                  <a:pt x="1508046" y="84940"/>
                </a:lnTo>
                <a:lnTo>
                  <a:pt x="1507788" y="85042"/>
                </a:lnTo>
                <a:lnTo>
                  <a:pt x="1507530" y="85147"/>
                </a:lnTo>
                <a:lnTo>
                  <a:pt x="1507269" y="85253"/>
                </a:lnTo>
                <a:lnTo>
                  <a:pt x="1507007" y="85361"/>
                </a:lnTo>
                <a:lnTo>
                  <a:pt x="1506743" y="85470"/>
                </a:lnTo>
                <a:lnTo>
                  <a:pt x="1506478" y="85581"/>
                </a:lnTo>
                <a:lnTo>
                  <a:pt x="1506211" y="85693"/>
                </a:lnTo>
                <a:lnTo>
                  <a:pt x="1505942" y="85808"/>
                </a:lnTo>
                <a:lnTo>
                  <a:pt x="1505672" y="85923"/>
                </a:lnTo>
                <a:lnTo>
                  <a:pt x="1505400" y="86041"/>
                </a:lnTo>
                <a:lnTo>
                  <a:pt x="1505127" y="86160"/>
                </a:lnTo>
                <a:lnTo>
                  <a:pt x="1504852" y="86280"/>
                </a:lnTo>
                <a:lnTo>
                  <a:pt x="1504575" y="86402"/>
                </a:lnTo>
                <a:lnTo>
                  <a:pt x="1504297" y="86526"/>
                </a:lnTo>
                <a:lnTo>
                  <a:pt x="1504017" y="86652"/>
                </a:lnTo>
                <a:lnTo>
                  <a:pt x="1503735" y="86779"/>
                </a:lnTo>
                <a:lnTo>
                  <a:pt x="1503452" y="86907"/>
                </a:lnTo>
                <a:lnTo>
                  <a:pt x="1503167" y="87038"/>
                </a:lnTo>
                <a:lnTo>
                  <a:pt x="1502881" y="87170"/>
                </a:lnTo>
                <a:lnTo>
                  <a:pt x="1502593" y="87303"/>
                </a:lnTo>
                <a:lnTo>
                  <a:pt x="1502304" y="87438"/>
                </a:lnTo>
                <a:lnTo>
                  <a:pt x="1502013" y="87575"/>
                </a:lnTo>
                <a:lnTo>
                  <a:pt x="1501720" y="87713"/>
                </a:lnTo>
                <a:lnTo>
                  <a:pt x="1444233" y="115902"/>
                </a:lnTo>
                <a:lnTo>
                  <a:pt x="1444233" y="132034"/>
                </a:lnTo>
                <a:lnTo>
                  <a:pt x="1523972" y="92164"/>
                </a:lnTo>
                <a:lnTo>
                  <a:pt x="1523972" y="73619"/>
                </a:lnTo>
                <a:lnTo>
                  <a:pt x="1444233" y="33749"/>
                </a:lnTo>
                <a:lnTo>
                  <a:pt x="1444233" y="50438"/>
                </a:lnTo>
                <a:lnTo>
                  <a:pt x="1501720" y="78811"/>
                </a:lnTo>
                <a:close/>
                <a:moveTo>
                  <a:pt x="813044" y="110365"/>
                </a:moveTo>
                <a:lnTo>
                  <a:pt x="813166" y="110189"/>
                </a:lnTo>
                <a:lnTo>
                  <a:pt x="813289" y="110012"/>
                </a:lnTo>
                <a:lnTo>
                  <a:pt x="813411" y="109831"/>
                </a:lnTo>
                <a:lnTo>
                  <a:pt x="813533" y="109649"/>
                </a:lnTo>
                <a:lnTo>
                  <a:pt x="813654" y="109464"/>
                </a:lnTo>
                <a:lnTo>
                  <a:pt x="813775" y="109278"/>
                </a:lnTo>
                <a:lnTo>
                  <a:pt x="813896" y="109088"/>
                </a:lnTo>
                <a:lnTo>
                  <a:pt x="814017" y="108897"/>
                </a:lnTo>
                <a:lnTo>
                  <a:pt x="814137" y="108703"/>
                </a:lnTo>
                <a:lnTo>
                  <a:pt x="814257" y="108507"/>
                </a:lnTo>
                <a:lnTo>
                  <a:pt x="814376" y="108309"/>
                </a:lnTo>
                <a:lnTo>
                  <a:pt x="814495" y="108109"/>
                </a:lnTo>
                <a:lnTo>
                  <a:pt x="814614" y="107906"/>
                </a:lnTo>
                <a:lnTo>
                  <a:pt x="814733" y="107701"/>
                </a:lnTo>
                <a:lnTo>
                  <a:pt x="814851" y="107494"/>
                </a:lnTo>
                <a:lnTo>
                  <a:pt x="814969" y="107285"/>
                </a:lnTo>
                <a:lnTo>
                  <a:pt x="815086" y="107073"/>
                </a:lnTo>
                <a:lnTo>
                  <a:pt x="815203" y="106859"/>
                </a:lnTo>
                <a:lnTo>
                  <a:pt x="815320" y="106643"/>
                </a:lnTo>
                <a:lnTo>
                  <a:pt x="815437" y="106425"/>
                </a:lnTo>
                <a:lnTo>
                  <a:pt x="815553" y="106204"/>
                </a:lnTo>
                <a:lnTo>
                  <a:pt x="815669" y="105981"/>
                </a:lnTo>
                <a:lnTo>
                  <a:pt x="815784" y="105759"/>
                </a:lnTo>
                <a:lnTo>
                  <a:pt x="815897" y="105540"/>
                </a:lnTo>
                <a:lnTo>
                  <a:pt x="816007" y="105325"/>
                </a:lnTo>
                <a:lnTo>
                  <a:pt x="816115" y="105113"/>
                </a:lnTo>
                <a:lnTo>
                  <a:pt x="816221" y="104904"/>
                </a:lnTo>
                <a:lnTo>
                  <a:pt x="816325" y="104700"/>
                </a:lnTo>
                <a:lnTo>
                  <a:pt x="816426" y="104498"/>
                </a:lnTo>
                <a:lnTo>
                  <a:pt x="816525" y="104301"/>
                </a:lnTo>
                <a:lnTo>
                  <a:pt x="816622" y="104107"/>
                </a:lnTo>
                <a:lnTo>
                  <a:pt x="816716" y="103916"/>
                </a:lnTo>
                <a:lnTo>
                  <a:pt x="816809" y="103729"/>
                </a:lnTo>
                <a:lnTo>
                  <a:pt x="816899" y="103546"/>
                </a:lnTo>
                <a:lnTo>
                  <a:pt x="816986" y="103366"/>
                </a:lnTo>
                <a:lnTo>
                  <a:pt x="817072" y="103189"/>
                </a:lnTo>
                <a:lnTo>
                  <a:pt x="817155" y="103017"/>
                </a:lnTo>
                <a:lnTo>
                  <a:pt x="817236" y="102847"/>
                </a:lnTo>
                <a:lnTo>
                  <a:pt x="817315" y="102682"/>
                </a:lnTo>
                <a:lnTo>
                  <a:pt x="817391" y="102519"/>
                </a:lnTo>
                <a:lnTo>
                  <a:pt x="817466" y="102361"/>
                </a:lnTo>
                <a:lnTo>
                  <a:pt x="817538" y="102206"/>
                </a:lnTo>
                <a:lnTo>
                  <a:pt x="817607" y="102054"/>
                </a:lnTo>
                <a:lnTo>
                  <a:pt x="817675" y="101906"/>
                </a:lnTo>
                <a:lnTo>
                  <a:pt x="817740" y="101762"/>
                </a:lnTo>
                <a:lnTo>
                  <a:pt x="817803" y="101621"/>
                </a:lnTo>
                <a:lnTo>
                  <a:pt x="817881" y="101762"/>
                </a:lnTo>
                <a:lnTo>
                  <a:pt x="817959" y="101906"/>
                </a:lnTo>
                <a:lnTo>
                  <a:pt x="818039" y="102054"/>
                </a:lnTo>
                <a:lnTo>
                  <a:pt x="818120" y="102206"/>
                </a:lnTo>
                <a:lnTo>
                  <a:pt x="818202" y="102361"/>
                </a:lnTo>
                <a:lnTo>
                  <a:pt x="818284" y="102519"/>
                </a:lnTo>
                <a:lnTo>
                  <a:pt x="818368" y="102682"/>
                </a:lnTo>
                <a:lnTo>
                  <a:pt x="818452" y="102847"/>
                </a:lnTo>
                <a:lnTo>
                  <a:pt x="818538" y="103017"/>
                </a:lnTo>
                <a:lnTo>
                  <a:pt x="818624" y="103189"/>
                </a:lnTo>
                <a:lnTo>
                  <a:pt x="818712" y="103366"/>
                </a:lnTo>
                <a:lnTo>
                  <a:pt x="818800" y="103546"/>
                </a:lnTo>
                <a:lnTo>
                  <a:pt x="818890" y="103729"/>
                </a:lnTo>
                <a:lnTo>
                  <a:pt x="818980" y="103916"/>
                </a:lnTo>
                <a:lnTo>
                  <a:pt x="819071" y="104107"/>
                </a:lnTo>
                <a:lnTo>
                  <a:pt x="819163" y="104301"/>
                </a:lnTo>
                <a:lnTo>
                  <a:pt x="819257" y="104498"/>
                </a:lnTo>
                <a:lnTo>
                  <a:pt x="819351" y="104700"/>
                </a:lnTo>
                <a:lnTo>
                  <a:pt x="819446" y="104904"/>
                </a:lnTo>
                <a:lnTo>
                  <a:pt x="819542" y="105113"/>
                </a:lnTo>
                <a:lnTo>
                  <a:pt x="819639" y="105325"/>
                </a:lnTo>
                <a:lnTo>
                  <a:pt x="819737" y="105540"/>
                </a:lnTo>
                <a:lnTo>
                  <a:pt x="819836" y="105759"/>
                </a:lnTo>
                <a:lnTo>
                  <a:pt x="819936" y="105981"/>
                </a:lnTo>
                <a:lnTo>
                  <a:pt x="820037" y="106204"/>
                </a:lnTo>
                <a:lnTo>
                  <a:pt x="820138" y="106425"/>
                </a:lnTo>
                <a:lnTo>
                  <a:pt x="820239" y="106643"/>
                </a:lnTo>
                <a:lnTo>
                  <a:pt x="820341" y="106859"/>
                </a:lnTo>
                <a:lnTo>
                  <a:pt x="820443" y="107073"/>
                </a:lnTo>
                <a:lnTo>
                  <a:pt x="820545" y="107285"/>
                </a:lnTo>
                <a:lnTo>
                  <a:pt x="820647" y="107494"/>
                </a:lnTo>
                <a:lnTo>
                  <a:pt x="820750" y="107701"/>
                </a:lnTo>
                <a:lnTo>
                  <a:pt x="820854" y="107906"/>
                </a:lnTo>
                <a:lnTo>
                  <a:pt x="820957" y="108109"/>
                </a:lnTo>
                <a:lnTo>
                  <a:pt x="821061" y="108309"/>
                </a:lnTo>
                <a:lnTo>
                  <a:pt x="821165" y="108507"/>
                </a:lnTo>
                <a:lnTo>
                  <a:pt x="821270" y="108703"/>
                </a:lnTo>
                <a:lnTo>
                  <a:pt x="821374" y="108897"/>
                </a:lnTo>
                <a:lnTo>
                  <a:pt x="821480" y="109088"/>
                </a:lnTo>
                <a:lnTo>
                  <a:pt x="821585" y="109278"/>
                </a:lnTo>
                <a:lnTo>
                  <a:pt x="821691" y="109464"/>
                </a:lnTo>
                <a:lnTo>
                  <a:pt x="821797" y="109649"/>
                </a:lnTo>
                <a:lnTo>
                  <a:pt x="821903" y="109831"/>
                </a:lnTo>
                <a:lnTo>
                  <a:pt x="822010" y="110012"/>
                </a:lnTo>
                <a:lnTo>
                  <a:pt x="822117" y="110189"/>
                </a:lnTo>
                <a:lnTo>
                  <a:pt x="822225" y="110365"/>
                </a:lnTo>
                <a:lnTo>
                  <a:pt x="822332" y="110539"/>
                </a:lnTo>
                <a:lnTo>
                  <a:pt x="822441" y="110710"/>
                </a:lnTo>
                <a:lnTo>
                  <a:pt x="844322" y="144088"/>
                </a:lnTo>
                <a:lnTo>
                  <a:pt x="863980" y="144088"/>
                </a:lnTo>
                <a:lnTo>
                  <a:pt x="828004" y="91794"/>
                </a:lnTo>
                <a:lnTo>
                  <a:pt x="861939" y="42094"/>
                </a:lnTo>
                <a:lnTo>
                  <a:pt x="842469" y="42094"/>
                </a:lnTo>
                <a:lnTo>
                  <a:pt x="822070" y="73619"/>
                </a:lnTo>
                <a:lnTo>
                  <a:pt x="821962" y="73789"/>
                </a:lnTo>
                <a:lnTo>
                  <a:pt x="821854" y="73961"/>
                </a:lnTo>
                <a:lnTo>
                  <a:pt x="821747" y="74135"/>
                </a:lnTo>
                <a:lnTo>
                  <a:pt x="821640" y="74309"/>
                </a:lnTo>
                <a:lnTo>
                  <a:pt x="821533" y="74485"/>
                </a:lnTo>
                <a:lnTo>
                  <a:pt x="821426" y="74662"/>
                </a:lnTo>
                <a:lnTo>
                  <a:pt x="821320" y="74840"/>
                </a:lnTo>
                <a:lnTo>
                  <a:pt x="821214" y="75020"/>
                </a:lnTo>
                <a:lnTo>
                  <a:pt x="821109" y="75201"/>
                </a:lnTo>
                <a:lnTo>
                  <a:pt x="821004" y="75383"/>
                </a:lnTo>
                <a:lnTo>
                  <a:pt x="820899" y="75567"/>
                </a:lnTo>
                <a:lnTo>
                  <a:pt x="820794" y="75752"/>
                </a:lnTo>
                <a:lnTo>
                  <a:pt x="820690" y="75938"/>
                </a:lnTo>
                <a:lnTo>
                  <a:pt x="820586" y="76125"/>
                </a:lnTo>
                <a:lnTo>
                  <a:pt x="820483" y="76314"/>
                </a:lnTo>
                <a:lnTo>
                  <a:pt x="820380" y="76504"/>
                </a:lnTo>
                <a:lnTo>
                  <a:pt x="820277" y="76695"/>
                </a:lnTo>
                <a:lnTo>
                  <a:pt x="820174" y="76887"/>
                </a:lnTo>
                <a:lnTo>
                  <a:pt x="820072" y="77081"/>
                </a:lnTo>
                <a:lnTo>
                  <a:pt x="819970" y="77276"/>
                </a:lnTo>
                <a:lnTo>
                  <a:pt x="819868" y="77473"/>
                </a:lnTo>
                <a:lnTo>
                  <a:pt x="819767" y="77671"/>
                </a:lnTo>
                <a:lnTo>
                  <a:pt x="819666" y="77869"/>
                </a:lnTo>
                <a:lnTo>
                  <a:pt x="819566" y="78070"/>
                </a:lnTo>
                <a:lnTo>
                  <a:pt x="819466" y="78269"/>
                </a:lnTo>
                <a:lnTo>
                  <a:pt x="819369" y="78465"/>
                </a:lnTo>
                <a:lnTo>
                  <a:pt x="819274" y="78658"/>
                </a:lnTo>
                <a:lnTo>
                  <a:pt x="819182" y="78848"/>
                </a:lnTo>
                <a:lnTo>
                  <a:pt x="819091" y="79034"/>
                </a:lnTo>
                <a:lnTo>
                  <a:pt x="819003" y="79217"/>
                </a:lnTo>
                <a:lnTo>
                  <a:pt x="818918" y="79397"/>
                </a:lnTo>
                <a:lnTo>
                  <a:pt x="818834" y="79574"/>
                </a:lnTo>
                <a:lnTo>
                  <a:pt x="818753" y="79747"/>
                </a:lnTo>
                <a:lnTo>
                  <a:pt x="818674" y="79918"/>
                </a:lnTo>
                <a:lnTo>
                  <a:pt x="818597" y="80085"/>
                </a:lnTo>
                <a:lnTo>
                  <a:pt x="818522" y="80249"/>
                </a:lnTo>
                <a:lnTo>
                  <a:pt x="818450" y="80409"/>
                </a:lnTo>
                <a:lnTo>
                  <a:pt x="818380" y="80567"/>
                </a:lnTo>
                <a:lnTo>
                  <a:pt x="818312" y="80721"/>
                </a:lnTo>
                <a:lnTo>
                  <a:pt x="818246" y="80872"/>
                </a:lnTo>
                <a:lnTo>
                  <a:pt x="818183" y="81019"/>
                </a:lnTo>
                <a:lnTo>
                  <a:pt x="818122" y="81164"/>
                </a:lnTo>
                <a:lnTo>
                  <a:pt x="818063" y="81305"/>
                </a:lnTo>
                <a:lnTo>
                  <a:pt x="818007" y="81443"/>
                </a:lnTo>
                <a:lnTo>
                  <a:pt x="817952" y="81578"/>
                </a:lnTo>
                <a:lnTo>
                  <a:pt x="817900" y="81710"/>
                </a:lnTo>
                <a:lnTo>
                  <a:pt x="817850" y="81838"/>
                </a:lnTo>
                <a:lnTo>
                  <a:pt x="817803" y="81963"/>
                </a:lnTo>
                <a:lnTo>
                  <a:pt x="817740" y="81838"/>
                </a:lnTo>
                <a:lnTo>
                  <a:pt x="817676" y="81710"/>
                </a:lnTo>
                <a:lnTo>
                  <a:pt x="817610" y="81578"/>
                </a:lnTo>
                <a:lnTo>
                  <a:pt x="817543" y="81443"/>
                </a:lnTo>
                <a:lnTo>
                  <a:pt x="817474" y="81305"/>
                </a:lnTo>
                <a:lnTo>
                  <a:pt x="817403" y="81164"/>
                </a:lnTo>
                <a:lnTo>
                  <a:pt x="817331" y="81019"/>
                </a:lnTo>
                <a:lnTo>
                  <a:pt x="817257" y="80872"/>
                </a:lnTo>
                <a:lnTo>
                  <a:pt x="817181" y="80721"/>
                </a:lnTo>
                <a:lnTo>
                  <a:pt x="817104" y="80567"/>
                </a:lnTo>
                <a:lnTo>
                  <a:pt x="817026" y="80409"/>
                </a:lnTo>
                <a:lnTo>
                  <a:pt x="816945" y="80249"/>
                </a:lnTo>
                <a:lnTo>
                  <a:pt x="816863" y="80085"/>
                </a:lnTo>
                <a:lnTo>
                  <a:pt x="816780" y="79918"/>
                </a:lnTo>
                <a:lnTo>
                  <a:pt x="816695" y="79747"/>
                </a:lnTo>
                <a:lnTo>
                  <a:pt x="816608" y="79574"/>
                </a:lnTo>
                <a:lnTo>
                  <a:pt x="816520" y="79397"/>
                </a:lnTo>
                <a:lnTo>
                  <a:pt x="816430" y="79217"/>
                </a:lnTo>
                <a:lnTo>
                  <a:pt x="816338" y="79034"/>
                </a:lnTo>
                <a:lnTo>
                  <a:pt x="816245" y="78848"/>
                </a:lnTo>
                <a:lnTo>
                  <a:pt x="816150" y="78658"/>
                </a:lnTo>
                <a:lnTo>
                  <a:pt x="816054" y="78465"/>
                </a:lnTo>
                <a:lnTo>
                  <a:pt x="815956" y="78269"/>
                </a:lnTo>
                <a:lnTo>
                  <a:pt x="815856" y="78070"/>
                </a:lnTo>
                <a:lnTo>
                  <a:pt x="815755" y="77869"/>
                </a:lnTo>
                <a:lnTo>
                  <a:pt x="815654" y="77671"/>
                </a:lnTo>
                <a:lnTo>
                  <a:pt x="815553" y="77473"/>
                </a:lnTo>
                <a:lnTo>
                  <a:pt x="815452" y="77276"/>
                </a:lnTo>
                <a:lnTo>
                  <a:pt x="815350" y="77081"/>
                </a:lnTo>
                <a:lnTo>
                  <a:pt x="815247" y="76887"/>
                </a:lnTo>
                <a:lnTo>
                  <a:pt x="815145" y="76695"/>
                </a:lnTo>
                <a:lnTo>
                  <a:pt x="815042" y="76504"/>
                </a:lnTo>
                <a:lnTo>
                  <a:pt x="814939" y="76314"/>
                </a:lnTo>
                <a:lnTo>
                  <a:pt x="814835" y="76125"/>
                </a:lnTo>
                <a:lnTo>
                  <a:pt x="814731" y="75938"/>
                </a:lnTo>
                <a:lnTo>
                  <a:pt x="814627" y="75752"/>
                </a:lnTo>
                <a:lnTo>
                  <a:pt x="814523" y="75567"/>
                </a:lnTo>
                <a:lnTo>
                  <a:pt x="814418" y="75383"/>
                </a:lnTo>
                <a:lnTo>
                  <a:pt x="814313" y="75201"/>
                </a:lnTo>
                <a:lnTo>
                  <a:pt x="814207" y="75020"/>
                </a:lnTo>
                <a:lnTo>
                  <a:pt x="814101" y="74840"/>
                </a:lnTo>
                <a:lnTo>
                  <a:pt x="813995" y="74662"/>
                </a:lnTo>
                <a:lnTo>
                  <a:pt x="813889" y="74485"/>
                </a:lnTo>
                <a:lnTo>
                  <a:pt x="813782" y="74309"/>
                </a:lnTo>
                <a:lnTo>
                  <a:pt x="813675" y="74135"/>
                </a:lnTo>
                <a:lnTo>
                  <a:pt x="813568" y="73961"/>
                </a:lnTo>
                <a:lnTo>
                  <a:pt x="813460" y="73789"/>
                </a:lnTo>
                <a:lnTo>
                  <a:pt x="813352" y="73619"/>
                </a:lnTo>
                <a:lnTo>
                  <a:pt x="793140" y="42094"/>
                </a:lnTo>
                <a:lnTo>
                  <a:pt x="773482" y="42094"/>
                </a:lnTo>
                <a:lnTo>
                  <a:pt x="807418" y="91607"/>
                </a:lnTo>
                <a:lnTo>
                  <a:pt x="771258" y="144088"/>
                </a:lnTo>
                <a:lnTo>
                  <a:pt x="790729" y="144088"/>
                </a:lnTo>
                <a:lnTo>
                  <a:pt x="812797" y="110710"/>
                </a:lnTo>
                <a:lnTo>
                  <a:pt x="812921" y="110539"/>
                </a:lnTo>
                <a:lnTo>
                  <a:pt x="813044" y="110365"/>
                </a:lnTo>
                <a:close/>
                <a:moveTo>
                  <a:pt x="1155033" y="145442"/>
                </a:moveTo>
                <a:lnTo>
                  <a:pt x="1156001" y="145370"/>
                </a:lnTo>
                <a:lnTo>
                  <a:pt x="1156957" y="145281"/>
                </a:lnTo>
                <a:lnTo>
                  <a:pt x="1157901" y="145177"/>
                </a:lnTo>
                <a:lnTo>
                  <a:pt x="1158834" y="145056"/>
                </a:lnTo>
                <a:lnTo>
                  <a:pt x="1159756" y="144919"/>
                </a:lnTo>
                <a:lnTo>
                  <a:pt x="1160666" y="144766"/>
                </a:lnTo>
                <a:lnTo>
                  <a:pt x="1161564" y="144597"/>
                </a:lnTo>
                <a:lnTo>
                  <a:pt x="1162450" y="144412"/>
                </a:lnTo>
                <a:lnTo>
                  <a:pt x="1163325" y="144211"/>
                </a:lnTo>
                <a:lnTo>
                  <a:pt x="1164189" y="143994"/>
                </a:lnTo>
                <a:lnTo>
                  <a:pt x="1165041" y="143760"/>
                </a:lnTo>
                <a:lnTo>
                  <a:pt x="1165881" y="143511"/>
                </a:lnTo>
                <a:lnTo>
                  <a:pt x="1166710" y="143245"/>
                </a:lnTo>
                <a:lnTo>
                  <a:pt x="1167527" y="142964"/>
                </a:lnTo>
                <a:lnTo>
                  <a:pt x="1168332" y="142666"/>
                </a:lnTo>
                <a:lnTo>
                  <a:pt x="1169126" y="142352"/>
                </a:lnTo>
                <a:lnTo>
                  <a:pt x="1169909" y="142022"/>
                </a:lnTo>
                <a:lnTo>
                  <a:pt x="1170680" y="141676"/>
                </a:lnTo>
                <a:lnTo>
                  <a:pt x="1171439" y="141314"/>
                </a:lnTo>
                <a:lnTo>
                  <a:pt x="1172186" y="140936"/>
                </a:lnTo>
                <a:lnTo>
                  <a:pt x="1172921" y="140542"/>
                </a:lnTo>
                <a:lnTo>
                  <a:pt x="1173642" y="140134"/>
                </a:lnTo>
                <a:lnTo>
                  <a:pt x="1174350" y="139711"/>
                </a:lnTo>
                <a:lnTo>
                  <a:pt x="1175043" y="139274"/>
                </a:lnTo>
                <a:lnTo>
                  <a:pt x="1175722" y="138823"/>
                </a:lnTo>
                <a:lnTo>
                  <a:pt x="1176388" y="138356"/>
                </a:lnTo>
                <a:lnTo>
                  <a:pt x="1177040" y="137876"/>
                </a:lnTo>
                <a:lnTo>
                  <a:pt x="1177678" y="137381"/>
                </a:lnTo>
                <a:lnTo>
                  <a:pt x="1178302" y="136871"/>
                </a:lnTo>
                <a:lnTo>
                  <a:pt x="1178912" y="136347"/>
                </a:lnTo>
                <a:lnTo>
                  <a:pt x="1179509" y="135809"/>
                </a:lnTo>
                <a:lnTo>
                  <a:pt x="1180091" y="135256"/>
                </a:lnTo>
                <a:lnTo>
                  <a:pt x="1180660" y="134689"/>
                </a:lnTo>
                <a:lnTo>
                  <a:pt x="1181215" y="134107"/>
                </a:lnTo>
                <a:lnTo>
                  <a:pt x="1181756" y="133510"/>
                </a:lnTo>
                <a:lnTo>
                  <a:pt x="1182283" y="132900"/>
                </a:lnTo>
                <a:lnTo>
                  <a:pt x="1182796" y="132274"/>
                </a:lnTo>
                <a:lnTo>
                  <a:pt x="1183295" y="131635"/>
                </a:lnTo>
                <a:lnTo>
                  <a:pt x="1183781" y="130980"/>
                </a:lnTo>
                <a:lnTo>
                  <a:pt x="1184253" y="130312"/>
                </a:lnTo>
                <a:lnTo>
                  <a:pt x="1184710" y="129629"/>
                </a:lnTo>
                <a:lnTo>
                  <a:pt x="1185154" y="128931"/>
                </a:lnTo>
                <a:lnTo>
                  <a:pt x="1185584" y="128219"/>
                </a:lnTo>
                <a:lnTo>
                  <a:pt x="1186001" y="127492"/>
                </a:lnTo>
                <a:lnTo>
                  <a:pt x="1186402" y="126753"/>
                </a:lnTo>
                <a:lnTo>
                  <a:pt x="1186786" y="126002"/>
                </a:lnTo>
                <a:lnTo>
                  <a:pt x="1187153" y="125239"/>
                </a:lnTo>
                <a:lnTo>
                  <a:pt x="1187503" y="124466"/>
                </a:lnTo>
                <a:lnTo>
                  <a:pt x="1187835" y="123681"/>
                </a:lnTo>
                <a:lnTo>
                  <a:pt x="1188151" y="122885"/>
                </a:lnTo>
                <a:lnTo>
                  <a:pt x="1188450" y="122078"/>
                </a:lnTo>
                <a:lnTo>
                  <a:pt x="1188731" y="121259"/>
                </a:lnTo>
                <a:lnTo>
                  <a:pt x="1188996" y="120429"/>
                </a:lnTo>
                <a:lnTo>
                  <a:pt x="1189243" y="119588"/>
                </a:lnTo>
                <a:lnTo>
                  <a:pt x="1189474" y="118736"/>
                </a:lnTo>
                <a:lnTo>
                  <a:pt x="1189687" y="117872"/>
                </a:lnTo>
                <a:lnTo>
                  <a:pt x="1189883" y="116997"/>
                </a:lnTo>
                <a:lnTo>
                  <a:pt x="1190063" y="116111"/>
                </a:lnTo>
                <a:lnTo>
                  <a:pt x="1190225" y="115214"/>
                </a:lnTo>
                <a:lnTo>
                  <a:pt x="1190370" y="114305"/>
                </a:lnTo>
                <a:lnTo>
                  <a:pt x="1190498" y="113385"/>
                </a:lnTo>
                <a:lnTo>
                  <a:pt x="1190609" y="112454"/>
                </a:lnTo>
                <a:lnTo>
                  <a:pt x="1190703" y="111511"/>
                </a:lnTo>
                <a:lnTo>
                  <a:pt x="1190779" y="110557"/>
                </a:lnTo>
                <a:lnTo>
                  <a:pt x="1190839" y="109592"/>
                </a:lnTo>
                <a:lnTo>
                  <a:pt x="1190882" y="108616"/>
                </a:lnTo>
                <a:lnTo>
                  <a:pt x="1190907" y="107628"/>
                </a:lnTo>
                <a:lnTo>
                  <a:pt x="1190916" y="106629"/>
                </a:lnTo>
                <a:lnTo>
                  <a:pt x="1190916" y="79369"/>
                </a:lnTo>
                <a:lnTo>
                  <a:pt x="1190907" y="78370"/>
                </a:lnTo>
                <a:lnTo>
                  <a:pt x="1190882" y="77383"/>
                </a:lnTo>
                <a:lnTo>
                  <a:pt x="1190839" y="76407"/>
                </a:lnTo>
                <a:lnTo>
                  <a:pt x="1190779" y="75443"/>
                </a:lnTo>
                <a:lnTo>
                  <a:pt x="1190703" y="74491"/>
                </a:lnTo>
                <a:lnTo>
                  <a:pt x="1190609" y="73550"/>
                </a:lnTo>
                <a:lnTo>
                  <a:pt x="1190498" y="72621"/>
                </a:lnTo>
                <a:lnTo>
                  <a:pt x="1190370" y="71703"/>
                </a:lnTo>
                <a:lnTo>
                  <a:pt x="1190225" y="70797"/>
                </a:lnTo>
                <a:lnTo>
                  <a:pt x="1190063" y="69903"/>
                </a:lnTo>
                <a:lnTo>
                  <a:pt x="1189883" y="69020"/>
                </a:lnTo>
                <a:lnTo>
                  <a:pt x="1189687" y="68149"/>
                </a:lnTo>
                <a:lnTo>
                  <a:pt x="1189474" y="67289"/>
                </a:lnTo>
                <a:lnTo>
                  <a:pt x="1189243" y="66441"/>
                </a:lnTo>
                <a:lnTo>
                  <a:pt x="1188996" y="65605"/>
                </a:lnTo>
                <a:lnTo>
                  <a:pt x="1188731" y="64780"/>
                </a:lnTo>
                <a:lnTo>
                  <a:pt x="1188450" y="63967"/>
                </a:lnTo>
                <a:lnTo>
                  <a:pt x="1188151" y="63165"/>
                </a:lnTo>
                <a:lnTo>
                  <a:pt x="1187835" y="62375"/>
                </a:lnTo>
                <a:lnTo>
                  <a:pt x="1187503" y="61597"/>
                </a:lnTo>
                <a:lnTo>
                  <a:pt x="1187153" y="60830"/>
                </a:lnTo>
                <a:lnTo>
                  <a:pt x="1186786" y="60075"/>
                </a:lnTo>
                <a:lnTo>
                  <a:pt x="1186402" y="59331"/>
                </a:lnTo>
                <a:lnTo>
                  <a:pt x="1186001" y="58599"/>
                </a:lnTo>
                <a:lnTo>
                  <a:pt x="1185584" y="57880"/>
                </a:lnTo>
                <a:lnTo>
                  <a:pt x="1185154" y="57175"/>
                </a:lnTo>
                <a:lnTo>
                  <a:pt x="1184710" y="56484"/>
                </a:lnTo>
                <a:lnTo>
                  <a:pt x="1184253" y="55807"/>
                </a:lnTo>
                <a:lnTo>
                  <a:pt x="1183781" y="55145"/>
                </a:lnTo>
                <a:lnTo>
                  <a:pt x="1183295" y="54496"/>
                </a:lnTo>
                <a:lnTo>
                  <a:pt x="1182796" y="53862"/>
                </a:lnTo>
                <a:lnTo>
                  <a:pt x="1182283" y="53242"/>
                </a:lnTo>
                <a:lnTo>
                  <a:pt x="1181756" y="52636"/>
                </a:lnTo>
                <a:lnTo>
                  <a:pt x="1181215" y="52045"/>
                </a:lnTo>
                <a:lnTo>
                  <a:pt x="1180660" y="51467"/>
                </a:lnTo>
                <a:lnTo>
                  <a:pt x="1180091" y="50904"/>
                </a:lnTo>
                <a:lnTo>
                  <a:pt x="1179509" y="50355"/>
                </a:lnTo>
                <a:lnTo>
                  <a:pt x="1178912" y="49820"/>
                </a:lnTo>
                <a:lnTo>
                  <a:pt x="1178302" y="49299"/>
                </a:lnTo>
                <a:lnTo>
                  <a:pt x="1177678" y="48792"/>
                </a:lnTo>
                <a:lnTo>
                  <a:pt x="1177040" y="48300"/>
                </a:lnTo>
                <a:lnTo>
                  <a:pt x="1176388" y="47821"/>
                </a:lnTo>
                <a:lnTo>
                  <a:pt x="1175722" y="47357"/>
                </a:lnTo>
                <a:lnTo>
                  <a:pt x="1175043" y="46907"/>
                </a:lnTo>
                <a:lnTo>
                  <a:pt x="1174350" y="46471"/>
                </a:lnTo>
                <a:lnTo>
                  <a:pt x="1173642" y="46050"/>
                </a:lnTo>
                <a:lnTo>
                  <a:pt x="1172921" y="45642"/>
                </a:lnTo>
                <a:lnTo>
                  <a:pt x="1172186" y="45249"/>
                </a:lnTo>
                <a:lnTo>
                  <a:pt x="1171439" y="44870"/>
                </a:lnTo>
                <a:lnTo>
                  <a:pt x="1170680" y="44508"/>
                </a:lnTo>
                <a:lnTo>
                  <a:pt x="1169909" y="44162"/>
                </a:lnTo>
                <a:lnTo>
                  <a:pt x="1169126" y="43832"/>
                </a:lnTo>
                <a:lnTo>
                  <a:pt x="1168332" y="43518"/>
                </a:lnTo>
                <a:lnTo>
                  <a:pt x="1167527" y="43220"/>
                </a:lnTo>
                <a:lnTo>
                  <a:pt x="1166710" y="42938"/>
                </a:lnTo>
                <a:lnTo>
                  <a:pt x="1165881" y="42672"/>
                </a:lnTo>
                <a:lnTo>
                  <a:pt x="1165041" y="42423"/>
                </a:lnTo>
                <a:lnTo>
                  <a:pt x="1164189" y="42189"/>
                </a:lnTo>
                <a:lnTo>
                  <a:pt x="1163325" y="41972"/>
                </a:lnTo>
                <a:lnTo>
                  <a:pt x="1162450" y="41770"/>
                </a:lnTo>
                <a:lnTo>
                  <a:pt x="1161564" y="41585"/>
                </a:lnTo>
                <a:lnTo>
                  <a:pt x="1160666" y="41416"/>
                </a:lnTo>
                <a:lnTo>
                  <a:pt x="1159756" y="41263"/>
                </a:lnTo>
                <a:lnTo>
                  <a:pt x="1158834" y="41126"/>
                </a:lnTo>
                <a:lnTo>
                  <a:pt x="1157901" y="41006"/>
                </a:lnTo>
                <a:lnTo>
                  <a:pt x="1156957" y="40901"/>
                </a:lnTo>
                <a:lnTo>
                  <a:pt x="1156001" y="40812"/>
                </a:lnTo>
                <a:lnTo>
                  <a:pt x="1155033" y="40740"/>
                </a:lnTo>
                <a:lnTo>
                  <a:pt x="1154054" y="40683"/>
                </a:lnTo>
                <a:lnTo>
                  <a:pt x="1153063" y="40643"/>
                </a:lnTo>
                <a:lnTo>
                  <a:pt x="1152060" y="40619"/>
                </a:lnTo>
                <a:lnTo>
                  <a:pt x="1151046" y="40611"/>
                </a:lnTo>
                <a:lnTo>
                  <a:pt x="1150032" y="40619"/>
                </a:lnTo>
                <a:lnTo>
                  <a:pt x="1149029" y="40643"/>
                </a:lnTo>
                <a:lnTo>
                  <a:pt x="1148038" y="40683"/>
                </a:lnTo>
                <a:lnTo>
                  <a:pt x="1147059" y="40740"/>
                </a:lnTo>
                <a:lnTo>
                  <a:pt x="1146091" y="40812"/>
                </a:lnTo>
                <a:lnTo>
                  <a:pt x="1145134" y="40901"/>
                </a:lnTo>
                <a:lnTo>
                  <a:pt x="1144190" y="41006"/>
                </a:lnTo>
                <a:lnTo>
                  <a:pt x="1143257" y="41126"/>
                </a:lnTo>
                <a:lnTo>
                  <a:pt x="1142335" y="41263"/>
                </a:lnTo>
                <a:lnTo>
                  <a:pt x="1141425" y="41416"/>
                </a:lnTo>
                <a:lnTo>
                  <a:pt x="1140527" y="41585"/>
                </a:lnTo>
                <a:lnTo>
                  <a:pt x="1139640" y="41770"/>
                </a:lnTo>
                <a:lnTo>
                  <a:pt x="1138765" y="41972"/>
                </a:lnTo>
                <a:lnTo>
                  <a:pt x="1137901" y="42189"/>
                </a:lnTo>
                <a:lnTo>
                  <a:pt x="1137049" y="42423"/>
                </a:lnTo>
                <a:lnTo>
                  <a:pt x="1136209" y="42672"/>
                </a:lnTo>
                <a:lnTo>
                  <a:pt x="1135380" y="42938"/>
                </a:lnTo>
                <a:lnTo>
                  <a:pt x="1134563" y="43220"/>
                </a:lnTo>
                <a:lnTo>
                  <a:pt x="1133757" y="43518"/>
                </a:lnTo>
                <a:lnTo>
                  <a:pt x="1132963" y="43832"/>
                </a:lnTo>
                <a:lnTo>
                  <a:pt x="1132181" y="44162"/>
                </a:lnTo>
                <a:lnTo>
                  <a:pt x="1131410" y="44508"/>
                </a:lnTo>
                <a:lnTo>
                  <a:pt x="1130651" y="44870"/>
                </a:lnTo>
                <a:lnTo>
                  <a:pt x="1129903" y="45249"/>
                </a:lnTo>
                <a:lnTo>
                  <a:pt x="1129168" y="45642"/>
                </a:lnTo>
                <a:lnTo>
                  <a:pt x="1128448" y="46050"/>
                </a:lnTo>
                <a:lnTo>
                  <a:pt x="1127741" y="46471"/>
                </a:lnTo>
                <a:lnTo>
                  <a:pt x="1127047" y="46907"/>
                </a:lnTo>
                <a:lnTo>
                  <a:pt x="1126368" y="47357"/>
                </a:lnTo>
                <a:lnTo>
                  <a:pt x="1125703" y="47821"/>
                </a:lnTo>
                <a:lnTo>
                  <a:pt x="1125051" y="48300"/>
                </a:lnTo>
                <a:lnTo>
                  <a:pt x="1124413" y="48792"/>
                </a:lnTo>
                <a:lnTo>
                  <a:pt x="1123789" y="49299"/>
                </a:lnTo>
                <a:lnTo>
                  <a:pt x="1123179" y="49820"/>
                </a:lnTo>
                <a:lnTo>
                  <a:pt x="1122582" y="50355"/>
                </a:lnTo>
                <a:lnTo>
                  <a:pt x="1122000" y="50904"/>
                </a:lnTo>
                <a:lnTo>
                  <a:pt x="1121431" y="51467"/>
                </a:lnTo>
                <a:lnTo>
                  <a:pt x="1120876" y="52045"/>
                </a:lnTo>
                <a:lnTo>
                  <a:pt x="1120335" y="52636"/>
                </a:lnTo>
                <a:lnTo>
                  <a:pt x="1119808" y="53242"/>
                </a:lnTo>
                <a:lnTo>
                  <a:pt x="1119295" y="53862"/>
                </a:lnTo>
                <a:lnTo>
                  <a:pt x="1118795" y="54496"/>
                </a:lnTo>
                <a:lnTo>
                  <a:pt x="1118310" y="55145"/>
                </a:lnTo>
                <a:lnTo>
                  <a:pt x="1117838" y="55807"/>
                </a:lnTo>
                <a:lnTo>
                  <a:pt x="1117380" y="56484"/>
                </a:lnTo>
                <a:lnTo>
                  <a:pt x="1116936" y="57175"/>
                </a:lnTo>
                <a:lnTo>
                  <a:pt x="1116505" y="57880"/>
                </a:lnTo>
                <a:lnTo>
                  <a:pt x="1116089" y="58599"/>
                </a:lnTo>
                <a:lnTo>
                  <a:pt x="1115688" y="59331"/>
                </a:lnTo>
                <a:lnTo>
                  <a:pt x="1115304" y="60076"/>
                </a:lnTo>
                <a:lnTo>
                  <a:pt x="1114938" y="60833"/>
                </a:lnTo>
                <a:lnTo>
                  <a:pt x="1114588" y="61602"/>
                </a:lnTo>
                <a:lnTo>
                  <a:pt x="1114255" y="62383"/>
                </a:lnTo>
                <a:lnTo>
                  <a:pt x="1113940" y="63177"/>
                </a:lnTo>
                <a:lnTo>
                  <a:pt x="1113641" y="63983"/>
                </a:lnTo>
                <a:lnTo>
                  <a:pt x="1113360" y="64801"/>
                </a:lnTo>
                <a:lnTo>
                  <a:pt x="1113095" y="65631"/>
                </a:lnTo>
                <a:lnTo>
                  <a:pt x="1112848" y="66473"/>
                </a:lnTo>
                <a:lnTo>
                  <a:pt x="1112618" y="67328"/>
                </a:lnTo>
                <a:lnTo>
                  <a:pt x="1112405" y="68195"/>
                </a:lnTo>
                <a:lnTo>
                  <a:pt x="1112209" y="69074"/>
                </a:lnTo>
                <a:lnTo>
                  <a:pt x="1112029" y="69966"/>
                </a:lnTo>
                <a:lnTo>
                  <a:pt x="1111867" y="70869"/>
                </a:lnTo>
                <a:lnTo>
                  <a:pt x="1111722" y="71785"/>
                </a:lnTo>
                <a:lnTo>
                  <a:pt x="1111594" y="72713"/>
                </a:lnTo>
                <a:lnTo>
                  <a:pt x="1111484" y="73654"/>
                </a:lnTo>
                <a:lnTo>
                  <a:pt x="1111390" y="74606"/>
                </a:lnTo>
                <a:lnTo>
                  <a:pt x="1111313" y="75571"/>
                </a:lnTo>
                <a:lnTo>
                  <a:pt x="1111253" y="76548"/>
                </a:lnTo>
                <a:lnTo>
                  <a:pt x="1111211" y="77537"/>
                </a:lnTo>
                <a:lnTo>
                  <a:pt x="1111185" y="78539"/>
                </a:lnTo>
                <a:lnTo>
                  <a:pt x="1111177" y="79552"/>
                </a:lnTo>
                <a:lnTo>
                  <a:pt x="1111177" y="106629"/>
                </a:lnTo>
                <a:lnTo>
                  <a:pt x="1111185" y="107628"/>
                </a:lnTo>
                <a:lnTo>
                  <a:pt x="1111211" y="108616"/>
                </a:lnTo>
                <a:lnTo>
                  <a:pt x="1111253" y="109592"/>
                </a:lnTo>
                <a:lnTo>
                  <a:pt x="1111313" y="110557"/>
                </a:lnTo>
                <a:lnTo>
                  <a:pt x="1111390" y="111511"/>
                </a:lnTo>
                <a:lnTo>
                  <a:pt x="1111484" y="112454"/>
                </a:lnTo>
                <a:lnTo>
                  <a:pt x="1111594" y="113385"/>
                </a:lnTo>
                <a:lnTo>
                  <a:pt x="1111722" y="114305"/>
                </a:lnTo>
                <a:lnTo>
                  <a:pt x="1111867" y="115214"/>
                </a:lnTo>
                <a:lnTo>
                  <a:pt x="1112029" y="116111"/>
                </a:lnTo>
                <a:lnTo>
                  <a:pt x="1112209" y="116997"/>
                </a:lnTo>
                <a:lnTo>
                  <a:pt x="1112405" y="117872"/>
                </a:lnTo>
                <a:lnTo>
                  <a:pt x="1112618" y="118736"/>
                </a:lnTo>
                <a:lnTo>
                  <a:pt x="1112848" y="119588"/>
                </a:lnTo>
                <a:lnTo>
                  <a:pt x="1113095" y="120429"/>
                </a:lnTo>
                <a:lnTo>
                  <a:pt x="1113360" y="121259"/>
                </a:lnTo>
                <a:lnTo>
                  <a:pt x="1113641" y="122078"/>
                </a:lnTo>
                <a:lnTo>
                  <a:pt x="1113940" y="122885"/>
                </a:lnTo>
                <a:lnTo>
                  <a:pt x="1114255" y="123681"/>
                </a:lnTo>
                <a:lnTo>
                  <a:pt x="1114588" y="124466"/>
                </a:lnTo>
                <a:lnTo>
                  <a:pt x="1114938" y="125239"/>
                </a:lnTo>
                <a:lnTo>
                  <a:pt x="1115304" y="126002"/>
                </a:lnTo>
                <a:lnTo>
                  <a:pt x="1115688" y="126753"/>
                </a:lnTo>
                <a:lnTo>
                  <a:pt x="1116089" y="127492"/>
                </a:lnTo>
                <a:lnTo>
                  <a:pt x="1116505" y="128219"/>
                </a:lnTo>
                <a:lnTo>
                  <a:pt x="1116936" y="128931"/>
                </a:lnTo>
                <a:lnTo>
                  <a:pt x="1117380" y="129629"/>
                </a:lnTo>
                <a:lnTo>
                  <a:pt x="1117838" y="130312"/>
                </a:lnTo>
                <a:lnTo>
                  <a:pt x="1118310" y="130980"/>
                </a:lnTo>
                <a:lnTo>
                  <a:pt x="1118795" y="131635"/>
                </a:lnTo>
                <a:lnTo>
                  <a:pt x="1119295" y="132274"/>
                </a:lnTo>
                <a:lnTo>
                  <a:pt x="1119808" y="132900"/>
                </a:lnTo>
                <a:lnTo>
                  <a:pt x="1120335" y="133510"/>
                </a:lnTo>
                <a:lnTo>
                  <a:pt x="1120876" y="134107"/>
                </a:lnTo>
                <a:lnTo>
                  <a:pt x="1121431" y="134689"/>
                </a:lnTo>
                <a:lnTo>
                  <a:pt x="1122000" y="135256"/>
                </a:lnTo>
                <a:lnTo>
                  <a:pt x="1122582" y="135809"/>
                </a:lnTo>
                <a:lnTo>
                  <a:pt x="1123179" y="136347"/>
                </a:lnTo>
                <a:lnTo>
                  <a:pt x="1123789" y="136871"/>
                </a:lnTo>
                <a:lnTo>
                  <a:pt x="1124413" y="137381"/>
                </a:lnTo>
                <a:lnTo>
                  <a:pt x="1125051" y="137876"/>
                </a:lnTo>
                <a:lnTo>
                  <a:pt x="1125703" y="138356"/>
                </a:lnTo>
                <a:lnTo>
                  <a:pt x="1126368" y="138823"/>
                </a:lnTo>
                <a:lnTo>
                  <a:pt x="1127047" y="139274"/>
                </a:lnTo>
                <a:lnTo>
                  <a:pt x="1127741" y="139711"/>
                </a:lnTo>
                <a:lnTo>
                  <a:pt x="1128448" y="140134"/>
                </a:lnTo>
                <a:lnTo>
                  <a:pt x="1129168" y="140542"/>
                </a:lnTo>
                <a:lnTo>
                  <a:pt x="1129903" y="140936"/>
                </a:lnTo>
                <a:lnTo>
                  <a:pt x="1130651" y="141314"/>
                </a:lnTo>
                <a:lnTo>
                  <a:pt x="1131410" y="141676"/>
                </a:lnTo>
                <a:lnTo>
                  <a:pt x="1132181" y="142022"/>
                </a:lnTo>
                <a:lnTo>
                  <a:pt x="1132963" y="142352"/>
                </a:lnTo>
                <a:lnTo>
                  <a:pt x="1133757" y="142666"/>
                </a:lnTo>
                <a:lnTo>
                  <a:pt x="1134563" y="142964"/>
                </a:lnTo>
                <a:lnTo>
                  <a:pt x="1135380" y="143245"/>
                </a:lnTo>
                <a:lnTo>
                  <a:pt x="1136209" y="143511"/>
                </a:lnTo>
                <a:lnTo>
                  <a:pt x="1137049" y="143760"/>
                </a:lnTo>
                <a:lnTo>
                  <a:pt x="1137901" y="143994"/>
                </a:lnTo>
                <a:lnTo>
                  <a:pt x="1138765" y="144211"/>
                </a:lnTo>
                <a:lnTo>
                  <a:pt x="1139640" y="144412"/>
                </a:lnTo>
                <a:lnTo>
                  <a:pt x="1140527" y="144597"/>
                </a:lnTo>
                <a:lnTo>
                  <a:pt x="1141425" y="144766"/>
                </a:lnTo>
                <a:lnTo>
                  <a:pt x="1142335" y="144919"/>
                </a:lnTo>
                <a:lnTo>
                  <a:pt x="1143257" y="145056"/>
                </a:lnTo>
                <a:lnTo>
                  <a:pt x="1144190" y="145177"/>
                </a:lnTo>
                <a:lnTo>
                  <a:pt x="1145134" y="145281"/>
                </a:lnTo>
                <a:lnTo>
                  <a:pt x="1146091" y="145370"/>
                </a:lnTo>
                <a:lnTo>
                  <a:pt x="1147059" y="145442"/>
                </a:lnTo>
                <a:lnTo>
                  <a:pt x="1148038" y="145498"/>
                </a:lnTo>
                <a:lnTo>
                  <a:pt x="1149029" y="145539"/>
                </a:lnTo>
                <a:lnTo>
                  <a:pt x="1150032" y="145563"/>
                </a:lnTo>
                <a:lnTo>
                  <a:pt x="1151046" y="145571"/>
                </a:lnTo>
                <a:lnTo>
                  <a:pt x="1152060" y="145563"/>
                </a:lnTo>
                <a:lnTo>
                  <a:pt x="1153063" y="145539"/>
                </a:lnTo>
                <a:lnTo>
                  <a:pt x="1154054" y="145498"/>
                </a:lnTo>
                <a:lnTo>
                  <a:pt x="1155033" y="145442"/>
                </a:lnTo>
                <a:close/>
                <a:moveTo>
                  <a:pt x="1147587" y="130565"/>
                </a:moveTo>
                <a:lnTo>
                  <a:pt x="1146762" y="130469"/>
                </a:lnTo>
                <a:lnTo>
                  <a:pt x="1145952" y="130353"/>
                </a:lnTo>
                <a:lnTo>
                  <a:pt x="1145159" y="130215"/>
                </a:lnTo>
                <a:lnTo>
                  <a:pt x="1144381" y="130055"/>
                </a:lnTo>
                <a:lnTo>
                  <a:pt x="1143618" y="129875"/>
                </a:lnTo>
                <a:lnTo>
                  <a:pt x="1142872" y="129673"/>
                </a:lnTo>
                <a:lnTo>
                  <a:pt x="1142141" y="129450"/>
                </a:lnTo>
                <a:lnTo>
                  <a:pt x="1141426" y="129206"/>
                </a:lnTo>
                <a:lnTo>
                  <a:pt x="1140727" y="128940"/>
                </a:lnTo>
                <a:lnTo>
                  <a:pt x="1140044" y="128653"/>
                </a:lnTo>
                <a:lnTo>
                  <a:pt x="1139376" y="128345"/>
                </a:lnTo>
                <a:lnTo>
                  <a:pt x="1138724" y="128016"/>
                </a:lnTo>
                <a:lnTo>
                  <a:pt x="1138088" y="127666"/>
                </a:lnTo>
                <a:lnTo>
                  <a:pt x="1137468" y="127294"/>
                </a:lnTo>
                <a:lnTo>
                  <a:pt x="1136863" y="126901"/>
                </a:lnTo>
                <a:lnTo>
                  <a:pt x="1136274" y="126487"/>
                </a:lnTo>
                <a:lnTo>
                  <a:pt x="1135701" y="126051"/>
                </a:lnTo>
                <a:lnTo>
                  <a:pt x="1135144" y="125594"/>
                </a:lnTo>
                <a:lnTo>
                  <a:pt x="1134603" y="125117"/>
                </a:lnTo>
                <a:lnTo>
                  <a:pt x="1134077" y="124617"/>
                </a:lnTo>
                <a:lnTo>
                  <a:pt x="1133570" y="124097"/>
                </a:lnTo>
                <a:lnTo>
                  <a:pt x="1133085" y="123557"/>
                </a:lnTo>
                <a:lnTo>
                  <a:pt x="1132621" y="122997"/>
                </a:lnTo>
                <a:lnTo>
                  <a:pt x="1132179" y="122418"/>
                </a:lnTo>
                <a:lnTo>
                  <a:pt x="1131759" y="121818"/>
                </a:lnTo>
                <a:lnTo>
                  <a:pt x="1131360" y="121198"/>
                </a:lnTo>
                <a:lnTo>
                  <a:pt x="1130982" y="120558"/>
                </a:lnTo>
                <a:lnTo>
                  <a:pt x="1130626" y="119898"/>
                </a:lnTo>
                <a:lnTo>
                  <a:pt x="1130292" y="119219"/>
                </a:lnTo>
                <a:lnTo>
                  <a:pt x="1129979" y="118519"/>
                </a:lnTo>
                <a:lnTo>
                  <a:pt x="1129688" y="117800"/>
                </a:lnTo>
                <a:lnTo>
                  <a:pt x="1129419" y="117060"/>
                </a:lnTo>
                <a:lnTo>
                  <a:pt x="1129171" y="116301"/>
                </a:lnTo>
                <a:lnTo>
                  <a:pt x="1128944" y="115521"/>
                </a:lnTo>
                <a:lnTo>
                  <a:pt x="1128739" y="114722"/>
                </a:lnTo>
                <a:lnTo>
                  <a:pt x="1128556" y="113902"/>
                </a:lnTo>
                <a:lnTo>
                  <a:pt x="1128394" y="113063"/>
                </a:lnTo>
                <a:lnTo>
                  <a:pt x="1128254" y="112204"/>
                </a:lnTo>
                <a:lnTo>
                  <a:pt x="1128135" y="111325"/>
                </a:lnTo>
                <a:lnTo>
                  <a:pt x="1128038" y="110426"/>
                </a:lnTo>
                <a:lnTo>
                  <a:pt x="1127963" y="109506"/>
                </a:lnTo>
                <a:lnTo>
                  <a:pt x="1127909" y="108567"/>
                </a:lnTo>
                <a:lnTo>
                  <a:pt x="1127877" y="107608"/>
                </a:lnTo>
                <a:lnTo>
                  <a:pt x="1127866" y="106629"/>
                </a:lnTo>
                <a:lnTo>
                  <a:pt x="1127866" y="79552"/>
                </a:lnTo>
                <a:lnTo>
                  <a:pt x="1127877" y="78574"/>
                </a:lnTo>
                <a:lnTo>
                  <a:pt x="1127909" y="77615"/>
                </a:lnTo>
                <a:lnTo>
                  <a:pt x="1127963" y="76675"/>
                </a:lnTo>
                <a:lnTo>
                  <a:pt x="1128038" y="75756"/>
                </a:lnTo>
                <a:lnTo>
                  <a:pt x="1128135" y="74857"/>
                </a:lnTo>
                <a:lnTo>
                  <a:pt x="1128254" y="73978"/>
                </a:lnTo>
                <a:lnTo>
                  <a:pt x="1128394" y="73119"/>
                </a:lnTo>
                <a:lnTo>
                  <a:pt x="1128556" y="72280"/>
                </a:lnTo>
                <a:lnTo>
                  <a:pt x="1128739" y="71460"/>
                </a:lnTo>
                <a:lnTo>
                  <a:pt x="1128944" y="70661"/>
                </a:lnTo>
                <a:lnTo>
                  <a:pt x="1129171" y="69882"/>
                </a:lnTo>
                <a:lnTo>
                  <a:pt x="1129419" y="69122"/>
                </a:lnTo>
                <a:lnTo>
                  <a:pt x="1129688" y="68383"/>
                </a:lnTo>
                <a:lnTo>
                  <a:pt x="1129979" y="67664"/>
                </a:lnTo>
                <a:lnTo>
                  <a:pt x="1130292" y="66964"/>
                </a:lnTo>
                <a:lnTo>
                  <a:pt x="1130626" y="66285"/>
                </a:lnTo>
                <a:lnTo>
                  <a:pt x="1130982" y="65625"/>
                </a:lnTo>
                <a:lnTo>
                  <a:pt x="1131360" y="64986"/>
                </a:lnTo>
                <a:lnTo>
                  <a:pt x="1131759" y="64366"/>
                </a:lnTo>
                <a:lnTo>
                  <a:pt x="1132179" y="63766"/>
                </a:lnTo>
                <a:lnTo>
                  <a:pt x="1132621" y="63187"/>
                </a:lnTo>
                <a:lnTo>
                  <a:pt x="1133085" y="62627"/>
                </a:lnTo>
                <a:lnTo>
                  <a:pt x="1133570" y="62087"/>
                </a:lnTo>
                <a:lnTo>
                  <a:pt x="1134077" y="61567"/>
                </a:lnTo>
                <a:lnTo>
                  <a:pt x="1134603" y="61068"/>
                </a:lnTo>
                <a:lnTo>
                  <a:pt x="1135144" y="60590"/>
                </a:lnTo>
                <a:lnTo>
                  <a:pt x="1135701" y="60133"/>
                </a:lnTo>
                <a:lnTo>
                  <a:pt x="1136274" y="59697"/>
                </a:lnTo>
                <a:lnTo>
                  <a:pt x="1136863" y="59283"/>
                </a:lnTo>
                <a:lnTo>
                  <a:pt x="1137468" y="58890"/>
                </a:lnTo>
                <a:lnTo>
                  <a:pt x="1138088" y="58518"/>
                </a:lnTo>
                <a:lnTo>
                  <a:pt x="1138724" y="58167"/>
                </a:lnTo>
                <a:lnTo>
                  <a:pt x="1139376" y="57838"/>
                </a:lnTo>
                <a:lnTo>
                  <a:pt x="1140044" y="57529"/>
                </a:lnTo>
                <a:lnTo>
                  <a:pt x="1140727" y="57243"/>
                </a:lnTo>
                <a:lnTo>
                  <a:pt x="1141426" y="56977"/>
                </a:lnTo>
                <a:lnTo>
                  <a:pt x="1142141" y="56733"/>
                </a:lnTo>
                <a:lnTo>
                  <a:pt x="1142872" y="56509"/>
                </a:lnTo>
                <a:lnTo>
                  <a:pt x="1143618" y="56307"/>
                </a:lnTo>
                <a:lnTo>
                  <a:pt x="1144381" y="56127"/>
                </a:lnTo>
                <a:lnTo>
                  <a:pt x="1145159" y="55967"/>
                </a:lnTo>
                <a:lnTo>
                  <a:pt x="1145952" y="55829"/>
                </a:lnTo>
                <a:lnTo>
                  <a:pt x="1146762" y="55712"/>
                </a:lnTo>
                <a:lnTo>
                  <a:pt x="1147587" y="55617"/>
                </a:lnTo>
                <a:lnTo>
                  <a:pt x="1148428" y="55542"/>
                </a:lnTo>
                <a:lnTo>
                  <a:pt x="1149285" y="55489"/>
                </a:lnTo>
                <a:lnTo>
                  <a:pt x="1150158" y="55457"/>
                </a:lnTo>
                <a:lnTo>
                  <a:pt x="1151046" y="55447"/>
                </a:lnTo>
                <a:lnTo>
                  <a:pt x="1151949" y="55457"/>
                </a:lnTo>
                <a:lnTo>
                  <a:pt x="1152836" y="55489"/>
                </a:lnTo>
                <a:lnTo>
                  <a:pt x="1153706" y="55542"/>
                </a:lnTo>
                <a:lnTo>
                  <a:pt x="1154559" y="55617"/>
                </a:lnTo>
                <a:lnTo>
                  <a:pt x="1155395" y="55712"/>
                </a:lnTo>
                <a:lnTo>
                  <a:pt x="1156215" y="55829"/>
                </a:lnTo>
                <a:lnTo>
                  <a:pt x="1157018" y="55967"/>
                </a:lnTo>
                <a:lnTo>
                  <a:pt x="1157804" y="56127"/>
                </a:lnTo>
                <a:lnTo>
                  <a:pt x="1158573" y="56307"/>
                </a:lnTo>
                <a:lnTo>
                  <a:pt x="1159326" y="56509"/>
                </a:lnTo>
                <a:lnTo>
                  <a:pt x="1160062" y="56733"/>
                </a:lnTo>
                <a:lnTo>
                  <a:pt x="1160781" y="56977"/>
                </a:lnTo>
                <a:lnTo>
                  <a:pt x="1161483" y="57243"/>
                </a:lnTo>
                <a:lnTo>
                  <a:pt x="1162169" y="57529"/>
                </a:lnTo>
                <a:lnTo>
                  <a:pt x="1162838" y="57838"/>
                </a:lnTo>
                <a:lnTo>
                  <a:pt x="1163490" y="58167"/>
                </a:lnTo>
                <a:lnTo>
                  <a:pt x="1164126" y="58518"/>
                </a:lnTo>
                <a:lnTo>
                  <a:pt x="1164745" y="58890"/>
                </a:lnTo>
                <a:lnTo>
                  <a:pt x="1165347" y="59283"/>
                </a:lnTo>
                <a:lnTo>
                  <a:pt x="1165932" y="59697"/>
                </a:lnTo>
                <a:lnTo>
                  <a:pt x="1166501" y="60133"/>
                </a:lnTo>
                <a:lnTo>
                  <a:pt x="1167053" y="60590"/>
                </a:lnTo>
                <a:lnTo>
                  <a:pt x="1167588" y="61068"/>
                </a:lnTo>
                <a:lnTo>
                  <a:pt x="1168106" y="61567"/>
                </a:lnTo>
                <a:lnTo>
                  <a:pt x="1168606" y="62087"/>
                </a:lnTo>
                <a:lnTo>
                  <a:pt x="1169084" y="62627"/>
                </a:lnTo>
                <a:lnTo>
                  <a:pt x="1169541" y="63187"/>
                </a:lnTo>
                <a:lnTo>
                  <a:pt x="1169976" y="63766"/>
                </a:lnTo>
                <a:lnTo>
                  <a:pt x="1170391" y="64366"/>
                </a:lnTo>
                <a:lnTo>
                  <a:pt x="1170784" y="64986"/>
                </a:lnTo>
                <a:lnTo>
                  <a:pt x="1171156" y="65625"/>
                </a:lnTo>
                <a:lnTo>
                  <a:pt x="1171506" y="66285"/>
                </a:lnTo>
                <a:lnTo>
                  <a:pt x="1171836" y="66964"/>
                </a:lnTo>
                <a:lnTo>
                  <a:pt x="1172144" y="67664"/>
                </a:lnTo>
                <a:lnTo>
                  <a:pt x="1172431" y="68383"/>
                </a:lnTo>
                <a:lnTo>
                  <a:pt x="1172696" y="69122"/>
                </a:lnTo>
                <a:lnTo>
                  <a:pt x="1172941" y="69882"/>
                </a:lnTo>
                <a:lnTo>
                  <a:pt x="1173164" y="70661"/>
                </a:lnTo>
                <a:lnTo>
                  <a:pt x="1173366" y="71460"/>
                </a:lnTo>
                <a:lnTo>
                  <a:pt x="1173547" y="72280"/>
                </a:lnTo>
                <a:lnTo>
                  <a:pt x="1173706" y="73119"/>
                </a:lnTo>
                <a:lnTo>
                  <a:pt x="1173844" y="73978"/>
                </a:lnTo>
                <a:lnTo>
                  <a:pt x="1173961" y="74857"/>
                </a:lnTo>
                <a:lnTo>
                  <a:pt x="1174057" y="75756"/>
                </a:lnTo>
                <a:lnTo>
                  <a:pt x="1174131" y="76675"/>
                </a:lnTo>
                <a:lnTo>
                  <a:pt x="1174184" y="77615"/>
                </a:lnTo>
                <a:lnTo>
                  <a:pt x="1174216" y="78574"/>
                </a:lnTo>
                <a:lnTo>
                  <a:pt x="1174227" y="79552"/>
                </a:lnTo>
                <a:lnTo>
                  <a:pt x="1174227" y="106629"/>
                </a:lnTo>
                <a:lnTo>
                  <a:pt x="1174216" y="107608"/>
                </a:lnTo>
                <a:lnTo>
                  <a:pt x="1174184" y="108567"/>
                </a:lnTo>
                <a:lnTo>
                  <a:pt x="1174131" y="109506"/>
                </a:lnTo>
                <a:lnTo>
                  <a:pt x="1174057" y="110426"/>
                </a:lnTo>
                <a:lnTo>
                  <a:pt x="1173961" y="111325"/>
                </a:lnTo>
                <a:lnTo>
                  <a:pt x="1173844" y="112204"/>
                </a:lnTo>
                <a:lnTo>
                  <a:pt x="1173706" y="113063"/>
                </a:lnTo>
                <a:lnTo>
                  <a:pt x="1173547" y="113902"/>
                </a:lnTo>
                <a:lnTo>
                  <a:pt x="1173366" y="114722"/>
                </a:lnTo>
                <a:lnTo>
                  <a:pt x="1173164" y="115521"/>
                </a:lnTo>
                <a:lnTo>
                  <a:pt x="1172941" y="116301"/>
                </a:lnTo>
                <a:lnTo>
                  <a:pt x="1172696" y="117060"/>
                </a:lnTo>
                <a:lnTo>
                  <a:pt x="1172431" y="117800"/>
                </a:lnTo>
                <a:lnTo>
                  <a:pt x="1172144" y="118519"/>
                </a:lnTo>
                <a:lnTo>
                  <a:pt x="1171836" y="119219"/>
                </a:lnTo>
                <a:lnTo>
                  <a:pt x="1171506" y="119898"/>
                </a:lnTo>
                <a:lnTo>
                  <a:pt x="1171156" y="120558"/>
                </a:lnTo>
                <a:lnTo>
                  <a:pt x="1170784" y="121198"/>
                </a:lnTo>
                <a:lnTo>
                  <a:pt x="1170391" y="121818"/>
                </a:lnTo>
                <a:lnTo>
                  <a:pt x="1169976" y="122418"/>
                </a:lnTo>
                <a:lnTo>
                  <a:pt x="1169541" y="122997"/>
                </a:lnTo>
                <a:lnTo>
                  <a:pt x="1169084" y="123557"/>
                </a:lnTo>
                <a:lnTo>
                  <a:pt x="1168606" y="124097"/>
                </a:lnTo>
                <a:lnTo>
                  <a:pt x="1168106" y="124617"/>
                </a:lnTo>
                <a:lnTo>
                  <a:pt x="1167588" y="125117"/>
                </a:lnTo>
                <a:lnTo>
                  <a:pt x="1167053" y="125594"/>
                </a:lnTo>
                <a:lnTo>
                  <a:pt x="1166501" y="126051"/>
                </a:lnTo>
                <a:lnTo>
                  <a:pt x="1165932" y="126487"/>
                </a:lnTo>
                <a:lnTo>
                  <a:pt x="1165347" y="126901"/>
                </a:lnTo>
                <a:lnTo>
                  <a:pt x="1164745" y="127294"/>
                </a:lnTo>
                <a:lnTo>
                  <a:pt x="1164126" y="127666"/>
                </a:lnTo>
                <a:lnTo>
                  <a:pt x="1163490" y="128016"/>
                </a:lnTo>
                <a:lnTo>
                  <a:pt x="1162838" y="128345"/>
                </a:lnTo>
                <a:lnTo>
                  <a:pt x="1162169" y="128653"/>
                </a:lnTo>
                <a:lnTo>
                  <a:pt x="1161483" y="128940"/>
                </a:lnTo>
                <a:lnTo>
                  <a:pt x="1160781" y="129206"/>
                </a:lnTo>
                <a:lnTo>
                  <a:pt x="1160062" y="129450"/>
                </a:lnTo>
                <a:lnTo>
                  <a:pt x="1159326" y="129673"/>
                </a:lnTo>
                <a:lnTo>
                  <a:pt x="1158573" y="129875"/>
                </a:lnTo>
                <a:lnTo>
                  <a:pt x="1157804" y="130055"/>
                </a:lnTo>
                <a:lnTo>
                  <a:pt x="1157018" y="130215"/>
                </a:lnTo>
                <a:lnTo>
                  <a:pt x="1156215" y="130353"/>
                </a:lnTo>
                <a:lnTo>
                  <a:pt x="1155395" y="130469"/>
                </a:lnTo>
                <a:lnTo>
                  <a:pt x="1154559" y="130565"/>
                </a:lnTo>
                <a:lnTo>
                  <a:pt x="1153706" y="130639"/>
                </a:lnTo>
                <a:lnTo>
                  <a:pt x="1152836" y="130693"/>
                </a:lnTo>
                <a:lnTo>
                  <a:pt x="1151949" y="130724"/>
                </a:lnTo>
                <a:lnTo>
                  <a:pt x="1151046" y="130735"/>
                </a:lnTo>
                <a:lnTo>
                  <a:pt x="1150158" y="130724"/>
                </a:lnTo>
                <a:lnTo>
                  <a:pt x="1149285" y="130693"/>
                </a:lnTo>
                <a:lnTo>
                  <a:pt x="1148428" y="130639"/>
                </a:lnTo>
                <a:lnTo>
                  <a:pt x="1147587" y="130565"/>
                </a:lnTo>
                <a:close/>
                <a:moveTo>
                  <a:pt x="1001206" y="177467"/>
                </a:moveTo>
                <a:lnTo>
                  <a:pt x="1017898" y="177467"/>
                </a:lnTo>
                <a:lnTo>
                  <a:pt x="1017898" y="147798"/>
                </a:lnTo>
                <a:lnTo>
                  <a:pt x="1017525" y="124617"/>
                </a:lnTo>
                <a:lnTo>
                  <a:pt x="1018141" y="124617"/>
                </a:lnTo>
                <a:lnTo>
                  <a:pt x="1018236" y="125311"/>
                </a:lnTo>
                <a:lnTo>
                  <a:pt x="1018385" y="126181"/>
                </a:lnTo>
                <a:lnTo>
                  <a:pt x="1018561" y="127035"/>
                </a:lnTo>
                <a:lnTo>
                  <a:pt x="1018764" y="127872"/>
                </a:lnTo>
                <a:lnTo>
                  <a:pt x="1018993" y="128693"/>
                </a:lnTo>
                <a:lnTo>
                  <a:pt x="1019250" y="129499"/>
                </a:lnTo>
                <a:lnTo>
                  <a:pt x="1019534" y="130288"/>
                </a:lnTo>
                <a:lnTo>
                  <a:pt x="1019845" y="131061"/>
                </a:lnTo>
                <a:lnTo>
                  <a:pt x="1020183" y="131818"/>
                </a:lnTo>
                <a:lnTo>
                  <a:pt x="1020548" y="132559"/>
                </a:lnTo>
                <a:lnTo>
                  <a:pt x="1020940" y="133284"/>
                </a:lnTo>
                <a:lnTo>
                  <a:pt x="1021359" y="133993"/>
                </a:lnTo>
                <a:lnTo>
                  <a:pt x="1021806" y="134685"/>
                </a:lnTo>
                <a:lnTo>
                  <a:pt x="1022279" y="135362"/>
                </a:lnTo>
                <a:lnTo>
                  <a:pt x="1022779" y="136022"/>
                </a:lnTo>
                <a:lnTo>
                  <a:pt x="1023306" y="136666"/>
                </a:lnTo>
                <a:lnTo>
                  <a:pt x="1023860" y="137295"/>
                </a:lnTo>
                <a:lnTo>
                  <a:pt x="1024442" y="137907"/>
                </a:lnTo>
                <a:lnTo>
                  <a:pt x="1025050" y="138503"/>
                </a:lnTo>
                <a:lnTo>
                  <a:pt x="1025686" y="139082"/>
                </a:lnTo>
                <a:lnTo>
                  <a:pt x="1026343" y="139642"/>
                </a:lnTo>
                <a:lnTo>
                  <a:pt x="1027016" y="140178"/>
                </a:lnTo>
                <a:lnTo>
                  <a:pt x="1027705" y="140690"/>
                </a:lnTo>
                <a:lnTo>
                  <a:pt x="1028411" y="141178"/>
                </a:lnTo>
                <a:lnTo>
                  <a:pt x="1029132" y="141643"/>
                </a:lnTo>
                <a:lnTo>
                  <a:pt x="1029870" y="142083"/>
                </a:lnTo>
                <a:lnTo>
                  <a:pt x="1030624" y="142500"/>
                </a:lnTo>
                <a:lnTo>
                  <a:pt x="1031394" y="142893"/>
                </a:lnTo>
                <a:lnTo>
                  <a:pt x="1032179" y="143262"/>
                </a:lnTo>
                <a:lnTo>
                  <a:pt x="1032981" y="143608"/>
                </a:lnTo>
                <a:lnTo>
                  <a:pt x="1033799" y="143929"/>
                </a:lnTo>
                <a:lnTo>
                  <a:pt x="1034634" y="144227"/>
                </a:lnTo>
                <a:lnTo>
                  <a:pt x="1035484" y="144501"/>
                </a:lnTo>
                <a:lnTo>
                  <a:pt x="1036350" y="144751"/>
                </a:lnTo>
                <a:lnTo>
                  <a:pt x="1037233" y="144977"/>
                </a:lnTo>
                <a:lnTo>
                  <a:pt x="1038131" y="145179"/>
                </a:lnTo>
                <a:lnTo>
                  <a:pt x="1039046" y="145358"/>
                </a:lnTo>
                <a:lnTo>
                  <a:pt x="1039976" y="145513"/>
                </a:lnTo>
                <a:lnTo>
                  <a:pt x="1040923" y="145644"/>
                </a:lnTo>
                <a:lnTo>
                  <a:pt x="1041886" y="145751"/>
                </a:lnTo>
                <a:lnTo>
                  <a:pt x="1042865" y="145834"/>
                </a:lnTo>
                <a:lnTo>
                  <a:pt x="1043860" y="145894"/>
                </a:lnTo>
                <a:lnTo>
                  <a:pt x="1044871" y="145930"/>
                </a:lnTo>
                <a:lnTo>
                  <a:pt x="1045898" y="145941"/>
                </a:lnTo>
                <a:lnTo>
                  <a:pt x="1046758" y="145933"/>
                </a:lnTo>
                <a:lnTo>
                  <a:pt x="1047609" y="145909"/>
                </a:lnTo>
                <a:lnTo>
                  <a:pt x="1048450" y="145869"/>
                </a:lnTo>
                <a:lnTo>
                  <a:pt x="1049280" y="145813"/>
                </a:lnTo>
                <a:lnTo>
                  <a:pt x="1050101" y="145740"/>
                </a:lnTo>
                <a:lnTo>
                  <a:pt x="1050912" y="145652"/>
                </a:lnTo>
                <a:lnTo>
                  <a:pt x="1051712" y="145547"/>
                </a:lnTo>
                <a:lnTo>
                  <a:pt x="1052503" y="145426"/>
                </a:lnTo>
                <a:lnTo>
                  <a:pt x="1053284" y="145290"/>
                </a:lnTo>
                <a:lnTo>
                  <a:pt x="1054054" y="145137"/>
                </a:lnTo>
                <a:lnTo>
                  <a:pt x="1054815" y="144968"/>
                </a:lnTo>
                <a:lnTo>
                  <a:pt x="1055566" y="144783"/>
                </a:lnTo>
                <a:lnTo>
                  <a:pt x="1056307" y="144582"/>
                </a:lnTo>
                <a:lnTo>
                  <a:pt x="1057037" y="144364"/>
                </a:lnTo>
                <a:lnTo>
                  <a:pt x="1057758" y="144131"/>
                </a:lnTo>
                <a:lnTo>
                  <a:pt x="1058469" y="143882"/>
                </a:lnTo>
                <a:lnTo>
                  <a:pt x="1059170" y="143616"/>
                </a:lnTo>
                <a:lnTo>
                  <a:pt x="1059860" y="143334"/>
                </a:lnTo>
                <a:lnTo>
                  <a:pt x="1060541" y="143037"/>
                </a:lnTo>
                <a:lnTo>
                  <a:pt x="1061212" y="142723"/>
                </a:lnTo>
                <a:lnTo>
                  <a:pt x="1061873" y="142393"/>
                </a:lnTo>
                <a:lnTo>
                  <a:pt x="1062524" y="142047"/>
                </a:lnTo>
                <a:lnTo>
                  <a:pt x="1063164" y="141685"/>
                </a:lnTo>
                <a:lnTo>
                  <a:pt x="1063795" y="141307"/>
                </a:lnTo>
                <a:lnTo>
                  <a:pt x="1064415" y="140914"/>
                </a:lnTo>
                <a:lnTo>
                  <a:pt x="1065024" y="140507"/>
                </a:lnTo>
                <a:lnTo>
                  <a:pt x="1065620" y="140087"/>
                </a:lnTo>
                <a:lnTo>
                  <a:pt x="1066206" y="139653"/>
                </a:lnTo>
                <a:lnTo>
                  <a:pt x="1066779" y="139206"/>
                </a:lnTo>
                <a:lnTo>
                  <a:pt x="1067341" y="138746"/>
                </a:lnTo>
                <a:lnTo>
                  <a:pt x="1067892" y="138271"/>
                </a:lnTo>
                <a:lnTo>
                  <a:pt x="1068431" y="137784"/>
                </a:lnTo>
                <a:lnTo>
                  <a:pt x="1068958" y="137282"/>
                </a:lnTo>
                <a:lnTo>
                  <a:pt x="1069474" y="136768"/>
                </a:lnTo>
                <a:lnTo>
                  <a:pt x="1069978" y="136239"/>
                </a:lnTo>
                <a:lnTo>
                  <a:pt x="1070470" y="135697"/>
                </a:lnTo>
                <a:lnTo>
                  <a:pt x="1070951" y="135142"/>
                </a:lnTo>
                <a:lnTo>
                  <a:pt x="1071421" y="134573"/>
                </a:lnTo>
                <a:lnTo>
                  <a:pt x="1071878" y="133991"/>
                </a:lnTo>
                <a:lnTo>
                  <a:pt x="1072324" y="133395"/>
                </a:lnTo>
                <a:lnTo>
                  <a:pt x="1072759" y="132785"/>
                </a:lnTo>
                <a:lnTo>
                  <a:pt x="1073182" y="132162"/>
                </a:lnTo>
                <a:lnTo>
                  <a:pt x="1073593" y="131526"/>
                </a:lnTo>
                <a:lnTo>
                  <a:pt x="1073993" y="130876"/>
                </a:lnTo>
                <a:lnTo>
                  <a:pt x="1074381" y="130212"/>
                </a:lnTo>
                <a:lnTo>
                  <a:pt x="1074758" y="129535"/>
                </a:lnTo>
                <a:lnTo>
                  <a:pt x="1075123" y="128844"/>
                </a:lnTo>
                <a:lnTo>
                  <a:pt x="1075476" y="128140"/>
                </a:lnTo>
                <a:lnTo>
                  <a:pt x="1075816" y="127424"/>
                </a:lnTo>
                <a:lnTo>
                  <a:pt x="1076143" y="126696"/>
                </a:lnTo>
                <a:lnTo>
                  <a:pt x="1076454" y="125958"/>
                </a:lnTo>
                <a:lnTo>
                  <a:pt x="1076751" y="125209"/>
                </a:lnTo>
                <a:lnTo>
                  <a:pt x="1077034" y="124449"/>
                </a:lnTo>
                <a:lnTo>
                  <a:pt x="1077302" y="123678"/>
                </a:lnTo>
                <a:lnTo>
                  <a:pt x="1077556" y="122895"/>
                </a:lnTo>
                <a:lnTo>
                  <a:pt x="1077795" y="122102"/>
                </a:lnTo>
                <a:lnTo>
                  <a:pt x="1078019" y="121298"/>
                </a:lnTo>
                <a:lnTo>
                  <a:pt x="1078229" y="120484"/>
                </a:lnTo>
                <a:lnTo>
                  <a:pt x="1078425" y="119658"/>
                </a:lnTo>
                <a:lnTo>
                  <a:pt x="1078606" y="118821"/>
                </a:lnTo>
                <a:lnTo>
                  <a:pt x="1078773" y="117973"/>
                </a:lnTo>
                <a:lnTo>
                  <a:pt x="1078925" y="117114"/>
                </a:lnTo>
                <a:lnTo>
                  <a:pt x="1079063" y="116245"/>
                </a:lnTo>
                <a:lnTo>
                  <a:pt x="1079186" y="115364"/>
                </a:lnTo>
                <a:lnTo>
                  <a:pt x="1079295" y="114473"/>
                </a:lnTo>
                <a:lnTo>
                  <a:pt x="1079389" y="113570"/>
                </a:lnTo>
                <a:lnTo>
                  <a:pt x="1079468" y="112657"/>
                </a:lnTo>
                <a:lnTo>
                  <a:pt x="1079534" y="111732"/>
                </a:lnTo>
                <a:lnTo>
                  <a:pt x="1079584" y="110797"/>
                </a:lnTo>
                <a:lnTo>
                  <a:pt x="1079621" y="109851"/>
                </a:lnTo>
                <a:lnTo>
                  <a:pt x="1079642" y="108893"/>
                </a:lnTo>
                <a:lnTo>
                  <a:pt x="1079650" y="107925"/>
                </a:lnTo>
                <a:lnTo>
                  <a:pt x="1079650" y="78070"/>
                </a:lnTo>
                <a:lnTo>
                  <a:pt x="1079634" y="76615"/>
                </a:lnTo>
                <a:lnTo>
                  <a:pt x="1079586" y="75186"/>
                </a:lnTo>
                <a:lnTo>
                  <a:pt x="1079506" y="73783"/>
                </a:lnTo>
                <a:lnTo>
                  <a:pt x="1079395" y="72406"/>
                </a:lnTo>
                <a:lnTo>
                  <a:pt x="1079251" y="71055"/>
                </a:lnTo>
                <a:lnTo>
                  <a:pt x="1079076" y="69731"/>
                </a:lnTo>
                <a:lnTo>
                  <a:pt x="1078869" y="68432"/>
                </a:lnTo>
                <a:lnTo>
                  <a:pt x="1078630" y="67160"/>
                </a:lnTo>
                <a:lnTo>
                  <a:pt x="1078359" y="65913"/>
                </a:lnTo>
                <a:lnTo>
                  <a:pt x="1078056" y="64693"/>
                </a:lnTo>
                <a:lnTo>
                  <a:pt x="1077721" y="63499"/>
                </a:lnTo>
                <a:lnTo>
                  <a:pt x="1077355" y="62331"/>
                </a:lnTo>
                <a:lnTo>
                  <a:pt x="1076956" y="61189"/>
                </a:lnTo>
                <a:lnTo>
                  <a:pt x="1076526" y="60073"/>
                </a:lnTo>
                <a:lnTo>
                  <a:pt x="1076064" y="58983"/>
                </a:lnTo>
                <a:lnTo>
                  <a:pt x="1075570" y="57919"/>
                </a:lnTo>
                <a:lnTo>
                  <a:pt x="1075044" y="56881"/>
                </a:lnTo>
                <a:lnTo>
                  <a:pt x="1074486" y="55870"/>
                </a:lnTo>
                <a:lnTo>
                  <a:pt x="1073897" y="54884"/>
                </a:lnTo>
                <a:lnTo>
                  <a:pt x="1073275" y="53925"/>
                </a:lnTo>
                <a:lnTo>
                  <a:pt x="1072622" y="52991"/>
                </a:lnTo>
                <a:lnTo>
                  <a:pt x="1071936" y="52084"/>
                </a:lnTo>
                <a:lnTo>
                  <a:pt x="1071219" y="51203"/>
                </a:lnTo>
                <a:lnTo>
                  <a:pt x="1070470" y="50348"/>
                </a:lnTo>
                <a:lnTo>
                  <a:pt x="1069695" y="49523"/>
                </a:lnTo>
                <a:lnTo>
                  <a:pt x="1068897" y="48733"/>
                </a:lnTo>
                <a:lnTo>
                  <a:pt x="1068078" y="47979"/>
                </a:lnTo>
                <a:lnTo>
                  <a:pt x="1067238" y="47259"/>
                </a:lnTo>
                <a:lnTo>
                  <a:pt x="1066376" y="46575"/>
                </a:lnTo>
                <a:lnTo>
                  <a:pt x="1065492" y="45926"/>
                </a:lnTo>
                <a:lnTo>
                  <a:pt x="1064587" y="45312"/>
                </a:lnTo>
                <a:lnTo>
                  <a:pt x="1063660" y="44733"/>
                </a:lnTo>
                <a:lnTo>
                  <a:pt x="1062712" y="44189"/>
                </a:lnTo>
                <a:lnTo>
                  <a:pt x="1061742" y="43680"/>
                </a:lnTo>
                <a:lnTo>
                  <a:pt x="1060751" y="43206"/>
                </a:lnTo>
                <a:lnTo>
                  <a:pt x="1059737" y="42767"/>
                </a:lnTo>
                <a:lnTo>
                  <a:pt x="1058703" y="42364"/>
                </a:lnTo>
                <a:lnTo>
                  <a:pt x="1057647" y="41995"/>
                </a:lnTo>
                <a:lnTo>
                  <a:pt x="1056569" y="41662"/>
                </a:lnTo>
                <a:lnTo>
                  <a:pt x="1055469" y="41363"/>
                </a:lnTo>
                <a:lnTo>
                  <a:pt x="1054348" y="41100"/>
                </a:lnTo>
                <a:lnTo>
                  <a:pt x="1053206" y="40872"/>
                </a:lnTo>
                <a:lnTo>
                  <a:pt x="1052042" y="40679"/>
                </a:lnTo>
                <a:lnTo>
                  <a:pt x="1050856" y="40521"/>
                </a:lnTo>
                <a:lnTo>
                  <a:pt x="1049649" y="40398"/>
                </a:lnTo>
                <a:lnTo>
                  <a:pt x="1048420" y="40310"/>
                </a:lnTo>
                <a:lnTo>
                  <a:pt x="1047170" y="40258"/>
                </a:lnTo>
                <a:lnTo>
                  <a:pt x="1045898" y="40240"/>
                </a:lnTo>
                <a:lnTo>
                  <a:pt x="1044855" y="40252"/>
                </a:lnTo>
                <a:lnTo>
                  <a:pt x="1043830" y="40287"/>
                </a:lnTo>
                <a:lnTo>
                  <a:pt x="1042822" y="40346"/>
                </a:lnTo>
                <a:lnTo>
                  <a:pt x="1041831" y="40428"/>
                </a:lnTo>
                <a:lnTo>
                  <a:pt x="1040857" y="40534"/>
                </a:lnTo>
                <a:lnTo>
                  <a:pt x="1039900" y="40663"/>
                </a:lnTo>
                <a:lnTo>
                  <a:pt x="1038960" y="40816"/>
                </a:lnTo>
                <a:lnTo>
                  <a:pt x="1038038" y="40992"/>
                </a:lnTo>
                <a:lnTo>
                  <a:pt x="1037132" y="41192"/>
                </a:lnTo>
                <a:lnTo>
                  <a:pt x="1036243" y="41415"/>
                </a:lnTo>
                <a:lnTo>
                  <a:pt x="1035371" y="41662"/>
                </a:lnTo>
                <a:lnTo>
                  <a:pt x="1034517" y="41932"/>
                </a:lnTo>
                <a:lnTo>
                  <a:pt x="1033679" y="42226"/>
                </a:lnTo>
                <a:lnTo>
                  <a:pt x="1032859" y="42543"/>
                </a:lnTo>
                <a:lnTo>
                  <a:pt x="1032055" y="42884"/>
                </a:lnTo>
                <a:lnTo>
                  <a:pt x="1031269" y="43249"/>
                </a:lnTo>
                <a:lnTo>
                  <a:pt x="1030500" y="43636"/>
                </a:lnTo>
                <a:lnTo>
                  <a:pt x="1029748" y="44048"/>
                </a:lnTo>
                <a:lnTo>
                  <a:pt x="1029012" y="44482"/>
                </a:lnTo>
                <a:lnTo>
                  <a:pt x="1028294" y="44941"/>
                </a:lnTo>
                <a:lnTo>
                  <a:pt x="1027593" y="45422"/>
                </a:lnTo>
                <a:lnTo>
                  <a:pt x="1026909" y="45928"/>
                </a:lnTo>
                <a:lnTo>
                  <a:pt x="1026242" y="46457"/>
                </a:lnTo>
                <a:lnTo>
                  <a:pt x="1025592" y="47009"/>
                </a:lnTo>
                <a:lnTo>
                  <a:pt x="1024964" y="47581"/>
                </a:lnTo>
                <a:lnTo>
                  <a:pt x="1024363" y="48171"/>
                </a:lnTo>
                <a:lnTo>
                  <a:pt x="1023789" y="48778"/>
                </a:lnTo>
                <a:lnTo>
                  <a:pt x="1023241" y="49401"/>
                </a:lnTo>
                <a:lnTo>
                  <a:pt x="1022720" y="50042"/>
                </a:lnTo>
                <a:lnTo>
                  <a:pt x="1022226" y="50700"/>
                </a:lnTo>
                <a:lnTo>
                  <a:pt x="1021759" y="51375"/>
                </a:lnTo>
                <a:lnTo>
                  <a:pt x="1021318" y="52067"/>
                </a:lnTo>
                <a:lnTo>
                  <a:pt x="1020904" y="52776"/>
                </a:lnTo>
                <a:lnTo>
                  <a:pt x="1020516" y="53503"/>
                </a:lnTo>
                <a:lnTo>
                  <a:pt x="1020156" y="54246"/>
                </a:lnTo>
                <a:lnTo>
                  <a:pt x="1019822" y="55006"/>
                </a:lnTo>
                <a:lnTo>
                  <a:pt x="1019515" y="55783"/>
                </a:lnTo>
                <a:lnTo>
                  <a:pt x="1019234" y="56578"/>
                </a:lnTo>
                <a:lnTo>
                  <a:pt x="1018980" y="57389"/>
                </a:lnTo>
                <a:lnTo>
                  <a:pt x="1018753" y="58218"/>
                </a:lnTo>
                <a:lnTo>
                  <a:pt x="1018553" y="59064"/>
                </a:lnTo>
                <a:lnTo>
                  <a:pt x="1018379" y="59926"/>
                </a:lnTo>
                <a:lnTo>
                  <a:pt x="1018232" y="60806"/>
                </a:lnTo>
                <a:lnTo>
                  <a:pt x="1018131" y="61564"/>
                </a:lnTo>
                <a:lnTo>
                  <a:pt x="1017898" y="61564"/>
                </a:lnTo>
                <a:lnTo>
                  <a:pt x="1017898" y="42094"/>
                </a:lnTo>
                <a:lnTo>
                  <a:pt x="1001206" y="42094"/>
                </a:lnTo>
                <a:lnTo>
                  <a:pt x="1001206" y="177467"/>
                </a:lnTo>
                <a:close/>
                <a:moveTo>
                  <a:pt x="1037049" y="131299"/>
                </a:moveTo>
                <a:lnTo>
                  <a:pt x="1036262" y="131197"/>
                </a:lnTo>
                <a:lnTo>
                  <a:pt x="1035490" y="131074"/>
                </a:lnTo>
                <a:lnTo>
                  <a:pt x="1034733" y="130927"/>
                </a:lnTo>
                <a:lnTo>
                  <a:pt x="1033989" y="130758"/>
                </a:lnTo>
                <a:lnTo>
                  <a:pt x="1033260" y="130566"/>
                </a:lnTo>
                <a:lnTo>
                  <a:pt x="1032544" y="130352"/>
                </a:lnTo>
                <a:lnTo>
                  <a:pt x="1031843" y="130116"/>
                </a:lnTo>
                <a:lnTo>
                  <a:pt x="1031156" y="129856"/>
                </a:lnTo>
                <a:lnTo>
                  <a:pt x="1030483" y="129575"/>
                </a:lnTo>
                <a:lnTo>
                  <a:pt x="1029824" y="129270"/>
                </a:lnTo>
                <a:lnTo>
                  <a:pt x="1029180" y="128944"/>
                </a:lnTo>
                <a:lnTo>
                  <a:pt x="1028549" y="128594"/>
                </a:lnTo>
                <a:lnTo>
                  <a:pt x="1027933" y="128222"/>
                </a:lnTo>
                <a:lnTo>
                  <a:pt x="1027331" y="127828"/>
                </a:lnTo>
                <a:lnTo>
                  <a:pt x="1026743" y="127411"/>
                </a:lnTo>
                <a:lnTo>
                  <a:pt x="1026170" y="126971"/>
                </a:lnTo>
                <a:lnTo>
                  <a:pt x="1025610" y="126509"/>
                </a:lnTo>
                <a:lnTo>
                  <a:pt x="1025065" y="126025"/>
                </a:lnTo>
                <a:lnTo>
                  <a:pt x="1024533" y="125518"/>
                </a:lnTo>
                <a:lnTo>
                  <a:pt x="1024016" y="124988"/>
                </a:lnTo>
                <a:lnTo>
                  <a:pt x="1023517" y="124438"/>
                </a:lnTo>
                <a:lnTo>
                  <a:pt x="1023039" y="123871"/>
                </a:lnTo>
                <a:lnTo>
                  <a:pt x="1022582" y="123287"/>
                </a:lnTo>
                <a:lnTo>
                  <a:pt x="1022147" y="122685"/>
                </a:lnTo>
                <a:lnTo>
                  <a:pt x="1021733" y="122066"/>
                </a:lnTo>
                <a:lnTo>
                  <a:pt x="1021340" y="121430"/>
                </a:lnTo>
                <a:lnTo>
                  <a:pt x="1020968" y="120776"/>
                </a:lnTo>
                <a:lnTo>
                  <a:pt x="1020617" y="120104"/>
                </a:lnTo>
                <a:lnTo>
                  <a:pt x="1020288" y="119416"/>
                </a:lnTo>
                <a:lnTo>
                  <a:pt x="1019980" y="118710"/>
                </a:lnTo>
                <a:lnTo>
                  <a:pt x="1019693" y="117986"/>
                </a:lnTo>
                <a:lnTo>
                  <a:pt x="1019428" y="117245"/>
                </a:lnTo>
                <a:lnTo>
                  <a:pt x="1019184" y="116487"/>
                </a:lnTo>
                <a:lnTo>
                  <a:pt x="1018961" y="115712"/>
                </a:lnTo>
                <a:lnTo>
                  <a:pt x="1018759" y="114919"/>
                </a:lnTo>
                <a:lnTo>
                  <a:pt x="1018578" y="114108"/>
                </a:lnTo>
                <a:lnTo>
                  <a:pt x="1018419" y="113281"/>
                </a:lnTo>
                <a:lnTo>
                  <a:pt x="1018281" y="112436"/>
                </a:lnTo>
                <a:lnTo>
                  <a:pt x="1018164" y="111573"/>
                </a:lnTo>
                <a:lnTo>
                  <a:pt x="1018068" y="110693"/>
                </a:lnTo>
                <a:lnTo>
                  <a:pt x="1017994" y="109796"/>
                </a:lnTo>
                <a:lnTo>
                  <a:pt x="1017941" y="108881"/>
                </a:lnTo>
                <a:lnTo>
                  <a:pt x="1017909" y="107949"/>
                </a:lnTo>
                <a:lnTo>
                  <a:pt x="1017898" y="107000"/>
                </a:lnTo>
                <a:lnTo>
                  <a:pt x="1017898" y="79182"/>
                </a:lnTo>
                <a:lnTo>
                  <a:pt x="1017909" y="78232"/>
                </a:lnTo>
                <a:lnTo>
                  <a:pt x="1017941" y="77300"/>
                </a:lnTo>
                <a:lnTo>
                  <a:pt x="1017994" y="76386"/>
                </a:lnTo>
                <a:lnTo>
                  <a:pt x="1018068" y="75489"/>
                </a:lnTo>
                <a:lnTo>
                  <a:pt x="1018164" y="74609"/>
                </a:lnTo>
                <a:lnTo>
                  <a:pt x="1018281" y="73746"/>
                </a:lnTo>
                <a:lnTo>
                  <a:pt x="1018419" y="72901"/>
                </a:lnTo>
                <a:lnTo>
                  <a:pt x="1018578" y="72074"/>
                </a:lnTo>
                <a:lnTo>
                  <a:pt x="1018759" y="71264"/>
                </a:lnTo>
                <a:lnTo>
                  <a:pt x="1018961" y="70471"/>
                </a:lnTo>
                <a:lnTo>
                  <a:pt x="1019184" y="69695"/>
                </a:lnTo>
                <a:lnTo>
                  <a:pt x="1019428" y="68937"/>
                </a:lnTo>
                <a:lnTo>
                  <a:pt x="1019693" y="68196"/>
                </a:lnTo>
                <a:lnTo>
                  <a:pt x="1019980" y="67473"/>
                </a:lnTo>
                <a:lnTo>
                  <a:pt x="1020288" y="66767"/>
                </a:lnTo>
                <a:lnTo>
                  <a:pt x="1020617" y="66079"/>
                </a:lnTo>
                <a:lnTo>
                  <a:pt x="1020968" y="65408"/>
                </a:lnTo>
                <a:lnTo>
                  <a:pt x="1021340" y="64754"/>
                </a:lnTo>
                <a:lnTo>
                  <a:pt x="1021733" y="64117"/>
                </a:lnTo>
                <a:lnTo>
                  <a:pt x="1022147" y="63499"/>
                </a:lnTo>
                <a:lnTo>
                  <a:pt x="1022582" y="62897"/>
                </a:lnTo>
                <a:lnTo>
                  <a:pt x="1023039" y="62313"/>
                </a:lnTo>
                <a:lnTo>
                  <a:pt x="1023517" y="61746"/>
                </a:lnTo>
                <a:lnTo>
                  <a:pt x="1024016" y="61197"/>
                </a:lnTo>
                <a:lnTo>
                  <a:pt x="1024533" y="60667"/>
                </a:lnTo>
                <a:lnTo>
                  <a:pt x="1025065" y="60160"/>
                </a:lnTo>
                <a:lnTo>
                  <a:pt x="1025610" y="59675"/>
                </a:lnTo>
                <a:lnTo>
                  <a:pt x="1026170" y="59213"/>
                </a:lnTo>
                <a:lnTo>
                  <a:pt x="1026743" y="58774"/>
                </a:lnTo>
                <a:lnTo>
                  <a:pt x="1027331" y="58357"/>
                </a:lnTo>
                <a:lnTo>
                  <a:pt x="1027933" y="57962"/>
                </a:lnTo>
                <a:lnTo>
                  <a:pt x="1028549" y="57590"/>
                </a:lnTo>
                <a:lnTo>
                  <a:pt x="1029180" y="57241"/>
                </a:lnTo>
                <a:lnTo>
                  <a:pt x="1029824" y="56914"/>
                </a:lnTo>
                <a:lnTo>
                  <a:pt x="1030483" y="56610"/>
                </a:lnTo>
                <a:lnTo>
                  <a:pt x="1031156" y="56328"/>
                </a:lnTo>
                <a:lnTo>
                  <a:pt x="1031843" y="56069"/>
                </a:lnTo>
                <a:lnTo>
                  <a:pt x="1032544" y="55832"/>
                </a:lnTo>
                <a:lnTo>
                  <a:pt x="1033260" y="55618"/>
                </a:lnTo>
                <a:lnTo>
                  <a:pt x="1033989" y="55427"/>
                </a:lnTo>
                <a:lnTo>
                  <a:pt x="1034733" y="55258"/>
                </a:lnTo>
                <a:lnTo>
                  <a:pt x="1035490" y="55111"/>
                </a:lnTo>
                <a:lnTo>
                  <a:pt x="1036262" y="54987"/>
                </a:lnTo>
                <a:lnTo>
                  <a:pt x="1037049" y="54886"/>
                </a:lnTo>
                <a:lnTo>
                  <a:pt x="1037849" y="54807"/>
                </a:lnTo>
                <a:lnTo>
                  <a:pt x="1038663" y="54750"/>
                </a:lnTo>
                <a:lnTo>
                  <a:pt x="1039492" y="54717"/>
                </a:lnTo>
                <a:lnTo>
                  <a:pt x="1040335" y="54705"/>
                </a:lnTo>
                <a:lnTo>
                  <a:pt x="1041208" y="54716"/>
                </a:lnTo>
                <a:lnTo>
                  <a:pt x="1042065" y="54749"/>
                </a:lnTo>
                <a:lnTo>
                  <a:pt x="1042907" y="54804"/>
                </a:lnTo>
                <a:lnTo>
                  <a:pt x="1043732" y="54881"/>
                </a:lnTo>
                <a:lnTo>
                  <a:pt x="1044542" y="54979"/>
                </a:lnTo>
                <a:lnTo>
                  <a:pt x="1045336" y="55099"/>
                </a:lnTo>
                <a:lnTo>
                  <a:pt x="1046115" y="55242"/>
                </a:lnTo>
                <a:lnTo>
                  <a:pt x="1046877" y="55406"/>
                </a:lnTo>
                <a:lnTo>
                  <a:pt x="1047624" y="55592"/>
                </a:lnTo>
                <a:lnTo>
                  <a:pt x="1048355" y="55800"/>
                </a:lnTo>
                <a:lnTo>
                  <a:pt x="1049071" y="56030"/>
                </a:lnTo>
                <a:lnTo>
                  <a:pt x="1049770" y="56282"/>
                </a:lnTo>
                <a:lnTo>
                  <a:pt x="1050454" y="56555"/>
                </a:lnTo>
                <a:lnTo>
                  <a:pt x="1051122" y="56851"/>
                </a:lnTo>
                <a:lnTo>
                  <a:pt x="1051774" y="57168"/>
                </a:lnTo>
                <a:lnTo>
                  <a:pt x="1052410" y="57507"/>
                </a:lnTo>
                <a:lnTo>
                  <a:pt x="1053031" y="57869"/>
                </a:lnTo>
                <a:lnTo>
                  <a:pt x="1053636" y="58252"/>
                </a:lnTo>
                <a:lnTo>
                  <a:pt x="1054225" y="58657"/>
                </a:lnTo>
                <a:lnTo>
                  <a:pt x="1054798" y="59084"/>
                </a:lnTo>
                <a:lnTo>
                  <a:pt x="1055356" y="59532"/>
                </a:lnTo>
                <a:lnTo>
                  <a:pt x="1055897" y="60003"/>
                </a:lnTo>
                <a:lnTo>
                  <a:pt x="1056423" y="60495"/>
                </a:lnTo>
                <a:lnTo>
                  <a:pt x="1056933" y="61010"/>
                </a:lnTo>
                <a:lnTo>
                  <a:pt x="1057425" y="61545"/>
                </a:lnTo>
                <a:lnTo>
                  <a:pt x="1057896" y="62099"/>
                </a:lnTo>
                <a:lnTo>
                  <a:pt x="1058346" y="62673"/>
                </a:lnTo>
                <a:lnTo>
                  <a:pt x="1058775" y="63266"/>
                </a:lnTo>
                <a:lnTo>
                  <a:pt x="1059183" y="63878"/>
                </a:lnTo>
                <a:lnTo>
                  <a:pt x="1059570" y="64510"/>
                </a:lnTo>
                <a:lnTo>
                  <a:pt x="1059936" y="65161"/>
                </a:lnTo>
                <a:lnTo>
                  <a:pt x="1060282" y="65831"/>
                </a:lnTo>
                <a:lnTo>
                  <a:pt x="1060606" y="66520"/>
                </a:lnTo>
                <a:lnTo>
                  <a:pt x="1060910" y="67229"/>
                </a:lnTo>
                <a:lnTo>
                  <a:pt x="1061192" y="67958"/>
                </a:lnTo>
                <a:lnTo>
                  <a:pt x="1061454" y="68705"/>
                </a:lnTo>
                <a:lnTo>
                  <a:pt x="1061694" y="69472"/>
                </a:lnTo>
                <a:lnTo>
                  <a:pt x="1061914" y="70258"/>
                </a:lnTo>
                <a:lnTo>
                  <a:pt x="1062113" y="71063"/>
                </a:lnTo>
                <a:lnTo>
                  <a:pt x="1062291" y="71888"/>
                </a:lnTo>
                <a:lnTo>
                  <a:pt x="1062448" y="72732"/>
                </a:lnTo>
                <a:lnTo>
                  <a:pt x="1062584" y="73596"/>
                </a:lnTo>
                <a:lnTo>
                  <a:pt x="1062699" y="74478"/>
                </a:lnTo>
                <a:lnTo>
                  <a:pt x="1062793" y="75380"/>
                </a:lnTo>
                <a:lnTo>
                  <a:pt x="1062866" y="76302"/>
                </a:lnTo>
                <a:lnTo>
                  <a:pt x="1062919" y="77243"/>
                </a:lnTo>
                <a:lnTo>
                  <a:pt x="1062950" y="78203"/>
                </a:lnTo>
                <a:lnTo>
                  <a:pt x="1062960" y="79182"/>
                </a:lnTo>
                <a:lnTo>
                  <a:pt x="1062960" y="107000"/>
                </a:lnTo>
                <a:lnTo>
                  <a:pt x="1062950" y="107979"/>
                </a:lnTo>
                <a:lnTo>
                  <a:pt x="1062919" y="108939"/>
                </a:lnTo>
                <a:lnTo>
                  <a:pt x="1062866" y="109880"/>
                </a:lnTo>
                <a:lnTo>
                  <a:pt x="1062793" y="110801"/>
                </a:lnTo>
                <a:lnTo>
                  <a:pt x="1062699" y="111703"/>
                </a:lnTo>
                <a:lnTo>
                  <a:pt x="1062584" y="112586"/>
                </a:lnTo>
                <a:lnTo>
                  <a:pt x="1062448" y="113450"/>
                </a:lnTo>
                <a:lnTo>
                  <a:pt x="1062291" y="114294"/>
                </a:lnTo>
                <a:lnTo>
                  <a:pt x="1062113" y="115119"/>
                </a:lnTo>
                <a:lnTo>
                  <a:pt x="1061914" y="115924"/>
                </a:lnTo>
                <a:lnTo>
                  <a:pt x="1061694" y="116711"/>
                </a:lnTo>
                <a:lnTo>
                  <a:pt x="1061454" y="117477"/>
                </a:lnTo>
                <a:lnTo>
                  <a:pt x="1061192" y="118225"/>
                </a:lnTo>
                <a:lnTo>
                  <a:pt x="1060910" y="118953"/>
                </a:lnTo>
                <a:lnTo>
                  <a:pt x="1060606" y="119662"/>
                </a:lnTo>
                <a:lnTo>
                  <a:pt x="1060282" y="120352"/>
                </a:lnTo>
                <a:lnTo>
                  <a:pt x="1059936" y="121023"/>
                </a:lnTo>
                <a:lnTo>
                  <a:pt x="1059570" y="121674"/>
                </a:lnTo>
                <a:lnTo>
                  <a:pt x="1059183" y="122305"/>
                </a:lnTo>
                <a:lnTo>
                  <a:pt x="1058775" y="122918"/>
                </a:lnTo>
                <a:lnTo>
                  <a:pt x="1058346" y="123511"/>
                </a:lnTo>
                <a:lnTo>
                  <a:pt x="1057896" y="124085"/>
                </a:lnTo>
                <a:lnTo>
                  <a:pt x="1057425" y="124640"/>
                </a:lnTo>
                <a:lnTo>
                  <a:pt x="1056933" y="125175"/>
                </a:lnTo>
                <a:lnTo>
                  <a:pt x="1056423" y="125689"/>
                </a:lnTo>
                <a:lnTo>
                  <a:pt x="1055897" y="126182"/>
                </a:lnTo>
                <a:lnTo>
                  <a:pt x="1055356" y="126652"/>
                </a:lnTo>
                <a:lnTo>
                  <a:pt x="1054798" y="127101"/>
                </a:lnTo>
                <a:lnTo>
                  <a:pt x="1054225" y="127528"/>
                </a:lnTo>
                <a:lnTo>
                  <a:pt x="1053636" y="127933"/>
                </a:lnTo>
                <a:lnTo>
                  <a:pt x="1053031" y="128316"/>
                </a:lnTo>
                <a:lnTo>
                  <a:pt x="1052410" y="128677"/>
                </a:lnTo>
                <a:lnTo>
                  <a:pt x="1051774" y="129017"/>
                </a:lnTo>
                <a:lnTo>
                  <a:pt x="1051122" y="129334"/>
                </a:lnTo>
                <a:lnTo>
                  <a:pt x="1050454" y="129629"/>
                </a:lnTo>
                <a:lnTo>
                  <a:pt x="1049770" y="129903"/>
                </a:lnTo>
                <a:lnTo>
                  <a:pt x="1049071" y="130155"/>
                </a:lnTo>
                <a:lnTo>
                  <a:pt x="1048355" y="130385"/>
                </a:lnTo>
                <a:lnTo>
                  <a:pt x="1047624" y="130593"/>
                </a:lnTo>
                <a:lnTo>
                  <a:pt x="1046877" y="130779"/>
                </a:lnTo>
                <a:lnTo>
                  <a:pt x="1046115" y="130943"/>
                </a:lnTo>
                <a:lnTo>
                  <a:pt x="1045336" y="131085"/>
                </a:lnTo>
                <a:lnTo>
                  <a:pt x="1044542" y="131206"/>
                </a:lnTo>
                <a:lnTo>
                  <a:pt x="1043732" y="131304"/>
                </a:lnTo>
                <a:lnTo>
                  <a:pt x="1042907" y="131381"/>
                </a:lnTo>
                <a:lnTo>
                  <a:pt x="1042065" y="131435"/>
                </a:lnTo>
                <a:lnTo>
                  <a:pt x="1041208" y="131468"/>
                </a:lnTo>
                <a:lnTo>
                  <a:pt x="1040335" y="131479"/>
                </a:lnTo>
                <a:lnTo>
                  <a:pt x="1039492" y="131468"/>
                </a:lnTo>
                <a:lnTo>
                  <a:pt x="1038663" y="131434"/>
                </a:lnTo>
                <a:lnTo>
                  <a:pt x="1037849" y="131378"/>
                </a:lnTo>
                <a:lnTo>
                  <a:pt x="1037049" y="131299"/>
                </a:lnTo>
                <a:close/>
                <a:moveTo>
                  <a:pt x="973390" y="162634"/>
                </a:moveTo>
                <a:lnTo>
                  <a:pt x="973390" y="148723"/>
                </a:lnTo>
                <a:lnTo>
                  <a:pt x="884378" y="148723"/>
                </a:lnTo>
                <a:lnTo>
                  <a:pt x="884378" y="162634"/>
                </a:lnTo>
                <a:lnTo>
                  <a:pt x="973390" y="1626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Speculate">
            <a:extLst xmlns:a="http://schemas.openxmlformats.org/drawingml/2006/main">
              <a:ext uri="{FF2B5EF4-FFF2-40B4-BE49-F238E27FC236}">
                <a16:creationId xmlns:a16="http://schemas.microsoft.com/office/drawing/2014/main" id="{8B3BC3EA-B691-42A8-9D9F-83F40C02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382" y="1592487"/>
            <a:ext cx="901773" cy="156614"/>
          </a:xfrm>
          <a:custGeom xmlns:a="http://schemas.openxmlformats.org/drawingml/2006/main">
            <a:pathLst>
              <a:path w="901773" h="156614">
                <a:moveTo>
                  <a:pt x="43171" y="127588"/>
                </a:moveTo>
                <a:lnTo>
                  <a:pt x="44076" y="127522"/>
                </a:lnTo>
                <a:lnTo>
                  <a:pt x="44972" y="127441"/>
                </a:lnTo>
                <a:lnTo>
                  <a:pt x="45858" y="127345"/>
                </a:lnTo>
                <a:lnTo>
                  <a:pt x="46734" y="127234"/>
                </a:lnTo>
                <a:lnTo>
                  <a:pt x="47601" y="127108"/>
                </a:lnTo>
                <a:lnTo>
                  <a:pt x="48458" y="126968"/>
                </a:lnTo>
                <a:lnTo>
                  <a:pt x="49305" y="126813"/>
                </a:lnTo>
                <a:lnTo>
                  <a:pt x="50142" y="126644"/>
                </a:lnTo>
                <a:lnTo>
                  <a:pt x="50970" y="126459"/>
                </a:lnTo>
                <a:lnTo>
                  <a:pt x="51788" y="126260"/>
                </a:lnTo>
                <a:lnTo>
                  <a:pt x="52596" y="126046"/>
                </a:lnTo>
                <a:lnTo>
                  <a:pt x="53394" y="125817"/>
                </a:lnTo>
                <a:lnTo>
                  <a:pt x="54183" y="125574"/>
                </a:lnTo>
                <a:lnTo>
                  <a:pt x="54962" y="125315"/>
                </a:lnTo>
                <a:lnTo>
                  <a:pt x="55731" y="125042"/>
                </a:lnTo>
                <a:lnTo>
                  <a:pt x="56490" y="124755"/>
                </a:lnTo>
                <a:lnTo>
                  <a:pt x="57240" y="124452"/>
                </a:lnTo>
                <a:lnTo>
                  <a:pt x="57980" y="124135"/>
                </a:lnTo>
                <a:lnTo>
                  <a:pt x="58710" y="123803"/>
                </a:lnTo>
                <a:lnTo>
                  <a:pt x="59430" y="123456"/>
                </a:lnTo>
                <a:lnTo>
                  <a:pt x="60139" y="123096"/>
                </a:lnTo>
                <a:lnTo>
                  <a:pt x="60835" y="122724"/>
                </a:lnTo>
                <a:lnTo>
                  <a:pt x="61518" y="122340"/>
                </a:lnTo>
                <a:lnTo>
                  <a:pt x="62187" y="121945"/>
                </a:lnTo>
                <a:lnTo>
                  <a:pt x="62843" y="121537"/>
                </a:lnTo>
                <a:lnTo>
                  <a:pt x="63485" y="121118"/>
                </a:lnTo>
                <a:lnTo>
                  <a:pt x="64115" y="120687"/>
                </a:lnTo>
                <a:lnTo>
                  <a:pt x="64731" y="120245"/>
                </a:lnTo>
                <a:lnTo>
                  <a:pt x="65334" y="119790"/>
                </a:lnTo>
                <a:lnTo>
                  <a:pt x="65923" y="119324"/>
                </a:lnTo>
                <a:lnTo>
                  <a:pt x="66499" y="118845"/>
                </a:lnTo>
                <a:lnTo>
                  <a:pt x="67062" y="118355"/>
                </a:lnTo>
                <a:lnTo>
                  <a:pt x="67612" y="117853"/>
                </a:lnTo>
                <a:lnTo>
                  <a:pt x="68148" y="117340"/>
                </a:lnTo>
                <a:lnTo>
                  <a:pt x="68671" y="116814"/>
                </a:lnTo>
                <a:lnTo>
                  <a:pt x="69181" y="116277"/>
                </a:lnTo>
                <a:lnTo>
                  <a:pt x="69677" y="115728"/>
                </a:lnTo>
                <a:lnTo>
                  <a:pt x="70160" y="115167"/>
                </a:lnTo>
                <a:lnTo>
                  <a:pt x="70630" y="114594"/>
                </a:lnTo>
                <a:lnTo>
                  <a:pt x="71087" y="114010"/>
                </a:lnTo>
                <a:lnTo>
                  <a:pt x="71530" y="113414"/>
                </a:lnTo>
                <a:lnTo>
                  <a:pt x="71960" y="112806"/>
                </a:lnTo>
                <a:lnTo>
                  <a:pt x="72377" y="112186"/>
                </a:lnTo>
                <a:lnTo>
                  <a:pt x="72780" y="111554"/>
                </a:lnTo>
                <a:lnTo>
                  <a:pt x="73169" y="110912"/>
                </a:lnTo>
                <a:lnTo>
                  <a:pt x="73541" y="110260"/>
                </a:lnTo>
                <a:lnTo>
                  <a:pt x="73896" y="109600"/>
                </a:lnTo>
                <a:lnTo>
                  <a:pt x="74235" y="108932"/>
                </a:lnTo>
                <a:lnTo>
                  <a:pt x="74558" y="108254"/>
                </a:lnTo>
                <a:lnTo>
                  <a:pt x="74863" y="107567"/>
                </a:lnTo>
                <a:lnTo>
                  <a:pt x="75153" y="106872"/>
                </a:lnTo>
                <a:lnTo>
                  <a:pt x="75426" y="106168"/>
                </a:lnTo>
                <a:lnTo>
                  <a:pt x="75682" y="105455"/>
                </a:lnTo>
                <a:lnTo>
                  <a:pt x="75922" y="104733"/>
                </a:lnTo>
                <a:lnTo>
                  <a:pt x="76145" y="104002"/>
                </a:lnTo>
                <a:lnTo>
                  <a:pt x="76351" y="103262"/>
                </a:lnTo>
                <a:lnTo>
                  <a:pt x="76542" y="102514"/>
                </a:lnTo>
                <a:lnTo>
                  <a:pt x="76715" y="101756"/>
                </a:lnTo>
                <a:lnTo>
                  <a:pt x="76872" y="100990"/>
                </a:lnTo>
                <a:lnTo>
                  <a:pt x="77013" y="100215"/>
                </a:lnTo>
                <a:lnTo>
                  <a:pt x="77137" y="99431"/>
                </a:lnTo>
                <a:lnTo>
                  <a:pt x="77244" y="98639"/>
                </a:lnTo>
                <a:lnTo>
                  <a:pt x="77335" y="97837"/>
                </a:lnTo>
                <a:lnTo>
                  <a:pt x="77409" y="97027"/>
                </a:lnTo>
                <a:lnTo>
                  <a:pt x="77467" y="96208"/>
                </a:lnTo>
                <a:lnTo>
                  <a:pt x="77509" y="95379"/>
                </a:lnTo>
                <a:lnTo>
                  <a:pt x="77533" y="94542"/>
                </a:lnTo>
                <a:lnTo>
                  <a:pt x="77542" y="93697"/>
                </a:lnTo>
                <a:lnTo>
                  <a:pt x="77530" y="92654"/>
                </a:lnTo>
                <a:lnTo>
                  <a:pt x="77494" y="91622"/>
                </a:lnTo>
                <a:lnTo>
                  <a:pt x="77435" y="90601"/>
                </a:lnTo>
                <a:lnTo>
                  <a:pt x="77353" y="89592"/>
                </a:lnTo>
                <a:lnTo>
                  <a:pt x="77246" y="88593"/>
                </a:lnTo>
                <a:lnTo>
                  <a:pt x="77117" y="87606"/>
                </a:lnTo>
                <a:lnTo>
                  <a:pt x="76963" y="86631"/>
                </a:lnTo>
                <a:lnTo>
                  <a:pt x="76786" y="85666"/>
                </a:lnTo>
                <a:lnTo>
                  <a:pt x="76585" y="84713"/>
                </a:lnTo>
                <a:lnTo>
                  <a:pt x="76361" y="83771"/>
                </a:lnTo>
                <a:lnTo>
                  <a:pt x="76113" y="82840"/>
                </a:lnTo>
                <a:lnTo>
                  <a:pt x="75841" y="81920"/>
                </a:lnTo>
                <a:lnTo>
                  <a:pt x="75546" y="81012"/>
                </a:lnTo>
                <a:lnTo>
                  <a:pt x="75227" y="80115"/>
                </a:lnTo>
                <a:lnTo>
                  <a:pt x="74884" y="79229"/>
                </a:lnTo>
                <a:lnTo>
                  <a:pt x="74518" y="78354"/>
                </a:lnTo>
                <a:lnTo>
                  <a:pt x="74128" y="77491"/>
                </a:lnTo>
                <a:lnTo>
                  <a:pt x="73715" y="76638"/>
                </a:lnTo>
                <a:lnTo>
                  <a:pt x="73278" y="75797"/>
                </a:lnTo>
                <a:lnTo>
                  <a:pt x="72817" y="74968"/>
                </a:lnTo>
                <a:lnTo>
                  <a:pt x="72333" y="74149"/>
                </a:lnTo>
                <a:lnTo>
                  <a:pt x="71825" y="73342"/>
                </a:lnTo>
                <a:lnTo>
                  <a:pt x="71293" y="72546"/>
                </a:lnTo>
                <a:lnTo>
                  <a:pt x="70738" y="71761"/>
                </a:lnTo>
                <a:lnTo>
                  <a:pt x="70162" y="70991"/>
                </a:lnTo>
                <a:lnTo>
                  <a:pt x="69566" y="70240"/>
                </a:lnTo>
                <a:lnTo>
                  <a:pt x="68950" y="69508"/>
                </a:lnTo>
                <a:lnTo>
                  <a:pt x="68315" y="68795"/>
                </a:lnTo>
                <a:lnTo>
                  <a:pt x="67661" y="68100"/>
                </a:lnTo>
                <a:lnTo>
                  <a:pt x="66987" y="67425"/>
                </a:lnTo>
                <a:lnTo>
                  <a:pt x="66294" y="66768"/>
                </a:lnTo>
                <a:lnTo>
                  <a:pt x="65581" y="66131"/>
                </a:lnTo>
                <a:lnTo>
                  <a:pt x="64848" y="65512"/>
                </a:lnTo>
                <a:lnTo>
                  <a:pt x="64097" y="64912"/>
                </a:lnTo>
                <a:lnTo>
                  <a:pt x="63325" y="64331"/>
                </a:lnTo>
                <a:lnTo>
                  <a:pt x="62534" y="63769"/>
                </a:lnTo>
                <a:lnTo>
                  <a:pt x="61724" y="63226"/>
                </a:lnTo>
                <a:lnTo>
                  <a:pt x="60894" y="62701"/>
                </a:lnTo>
                <a:lnTo>
                  <a:pt x="60045" y="62196"/>
                </a:lnTo>
                <a:lnTo>
                  <a:pt x="59176" y="61709"/>
                </a:lnTo>
                <a:lnTo>
                  <a:pt x="58288" y="61241"/>
                </a:lnTo>
                <a:lnTo>
                  <a:pt x="57380" y="60793"/>
                </a:lnTo>
                <a:lnTo>
                  <a:pt x="56453" y="60363"/>
                </a:lnTo>
                <a:lnTo>
                  <a:pt x="55506" y="59952"/>
                </a:lnTo>
                <a:lnTo>
                  <a:pt x="54540" y="59559"/>
                </a:lnTo>
                <a:lnTo>
                  <a:pt x="53554" y="59186"/>
                </a:lnTo>
                <a:lnTo>
                  <a:pt x="52549" y="58832"/>
                </a:lnTo>
                <a:lnTo>
                  <a:pt x="51524" y="58496"/>
                </a:lnTo>
                <a:lnTo>
                  <a:pt x="34518" y="53055"/>
                </a:lnTo>
                <a:lnTo>
                  <a:pt x="33887" y="52851"/>
                </a:lnTo>
                <a:lnTo>
                  <a:pt x="33268" y="52636"/>
                </a:lnTo>
                <a:lnTo>
                  <a:pt x="32661" y="52410"/>
                </a:lnTo>
                <a:lnTo>
                  <a:pt x="32067" y="52172"/>
                </a:lnTo>
                <a:lnTo>
                  <a:pt x="31485" y="51923"/>
                </a:lnTo>
                <a:lnTo>
                  <a:pt x="30915" y="51663"/>
                </a:lnTo>
                <a:lnTo>
                  <a:pt x="30358" y="51392"/>
                </a:lnTo>
                <a:lnTo>
                  <a:pt x="29813" y="51110"/>
                </a:lnTo>
                <a:lnTo>
                  <a:pt x="29281" y="50816"/>
                </a:lnTo>
                <a:lnTo>
                  <a:pt x="28761" y="50511"/>
                </a:lnTo>
                <a:lnTo>
                  <a:pt x="28254" y="50195"/>
                </a:lnTo>
                <a:lnTo>
                  <a:pt x="27759" y="49867"/>
                </a:lnTo>
                <a:lnTo>
                  <a:pt x="27276" y="49529"/>
                </a:lnTo>
                <a:lnTo>
                  <a:pt x="26806" y="49179"/>
                </a:lnTo>
                <a:lnTo>
                  <a:pt x="26348" y="48818"/>
                </a:lnTo>
                <a:lnTo>
                  <a:pt x="25902" y="48446"/>
                </a:lnTo>
                <a:lnTo>
                  <a:pt x="25469" y="48062"/>
                </a:lnTo>
                <a:lnTo>
                  <a:pt x="25048" y="47667"/>
                </a:lnTo>
                <a:lnTo>
                  <a:pt x="24640" y="47261"/>
                </a:lnTo>
                <a:lnTo>
                  <a:pt x="24244" y="46844"/>
                </a:lnTo>
                <a:lnTo>
                  <a:pt x="23861" y="46416"/>
                </a:lnTo>
                <a:lnTo>
                  <a:pt x="23490" y="45976"/>
                </a:lnTo>
                <a:lnTo>
                  <a:pt x="23131" y="45525"/>
                </a:lnTo>
                <a:lnTo>
                  <a:pt x="22785" y="45063"/>
                </a:lnTo>
                <a:lnTo>
                  <a:pt x="22452" y="44592"/>
                </a:lnTo>
                <a:lnTo>
                  <a:pt x="22133" y="44114"/>
                </a:lnTo>
                <a:lnTo>
                  <a:pt x="21829" y="43628"/>
                </a:lnTo>
                <a:lnTo>
                  <a:pt x="21538" y="43136"/>
                </a:lnTo>
                <a:lnTo>
                  <a:pt x="21262" y="42636"/>
                </a:lnTo>
                <a:lnTo>
                  <a:pt x="21000" y="42129"/>
                </a:lnTo>
                <a:lnTo>
                  <a:pt x="20752" y="41616"/>
                </a:lnTo>
                <a:lnTo>
                  <a:pt x="20518" y="41095"/>
                </a:lnTo>
                <a:lnTo>
                  <a:pt x="20299" y="40567"/>
                </a:lnTo>
                <a:lnTo>
                  <a:pt x="20094" y="40032"/>
                </a:lnTo>
                <a:lnTo>
                  <a:pt x="19902" y="39490"/>
                </a:lnTo>
                <a:lnTo>
                  <a:pt x="19725" y="38941"/>
                </a:lnTo>
                <a:lnTo>
                  <a:pt x="19562" y="38385"/>
                </a:lnTo>
                <a:lnTo>
                  <a:pt x="19414" y="37821"/>
                </a:lnTo>
                <a:lnTo>
                  <a:pt x="19279" y="37251"/>
                </a:lnTo>
                <a:lnTo>
                  <a:pt x="19159" y="36673"/>
                </a:lnTo>
                <a:lnTo>
                  <a:pt x="19053" y="36089"/>
                </a:lnTo>
                <a:lnTo>
                  <a:pt x="18961" y="35497"/>
                </a:lnTo>
                <a:lnTo>
                  <a:pt x="18883" y="34899"/>
                </a:lnTo>
                <a:lnTo>
                  <a:pt x="18819" y="34293"/>
                </a:lnTo>
                <a:lnTo>
                  <a:pt x="18769" y="33680"/>
                </a:lnTo>
                <a:lnTo>
                  <a:pt x="18734" y="33060"/>
                </a:lnTo>
                <a:lnTo>
                  <a:pt x="18713" y="32433"/>
                </a:lnTo>
                <a:lnTo>
                  <a:pt x="18706" y="31799"/>
                </a:lnTo>
                <a:lnTo>
                  <a:pt x="18715" y="31097"/>
                </a:lnTo>
                <a:lnTo>
                  <a:pt x="18744" y="30408"/>
                </a:lnTo>
                <a:lnTo>
                  <a:pt x="18792" y="29731"/>
                </a:lnTo>
                <a:lnTo>
                  <a:pt x="18859" y="29068"/>
                </a:lnTo>
                <a:lnTo>
                  <a:pt x="18945" y="28418"/>
                </a:lnTo>
                <a:lnTo>
                  <a:pt x="19051" y="27781"/>
                </a:lnTo>
                <a:lnTo>
                  <a:pt x="19176" y="27157"/>
                </a:lnTo>
                <a:lnTo>
                  <a:pt x="19319" y="26546"/>
                </a:lnTo>
                <a:lnTo>
                  <a:pt x="19482" y="25948"/>
                </a:lnTo>
                <a:lnTo>
                  <a:pt x="19665" y="25362"/>
                </a:lnTo>
                <a:lnTo>
                  <a:pt x="19866" y="24790"/>
                </a:lnTo>
                <a:lnTo>
                  <a:pt x="20087" y="24231"/>
                </a:lnTo>
                <a:lnTo>
                  <a:pt x="20326" y="23685"/>
                </a:lnTo>
                <a:lnTo>
                  <a:pt x="20585" y="23152"/>
                </a:lnTo>
                <a:lnTo>
                  <a:pt x="20864" y="22632"/>
                </a:lnTo>
                <a:lnTo>
                  <a:pt x="21161" y="22124"/>
                </a:lnTo>
                <a:lnTo>
                  <a:pt x="21477" y="21630"/>
                </a:lnTo>
                <a:lnTo>
                  <a:pt x="21813" y="21149"/>
                </a:lnTo>
                <a:lnTo>
                  <a:pt x="22168" y="20681"/>
                </a:lnTo>
                <a:lnTo>
                  <a:pt x="22542" y="20225"/>
                </a:lnTo>
                <a:lnTo>
                  <a:pt x="22935" y="19783"/>
                </a:lnTo>
                <a:lnTo>
                  <a:pt x="23348" y="19354"/>
                </a:lnTo>
                <a:lnTo>
                  <a:pt x="23779" y="18938"/>
                </a:lnTo>
                <a:lnTo>
                  <a:pt x="24230" y="18534"/>
                </a:lnTo>
                <a:lnTo>
                  <a:pt x="24698" y="18146"/>
                </a:lnTo>
                <a:lnTo>
                  <a:pt x="25181" y="17774"/>
                </a:lnTo>
                <a:lnTo>
                  <a:pt x="25679" y="17418"/>
                </a:lnTo>
                <a:lnTo>
                  <a:pt x="26193" y="17079"/>
                </a:lnTo>
                <a:lnTo>
                  <a:pt x="26721" y="16757"/>
                </a:lnTo>
                <a:lnTo>
                  <a:pt x="27264" y="16451"/>
                </a:lnTo>
                <a:lnTo>
                  <a:pt x="27823" y="16162"/>
                </a:lnTo>
                <a:lnTo>
                  <a:pt x="28396" y="15889"/>
                </a:lnTo>
                <a:lnTo>
                  <a:pt x="28985" y="15633"/>
                </a:lnTo>
                <a:lnTo>
                  <a:pt x="29588" y="15393"/>
                </a:lnTo>
                <a:lnTo>
                  <a:pt x="30207" y="15170"/>
                </a:lnTo>
                <a:lnTo>
                  <a:pt x="30841" y="14963"/>
                </a:lnTo>
                <a:lnTo>
                  <a:pt x="31489" y="14773"/>
                </a:lnTo>
                <a:lnTo>
                  <a:pt x="32153" y="14600"/>
                </a:lnTo>
                <a:lnTo>
                  <a:pt x="32832" y="14443"/>
                </a:lnTo>
                <a:lnTo>
                  <a:pt x="33526" y="14302"/>
                </a:lnTo>
                <a:lnTo>
                  <a:pt x="34235" y="14178"/>
                </a:lnTo>
                <a:lnTo>
                  <a:pt x="34959" y="14071"/>
                </a:lnTo>
                <a:lnTo>
                  <a:pt x="35698" y="13980"/>
                </a:lnTo>
                <a:lnTo>
                  <a:pt x="36452" y="13905"/>
                </a:lnTo>
                <a:lnTo>
                  <a:pt x="37221" y="13847"/>
                </a:lnTo>
                <a:lnTo>
                  <a:pt x="38006" y="13806"/>
                </a:lnTo>
                <a:lnTo>
                  <a:pt x="38805" y="13781"/>
                </a:lnTo>
                <a:lnTo>
                  <a:pt x="39619" y="13773"/>
                </a:lnTo>
                <a:lnTo>
                  <a:pt x="40448" y="13782"/>
                </a:lnTo>
                <a:lnTo>
                  <a:pt x="41260" y="13809"/>
                </a:lnTo>
                <a:lnTo>
                  <a:pt x="42057" y="13854"/>
                </a:lnTo>
                <a:lnTo>
                  <a:pt x="42839" y="13917"/>
                </a:lnTo>
                <a:lnTo>
                  <a:pt x="43605" y="13998"/>
                </a:lnTo>
                <a:lnTo>
                  <a:pt x="44355" y="14097"/>
                </a:lnTo>
                <a:lnTo>
                  <a:pt x="45089" y="14214"/>
                </a:lnTo>
                <a:lnTo>
                  <a:pt x="45808" y="14349"/>
                </a:lnTo>
                <a:lnTo>
                  <a:pt x="46511" y="14502"/>
                </a:lnTo>
                <a:lnTo>
                  <a:pt x="47198" y="14673"/>
                </a:lnTo>
                <a:lnTo>
                  <a:pt x="47870" y="14863"/>
                </a:lnTo>
                <a:lnTo>
                  <a:pt x="48527" y="15070"/>
                </a:lnTo>
                <a:lnTo>
                  <a:pt x="49167" y="15295"/>
                </a:lnTo>
                <a:lnTo>
                  <a:pt x="49792" y="15538"/>
                </a:lnTo>
                <a:lnTo>
                  <a:pt x="50401" y="15799"/>
                </a:lnTo>
                <a:lnTo>
                  <a:pt x="50995" y="16078"/>
                </a:lnTo>
                <a:lnTo>
                  <a:pt x="51573" y="16375"/>
                </a:lnTo>
                <a:lnTo>
                  <a:pt x="52135" y="16691"/>
                </a:lnTo>
                <a:lnTo>
                  <a:pt x="52682" y="17024"/>
                </a:lnTo>
                <a:lnTo>
                  <a:pt x="53213" y="17375"/>
                </a:lnTo>
                <a:lnTo>
                  <a:pt x="53728" y="17744"/>
                </a:lnTo>
                <a:lnTo>
                  <a:pt x="54228" y="18131"/>
                </a:lnTo>
                <a:lnTo>
                  <a:pt x="54712" y="18537"/>
                </a:lnTo>
                <a:lnTo>
                  <a:pt x="55180" y="18960"/>
                </a:lnTo>
                <a:lnTo>
                  <a:pt x="55631" y="19399"/>
                </a:lnTo>
                <a:lnTo>
                  <a:pt x="56063" y="19852"/>
                </a:lnTo>
                <a:lnTo>
                  <a:pt x="56475" y="20319"/>
                </a:lnTo>
                <a:lnTo>
                  <a:pt x="56869" y="20800"/>
                </a:lnTo>
                <a:lnTo>
                  <a:pt x="57243" y="21295"/>
                </a:lnTo>
                <a:lnTo>
                  <a:pt x="57598" y="21803"/>
                </a:lnTo>
                <a:lnTo>
                  <a:pt x="57934" y="22326"/>
                </a:lnTo>
                <a:lnTo>
                  <a:pt x="58251" y="22862"/>
                </a:lnTo>
                <a:lnTo>
                  <a:pt x="58548" y="23412"/>
                </a:lnTo>
                <a:lnTo>
                  <a:pt x="58826" y="23976"/>
                </a:lnTo>
                <a:lnTo>
                  <a:pt x="59085" y="24554"/>
                </a:lnTo>
                <a:lnTo>
                  <a:pt x="59325" y="25146"/>
                </a:lnTo>
                <a:lnTo>
                  <a:pt x="59546" y="25751"/>
                </a:lnTo>
                <a:lnTo>
                  <a:pt x="59747" y="26371"/>
                </a:lnTo>
                <a:lnTo>
                  <a:pt x="59930" y="27004"/>
                </a:lnTo>
                <a:lnTo>
                  <a:pt x="60093" y="27652"/>
                </a:lnTo>
                <a:lnTo>
                  <a:pt x="60237" y="28313"/>
                </a:lnTo>
                <a:lnTo>
                  <a:pt x="60362" y="28988"/>
                </a:lnTo>
                <a:lnTo>
                  <a:pt x="60467" y="29677"/>
                </a:lnTo>
                <a:lnTo>
                  <a:pt x="60553" y="30380"/>
                </a:lnTo>
                <a:lnTo>
                  <a:pt x="60621" y="31096"/>
                </a:lnTo>
                <a:lnTo>
                  <a:pt x="60669" y="31827"/>
                </a:lnTo>
                <a:lnTo>
                  <a:pt x="60697" y="32571"/>
                </a:lnTo>
                <a:lnTo>
                  <a:pt x="60707" y="33330"/>
                </a:lnTo>
                <a:lnTo>
                  <a:pt x="76011" y="33330"/>
                </a:lnTo>
                <a:lnTo>
                  <a:pt x="75980" y="32079"/>
                </a:lnTo>
                <a:lnTo>
                  <a:pt x="75915" y="30849"/>
                </a:lnTo>
                <a:lnTo>
                  <a:pt x="75817" y="29640"/>
                </a:lnTo>
                <a:lnTo>
                  <a:pt x="75685" y="28452"/>
                </a:lnTo>
                <a:lnTo>
                  <a:pt x="75520" y="27285"/>
                </a:lnTo>
                <a:lnTo>
                  <a:pt x="75320" y="26139"/>
                </a:lnTo>
                <a:lnTo>
                  <a:pt x="75088" y="25014"/>
                </a:lnTo>
                <a:lnTo>
                  <a:pt x="74821" y="23910"/>
                </a:lnTo>
                <a:lnTo>
                  <a:pt x="74521" y="22827"/>
                </a:lnTo>
                <a:lnTo>
                  <a:pt x="74187" y="21765"/>
                </a:lnTo>
                <a:lnTo>
                  <a:pt x="73819" y="20724"/>
                </a:lnTo>
                <a:lnTo>
                  <a:pt x="73418" y="19704"/>
                </a:lnTo>
                <a:lnTo>
                  <a:pt x="72983" y="18705"/>
                </a:lnTo>
                <a:lnTo>
                  <a:pt x="72515" y="17726"/>
                </a:lnTo>
                <a:lnTo>
                  <a:pt x="72012" y="16769"/>
                </a:lnTo>
                <a:lnTo>
                  <a:pt x="71476" y="15833"/>
                </a:lnTo>
                <a:lnTo>
                  <a:pt x="70907" y="14918"/>
                </a:lnTo>
                <a:lnTo>
                  <a:pt x="70303" y="14023"/>
                </a:lnTo>
                <a:lnTo>
                  <a:pt x="69667" y="13150"/>
                </a:lnTo>
                <a:lnTo>
                  <a:pt x="68996" y="12297"/>
                </a:lnTo>
                <a:lnTo>
                  <a:pt x="68292" y="11466"/>
                </a:lnTo>
                <a:lnTo>
                  <a:pt x="67554" y="10655"/>
                </a:lnTo>
                <a:lnTo>
                  <a:pt x="66782" y="9866"/>
                </a:lnTo>
                <a:lnTo>
                  <a:pt x="65977" y="9097"/>
                </a:lnTo>
                <a:lnTo>
                  <a:pt x="65144" y="8355"/>
                </a:lnTo>
                <a:lnTo>
                  <a:pt x="64288" y="7644"/>
                </a:lnTo>
                <a:lnTo>
                  <a:pt x="63410" y="6965"/>
                </a:lnTo>
                <a:lnTo>
                  <a:pt x="62510" y="6318"/>
                </a:lnTo>
                <a:lnTo>
                  <a:pt x="61587" y="5702"/>
                </a:lnTo>
                <a:lnTo>
                  <a:pt x="60642" y="5117"/>
                </a:lnTo>
                <a:lnTo>
                  <a:pt x="59674" y="4564"/>
                </a:lnTo>
                <a:lnTo>
                  <a:pt x="58684" y="4043"/>
                </a:lnTo>
                <a:lnTo>
                  <a:pt x="57671" y="3554"/>
                </a:lnTo>
                <a:lnTo>
                  <a:pt x="56636" y="3096"/>
                </a:lnTo>
                <a:lnTo>
                  <a:pt x="55579" y="2669"/>
                </a:lnTo>
                <a:lnTo>
                  <a:pt x="54499" y="2274"/>
                </a:lnTo>
                <a:lnTo>
                  <a:pt x="53397" y="1911"/>
                </a:lnTo>
                <a:lnTo>
                  <a:pt x="52272" y="1579"/>
                </a:lnTo>
                <a:lnTo>
                  <a:pt x="51125" y="1279"/>
                </a:lnTo>
                <a:lnTo>
                  <a:pt x="49955" y="1011"/>
                </a:lnTo>
                <a:lnTo>
                  <a:pt x="48763" y="774"/>
                </a:lnTo>
                <a:lnTo>
                  <a:pt x="47549" y="569"/>
                </a:lnTo>
                <a:lnTo>
                  <a:pt x="46312" y="395"/>
                </a:lnTo>
                <a:lnTo>
                  <a:pt x="45052" y="253"/>
                </a:lnTo>
                <a:lnTo>
                  <a:pt x="43771" y="142"/>
                </a:lnTo>
                <a:lnTo>
                  <a:pt x="42466" y="63"/>
                </a:lnTo>
                <a:lnTo>
                  <a:pt x="41140" y="16"/>
                </a:lnTo>
                <a:lnTo>
                  <a:pt x="39791" y="0"/>
                </a:lnTo>
                <a:lnTo>
                  <a:pt x="38874" y="7"/>
                </a:lnTo>
                <a:lnTo>
                  <a:pt x="37968" y="29"/>
                </a:lnTo>
                <a:lnTo>
                  <a:pt x="37072" y="65"/>
                </a:lnTo>
                <a:lnTo>
                  <a:pt x="36186" y="116"/>
                </a:lnTo>
                <a:lnTo>
                  <a:pt x="35310" y="181"/>
                </a:lnTo>
                <a:lnTo>
                  <a:pt x="34444" y="260"/>
                </a:lnTo>
                <a:lnTo>
                  <a:pt x="33589" y="354"/>
                </a:lnTo>
                <a:lnTo>
                  <a:pt x="32743" y="463"/>
                </a:lnTo>
                <a:lnTo>
                  <a:pt x="31907" y="586"/>
                </a:lnTo>
                <a:lnTo>
                  <a:pt x="31081" y="723"/>
                </a:lnTo>
                <a:lnTo>
                  <a:pt x="30265" y="875"/>
                </a:lnTo>
                <a:lnTo>
                  <a:pt x="29460" y="1042"/>
                </a:lnTo>
                <a:lnTo>
                  <a:pt x="28664" y="1223"/>
                </a:lnTo>
                <a:lnTo>
                  <a:pt x="27878" y="1418"/>
                </a:lnTo>
                <a:lnTo>
                  <a:pt x="27103" y="1628"/>
                </a:lnTo>
                <a:lnTo>
                  <a:pt x="26337" y="1852"/>
                </a:lnTo>
                <a:lnTo>
                  <a:pt x="25582" y="2091"/>
                </a:lnTo>
                <a:lnTo>
                  <a:pt x="24836" y="2344"/>
                </a:lnTo>
                <a:lnTo>
                  <a:pt x="24101" y="2612"/>
                </a:lnTo>
                <a:lnTo>
                  <a:pt x="23375" y="2894"/>
                </a:lnTo>
                <a:lnTo>
                  <a:pt x="22660" y="3190"/>
                </a:lnTo>
                <a:lnTo>
                  <a:pt x="21954" y="3502"/>
                </a:lnTo>
                <a:lnTo>
                  <a:pt x="21259" y="3827"/>
                </a:lnTo>
                <a:lnTo>
                  <a:pt x="20574" y="4167"/>
                </a:lnTo>
                <a:lnTo>
                  <a:pt x="19900" y="4520"/>
                </a:lnTo>
                <a:lnTo>
                  <a:pt x="19239" y="4884"/>
                </a:lnTo>
                <a:lnTo>
                  <a:pt x="18591" y="5259"/>
                </a:lnTo>
                <a:lnTo>
                  <a:pt x="17955" y="5645"/>
                </a:lnTo>
                <a:lnTo>
                  <a:pt x="17332" y="6043"/>
                </a:lnTo>
                <a:lnTo>
                  <a:pt x="16722" y="6452"/>
                </a:lnTo>
                <a:lnTo>
                  <a:pt x="16124" y="6872"/>
                </a:lnTo>
                <a:lnTo>
                  <a:pt x="15539" y="7303"/>
                </a:lnTo>
                <a:lnTo>
                  <a:pt x="14967" y="7745"/>
                </a:lnTo>
                <a:lnTo>
                  <a:pt x="14408" y="8199"/>
                </a:lnTo>
                <a:lnTo>
                  <a:pt x="13861" y="8664"/>
                </a:lnTo>
                <a:lnTo>
                  <a:pt x="13327" y="9140"/>
                </a:lnTo>
                <a:lnTo>
                  <a:pt x="12805" y="9627"/>
                </a:lnTo>
                <a:lnTo>
                  <a:pt x="12296" y="10126"/>
                </a:lnTo>
                <a:lnTo>
                  <a:pt x="11800" y="10636"/>
                </a:lnTo>
                <a:lnTo>
                  <a:pt x="11317" y="11157"/>
                </a:lnTo>
                <a:lnTo>
                  <a:pt x="10846" y="11689"/>
                </a:lnTo>
                <a:lnTo>
                  <a:pt x="10388" y="12233"/>
                </a:lnTo>
                <a:lnTo>
                  <a:pt x="9943" y="12787"/>
                </a:lnTo>
                <a:lnTo>
                  <a:pt x="9510" y="13353"/>
                </a:lnTo>
                <a:lnTo>
                  <a:pt x="9090" y="13931"/>
                </a:lnTo>
                <a:lnTo>
                  <a:pt x="8683" y="14519"/>
                </a:lnTo>
                <a:lnTo>
                  <a:pt x="8288" y="15119"/>
                </a:lnTo>
                <a:lnTo>
                  <a:pt x="7906" y="15729"/>
                </a:lnTo>
                <a:lnTo>
                  <a:pt x="7538" y="16350"/>
                </a:lnTo>
                <a:lnTo>
                  <a:pt x="7186" y="16981"/>
                </a:lnTo>
                <a:lnTo>
                  <a:pt x="6850" y="17620"/>
                </a:lnTo>
                <a:lnTo>
                  <a:pt x="6529" y="18268"/>
                </a:lnTo>
                <a:lnTo>
                  <a:pt x="6224" y="18926"/>
                </a:lnTo>
                <a:lnTo>
                  <a:pt x="5934" y="19593"/>
                </a:lnTo>
                <a:lnTo>
                  <a:pt x="5661" y="20269"/>
                </a:lnTo>
                <a:lnTo>
                  <a:pt x="5402" y="20954"/>
                </a:lnTo>
                <a:lnTo>
                  <a:pt x="5160" y="21648"/>
                </a:lnTo>
                <a:lnTo>
                  <a:pt x="4933" y="22351"/>
                </a:lnTo>
                <a:lnTo>
                  <a:pt x="4722" y="23064"/>
                </a:lnTo>
                <a:lnTo>
                  <a:pt x="4526" y="23785"/>
                </a:lnTo>
                <a:lnTo>
                  <a:pt x="4346" y="24516"/>
                </a:lnTo>
                <a:lnTo>
                  <a:pt x="4182" y="25256"/>
                </a:lnTo>
                <a:lnTo>
                  <a:pt x="4033" y="26005"/>
                </a:lnTo>
                <a:lnTo>
                  <a:pt x="3900" y="26763"/>
                </a:lnTo>
                <a:lnTo>
                  <a:pt x="3783" y="27531"/>
                </a:lnTo>
                <a:lnTo>
                  <a:pt x="3681" y="28307"/>
                </a:lnTo>
                <a:lnTo>
                  <a:pt x="3595" y="29093"/>
                </a:lnTo>
                <a:lnTo>
                  <a:pt x="3524" y="29888"/>
                </a:lnTo>
                <a:lnTo>
                  <a:pt x="3470" y="30692"/>
                </a:lnTo>
                <a:lnTo>
                  <a:pt x="3430" y="31505"/>
                </a:lnTo>
                <a:lnTo>
                  <a:pt x="3407" y="32327"/>
                </a:lnTo>
                <a:lnTo>
                  <a:pt x="3399" y="33158"/>
                </a:lnTo>
                <a:lnTo>
                  <a:pt x="3411" y="34187"/>
                </a:lnTo>
                <a:lnTo>
                  <a:pt x="3447" y="35205"/>
                </a:lnTo>
                <a:lnTo>
                  <a:pt x="3507" y="36211"/>
                </a:lnTo>
                <a:lnTo>
                  <a:pt x="3590" y="37206"/>
                </a:lnTo>
                <a:lnTo>
                  <a:pt x="3698" y="38190"/>
                </a:lnTo>
                <a:lnTo>
                  <a:pt x="3830" y="39163"/>
                </a:lnTo>
                <a:lnTo>
                  <a:pt x="3985" y="40125"/>
                </a:lnTo>
                <a:lnTo>
                  <a:pt x="4164" y="41075"/>
                </a:lnTo>
                <a:lnTo>
                  <a:pt x="4368" y="42014"/>
                </a:lnTo>
                <a:lnTo>
                  <a:pt x="4595" y="42942"/>
                </a:lnTo>
                <a:lnTo>
                  <a:pt x="4846" y="43859"/>
                </a:lnTo>
                <a:lnTo>
                  <a:pt x="5121" y="44764"/>
                </a:lnTo>
                <a:lnTo>
                  <a:pt x="5420" y="45658"/>
                </a:lnTo>
                <a:lnTo>
                  <a:pt x="5742" y="46541"/>
                </a:lnTo>
                <a:lnTo>
                  <a:pt x="6089" y="47413"/>
                </a:lnTo>
                <a:lnTo>
                  <a:pt x="6460" y="48274"/>
                </a:lnTo>
                <a:lnTo>
                  <a:pt x="6854" y="49123"/>
                </a:lnTo>
                <a:lnTo>
                  <a:pt x="7273" y="49961"/>
                </a:lnTo>
                <a:lnTo>
                  <a:pt x="7715" y="50788"/>
                </a:lnTo>
                <a:lnTo>
                  <a:pt x="8181" y="51604"/>
                </a:lnTo>
                <a:lnTo>
                  <a:pt x="8672" y="52408"/>
                </a:lnTo>
                <a:lnTo>
                  <a:pt x="9186" y="53202"/>
                </a:lnTo>
                <a:lnTo>
                  <a:pt x="9724" y="53984"/>
                </a:lnTo>
                <a:lnTo>
                  <a:pt x="10286" y="54755"/>
                </a:lnTo>
                <a:lnTo>
                  <a:pt x="10870" y="55511"/>
                </a:lnTo>
                <a:lnTo>
                  <a:pt x="11475" y="56248"/>
                </a:lnTo>
                <a:lnTo>
                  <a:pt x="12100" y="56968"/>
                </a:lnTo>
                <a:lnTo>
                  <a:pt x="12745" y="57669"/>
                </a:lnTo>
                <a:lnTo>
                  <a:pt x="13411" y="58352"/>
                </a:lnTo>
                <a:lnTo>
                  <a:pt x="14097" y="59017"/>
                </a:lnTo>
                <a:lnTo>
                  <a:pt x="14803" y="59663"/>
                </a:lnTo>
                <a:lnTo>
                  <a:pt x="15530" y="60291"/>
                </a:lnTo>
                <a:lnTo>
                  <a:pt x="16277" y="60901"/>
                </a:lnTo>
                <a:lnTo>
                  <a:pt x="17045" y="61492"/>
                </a:lnTo>
                <a:lnTo>
                  <a:pt x="17832" y="62065"/>
                </a:lnTo>
                <a:lnTo>
                  <a:pt x="18641" y="62620"/>
                </a:lnTo>
                <a:lnTo>
                  <a:pt x="19469" y="63156"/>
                </a:lnTo>
                <a:lnTo>
                  <a:pt x="20318" y="63675"/>
                </a:lnTo>
                <a:lnTo>
                  <a:pt x="21188" y="64175"/>
                </a:lnTo>
                <a:lnTo>
                  <a:pt x="22077" y="64656"/>
                </a:lnTo>
                <a:lnTo>
                  <a:pt x="22987" y="65119"/>
                </a:lnTo>
                <a:lnTo>
                  <a:pt x="23918" y="65564"/>
                </a:lnTo>
                <a:lnTo>
                  <a:pt x="24869" y="65991"/>
                </a:lnTo>
                <a:lnTo>
                  <a:pt x="25840" y="66400"/>
                </a:lnTo>
                <a:lnTo>
                  <a:pt x="26831" y="66790"/>
                </a:lnTo>
                <a:lnTo>
                  <a:pt x="27843" y="67162"/>
                </a:lnTo>
                <a:lnTo>
                  <a:pt x="28875" y="67515"/>
                </a:lnTo>
                <a:lnTo>
                  <a:pt x="29928" y="67850"/>
                </a:lnTo>
                <a:lnTo>
                  <a:pt x="46763" y="73120"/>
                </a:lnTo>
                <a:lnTo>
                  <a:pt x="47380" y="73310"/>
                </a:lnTo>
                <a:lnTo>
                  <a:pt x="47986" y="73512"/>
                </a:lnTo>
                <a:lnTo>
                  <a:pt x="48579" y="73726"/>
                </a:lnTo>
                <a:lnTo>
                  <a:pt x="49160" y="73952"/>
                </a:lnTo>
                <a:lnTo>
                  <a:pt x="49729" y="74189"/>
                </a:lnTo>
                <a:lnTo>
                  <a:pt x="50286" y="74438"/>
                </a:lnTo>
                <a:lnTo>
                  <a:pt x="50831" y="74699"/>
                </a:lnTo>
                <a:lnTo>
                  <a:pt x="51364" y="74972"/>
                </a:lnTo>
                <a:lnTo>
                  <a:pt x="51885" y="75257"/>
                </a:lnTo>
                <a:lnTo>
                  <a:pt x="52393" y="75553"/>
                </a:lnTo>
                <a:lnTo>
                  <a:pt x="52890" y="75861"/>
                </a:lnTo>
                <a:lnTo>
                  <a:pt x="53374" y="76181"/>
                </a:lnTo>
                <a:lnTo>
                  <a:pt x="53846" y="76513"/>
                </a:lnTo>
                <a:lnTo>
                  <a:pt x="54307" y="76857"/>
                </a:lnTo>
                <a:lnTo>
                  <a:pt x="54755" y="77212"/>
                </a:lnTo>
                <a:lnTo>
                  <a:pt x="55190" y="77580"/>
                </a:lnTo>
                <a:lnTo>
                  <a:pt x="55614" y="77959"/>
                </a:lnTo>
                <a:lnTo>
                  <a:pt x="56026" y="78350"/>
                </a:lnTo>
                <a:lnTo>
                  <a:pt x="56426" y="78753"/>
                </a:lnTo>
                <a:lnTo>
                  <a:pt x="56813" y="79167"/>
                </a:lnTo>
                <a:lnTo>
                  <a:pt x="57188" y="79593"/>
                </a:lnTo>
                <a:lnTo>
                  <a:pt x="57552" y="80032"/>
                </a:lnTo>
                <a:lnTo>
                  <a:pt x="57903" y="80482"/>
                </a:lnTo>
                <a:lnTo>
                  <a:pt x="58242" y="80943"/>
                </a:lnTo>
                <a:lnTo>
                  <a:pt x="58568" y="81414"/>
                </a:lnTo>
                <a:lnTo>
                  <a:pt x="58880" y="81892"/>
                </a:lnTo>
                <a:lnTo>
                  <a:pt x="59178" y="82376"/>
                </a:lnTo>
                <a:lnTo>
                  <a:pt x="59463" y="82866"/>
                </a:lnTo>
                <a:lnTo>
                  <a:pt x="59733" y="83363"/>
                </a:lnTo>
                <a:lnTo>
                  <a:pt x="59990" y="83866"/>
                </a:lnTo>
                <a:lnTo>
                  <a:pt x="60233" y="84376"/>
                </a:lnTo>
                <a:lnTo>
                  <a:pt x="60462" y="84893"/>
                </a:lnTo>
                <a:lnTo>
                  <a:pt x="60677" y="85416"/>
                </a:lnTo>
                <a:lnTo>
                  <a:pt x="60878" y="85945"/>
                </a:lnTo>
                <a:lnTo>
                  <a:pt x="61065" y="86481"/>
                </a:lnTo>
                <a:lnTo>
                  <a:pt x="61239" y="87023"/>
                </a:lnTo>
                <a:lnTo>
                  <a:pt x="61398" y="87572"/>
                </a:lnTo>
                <a:lnTo>
                  <a:pt x="61544" y="88127"/>
                </a:lnTo>
                <a:lnTo>
                  <a:pt x="61676" y="88689"/>
                </a:lnTo>
                <a:lnTo>
                  <a:pt x="61794" y="89257"/>
                </a:lnTo>
                <a:lnTo>
                  <a:pt x="61898" y="89832"/>
                </a:lnTo>
                <a:lnTo>
                  <a:pt x="61988" y="90413"/>
                </a:lnTo>
                <a:lnTo>
                  <a:pt x="62064" y="91001"/>
                </a:lnTo>
                <a:lnTo>
                  <a:pt x="62127" y="91595"/>
                </a:lnTo>
                <a:lnTo>
                  <a:pt x="62175" y="92196"/>
                </a:lnTo>
                <a:lnTo>
                  <a:pt x="62210" y="92803"/>
                </a:lnTo>
                <a:lnTo>
                  <a:pt x="62231" y="93416"/>
                </a:lnTo>
                <a:lnTo>
                  <a:pt x="62238" y="94037"/>
                </a:lnTo>
                <a:lnTo>
                  <a:pt x="62227" y="94809"/>
                </a:lnTo>
                <a:lnTo>
                  <a:pt x="62196" y="95567"/>
                </a:lnTo>
                <a:lnTo>
                  <a:pt x="62144" y="96311"/>
                </a:lnTo>
                <a:lnTo>
                  <a:pt x="62070" y="97041"/>
                </a:lnTo>
                <a:lnTo>
                  <a:pt x="61976" y="97757"/>
                </a:lnTo>
                <a:lnTo>
                  <a:pt x="61860" y="98459"/>
                </a:lnTo>
                <a:lnTo>
                  <a:pt x="61724" y="99146"/>
                </a:lnTo>
                <a:lnTo>
                  <a:pt x="61567" y="99819"/>
                </a:lnTo>
                <a:lnTo>
                  <a:pt x="61389" y="100478"/>
                </a:lnTo>
                <a:lnTo>
                  <a:pt x="61190" y="101123"/>
                </a:lnTo>
                <a:lnTo>
                  <a:pt x="60969" y="101754"/>
                </a:lnTo>
                <a:lnTo>
                  <a:pt x="60728" y="102370"/>
                </a:lnTo>
                <a:lnTo>
                  <a:pt x="60466" y="102973"/>
                </a:lnTo>
                <a:lnTo>
                  <a:pt x="60183" y="103561"/>
                </a:lnTo>
                <a:lnTo>
                  <a:pt x="59879" y="104135"/>
                </a:lnTo>
                <a:lnTo>
                  <a:pt x="59554" y="104695"/>
                </a:lnTo>
                <a:lnTo>
                  <a:pt x="59208" y="105240"/>
                </a:lnTo>
                <a:lnTo>
                  <a:pt x="58841" y="105772"/>
                </a:lnTo>
                <a:lnTo>
                  <a:pt x="58454" y="106289"/>
                </a:lnTo>
                <a:lnTo>
                  <a:pt x="58045" y="106792"/>
                </a:lnTo>
                <a:lnTo>
                  <a:pt x="57615" y="107281"/>
                </a:lnTo>
                <a:lnTo>
                  <a:pt x="57164" y="107756"/>
                </a:lnTo>
                <a:lnTo>
                  <a:pt x="56693" y="108217"/>
                </a:lnTo>
                <a:lnTo>
                  <a:pt x="56200" y="108663"/>
                </a:lnTo>
                <a:lnTo>
                  <a:pt x="55689" y="109093"/>
                </a:lnTo>
                <a:lnTo>
                  <a:pt x="55161" y="109505"/>
                </a:lnTo>
                <a:lnTo>
                  <a:pt x="54618" y="109898"/>
                </a:lnTo>
                <a:lnTo>
                  <a:pt x="54058" y="110274"/>
                </a:lnTo>
                <a:lnTo>
                  <a:pt x="53482" y="110630"/>
                </a:lnTo>
                <a:lnTo>
                  <a:pt x="52890" y="110969"/>
                </a:lnTo>
                <a:lnTo>
                  <a:pt x="52281" y="111289"/>
                </a:lnTo>
                <a:lnTo>
                  <a:pt x="51656" y="111591"/>
                </a:lnTo>
                <a:lnTo>
                  <a:pt x="51015" y="111875"/>
                </a:lnTo>
                <a:lnTo>
                  <a:pt x="50358" y="112140"/>
                </a:lnTo>
                <a:lnTo>
                  <a:pt x="49685" y="112387"/>
                </a:lnTo>
                <a:lnTo>
                  <a:pt x="48995" y="112616"/>
                </a:lnTo>
                <a:lnTo>
                  <a:pt x="48289" y="112826"/>
                </a:lnTo>
                <a:lnTo>
                  <a:pt x="47567" y="113018"/>
                </a:lnTo>
                <a:lnTo>
                  <a:pt x="46828" y="113192"/>
                </a:lnTo>
                <a:lnTo>
                  <a:pt x="46073" y="113348"/>
                </a:lnTo>
                <a:lnTo>
                  <a:pt x="45302" y="113485"/>
                </a:lnTo>
                <a:lnTo>
                  <a:pt x="44515" y="113604"/>
                </a:lnTo>
                <a:lnTo>
                  <a:pt x="43712" y="113704"/>
                </a:lnTo>
                <a:lnTo>
                  <a:pt x="42892" y="113787"/>
                </a:lnTo>
                <a:lnTo>
                  <a:pt x="42056" y="113851"/>
                </a:lnTo>
                <a:lnTo>
                  <a:pt x="41204" y="113897"/>
                </a:lnTo>
                <a:lnTo>
                  <a:pt x="40335" y="113924"/>
                </a:lnTo>
                <a:lnTo>
                  <a:pt x="39451" y="113933"/>
                </a:lnTo>
                <a:lnTo>
                  <a:pt x="38510" y="113924"/>
                </a:lnTo>
                <a:lnTo>
                  <a:pt x="37587" y="113895"/>
                </a:lnTo>
                <a:lnTo>
                  <a:pt x="36681" y="113848"/>
                </a:lnTo>
                <a:lnTo>
                  <a:pt x="35792" y="113782"/>
                </a:lnTo>
                <a:lnTo>
                  <a:pt x="34921" y="113697"/>
                </a:lnTo>
                <a:lnTo>
                  <a:pt x="34067" y="113593"/>
                </a:lnTo>
                <a:lnTo>
                  <a:pt x="33231" y="113470"/>
                </a:lnTo>
                <a:lnTo>
                  <a:pt x="32412" y="113329"/>
                </a:lnTo>
                <a:lnTo>
                  <a:pt x="31611" y="113168"/>
                </a:lnTo>
                <a:lnTo>
                  <a:pt x="30827" y="112989"/>
                </a:lnTo>
                <a:lnTo>
                  <a:pt x="30060" y="112790"/>
                </a:lnTo>
                <a:lnTo>
                  <a:pt x="29311" y="112573"/>
                </a:lnTo>
                <a:lnTo>
                  <a:pt x="28579" y="112337"/>
                </a:lnTo>
                <a:lnTo>
                  <a:pt x="27865" y="112082"/>
                </a:lnTo>
                <a:lnTo>
                  <a:pt x="27168" y="111808"/>
                </a:lnTo>
                <a:lnTo>
                  <a:pt x="26488" y="111515"/>
                </a:lnTo>
                <a:lnTo>
                  <a:pt x="25826" y="111203"/>
                </a:lnTo>
                <a:lnTo>
                  <a:pt x="25182" y="110873"/>
                </a:lnTo>
                <a:lnTo>
                  <a:pt x="24554" y="110523"/>
                </a:lnTo>
                <a:lnTo>
                  <a:pt x="23944" y="110155"/>
                </a:lnTo>
                <a:lnTo>
                  <a:pt x="23352" y="109767"/>
                </a:lnTo>
                <a:lnTo>
                  <a:pt x="22777" y="109361"/>
                </a:lnTo>
                <a:lnTo>
                  <a:pt x="22219" y="108936"/>
                </a:lnTo>
                <a:lnTo>
                  <a:pt x="21679" y="108492"/>
                </a:lnTo>
                <a:lnTo>
                  <a:pt x="21159" y="108032"/>
                </a:lnTo>
                <a:lnTo>
                  <a:pt x="20661" y="107558"/>
                </a:lnTo>
                <a:lnTo>
                  <a:pt x="20185" y="107071"/>
                </a:lnTo>
                <a:lnTo>
                  <a:pt x="19731" y="106570"/>
                </a:lnTo>
                <a:lnTo>
                  <a:pt x="19300" y="106055"/>
                </a:lnTo>
                <a:lnTo>
                  <a:pt x="18890" y="105527"/>
                </a:lnTo>
                <a:lnTo>
                  <a:pt x="18503" y="104985"/>
                </a:lnTo>
                <a:lnTo>
                  <a:pt x="18137" y="104430"/>
                </a:lnTo>
                <a:lnTo>
                  <a:pt x="17794" y="103861"/>
                </a:lnTo>
                <a:lnTo>
                  <a:pt x="17473" y="103278"/>
                </a:lnTo>
                <a:lnTo>
                  <a:pt x="17174" y="102682"/>
                </a:lnTo>
                <a:lnTo>
                  <a:pt x="16898" y="102073"/>
                </a:lnTo>
                <a:lnTo>
                  <a:pt x="16643" y="101449"/>
                </a:lnTo>
                <a:lnTo>
                  <a:pt x="16411" y="100812"/>
                </a:lnTo>
                <a:lnTo>
                  <a:pt x="16200" y="100162"/>
                </a:lnTo>
                <a:lnTo>
                  <a:pt x="16012" y="99498"/>
                </a:lnTo>
                <a:lnTo>
                  <a:pt x="15846" y="98820"/>
                </a:lnTo>
                <a:lnTo>
                  <a:pt x="15702" y="98129"/>
                </a:lnTo>
                <a:lnTo>
                  <a:pt x="15581" y="97424"/>
                </a:lnTo>
                <a:lnTo>
                  <a:pt x="15481" y="96706"/>
                </a:lnTo>
                <a:lnTo>
                  <a:pt x="15403" y="95974"/>
                </a:lnTo>
                <a:lnTo>
                  <a:pt x="15348" y="95229"/>
                </a:lnTo>
                <a:lnTo>
                  <a:pt x="15315" y="94469"/>
                </a:lnTo>
                <a:lnTo>
                  <a:pt x="15304" y="93697"/>
                </a:lnTo>
                <a:lnTo>
                  <a:pt x="0" y="93697"/>
                </a:lnTo>
                <a:lnTo>
                  <a:pt x="22" y="94570"/>
                </a:lnTo>
                <a:lnTo>
                  <a:pt x="60" y="95434"/>
                </a:lnTo>
                <a:lnTo>
                  <a:pt x="114" y="96287"/>
                </a:lnTo>
                <a:lnTo>
                  <a:pt x="184" y="97131"/>
                </a:lnTo>
                <a:lnTo>
                  <a:pt x="270" y="97964"/>
                </a:lnTo>
                <a:lnTo>
                  <a:pt x="371" y="98787"/>
                </a:lnTo>
                <a:lnTo>
                  <a:pt x="489" y="99601"/>
                </a:lnTo>
                <a:lnTo>
                  <a:pt x="623" y="100404"/>
                </a:lnTo>
                <a:lnTo>
                  <a:pt x="772" y="101197"/>
                </a:lnTo>
                <a:lnTo>
                  <a:pt x="938" y="101981"/>
                </a:lnTo>
                <a:lnTo>
                  <a:pt x="1119" y="102754"/>
                </a:lnTo>
                <a:lnTo>
                  <a:pt x="1317" y="103517"/>
                </a:lnTo>
                <a:lnTo>
                  <a:pt x="1530" y="104270"/>
                </a:lnTo>
                <a:lnTo>
                  <a:pt x="1760" y="105014"/>
                </a:lnTo>
                <a:lnTo>
                  <a:pt x="2005" y="105747"/>
                </a:lnTo>
                <a:lnTo>
                  <a:pt x="2266" y="106470"/>
                </a:lnTo>
                <a:lnTo>
                  <a:pt x="2543" y="107183"/>
                </a:lnTo>
                <a:lnTo>
                  <a:pt x="2836" y="107886"/>
                </a:lnTo>
                <a:lnTo>
                  <a:pt x="3145" y="108579"/>
                </a:lnTo>
                <a:lnTo>
                  <a:pt x="3470" y="109262"/>
                </a:lnTo>
                <a:lnTo>
                  <a:pt x="3811" y="109935"/>
                </a:lnTo>
                <a:lnTo>
                  <a:pt x="4168" y="110598"/>
                </a:lnTo>
                <a:lnTo>
                  <a:pt x="4541" y="111251"/>
                </a:lnTo>
                <a:lnTo>
                  <a:pt x="4930" y="111894"/>
                </a:lnTo>
                <a:lnTo>
                  <a:pt x="5334" y="112525"/>
                </a:lnTo>
                <a:lnTo>
                  <a:pt x="5751" y="113144"/>
                </a:lnTo>
                <a:lnTo>
                  <a:pt x="6183" y="113751"/>
                </a:lnTo>
                <a:lnTo>
                  <a:pt x="6628" y="114345"/>
                </a:lnTo>
                <a:lnTo>
                  <a:pt x="7087" y="114927"/>
                </a:lnTo>
                <a:lnTo>
                  <a:pt x="7560" y="115497"/>
                </a:lnTo>
                <a:lnTo>
                  <a:pt x="8047" y="116054"/>
                </a:lnTo>
                <a:lnTo>
                  <a:pt x="8548" y="116598"/>
                </a:lnTo>
                <a:lnTo>
                  <a:pt x="9063" y="117131"/>
                </a:lnTo>
                <a:lnTo>
                  <a:pt x="9592" y="117650"/>
                </a:lnTo>
                <a:lnTo>
                  <a:pt x="10134" y="118158"/>
                </a:lnTo>
                <a:lnTo>
                  <a:pt x="10690" y="118653"/>
                </a:lnTo>
                <a:lnTo>
                  <a:pt x="11261" y="119136"/>
                </a:lnTo>
                <a:lnTo>
                  <a:pt x="11845" y="119606"/>
                </a:lnTo>
                <a:lnTo>
                  <a:pt x="12443" y="120064"/>
                </a:lnTo>
                <a:lnTo>
                  <a:pt x="13055" y="120509"/>
                </a:lnTo>
                <a:lnTo>
                  <a:pt x="13680" y="120943"/>
                </a:lnTo>
                <a:lnTo>
                  <a:pt x="14320" y="121363"/>
                </a:lnTo>
                <a:lnTo>
                  <a:pt x="14973" y="121772"/>
                </a:lnTo>
                <a:lnTo>
                  <a:pt x="15641" y="122168"/>
                </a:lnTo>
                <a:lnTo>
                  <a:pt x="16322" y="122551"/>
                </a:lnTo>
                <a:lnTo>
                  <a:pt x="17017" y="122922"/>
                </a:lnTo>
                <a:lnTo>
                  <a:pt x="17726" y="123281"/>
                </a:lnTo>
                <a:lnTo>
                  <a:pt x="18449" y="123627"/>
                </a:lnTo>
                <a:lnTo>
                  <a:pt x="19185" y="123960"/>
                </a:lnTo>
                <a:lnTo>
                  <a:pt x="19932" y="124279"/>
                </a:lnTo>
                <a:lnTo>
                  <a:pt x="20693" y="124583"/>
                </a:lnTo>
                <a:lnTo>
                  <a:pt x="21465" y="124874"/>
                </a:lnTo>
                <a:lnTo>
                  <a:pt x="22249" y="125150"/>
                </a:lnTo>
                <a:lnTo>
                  <a:pt x="23045" y="125412"/>
                </a:lnTo>
                <a:lnTo>
                  <a:pt x="23854" y="125660"/>
                </a:lnTo>
                <a:lnTo>
                  <a:pt x="24674" y="125893"/>
                </a:lnTo>
                <a:lnTo>
                  <a:pt x="25507" y="126113"/>
                </a:lnTo>
                <a:lnTo>
                  <a:pt x="26352" y="126318"/>
                </a:lnTo>
                <a:lnTo>
                  <a:pt x="27209" y="126509"/>
                </a:lnTo>
                <a:lnTo>
                  <a:pt x="28078" y="126686"/>
                </a:lnTo>
                <a:lnTo>
                  <a:pt x="28959" y="126849"/>
                </a:lnTo>
                <a:lnTo>
                  <a:pt x="29852" y="126998"/>
                </a:lnTo>
                <a:lnTo>
                  <a:pt x="30758" y="127133"/>
                </a:lnTo>
                <a:lnTo>
                  <a:pt x="31675" y="127253"/>
                </a:lnTo>
                <a:lnTo>
                  <a:pt x="32605" y="127359"/>
                </a:lnTo>
                <a:lnTo>
                  <a:pt x="33546" y="127451"/>
                </a:lnTo>
                <a:lnTo>
                  <a:pt x="34500" y="127529"/>
                </a:lnTo>
                <a:lnTo>
                  <a:pt x="35466" y="127593"/>
                </a:lnTo>
                <a:lnTo>
                  <a:pt x="36444" y="127642"/>
                </a:lnTo>
                <a:lnTo>
                  <a:pt x="37434" y="127678"/>
                </a:lnTo>
                <a:lnTo>
                  <a:pt x="38436" y="127699"/>
                </a:lnTo>
                <a:lnTo>
                  <a:pt x="39451" y="127706"/>
                </a:lnTo>
                <a:lnTo>
                  <a:pt x="40395" y="127699"/>
                </a:lnTo>
                <a:lnTo>
                  <a:pt x="41330" y="127677"/>
                </a:lnTo>
                <a:lnTo>
                  <a:pt x="42255" y="127640"/>
                </a:lnTo>
                <a:lnTo>
                  <a:pt x="43171" y="127588"/>
                </a:lnTo>
                <a:close/>
                <a:moveTo>
                  <a:pt x="250348" y="127515"/>
                </a:moveTo>
                <a:lnTo>
                  <a:pt x="251505" y="127407"/>
                </a:lnTo>
                <a:lnTo>
                  <a:pt x="252645" y="127276"/>
                </a:lnTo>
                <a:lnTo>
                  <a:pt x="253769" y="127120"/>
                </a:lnTo>
                <a:lnTo>
                  <a:pt x="254875" y="126941"/>
                </a:lnTo>
                <a:lnTo>
                  <a:pt x="255965" y="126738"/>
                </a:lnTo>
                <a:lnTo>
                  <a:pt x="257038" y="126511"/>
                </a:lnTo>
                <a:lnTo>
                  <a:pt x="258094" y="126260"/>
                </a:lnTo>
                <a:lnTo>
                  <a:pt x="259133" y="125985"/>
                </a:lnTo>
                <a:lnTo>
                  <a:pt x="260156" y="125686"/>
                </a:lnTo>
                <a:lnTo>
                  <a:pt x="261161" y="125363"/>
                </a:lnTo>
                <a:lnTo>
                  <a:pt x="262150" y="125016"/>
                </a:lnTo>
                <a:lnTo>
                  <a:pt x="263122" y="124646"/>
                </a:lnTo>
                <a:lnTo>
                  <a:pt x="264077" y="124251"/>
                </a:lnTo>
                <a:lnTo>
                  <a:pt x="265016" y="123833"/>
                </a:lnTo>
                <a:lnTo>
                  <a:pt x="265937" y="123390"/>
                </a:lnTo>
                <a:lnTo>
                  <a:pt x="266842" y="122924"/>
                </a:lnTo>
                <a:lnTo>
                  <a:pt x="267730" y="122434"/>
                </a:lnTo>
                <a:lnTo>
                  <a:pt x="268601" y="121920"/>
                </a:lnTo>
                <a:lnTo>
                  <a:pt x="269455" y="121382"/>
                </a:lnTo>
                <a:lnTo>
                  <a:pt x="270293" y="120820"/>
                </a:lnTo>
                <a:lnTo>
                  <a:pt x="271107" y="120237"/>
                </a:lnTo>
                <a:lnTo>
                  <a:pt x="271892" y="119638"/>
                </a:lnTo>
                <a:lnTo>
                  <a:pt x="272648" y="119022"/>
                </a:lnTo>
                <a:lnTo>
                  <a:pt x="273375" y="118390"/>
                </a:lnTo>
                <a:lnTo>
                  <a:pt x="274072" y="117740"/>
                </a:lnTo>
                <a:lnTo>
                  <a:pt x="274741" y="117074"/>
                </a:lnTo>
                <a:lnTo>
                  <a:pt x="275380" y="116390"/>
                </a:lnTo>
                <a:lnTo>
                  <a:pt x="275990" y="115690"/>
                </a:lnTo>
                <a:lnTo>
                  <a:pt x="276570" y="114973"/>
                </a:lnTo>
                <a:lnTo>
                  <a:pt x="277121" y="114239"/>
                </a:lnTo>
                <a:lnTo>
                  <a:pt x="277644" y="113489"/>
                </a:lnTo>
                <a:lnTo>
                  <a:pt x="278137" y="112721"/>
                </a:lnTo>
                <a:lnTo>
                  <a:pt x="278600" y="111937"/>
                </a:lnTo>
                <a:lnTo>
                  <a:pt x="279035" y="111136"/>
                </a:lnTo>
                <a:lnTo>
                  <a:pt x="279440" y="110318"/>
                </a:lnTo>
                <a:lnTo>
                  <a:pt x="279816" y="109483"/>
                </a:lnTo>
                <a:lnTo>
                  <a:pt x="280163" y="108632"/>
                </a:lnTo>
                <a:lnTo>
                  <a:pt x="280480" y="107764"/>
                </a:lnTo>
                <a:lnTo>
                  <a:pt x="280769" y="106878"/>
                </a:lnTo>
                <a:lnTo>
                  <a:pt x="281028" y="105976"/>
                </a:lnTo>
                <a:lnTo>
                  <a:pt x="281258" y="105057"/>
                </a:lnTo>
                <a:lnTo>
                  <a:pt x="281458" y="104122"/>
                </a:lnTo>
                <a:lnTo>
                  <a:pt x="281630" y="103169"/>
                </a:lnTo>
                <a:lnTo>
                  <a:pt x="281772" y="102200"/>
                </a:lnTo>
                <a:lnTo>
                  <a:pt x="266468" y="102200"/>
                </a:lnTo>
                <a:lnTo>
                  <a:pt x="266361" y="102719"/>
                </a:lnTo>
                <a:lnTo>
                  <a:pt x="266240" y="103227"/>
                </a:lnTo>
                <a:lnTo>
                  <a:pt x="266104" y="103724"/>
                </a:lnTo>
                <a:lnTo>
                  <a:pt x="265953" y="104210"/>
                </a:lnTo>
                <a:lnTo>
                  <a:pt x="265787" y="104685"/>
                </a:lnTo>
                <a:lnTo>
                  <a:pt x="265607" y="105149"/>
                </a:lnTo>
                <a:lnTo>
                  <a:pt x="265412" y="105603"/>
                </a:lnTo>
                <a:lnTo>
                  <a:pt x="265202" y="106045"/>
                </a:lnTo>
                <a:lnTo>
                  <a:pt x="264977" y="106477"/>
                </a:lnTo>
                <a:lnTo>
                  <a:pt x="264738" y="106897"/>
                </a:lnTo>
                <a:lnTo>
                  <a:pt x="264483" y="107307"/>
                </a:lnTo>
                <a:lnTo>
                  <a:pt x="264214" y="107706"/>
                </a:lnTo>
                <a:lnTo>
                  <a:pt x="263931" y="108094"/>
                </a:lnTo>
                <a:lnTo>
                  <a:pt x="263632" y="108471"/>
                </a:lnTo>
                <a:lnTo>
                  <a:pt x="263319" y="108837"/>
                </a:lnTo>
                <a:lnTo>
                  <a:pt x="262991" y="109192"/>
                </a:lnTo>
                <a:lnTo>
                  <a:pt x="262648" y="109536"/>
                </a:lnTo>
                <a:lnTo>
                  <a:pt x="262291" y="109869"/>
                </a:lnTo>
                <a:lnTo>
                  <a:pt x="261918" y="110192"/>
                </a:lnTo>
                <a:lnTo>
                  <a:pt x="261531" y="110503"/>
                </a:lnTo>
                <a:lnTo>
                  <a:pt x="261130" y="110803"/>
                </a:lnTo>
                <a:lnTo>
                  <a:pt x="260713" y="111093"/>
                </a:lnTo>
                <a:lnTo>
                  <a:pt x="260282" y="111372"/>
                </a:lnTo>
                <a:lnTo>
                  <a:pt x="259836" y="111639"/>
                </a:lnTo>
                <a:lnTo>
                  <a:pt x="259376" y="111896"/>
                </a:lnTo>
                <a:lnTo>
                  <a:pt x="258905" y="112142"/>
                </a:lnTo>
                <a:lnTo>
                  <a:pt x="258422" y="112377"/>
                </a:lnTo>
                <a:lnTo>
                  <a:pt x="257927" y="112600"/>
                </a:lnTo>
                <a:lnTo>
                  <a:pt x="257421" y="112813"/>
                </a:lnTo>
                <a:lnTo>
                  <a:pt x="256902" y="113015"/>
                </a:lnTo>
                <a:lnTo>
                  <a:pt x="256372" y="113206"/>
                </a:lnTo>
                <a:lnTo>
                  <a:pt x="255830" y="113387"/>
                </a:lnTo>
                <a:lnTo>
                  <a:pt x="255276" y="113556"/>
                </a:lnTo>
                <a:lnTo>
                  <a:pt x="254711" y="113714"/>
                </a:lnTo>
                <a:lnTo>
                  <a:pt x="254133" y="113862"/>
                </a:lnTo>
                <a:lnTo>
                  <a:pt x="253544" y="113998"/>
                </a:lnTo>
                <a:lnTo>
                  <a:pt x="252943" y="114124"/>
                </a:lnTo>
                <a:lnTo>
                  <a:pt x="252330" y="114238"/>
                </a:lnTo>
                <a:lnTo>
                  <a:pt x="251705" y="114342"/>
                </a:lnTo>
                <a:lnTo>
                  <a:pt x="251069" y="114435"/>
                </a:lnTo>
                <a:lnTo>
                  <a:pt x="250421" y="114517"/>
                </a:lnTo>
                <a:lnTo>
                  <a:pt x="249760" y="114588"/>
                </a:lnTo>
                <a:lnTo>
                  <a:pt x="249088" y="114648"/>
                </a:lnTo>
                <a:lnTo>
                  <a:pt x="248405" y="114697"/>
                </a:lnTo>
                <a:lnTo>
                  <a:pt x="247709" y="114735"/>
                </a:lnTo>
                <a:lnTo>
                  <a:pt x="247002" y="114762"/>
                </a:lnTo>
                <a:lnTo>
                  <a:pt x="246283" y="114779"/>
                </a:lnTo>
                <a:lnTo>
                  <a:pt x="245552" y="114784"/>
                </a:lnTo>
                <a:lnTo>
                  <a:pt x="244695" y="114774"/>
                </a:lnTo>
                <a:lnTo>
                  <a:pt x="243856" y="114744"/>
                </a:lnTo>
                <a:lnTo>
                  <a:pt x="243033" y="114693"/>
                </a:lnTo>
                <a:lnTo>
                  <a:pt x="242226" y="114621"/>
                </a:lnTo>
                <a:lnTo>
                  <a:pt x="241436" y="114530"/>
                </a:lnTo>
                <a:lnTo>
                  <a:pt x="240662" y="114418"/>
                </a:lnTo>
                <a:lnTo>
                  <a:pt x="239905" y="114285"/>
                </a:lnTo>
                <a:lnTo>
                  <a:pt x="239165" y="114132"/>
                </a:lnTo>
                <a:lnTo>
                  <a:pt x="238441" y="113959"/>
                </a:lnTo>
                <a:lnTo>
                  <a:pt x="237733" y="113766"/>
                </a:lnTo>
                <a:lnTo>
                  <a:pt x="237042" y="113552"/>
                </a:lnTo>
                <a:lnTo>
                  <a:pt x="236368" y="113318"/>
                </a:lnTo>
                <a:lnTo>
                  <a:pt x="235710" y="113063"/>
                </a:lnTo>
                <a:lnTo>
                  <a:pt x="235069" y="112788"/>
                </a:lnTo>
                <a:lnTo>
                  <a:pt x="234444" y="112493"/>
                </a:lnTo>
                <a:lnTo>
                  <a:pt x="233836" y="112177"/>
                </a:lnTo>
                <a:lnTo>
                  <a:pt x="233244" y="111841"/>
                </a:lnTo>
                <a:lnTo>
                  <a:pt x="232669" y="111484"/>
                </a:lnTo>
                <a:lnTo>
                  <a:pt x="232110" y="111107"/>
                </a:lnTo>
                <a:lnTo>
                  <a:pt x="231568" y="110710"/>
                </a:lnTo>
                <a:lnTo>
                  <a:pt x="231043" y="110293"/>
                </a:lnTo>
                <a:lnTo>
                  <a:pt x="230534" y="109855"/>
                </a:lnTo>
                <a:lnTo>
                  <a:pt x="230041" y="109396"/>
                </a:lnTo>
                <a:lnTo>
                  <a:pt x="229565" y="108918"/>
                </a:lnTo>
                <a:lnTo>
                  <a:pt x="229108" y="108420"/>
                </a:lnTo>
                <a:lnTo>
                  <a:pt x="228669" y="107904"/>
                </a:lnTo>
                <a:lnTo>
                  <a:pt x="228250" y="107370"/>
                </a:lnTo>
                <a:lnTo>
                  <a:pt x="227851" y="106818"/>
                </a:lnTo>
                <a:lnTo>
                  <a:pt x="227471" y="106248"/>
                </a:lnTo>
                <a:lnTo>
                  <a:pt x="227111" y="105660"/>
                </a:lnTo>
                <a:lnTo>
                  <a:pt x="226770" y="105054"/>
                </a:lnTo>
                <a:lnTo>
                  <a:pt x="226449" y="104430"/>
                </a:lnTo>
                <a:lnTo>
                  <a:pt x="226147" y="103788"/>
                </a:lnTo>
                <a:lnTo>
                  <a:pt x="225864" y="103128"/>
                </a:lnTo>
                <a:lnTo>
                  <a:pt x="225601" y="102450"/>
                </a:lnTo>
                <a:lnTo>
                  <a:pt x="225358" y="101754"/>
                </a:lnTo>
                <a:lnTo>
                  <a:pt x="225134" y="101040"/>
                </a:lnTo>
                <a:lnTo>
                  <a:pt x="224929" y="100308"/>
                </a:lnTo>
                <a:lnTo>
                  <a:pt x="224744" y="99558"/>
                </a:lnTo>
                <a:lnTo>
                  <a:pt x="224579" y="98790"/>
                </a:lnTo>
                <a:lnTo>
                  <a:pt x="224433" y="98004"/>
                </a:lnTo>
                <a:lnTo>
                  <a:pt x="224306" y="97200"/>
                </a:lnTo>
                <a:lnTo>
                  <a:pt x="224199" y="96378"/>
                </a:lnTo>
                <a:lnTo>
                  <a:pt x="224111" y="95538"/>
                </a:lnTo>
                <a:lnTo>
                  <a:pt x="224043" y="94679"/>
                </a:lnTo>
                <a:lnTo>
                  <a:pt x="223994" y="93803"/>
                </a:lnTo>
                <a:lnTo>
                  <a:pt x="223965" y="92909"/>
                </a:lnTo>
                <a:lnTo>
                  <a:pt x="223955" y="91997"/>
                </a:lnTo>
                <a:lnTo>
                  <a:pt x="223955" y="82983"/>
                </a:lnTo>
                <a:lnTo>
                  <a:pt x="282112" y="82983"/>
                </a:lnTo>
                <a:lnTo>
                  <a:pt x="282112" y="66488"/>
                </a:lnTo>
                <a:lnTo>
                  <a:pt x="282104" y="65586"/>
                </a:lnTo>
                <a:lnTo>
                  <a:pt x="282080" y="64694"/>
                </a:lnTo>
                <a:lnTo>
                  <a:pt x="282041" y="63813"/>
                </a:lnTo>
                <a:lnTo>
                  <a:pt x="281987" y="62941"/>
                </a:lnTo>
                <a:lnTo>
                  <a:pt x="281916" y="62079"/>
                </a:lnTo>
                <a:lnTo>
                  <a:pt x="281830" y="61228"/>
                </a:lnTo>
                <a:lnTo>
                  <a:pt x="281728" y="60386"/>
                </a:lnTo>
                <a:lnTo>
                  <a:pt x="281611" y="59554"/>
                </a:lnTo>
                <a:lnTo>
                  <a:pt x="281478" y="58733"/>
                </a:lnTo>
                <a:lnTo>
                  <a:pt x="281329" y="57921"/>
                </a:lnTo>
                <a:lnTo>
                  <a:pt x="281165" y="57120"/>
                </a:lnTo>
                <a:lnTo>
                  <a:pt x="280985" y="56328"/>
                </a:lnTo>
                <a:lnTo>
                  <a:pt x="280789" y="55547"/>
                </a:lnTo>
                <a:lnTo>
                  <a:pt x="280578" y="54776"/>
                </a:lnTo>
                <a:lnTo>
                  <a:pt x="280351" y="54014"/>
                </a:lnTo>
                <a:lnTo>
                  <a:pt x="280109" y="53263"/>
                </a:lnTo>
                <a:lnTo>
                  <a:pt x="279850" y="52522"/>
                </a:lnTo>
                <a:lnTo>
                  <a:pt x="279576" y="51790"/>
                </a:lnTo>
                <a:lnTo>
                  <a:pt x="279287" y="51069"/>
                </a:lnTo>
                <a:lnTo>
                  <a:pt x="278982" y="50358"/>
                </a:lnTo>
                <a:lnTo>
                  <a:pt x="278661" y="49657"/>
                </a:lnTo>
                <a:lnTo>
                  <a:pt x="278324" y="48966"/>
                </a:lnTo>
                <a:lnTo>
                  <a:pt x="277972" y="48285"/>
                </a:lnTo>
                <a:lnTo>
                  <a:pt x="277605" y="47614"/>
                </a:lnTo>
                <a:lnTo>
                  <a:pt x="277223" y="46954"/>
                </a:lnTo>
                <a:lnTo>
                  <a:pt x="276828" y="46307"/>
                </a:lnTo>
                <a:lnTo>
                  <a:pt x="276420" y="45672"/>
                </a:lnTo>
                <a:lnTo>
                  <a:pt x="275999" y="45049"/>
                </a:lnTo>
                <a:lnTo>
                  <a:pt x="275565" y="44439"/>
                </a:lnTo>
                <a:lnTo>
                  <a:pt x="275118" y="43841"/>
                </a:lnTo>
                <a:lnTo>
                  <a:pt x="274658" y="43256"/>
                </a:lnTo>
                <a:lnTo>
                  <a:pt x="274186" y="42683"/>
                </a:lnTo>
                <a:lnTo>
                  <a:pt x="273700" y="42122"/>
                </a:lnTo>
                <a:lnTo>
                  <a:pt x="273201" y="41574"/>
                </a:lnTo>
                <a:lnTo>
                  <a:pt x="272689" y="41038"/>
                </a:lnTo>
                <a:lnTo>
                  <a:pt x="272164" y="40515"/>
                </a:lnTo>
                <a:lnTo>
                  <a:pt x="271626" y="40004"/>
                </a:lnTo>
                <a:lnTo>
                  <a:pt x="271075" y="39505"/>
                </a:lnTo>
                <a:lnTo>
                  <a:pt x="270511" y="39019"/>
                </a:lnTo>
                <a:lnTo>
                  <a:pt x="269935" y="38545"/>
                </a:lnTo>
                <a:lnTo>
                  <a:pt x="269345" y="38083"/>
                </a:lnTo>
                <a:lnTo>
                  <a:pt x="268742" y="37634"/>
                </a:lnTo>
                <a:lnTo>
                  <a:pt x="268126" y="37198"/>
                </a:lnTo>
                <a:lnTo>
                  <a:pt x="267497" y="36773"/>
                </a:lnTo>
                <a:lnTo>
                  <a:pt x="266855" y="36362"/>
                </a:lnTo>
                <a:lnTo>
                  <a:pt x="266200" y="35962"/>
                </a:lnTo>
                <a:lnTo>
                  <a:pt x="265532" y="35575"/>
                </a:lnTo>
                <a:lnTo>
                  <a:pt x="264851" y="35200"/>
                </a:lnTo>
                <a:lnTo>
                  <a:pt x="264159" y="34840"/>
                </a:lnTo>
                <a:lnTo>
                  <a:pt x="263458" y="34494"/>
                </a:lnTo>
                <a:lnTo>
                  <a:pt x="262746" y="34164"/>
                </a:lnTo>
                <a:lnTo>
                  <a:pt x="262025" y="33849"/>
                </a:lnTo>
                <a:lnTo>
                  <a:pt x="261294" y="33550"/>
                </a:lnTo>
                <a:lnTo>
                  <a:pt x="260553" y="33266"/>
                </a:lnTo>
                <a:lnTo>
                  <a:pt x="259802" y="32997"/>
                </a:lnTo>
                <a:lnTo>
                  <a:pt x="259042" y="32744"/>
                </a:lnTo>
                <a:lnTo>
                  <a:pt x="258272" y="32506"/>
                </a:lnTo>
                <a:lnTo>
                  <a:pt x="257492" y="32284"/>
                </a:lnTo>
                <a:lnTo>
                  <a:pt x="256703" y="32076"/>
                </a:lnTo>
                <a:lnTo>
                  <a:pt x="255903" y="31884"/>
                </a:lnTo>
                <a:lnTo>
                  <a:pt x="255094" y="31708"/>
                </a:lnTo>
                <a:lnTo>
                  <a:pt x="254276" y="31547"/>
                </a:lnTo>
                <a:lnTo>
                  <a:pt x="253447" y="31401"/>
                </a:lnTo>
                <a:lnTo>
                  <a:pt x="252609" y="31270"/>
                </a:lnTo>
                <a:lnTo>
                  <a:pt x="251761" y="31155"/>
                </a:lnTo>
                <a:lnTo>
                  <a:pt x="250903" y="31055"/>
                </a:lnTo>
                <a:lnTo>
                  <a:pt x="250035" y="30971"/>
                </a:lnTo>
                <a:lnTo>
                  <a:pt x="249158" y="30902"/>
                </a:lnTo>
                <a:lnTo>
                  <a:pt x="248271" y="30848"/>
                </a:lnTo>
                <a:lnTo>
                  <a:pt x="247374" y="30810"/>
                </a:lnTo>
                <a:lnTo>
                  <a:pt x="246468" y="30787"/>
                </a:lnTo>
                <a:lnTo>
                  <a:pt x="245552" y="30779"/>
                </a:lnTo>
                <a:lnTo>
                  <a:pt x="244635" y="30787"/>
                </a:lnTo>
                <a:lnTo>
                  <a:pt x="243729" y="30810"/>
                </a:lnTo>
                <a:lnTo>
                  <a:pt x="242832" y="30848"/>
                </a:lnTo>
                <a:lnTo>
                  <a:pt x="241945" y="30902"/>
                </a:lnTo>
                <a:lnTo>
                  <a:pt x="241068" y="30971"/>
                </a:lnTo>
                <a:lnTo>
                  <a:pt x="240200" y="31055"/>
                </a:lnTo>
                <a:lnTo>
                  <a:pt x="239342" y="31155"/>
                </a:lnTo>
                <a:lnTo>
                  <a:pt x="238494" y="31270"/>
                </a:lnTo>
                <a:lnTo>
                  <a:pt x="237656" y="31401"/>
                </a:lnTo>
                <a:lnTo>
                  <a:pt x="236827" y="31547"/>
                </a:lnTo>
                <a:lnTo>
                  <a:pt x="236008" y="31708"/>
                </a:lnTo>
                <a:lnTo>
                  <a:pt x="235199" y="31884"/>
                </a:lnTo>
                <a:lnTo>
                  <a:pt x="234400" y="32076"/>
                </a:lnTo>
                <a:lnTo>
                  <a:pt x="233610" y="32284"/>
                </a:lnTo>
                <a:lnTo>
                  <a:pt x="232830" y="32506"/>
                </a:lnTo>
                <a:lnTo>
                  <a:pt x="232060" y="32744"/>
                </a:lnTo>
                <a:lnTo>
                  <a:pt x="231300" y="32997"/>
                </a:lnTo>
                <a:lnTo>
                  <a:pt x="230549" y="33266"/>
                </a:lnTo>
                <a:lnTo>
                  <a:pt x="229808" y="33550"/>
                </a:lnTo>
                <a:lnTo>
                  <a:pt x="229077" y="33849"/>
                </a:lnTo>
                <a:lnTo>
                  <a:pt x="228355" y="34164"/>
                </a:lnTo>
                <a:lnTo>
                  <a:pt x="227643" y="34494"/>
                </a:lnTo>
                <a:lnTo>
                  <a:pt x="226941" y="34840"/>
                </a:lnTo>
                <a:lnTo>
                  <a:pt x="226249" y="35200"/>
                </a:lnTo>
                <a:lnTo>
                  <a:pt x="225568" y="35575"/>
                </a:lnTo>
                <a:lnTo>
                  <a:pt x="224901" y="35962"/>
                </a:lnTo>
                <a:lnTo>
                  <a:pt x="224246" y="36362"/>
                </a:lnTo>
                <a:lnTo>
                  <a:pt x="223604" y="36773"/>
                </a:lnTo>
                <a:lnTo>
                  <a:pt x="222976" y="37198"/>
                </a:lnTo>
                <a:lnTo>
                  <a:pt x="222360" y="37634"/>
                </a:lnTo>
                <a:lnTo>
                  <a:pt x="221757" y="38083"/>
                </a:lnTo>
                <a:lnTo>
                  <a:pt x="221167" y="38545"/>
                </a:lnTo>
                <a:lnTo>
                  <a:pt x="220590" y="39019"/>
                </a:lnTo>
                <a:lnTo>
                  <a:pt x="220027" y="39505"/>
                </a:lnTo>
                <a:lnTo>
                  <a:pt x="219476" y="40004"/>
                </a:lnTo>
                <a:lnTo>
                  <a:pt x="218938" y="40515"/>
                </a:lnTo>
                <a:lnTo>
                  <a:pt x="218413" y="41038"/>
                </a:lnTo>
                <a:lnTo>
                  <a:pt x="217901" y="41574"/>
                </a:lnTo>
                <a:lnTo>
                  <a:pt x="217402" y="42122"/>
                </a:lnTo>
                <a:lnTo>
                  <a:pt x="216916" y="42683"/>
                </a:lnTo>
                <a:lnTo>
                  <a:pt x="216443" y="43256"/>
                </a:lnTo>
                <a:lnTo>
                  <a:pt x="215983" y="43841"/>
                </a:lnTo>
                <a:lnTo>
                  <a:pt x="215536" y="44439"/>
                </a:lnTo>
                <a:lnTo>
                  <a:pt x="215102" y="45049"/>
                </a:lnTo>
                <a:lnTo>
                  <a:pt x="214681" y="45672"/>
                </a:lnTo>
                <a:lnTo>
                  <a:pt x="214273" y="46307"/>
                </a:lnTo>
                <a:lnTo>
                  <a:pt x="213878" y="46954"/>
                </a:lnTo>
                <a:lnTo>
                  <a:pt x="213496" y="47614"/>
                </a:lnTo>
                <a:lnTo>
                  <a:pt x="213128" y="48285"/>
                </a:lnTo>
                <a:lnTo>
                  <a:pt x="212776" y="48966"/>
                </a:lnTo>
                <a:lnTo>
                  <a:pt x="212440" y="49657"/>
                </a:lnTo>
                <a:lnTo>
                  <a:pt x="212120" y="50358"/>
                </a:lnTo>
                <a:lnTo>
                  <a:pt x="211815" y="51069"/>
                </a:lnTo>
                <a:lnTo>
                  <a:pt x="211525" y="51790"/>
                </a:lnTo>
                <a:lnTo>
                  <a:pt x="211252" y="52522"/>
                </a:lnTo>
                <a:lnTo>
                  <a:pt x="210993" y="53263"/>
                </a:lnTo>
                <a:lnTo>
                  <a:pt x="210751" y="54014"/>
                </a:lnTo>
                <a:lnTo>
                  <a:pt x="210524" y="54776"/>
                </a:lnTo>
                <a:lnTo>
                  <a:pt x="210313" y="55547"/>
                </a:lnTo>
                <a:lnTo>
                  <a:pt x="210118" y="56328"/>
                </a:lnTo>
                <a:lnTo>
                  <a:pt x="209938" y="57120"/>
                </a:lnTo>
                <a:lnTo>
                  <a:pt x="209773" y="57921"/>
                </a:lnTo>
                <a:lnTo>
                  <a:pt x="209625" y="58733"/>
                </a:lnTo>
                <a:lnTo>
                  <a:pt x="209492" y="59554"/>
                </a:lnTo>
                <a:lnTo>
                  <a:pt x="209375" y="60386"/>
                </a:lnTo>
                <a:lnTo>
                  <a:pt x="209273" y="61228"/>
                </a:lnTo>
                <a:lnTo>
                  <a:pt x="209187" y="62079"/>
                </a:lnTo>
                <a:lnTo>
                  <a:pt x="209117" y="62941"/>
                </a:lnTo>
                <a:lnTo>
                  <a:pt x="209062" y="63813"/>
                </a:lnTo>
                <a:lnTo>
                  <a:pt x="209023" y="64694"/>
                </a:lnTo>
                <a:lnTo>
                  <a:pt x="208999" y="65586"/>
                </a:lnTo>
                <a:lnTo>
                  <a:pt x="208991" y="66488"/>
                </a:lnTo>
                <a:lnTo>
                  <a:pt x="208991" y="91997"/>
                </a:lnTo>
                <a:lnTo>
                  <a:pt x="208999" y="92885"/>
                </a:lnTo>
                <a:lnTo>
                  <a:pt x="209023" y="93764"/>
                </a:lnTo>
                <a:lnTo>
                  <a:pt x="209062" y="94634"/>
                </a:lnTo>
                <a:lnTo>
                  <a:pt x="209117" y="95495"/>
                </a:lnTo>
                <a:lnTo>
                  <a:pt x="209187" y="96347"/>
                </a:lnTo>
                <a:lnTo>
                  <a:pt x="209273" y="97189"/>
                </a:lnTo>
                <a:lnTo>
                  <a:pt x="209375" y="98023"/>
                </a:lnTo>
                <a:lnTo>
                  <a:pt x="209492" y="98847"/>
                </a:lnTo>
                <a:lnTo>
                  <a:pt x="209625" y="99662"/>
                </a:lnTo>
                <a:lnTo>
                  <a:pt x="209773" y="100468"/>
                </a:lnTo>
                <a:lnTo>
                  <a:pt x="209938" y="101264"/>
                </a:lnTo>
                <a:lnTo>
                  <a:pt x="210118" y="102052"/>
                </a:lnTo>
                <a:lnTo>
                  <a:pt x="210313" y="102830"/>
                </a:lnTo>
                <a:lnTo>
                  <a:pt x="210524" y="103599"/>
                </a:lnTo>
                <a:lnTo>
                  <a:pt x="210751" y="104360"/>
                </a:lnTo>
                <a:lnTo>
                  <a:pt x="210993" y="105110"/>
                </a:lnTo>
                <a:lnTo>
                  <a:pt x="211252" y="105852"/>
                </a:lnTo>
                <a:lnTo>
                  <a:pt x="211525" y="106585"/>
                </a:lnTo>
                <a:lnTo>
                  <a:pt x="211815" y="107308"/>
                </a:lnTo>
                <a:lnTo>
                  <a:pt x="212120" y="108023"/>
                </a:lnTo>
                <a:lnTo>
                  <a:pt x="212440" y="108728"/>
                </a:lnTo>
                <a:lnTo>
                  <a:pt x="212776" y="109424"/>
                </a:lnTo>
                <a:lnTo>
                  <a:pt x="213128" y="110111"/>
                </a:lnTo>
                <a:lnTo>
                  <a:pt x="213496" y="110788"/>
                </a:lnTo>
                <a:lnTo>
                  <a:pt x="213878" y="111455"/>
                </a:lnTo>
                <a:lnTo>
                  <a:pt x="214273" y="112109"/>
                </a:lnTo>
                <a:lnTo>
                  <a:pt x="214681" y="112750"/>
                </a:lnTo>
                <a:lnTo>
                  <a:pt x="215102" y="113379"/>
                </a:lnTo>
                <a:lnTo>
                  <a:pt x="215536" y="113994"/>
                </a:lnTo>
                <a:lnTo>
                  <a:pt x="215983" y="114597"/>
                </a:lnTo>
                <a:lnTo>
                  <a:pt x="216443" y="115188"/>
                </a:lnTo>
                <a:lnTo>
                  <a:pt x="216916" y="115766"/>
                </a:lnTo>
                <a:lnTo>
                  <a:pt x="217402" y="116331"/>
                </a:lnTo>
                <a:lnTo>
                  <a:pt x="217901" y="116883"/>
                </a:lnTo>
                <a:lnTo>
                  <a:pt x="218413" y="117423"/>
                </a:lnTo>
                <a:lnTo>
                  <a:pt x="218938" y="117950"/>
                </a:lnTo>
                <a:lnTo>
                  <a:pt x="219476" y="118464"/>
                </a:lnTo>
                <a:lnTo>
                  <a:pt x="220027" y="118966"/>
                </a:lnTo>
                <a:lnTo>
                  <a:pt x="220590" y="119455"/>
                </a:lnTo>
                <a:lnTo>
                  <a:pt x="221167" y="119931"/>
                </a:lnTo>
                <a:lnTo>
                  <a:pt x="221757" y="120395"/>
                </a:lnTo>
                <a:lnTo>
                  <a:pt x="222360" y="120846"/>
                </a:lnTo>
                <a:lnTo>
                  <a:pt x="222976" y="121284"/>
                </a:lnTo>
                <a:lnTo>
                  <a:pt x="223604" y="121709"/>
                </a:lnTo>
                <a:lnTo>
                  <a:pt x="224246" y="122122"/>
                </a:lnTo>
                <a:lnTo>
                  <a:pt x="224901" y="122522"/>
                </a:lnTo>
                <a:lnTo>
                  <a:pt x="225568" y="122910"/>
                </a:lnTo>
                <a:lnTo>
                  <a:pt x="226249" y="123285"/>
                </a:lnTo>
                <a:lnTo>
                  <a:pt x="226941" y="123645"/>
                </a:lnTo>
                <a:lnTo>
                  <a:pt x="227643" y="123991"/>
                </a:lnTo>
                <a:lnTo>
                  <a:pt x="228355" y="124321"/>
                </a:lnTo>
                <a:lnTo>
                  <a:pt x="229077" y="124636"/>
                </a:lnTo>
                <a:lnTo>
                  <a:pt x="229808" y="124935"/>
                </a:lnTo>
                <a:lnTo>
                  <a:pt x="230549" y="125219"/>
                </a:lnTo>
                <a:lnTo>
                  <a:pt x="231300" y="125488"/>
                </a:lnTo>
                <a:lnTo>
                  <a:pt x="232060" y="125741"/>
                </a:lnTo>
                <a:lnTo>
                  <a:pt x="232830" y="125979"/>
                </a:lnTo>
                <a:lnTo>
                  <a:pt x="233610" y="126202"/>
                </a:lnTo>
                <a:lnTo>
                  <a:pt x="234400" y="126409"/>
                </a:lnTo>
                <a:lnTo>
                  <a:pt x="235199" y="126601"/>
                </a:lnTo>
                <a:lnTo>
                  <a:pt x="236008" y="126777"/>
                </a:lnTo>
                <a:lnTo>
                  <a:pt x="236827" y="126939"/>
                </a:lnTo>
                <a:lnTo>
                  <a:pt x="237656" y="127084"/>
                </a:lnTo>
                <a:lnTo>
                  <a:pt x="238494" y="127215"/>
                </a:lnTo>
                <a:lnTo>
                  <a:pt x="239342" y="127330"/>
                </a:lnTo>
                <a:lnTo>
                  <a:pt x="240200" y="127430"/>
                </a:lnTo>
                <a:lnTo>
                  <a:pt x="241068" y="127514"/>
                </a:lnTo>
                <a:lnTo>
                  <a:pt x="241945" y="127583"/>
                </a:lnTo>
                <a:lnTo>
                  <a:pt x="242832" y="127637"/>
                </a:lnTo>
                <a:lnTo>
                  <a:pt x="243729" y="127675"/>
                </a:lnTo>
                <a:lnTo>
                  <a:pt x="244635" y="127698"/>
                </a:lnTo>
                <a:lnTo>
                  <a:pt x="245552" y="127706"/>
                </a:lnTo>
                <a:lnTo>
                  <a:pt x="246776" y="127694"/>
                </a:lnTo>
                <a:lnTo>
                  <a:pt x="247983" y="127658"/>
                </a:lnTo>
                <a:lnTo>
                  <a:pt x="249174" y="127599"/>
                </a:lnTo>
                <a:lnTo>
                  <a:pt x="250348" y="127515"/>
                </a:lnTo>
                <a:close/>
                <a:moveTo>
                  <a:pt x="223965" y="65576"/>
                </a:moveTo>
                <a:lnTo>
                  <a:pt x="223994" y="64682"/>
                </a:lnTo>
                <a:lnTo>
                  <a:pt x="224043" y="63805"/>
                </a:lnTo>
                <a:lnTo>
                  <a:pt x="224111" y="62946"/>
                </a:lnTo>
                <a:lnTo>
                  <a:pt x="224199" y="62105"/>
                </a:lnTo>
                <a:lnTo>
                  <a:pt x="224306" y="61281"/>
                </a:lnTo>
                <a:lnTo>
                  <a:pt x="224433" y="60475"/>
                </a:lnTo>
                <a:lnTo>
                  <a:pt x="224579" y="59687"/>
                </a:lnTo>
                <a:lnTo>
                  <a:pt x="224744" y="58917"/>
                </a:lnTo>
                <a:lnTo>
                  <a:pt x="224929" y="58164"/>
                </a:lnTo>
                <a:lnTo>
                  <a:pt x="225134" y="57429"/>
                </a:lnTo>
                <a:lnTo>
                  <a:pt x="225358" y="56712"/>
                </a:lnTo>
                <a:lnTo>
                  <a:pt x="225601" y="56012"/>
                </a:lnTo>
                <a:lnTo>
                  <a:pt x="225864" y="55330"/>
                </a:lnTo>
                <a:lnTo>
                  <a:pt x="226147" y="54666"/>
                </a:lnTo>
                <a:lnTo>
                  <a:pt x="226449" y="54019"/>
                </a:lnTo>
                <a:lnTo>
                  <a:pt x="226770" y="53391"/>
                </a:lnTo>
                <a:lnTo>
                  <a:pt x="227111" y="52779"/>
                </a:lnTo>
                <a:lnTo>
                  <a:pt x="227471" y="52186"/>
                </a:lnTo>
                <a:lnTo>
                  <a:pt x="227851" y="51610"/>
                </a:lnTo>
                <a:lnTo>
                  <a:pt x="228250" y="51052"/>
                </a:lnTo>
                <a:lnTo>
                  <a:pt x="228669" y="50512"/>
                </a:lnTo>
                <a:lnTo>
                  <a:pt x="229108" y="49989"/>
                </a:lnTo>
                <a:lnTo>
                  <a:pt x="229565" y="49485"/>
                </a:lnTo>
                <a:lnTo>
                  <a:pt x="230041" y="48999"/>
                </a:lnTo>
                <a:lnTo>
                  <a:pt x="230534" y="48534"/>
                </a:lnTo>
                <a:lnTo>
                  <a:pt x="231043" y="48090"/>
                </a:lnTo>
                <a:lnTo>
                  <a:pt x="231568" y="47666"/>
                </a:lnTo>
                <a:lnTo>
                  <a:pt x="232110" y="47263"/>
                </a:lnTo>
                <a:lnTo>
                  <a:pt x="232669" y="46880"/>
                </a:lnTo>
                <a:lnTo>
                  <a:pt x="233244" y="46519"/>
                </a:lnTo>
                <a:lnTo>
                  <a:pt x="233836" y="46178"/>
                </a:lnTo>
                <a:lnTo>
                  <a:pt x="234444" y="45857"/>
                </a:lnTo>
                <a:lnTo>
                  <a:pt x="235069" y="45558"/>
                </a:lnTo>
                <a:lnTo>
                  <a:pt x="235710" y="45279"/>
                </a:lnTo>
                <a:lnTo>
                  <a:pt x="236368" y="45020"/>
                </a:lnTo>
                <a:lnTo>
                  <a:pt x="237042" y="44783"/>
                </a:lnTo>
                <a:lnTo>
                  <a:pt x="237733" y="44566"/>
                </a:lnTo>
                <a:lnTo>
                  <a:pt x="238441" y="44369"/>
                </a:lnTo>
                <a:lnTo>
                  <a:pt x="239165" y="44194"/>
                </a:lnTo>
                <a:lnTo>
                  <a:pt x="239905" y="44039"/>
                </a:lnTo>
                <a:lnTo>
                  <a:pt x="240662" y="43904"/>
                </a:lnTo>
                <a:lnTo>
                  <a:pt x="241436" y="43791"/>
                </a:lnTo>
                <a:lnTo>
                  <a:pt x="242226" y="43698"/>
                </a:lnTo>
                <a:lnTo>
                  <a:pt x="243033" y="43625"/>
                </a:lnTo>
                <a:lnTo>
                  <a:pt x="243856" y="43574"/>
                </a:lnTo>
                <a:lnTo>
                  <a:pt x="244695" y="43543"/>
                </a:lnTo>
                <a:lnTo>
                  <a:pt x="245552" y="43532"/>
                </a:lnTo>
                <a:lnTo>
                  <a:pt x="246421" y="43543"/>
                </a:lnTo>
                <a:lnTo>
                  <a:pt x="247274" y="43574"/>
                </a:lnTo>
                <a:lnTo>
                  <a:pt x="248109" y="43625"/>
                </a:lnTo>
                <a:lnTo>
                  <a:pt x="248926" y="43698"/>
                </a:lnTo>
                <a:lnTo>
                  <a:pt x="249727" y="43791"/>
                </a:lnTo>
                <a:lnTo>
                  <a:pt x="250509" y="43904"/>
                </a:lnTo>
                <a:lnTo>
                  <a:pt x="251275" y="44039"/>
                </a:lnTo>
                <a:lnTo>
                  <a:pt x="252023" y="44194"/>
                </a:lnTo>
                <a:lnTo>
                  <a:pt x="252753" y="44369"/>
                </a:lnTo>
                <a:lnTo>
                  <a:pt x="253466" y="44566"/>
                </a:lnTo>
                <a:lnTo>
                  <a:pt x="254162" y="44783"/>
                </a:lnTo>
                <a:lnTo>
                  <a:pt x="254840" y="45020"/>
                </a:lnTo>
                <a:lnTo>
                  <a:pt x="255501" y="45279"/>
                </a:lnTo>
                <a:lnTo>
                  <a:pt x="256144" y="45558"/>
                </a:lnTo>
                <a:lnTo>
                  <a:pt x="256770" y="45857"/>
                </a:lnTo>
                <a:lnTo>
                  <a:pt x="257379" y="46178"/>
                </a:lnTo>
                <a:lnTo>
                  <a:pt x="257970" y="46519"/>
                </a:lnTo>
                <a:lnTo>
                  <a:pt x="258544" y="46880"/>
                </a:lnTo>
                <a:lnTo>
                  <a:pt x="259100" y="47263"/>
                </a:lnTo>
                <a:lnTo>
                  <a:pt x="259639" y="47666"/>
                </a:lnTo>
                <a:lnTo>
                  <a:pt x="260161" y="48090"/>
                </a:lnTo>
                <a:lnTo>
                  <a:pt x="260665" y="48534"/>
                </a:lnTo>
                <a:lnTo>
                  <a:pt x="261152" y="48999"/>
                </a:lnTo>
                <a:lnTo>
                  <a:pt x="261621" y="49485"/>
                </a:lnTo>
                <a:lnTo>
                  <a:pt x="262072" y="49989"/>
                </a:lnTo>
                <a:lnTo>
                  <a:pt x="262504" y="50512"/>
                </a:lnTo>
                <a:lnTo>
                  <a:pt x="262916" y="51052"/>
                </a:lnTo>
                <a:lnTo>
                  <a:pt x="263310" y="51610"/>
                </a:lnTo>
                <a:lnTo>
                  <a:pt x="263684" y="52186"/>
                </a:lnTo>
                <a:lnTo>
                  <a:pt x="264039" y="52779"/>
                </a:lnTo>
                <a:lnTo>
                  <a:pt x="264375" y="53391"/>
                </a:lnTo>
                <a:lnTo>
                  <a:pt x="264691" y="54019"/>
                </a:lnTo>
                <a:lnTo>
                  <a:pt x="264989" y="54666"/>
                </a:lnTo>
                <a:lnTo>
                  <a:pt x="265267" y="55330"/>
                </a:lnTo>
                <a:lnTo>
                  <a:pt x="265526" y="56012"/>
                </a:lnTo>
                <a:lnTo>
                  <a:pt x="265766" y="56712"/>
                </a:lnTo>
                <a:lnTo>
                  <a:pt x="265987" y="57429"/>
                </a:lnTo>
                <a:lnTo>
                  <a:pt x="266188" y="58164"/>
                </a:lnTo>
                <a:lnTo>
                  <a:pt x="266371" y="58917"/>
                </a:lnTo>
                <a:lnTo>
                  <a:pt x="266534" y="59687"/>
                </a:lnTo>
                <a:lnTo>
                  <a:pt x="266678" y="60475"/>
                </a:lnTo>
                <a:lnTo>
                  <a:pt x="266802" y="61281"/>
                </a:lnTo>
                <a:lnTo>
                  <a:pt x="266908" y="62105"/>
                </a:lnTo>
                <a:lnTo>
                  <a:pt x="266994" y="62946"/>
                </a:lnTo>
                <a:lnTo>
                  <a:pt x="267061" y="63805"/>
                </a:lnTo>
                <a:lnTo>
                  <a:pt x="267109" y="64682"/>
                </a:lnTo>
                <a:lnTo>
                  <a:pt x="267138" y="65576"/>
                </a:lnTo>
                <a:lnTo>
                  <a:pt x="267148" y="66488"/>
                </a:lnTo>
                <a:lnTo>
                  <a:pt x="267148" y="71421"/>
                </a:lnTo>
                <a:lnTo>
                  <a:pt x="223955" y="71421"/>
                </a:lnTo>
                <a:lnTo>
                  <a:pt x="223955" y="66488"/>
                </a:lnTo>
                <a:lnTo>
                  <a:pt x="223965" y="65576"/>
                </a:lnTo>
                <a:close/>
                <a:moveTo>
                  <a:pt x="354832" y="127465"/>
                </a:moveTo>
                <a:lnTo>
                  <a:pt x="356080" y="127330"/>
                </a:lnTo>
                <a:lnTo>
                  <a:pt x="357306" y="127164"/>
                </a:lnTo>
                <a:lnTo>
                  <a:pt x="358510" y="126968"/>
                </a:lnTo>
                <a:lnTo>
                  <a:pt x="359693" y="126743"/>
                </a:lnTo>
                <a:lnTo>
                  <a:pt x="360853" y="126487"/>
                </a:lnTo>
                <a:lnTo>
                  <a:pt x="361992" y="126201"/>
                </a:lnTo>
                <a:lnTo>
                  <a:pt x="363109" y="125885"/>
                </a:lnTo>
                <a:lnTo>
                  <a:pt x="364204" y="125538"/>
                </a:lnTo>
                <a:lnTo>
                  <a:pt x="365277" y="125162"/>
                </a:lnTo>
                <a:lnTo>
                  <a:pt x="366328" y="124755"/>
                </a:lnTo>
                <a:lnTo>
                  <a:pt x="367358" y="124319"/>
                </a:lnTo>
                <a:lnTo>
                  <a:pt x="368365" y="123852"/>
                </a:lnTo>
                <a:lnTo>
                  <a:pt x="369351" y="123355"/>
                </a:lnTo>
                <a:lnTo>
                  <a:pt x="370315" y="122828"/>
                </a:lnTo>
                <a:lnTo>
                  <a:pt x="371257" y="122271"/>
                </a:lnTo>
                <a:lnTo>
                  <a:pt x="372177" y="121684"/>
                </a:lnTo>
                <a:lnTo>
                  <a:pt x="373075" y="121067"/>
                </a:lnTo>
                <a:lnTo>
                  <a:pt x="373952" y="120420"/>
                </a:lnTo>
                <a:lnTo>
                  <a:pt x="374807" y="119742"/>
                </a:lnTo>
                <a:lnTo>
                  <a:pt x="375639" y="119034"/>
                </a:lnTo>
                <a:lnTo>
                  <a:pt x="376445" y="118301"/>
                </a:lnTo>
                <a:lnTo>
                  <a:pt x="377218" y="117546"/>
                </a:lnTo>
                <a:lnTo>
                  <a:pt x="377959" y="116768"/>
                </a:lnTo>
                <a:lnTo>
                  <a:pt x="378667" y="115969"/>
                </a:lnTo>
                <a:lnTo>
                  <a:pt x="379343" y="115148"/>
                </a:lnTo>
                <a:lnTo>
                  <a:pt x="379986" y="114305"/>
                </a:lnTo>
                <a:lnTo>
                  <a:pt x="380597" y="113441"/>
                </a:lnTo>
                <a:lnTo>
                  <a:pt x="381175" y="112554"/>
                </a:lnTo>
                <a:lnTo>
                  <a:pt x="381721" y="111646"/>
                </a:lnTo>
                <a:lnTo>
                  <a:pt x="382235" y="110716"/>
                </a:lnTo>
                <a:lnTo>
                  <a:pt x="382716" y="109764"/>
                </a:lnTo>
                <a:lnTo>
                  <a:pt x="383164" y="108790"/>
                </a:lnTo>
                <a:lnTo>
                  <a:pt x="383580" y="107794"/>
                </a:lnTo>
                <a:lnTo>
                  <a:pt x="383964" y="106776"/>
                </a:lnTo>
                <a:lnTo>
                  <a:pt x="384315" y="105737"/>
                </a:lnTo>
                <a:lnTo>
                  <a:pt x="384633" y="104676"/>
                </a:lnTo>
                <a:lnTo>
                  <a:pt x="384920" y="103593"/>
                </a:lnTo>
                <a:lnTo>
                  <a:pt x="385173" y="102488"/>
                </a:lnTo>
                <a:lnTo>
                  <a:pt x="385394" y="101361"/>
                </a:lnTo>
                <a:lnTo>
                  <a:pt x="385583" y="100212"/>
                </a:lnTo>
                <a:lnTo>
                  <a:pt x="385739" y="99042"/>
                </a:lnTo>
                <a:lnTo>
                  <a:pt x="385863" y="97849"/>
                </a:lnTo>
                <a:lnTo>
                  <a:pt x="385954" y="96635"/>
                </a:lnTo>
                <a:lnTo>
                  <a:pt x="386013" y="95399"/>
                </a:lnTo>
                <a:lnTo>
                  <a:pt x="370707" y="95399"/>
                </a:lnTo>
                <a:lnTo>
                  <a:pt x="370656" y="96129"/>
                </a:lnTo>
                <a:lnTo>
                  <a:pt x="370587" y="96845"/>
                </a:lnTo>
                <a:lnTo>
                  <a:pt x="370501" y="97548"/>
                </a:lnTo>
                <a:lnTo>
                  <a:pt x="370398" y="98237"/>
                </a:lnTo>
                <a:lnTo>
                  <a:pt x="370277" y="98913"/>
                </a:lnTo>
                <a:lnTo>
                  <a:pt x="370139" y="99575"/>
                </a:lnTo>
                <a:lnTo>
                  <a:pt x="369983" y="100223"/>
                </a:lnTo>
                <a:lnTo>
                  <a:pt x="369810" y="100858"/>
                </a:lnTo>
                <a:lnTo>
                  <a:pt x="369620" y="101480"/>
                </a:lnTo>
                <a:lnTo>
                  <a:pt x="369412" y="102087"/>
                </a:lnTo>
                <a:lnTo>
                  <a:pt x="369186" y="102682"/>
                </a:lnTo>
                <a:lnTo>
                  <a:pt x="368944" y="103262"/>
                </a:lnTo>
                <a:lnTo>
                  <a:pt x="368683" y="103829"/>
                </a:lnTo>
                <a:lnTo>
                  <a:pt x="368406" y="104383"/>
                </a:lnTo>
                <a:lnTo>
                  <a:pt x="368111" y="104923"/>
                </a:lnTo>
                <a:lnTo>
                  <a:pt x="367798" y="105449"/>
                </a:lnTo>
                <a:lnTo>
                  <a:pt x="367468" y="105962"/>
                </a:lnTo>
                <a:lnTo>
                  <a:pt x="367121" y="106461"/>
                </a:lnTo>
                <a:lnTo>
                  <a:pt x="366756" y="106947"/>
                </a:lnTo>
                <a:lnTo>
                  <a:pt x="366374" y="107419"/>
                </a:lnTo>
                <a:lnTo>
                  <a:pt x="365975" y="107878"/>
                </a:lnTo>
                <a:lnTo>
                  <a:pt x="365558" y="108323"/>
                </a:lnTo>
                <a:lnTo>
                  <a:pt x="365123" y="108754"/>
                </a:lnTo>
                <a:lnTo>
                  <a:pt x="364671" y="109172"/>
                </a:lnTo>
                <a:lnTo>
                  <a:pt x="364204" y="109574"/>
                </a:lnTo>
                <a:lnTo>
                  <a:pt x="363722" y="109959"/>
                </a:lnTo>
                <a:lnTo>
                  <a:pt x="363227" y="110327"/>
                </a:lnTo>
                <a:lnTo>
                  <a:pt x="362718" y="110678"/>
                </a:lnTo>
                <a:lnTo>
                  <a:pt x="362195" y="111012"/>
                </a:lnTo>
                <a:lnTo>
                  <a:pt x="361658" y="111329"/>
                </a:lnTo>
                <a:lnTo>
                  <a:pt x="361107" y="111628"/>
                </a:lnTo>
                <a:lnTo>
                  <a:pt x="360543" y="111911"/>
                </a:lnTo>
                <a:lnTo>
                  <a:pt x="359964" y="112176"/>
                </a:lnTo>
                <a:lnTo>
                  <a:pt x="359372" y="112424"/>
                </a:lnTo>
                <a:lnTo>
                  <a:pt x="358766" y="112655"/>
                </a:lnTo>
                <a:lnTo>
                  <a:pt x="358146" y="112869"/>
                </a:lnTo>
                <a:lnTo>
                  <a:pt x="357512" y="113066"/>
                </a:lnTo>
                <a:lnTo>
                  <a:pt x="356864" y="113246"/>
                </a:lnTo>
                <a:lnTo>
                  <a:pt x="356202" y="113409"/>
                </a:lnTo>
                <a:lnTo>
                  <a:pt x="355526" y="113554"/>
                </a:lnTo>
                <a:lnTo>
                  <a:pt x="354837" y="113682"/>
                </a:lnTo>
                <a:lnTo>
                  <a:pt x="354133" y="113794"/>
                </a:lnTo>
                <a:lnTo>
                  <a:pt x="353416" y="113888"/>
                </a:lnTo>
                <a:lnTo>
                  <a:pt x="352685" y="113965"/>
                </a:lnTo>
                <a:lnTo>
                  <a:pt x="351940" y="114025"/>
                </a:lnTo>
                <a:lnTo>
                  <a:pt x="351181" y="114068"/>
                </a:lnTo>
                <a:lnTo>
                  <a:pt x="350408" y="114093"/>
                </a:lnTo>
                <a:lnTo>
                  <a:pt x="349622" y="114102"/>
                </a:lnTo>
                <a:lnTo>
                  <a:pt x="348793" y="114092"/>
                </a:lnTo>
                <a:lnTo>
                  <a:pt x="347978" y="114062"/>
                </a:lnTo>
                <a:lnTo>
                  <a:pt x="347177" y="114012"/>
                </a:lnTo>
                <a:lnTo>
                  <a:pt x="346390" y="113941"/>
                </a:lnTo>
                <a:lnTo>
                  <a:pt x="345618" y="113851"/>
                </a:lnTo>
                <a:lnTo>
                  <a:pt x="344860" y="113741"/>
                </a:lnTo>
                <a:lnTo>
                  <a:pt x="344116" y="113610"/>
                </a:lnTo>
                <a:lnTo>
                  <a:pt x="343386" y="113460"/>
                </a:lnTo>
                <a:lnTo>
                  <a:pt x="342670" y="113289"/>
                </a:lnTo>
                <a:lnTo>
                  <a:pt x="341969" y="113098"/>
                </a:lnTo>
                <a:lnTo>
                  <a:pt x="341281" y="112887"/>
                </a:lnTo>
                <a:lnTo>
                  <a:pt x="340608" y="112657"/>
                </a:lnTo>
                <a:lnTo>
                  <a:pt x="339949" y="112406"/>
                </a:lnTo>
                <a:lnTo>
                  <a:pt x="339304" y="112135"/>
                </a:lnTo>
                <a:lnTo>
                  <a:pt x="338674" y="111844"/>
                </a:lnTo>
                <a:lnTo>
                  <a:pt x="338057" y="111532"/>
                </a:lnTo>
                <a:lnTo>
                  <a:pt x="337455" y="111201"/>
                </a:lnTo>
                <a:lnTo>
                  <a:pt x="336867" y="110850"/>
                </a:lnTo>
                <a:lnTo>
                  <a:pt x="336293" y="110479"/>
                </a:lnTo>
                <a:lnTo>
                  <a:pt x="335733" y="110087"/>
                </a:lnTo>
                <a:lnTo>
                  <a:pt x="335187" y="109676"/>
                </a:lnTo>
                <a:lnTo>
                  <a:pt x="334656" y="109244"/>
                </a:lnTo>
                <a:lnTo>
                  <a:pt x="334139" y="108792"/>
                </a:lnTo>
                <a:lnTo>
                  <a:pt x="333635" y="108321"/>
                </a:lnTo>
                <a:lnTo>
                  <a:pt x="333150" y="107831"/>
                </a:lnTo>
                <a:lnTo>
                  <a:pt x="332685" y="107324"/>
                </a:lnTo>
                <a:lnTo>
                  <a:pt x="332241" y="106801"/>
                </a:lnTo>
                <a:lnTo>
                  <a:pt x="331817" y="106261"/>
                </a:lnTo>
                <a:lnTo>
                  <a:pt x="331415" y="105705"/>
                </a:lnTo>
                <a:lnTo>
                  <a:pt x="331032" y="105133"/>
                </a:lnTo>
                <a:lnTo>
                  <a:pt x="330671" y="104543"/>
                </a:lnTo>
                <a:lnTo>
                  <a:pt x="330330" y="103938"/>
                </a:lnTo>
                <a:lnTo>
                  <a:pt x="330010" y="103315"/>
                </a:lnTo>
                <a:lnTo>
                  <a:pt x="329710" y="102677"/>
                </a:lnTo>
                <a:lnTo>
                  <a:pt x="329431" y="102021"/>
                </a:lnTo>
                <a:lnTo>
                  <a:pt x="329173" y="101349"/>
                </a:lnTo>
                <a:lnTo>
                  <a:pt x="328936" y="100661"/>
                </a:lnTo>
                <a:lnTo>
                  <a:pt x="328719" y="99956"/>
                </a:lnTo>
                <a:lnTo>
                  <a:pt x="328522" y="99234"/>
                </a:lnTo>
                <a:lnTo>
                  <a:pt x="328347" y="98496"/>
                </a:lnTo>
                <a:lnTo>
                  <a:pt x="328192" y="97742"/>
                </a:lnTo>
                <a:lnTo>
                  <a:pt x="328058" y="96971"/>
                </a:lnTo>
                <a:lnTo>
                  <a:pt x="327944" y="96183"/>
                </a:lnTo>
                <a:lnTo>
                  <a:pt x="327851" y="95379"/>
                </a:lnTo>
                <a:lnTo>
                  <a:pt x="327779" y="94558"/>
                </a:lnTo>
                <a:lnTo>
                  <a:pt x="327727" y="93721"/>
                </a:lnTo>
                <a:lnTo>
                  <a:pt x="327696" y="92867"/>
                </a:lnTo>
                <a:lnTo>
                  <a:pt x="327686" y="91997"/>
                </a:lnTo>
                <a:lnTo>
                  <a:pt x="327686" y="66319"/>
                </a:lnTo>
                <a:lnTo>
                  <a:pt x="327696" y="65449"/>
                </a:lnTo>
                <a:lnTo>
                  <a:pt x="327727" y="64596"/>
                </a:lnTo>
                <a:lnTo>
                  <a:pt x="327779" y="63760"/>
                </a:lnTo>
                <a:lnTo>
                  <a:pt x="327851" y="62940"/>
                </a:lnTo>
                <a:lnTo>
                  <a:pt x="327944" y="62137"/>
                </a:lnTo>
                <a:lnTo>
                  <a:pt x="328058" y="61351"/>
                </a:lnTo>
                <a:lnTo>
                  <a:pt x="328192" y="60582"/>
                </a:lnTo>
                <a:lnTo>
                  <a:pt x="328347" y="59830"/>
                </a:lnTo>
                <a:lnTo>
                  <a:pt x="328522" y="59094"/>
                </a:lnTo>
                <a:lnTo>
                  <a:pt x="328719" y="58375"/>
                </a:lnTo>
                <a:lnTo>
                  <a:pt x="328936" y="57674"/>
                </a:lnTo>
                <a:lnTo>
                  <a:pt x="329173" y="56989"/>
                </a:lnTo>
                <a:lnTo>
                  <a:pt x="329431" y="56320"/>
                </a:lnTo>
                <a:lnTo>
                  <a:pt x="329710" y="55669"/>
                </a:lnTo>
                <a:lnTo>
                  <a:pt x="330010" y="55035"/>
                </a:lnTo>
                <a:lnTo>
                  <a:pt x="330330" y="54417"/>
                </a:lnTo>
                <a:lnTo>
                  <a:pt x="330671" y="53816"/>
                </a:lnTo>
                <a:lnTo>
                  <a:pt x="331032" y="53232"/>
                </a:lnTo>
                <a:lnTo>
                  <a:pt x="331415" y="52665"/>
                </a:lnTo>
                <a:lnTo>
                  <a:pt x="331817" y="52115"/>
                </a:lnTo>
                <a:lnTo>
                  <a:pt x="332241" y="51581"/>
                </a:lnTo>
                <a:lnTo>
                  <a:pt x="332685" y="51064"/>
                </a:lnTo>
                <a:lnTo>
                  <a:pt x="333150" y="50564"/>
                </a:lnTo>
                <a:lnTo>
                  <a:pt x="333635" y="50081"/>
                </a:lnTo>
                <a:lnTo>
                  <a:pt x="334139" y="49616"/>
                </a:lnTo>
                <a:lnTo>
                  <a:pt x="334656" y="49171"/>
                </a:lnTo>
                <a:lnTo>
                  <a:pt x="335187" y="48746"/>
                </a:lnTo>
                <a:lnTo>
                  <a:pt x="335733" y="48340"/>
                </a:lnTo>
                <a:lnTo>
                  <a:pt x="336293" y="47955"/>
                </a:lnTo>
                <a:lnTo>
                  <a:pt x="336867" y="47588"/>
                </a:lnTo>
                <a:lnTo>
                  <a:pt x="337455" y="47242"/>
                </a:lnTo>
                <a:lnTo>
                  <a:pt x="338057" y="46916"/>
                </a:lnTo>
                <a:lnTo>
                  <a:pt x="338674" y="46609"/>
                </a:lnTo>
                <a:lnTo>
                  <a:pt x="339304" y="46322"/>
                </a:lnTo>
                <a:lnTo>
                  <a:pt x="339949" y="46055"/>
                </a:lnTo>
                <a:lnTo>
                  <a:pt x="340608" y="45808"/>
                </a:lnTo>
                <a:lnTo>
                  <a:pt x="341281" y="45580"/>
                </a:lnTo>
                <a:lnTo>
                  <a:pt x="341969" y="45373"/>
                </a:lnTo>
                <a:lnTo>
                  <a:pt x="342670" y="45185"/>
                </a:lnTo>
                <a:lnTo>
                  <a:pt x="343386" y="45016"/>
                </a:lnTo>
                <a:lnTo>
                  <a:pt x="344116" y="44868"/>
                </a:lnTo>
                <a:lnTo>
                  <a:pt x="344860" y="44739"/>
                </a:lnTo>
                <a:lnTo>
                  <a:pt x="345618" y="44631"/>
                </a:lnTo>
                <a:lnTo>
                  <a:pt x="346390" y="44542"/>
                </a:lnTo>
                <a:lnTo>
                  <a:pt x="347177" y="44472"/>
                </a:lnTo>
                <a:lnTo>
                  <a:pt x="347978" y="44423"/>
                </a:lnTo>
                <a:lnTo>
                  <a:pt x="348793" y="44393"/>
                </a:lnTo>
                <a:lnTo>
                  <a:pt x="349622" y="44383"/>
                </a:lnTo>
                <a:lnTo>
                  <a:pt x="350408" y="44392"/>
                </a:lnTo>
                <a:lnTo>
                  <a:pt x="351181" y="44417"/>
                </a:lnTo>
                <a:lnTo>
                  <a:pt x="351940" y="44459"/>
                </a:lnTo>
                <a:lnTo>
                  <a:pt x="352685" y="44518"/>
                </a:lnTo>
                <a:lnTo>
                  <a:pt x="353416" y="44594"/>
                </a:lnTo>
                <a:lnTo>
                  <a:pt x="354133" y="44686"/>
                </a:lnTo>
                <a:lnTo>
                  <a:pt x="354837" y="44796"/>
                </a:lnTo>
                <a:lnTo>
                  <a:pt x="355526" y="44922"/>
                </a:lnTo>
                <a:lnTo>
                  <a:pt x="356202" y="45065"/>
                </a:lnTo>
                <a:lnTo>
                  <a:pt x="356864" y="45225"/>
                </a:lnTo>
                <a:lnTo>
                  <a:pt x="357512" y="45402"/>
                </a:lnTo>
                <a:lnTo>
                  <a:pt x="358146" y="45595"/>
                </a:lnTo>
                <a:lnTo>
                  <a:pt x="358766" y="45805"/>
                </a:lnTo>
                <a:lnTo>
                  <a:pt x="359372" y="46033"/>
                </a:lnTo>
                <a:lnTo>
                  <a:pt x="359964" y="46277"/>
                </a:lnTo>
                <a:lnTo>
                  <a:pt x="360543" y="46538"/>
                </a:lnTo>
                <a:lnTo>
                  <a:pt x="361107" y="46815"/>
                </a:lnTo>
                <a:lnTo>
                  <a:pt x="361658" y="47110"/>
                </a:lnTo>
                <a:lnTo>
                  <a:pt x="362195" y="47421"/>
                </a:lnTo>
                <a:lnTo>
                  <a:pt x="362718" y="47749"/>
                </a:lnTo>
                <a:lnTo>
                  <a:pt x="363227" y="48094"/>
                </a:lnTo>
                <a:lnTo>
                  <a:pt x="363722" y="48456"/>
                </a:lnTo>
                <a:lnTo>
                  <a:pt x="364204" y="48835"/>
                </a:lnTo>
                <a:lnTo>
                  <a:pt x="364671" y="49230"/>
                </a:lnTo>
                <a:lnTo>
                  <a:pt x="365123" y="49641"/>
                </a:lnTo>
                <a:lnTo>
                  <a:pt x="365558" y="50067"/>
                </a:lnTo>
                <a:lnTo>
                  <a:pt x="365975" y="50507"/>
                </a:lnTo>
                <a:lnTo>
                  <a:pt x="366374" y="50961"/>
                </a:lnTo>
                <a:lnTo>
                  <a:pt x="366756" y="51430"/>
                </a:lnTo>
                <a:lnTo>
                  <a:pt x="367121" y="51913"/>
                </a:lnTo>
                <a:lnTo>
                  <a:pt x="367468" y="52411"/>
                </a:lnTo>
                <a:lnTo>
                  <a:pt x="367798" y="52923"/>
                </a:lnTo>
                <a:lnTo>
                  <a:pt x="368111" y="53450"/>
                </a:lnTo>
                <a:lnTo>
                  <a:pt x="368406" y="53991"/>
                </a:lnTo>
                <a:lnTo>
                  <a:pt x="368683" y="54547"/>
                </a:lnTo>
                <a:lnTo>
                  <a:pt x="368944" y="55117"/>
                </a:lnTo>
                <a:lnTo>
                  <a:pt x="369186" y="55702"/>
                </a:lnTo>
                <a:lnTo>
                  <a:pt x="369412" y="56301"/>
                </a:lnTo>
                <a:lnTo>
                  <a:pt x="369620" y="56915"/>
                </a:lnTo>
                <a:lnTo>
                  <a:pt x="369810" y="57543"/>
                </a:lnTo>
                <a:lnTo>
                  <a:pt x="369983" y="58185"/>
                </a:lnTo>
                <a:lnTo>
                  <a:pt x="370139" y="58842"/>
                </a:lnTo>
                <a:lnTo>
                  <a:pt x="370277" y="59514"/>
                </a:lnTo>
                <a:lnTo>
                  <a:pt x="370398" y="60200"/>
                </a:lnTo>
                <a:lnTo>
                  <a:pt x="370501" y="60901"/>
                </a:lnTo>
                <a:lnTo>
                  <a:pt x="370587" y="61616"/>
                </a:lnTo>
                <a:lnTo>
                  <a:pt x="370656" y="62345"/>
                </a:lnTo>
                <a:lnTo>
                  <a:pt x="370707" y="63089"/>
                </a:lnTo>
                <a:lnTo>
                  <a:pt x="386013" y="63089"/>
                </a:lnTo>
                <a:lnTo>
                  <a:pt x="385954" y="61853"/>
                </a:lnTo>
                <a:lnTo>
                  <a:pt x="385863" y="60639"/>
                </a:lnTo>
                <a:lnTo>
                  <a:pt x="385739" y="59446"/>
                </a:lnTo>
                <a:lnTo>
                  <a:pt x="385583" y="58276"/>
                </a:lnTo>
                <a:lnTo>
                  <a:pt x="385394" y="57127"/>
                </a:lnTo>
                <a:lnTo>
                  <a:pt x="385173" y="56000"/>
                </a:lnTo>
                <a:lnTo>
                  <a:pt x="384920" y="54895"/>
                </a:lnTo>
                <a:lnTo>
                  <a:pt x="384633" y="53812"/>
                </a:lnTo>
                <a:lnTo>
                  <a:pt x="384315" y="52751"/>
                </a:lnTo>
                <a:lnTo>
                  <a:pt x="383964" y="51711"/>
                </a:lnTo>
                <a:lnTo>
                  <a:pt x="383580" y="50694"/>
                </a:lnTo>
                <a:lnTo>
                  <a:pt x="383164" y="49698"/>
                </a:lnTo>
                <a:lnTo>
                  <a:pt x="382716" y="48724"/>
                </a:lnTo>
                <a:lnTo>
                  <a:pt x="382235" y="47772"/>
                </a:lnTo>
                <a:lnTo>
                  <a:pt x="381721" y="46842"/>
                </a:lnTo>
                <a:lnTo>
                  <a:pt x="381175" y="45934"/>
                </a:lnTo>
                <a:lnTo>
                  <a:pt x="380597" y="45047"/>
                </a:lnTo>
                <a:lnTo>
                  <a:pt x="379986" y="44182"/>
                </a:lnTo>
                <a:lnTo>
                  <a:pt x="379343" y="43340"/>
                </a:lnTo>
                <a:lnTo>
                  <a:pt x="378667" y="42519"/>
                </a:lnTo>
                <a:lnTo>
                  <a:pt x="377959" y="41720"/>
                </a:lnTo>
                <a:lnTo>
                  <a:pt x="377218" y="40942"/>
                </a:lnTo>
                <a:lnTo>
                  <a:pt x="376445" y="40187"/>
                </a:lnTo>
                <a:lnTo>
                  <a:pt x="375639" y="39453"/>
                </a:lnTo>
                <a:lnTo>
                  <a:pt x="374807" y="38745"/>
                </a:lnTo>
                <a:lnTo>
                  <a:pt x="373952" y="38068"/>
                </a:lnTo>
                <a:lnTo>
                  <a:pt x="373075" y="37420"/>
                </a:lnTo>
                <a:lnTo>
                  <a:pt x="372177" y="36803"/>
                </a:lnTo>
                <a:lnTo>
                  <a:pt x="371257" y="36215"/>
                </a:lnTo>
                <a:lnTo>
                  <a:pt x="370315" y="35658"/>
                </a:lnTo>
                <a:lnTo>
                  <a:pt x="369351" y="35131"/>
                </a:lnTo>
                <a:lnTo>
                  <a:pt x="368365" y="34634"/>
                </a:lnTo>
                <a:lnTo>
                  <a:pt x="367358" y="34167"/>
                </a:lnTo>
                <a:lnTo>
                  <a:pt x="366328" y="33731"/>
                </a:lnTo>
                <a:lnTo>
                  <a:pt x="365277" y="33324"/>
                </a:lnTo>
                <a:lnTo>
                  <a:pt x="364204" y="32948"/>
                </a:lnTo>
                <a:lnTo>
                  <a:pt x="363109" y="32601"/>
                </a:lnTo>
                <a:lnTo>
                  <a:pt x="361992" y="32285"/>
                </a:lnTo>
                <a:lnTo>
                  <a:pt x="360853" y="31999"/>
                </a:lnTo>
                <a:lnTo>
                  <a:pt x="359693" y="31743"/>
                </a:lnTo>
                <a:lnTo>
                  <a:pt x="358510" y="31517"/>
                </a:lnTo>
                <a:lnTo>
                  <a:pt x="357306" y="31321"/>
                </a:lnTo>
                <a:lnTo>
                  <a:pt x="356080" y="31155"/>
                </a:lnTo>
                <a:lnTo>
                  <a:pt x="354832" y="31020"/>
                </a:lnTo>
                <a:lnTo>
                  <a:pt x="353562" y="30915"/>
                </a:lnTo>
                <a:lnTo>
                  <a:pt x="352271" y="30839"/>
                </a:lnTo>
                <a:lnTo>
                  <a:pt x="350957" y="30794"/>
                </a:lnTo>
                <a:lnTo>
                  <a:pt x="349622" y="30779"/>
                </a:lnTo>
                <a:lnTo>
                  <a:pt x="348691" y="30786"/>
                </a:lnTo>
                <a:lnTo>
                  <a:pt x="347771" y="30809"/>
                </a:lnTo>
                <a:lnTo>
                  <a:pt x="346860" y="30845"/>
                </a:lnTo>
                <a:lnTo>
                  <a:pt x="345959" y="30897"/>
                </a:lnTo>
                <a:lnTo>
                  <a:pt x="345068" y="30964"/>
                </a:lnTo>
                <a:lnTo>
                  <a:pt x="344186" y="31045"/>
                </a:lnTo>
                <a:lnTo>
                  <a:pt x="343314" y="31141"/>
                </a:lnTo>
                <a:lnTo>
                  <a:pt x="342452" y="31252"/>
                </a:lnTo>
                <a:lnTo>
                  <a:pt x="341599" y="31377"/>
                </a:lnTo>
                <a:lnTo>
                  <a:pt x="340757" y="31517"/>
                </a:lnTo>
                <a:lnTo>
                  <a:pt x="339924" y="31672"/>
                </a:lnTo>
                <a:lnTo>
                  <a:pt x="339101" y="31842"/>
                </a:lnTo>
                <a:lnTo>
                  <a:pt x="338287" y="32027"/>
                </a:lnTo>
                <a:lnTo>
                  <a:pt x="337483" y="32226"/>
                </a:lnTo>
                <a:lnTo>
                  <a:pt x="336690" y="32440"/>
                </a:lnTo>
                <a:lnTo>
                  <a:pt x="335905" y="32669"/>
                </a:lnTo>
                <a:lnTo>
                  <a:pt x="335131" y="32913"/>
                </a:lnTo>
                <a:lnTo>
                  <a:pt x="334366" y="33171"/>
                </a:lnTo>
                <a:lnTo>
                  <a:pt x="333611" y="33444"/>
                </a:lnTo>
                <a:lnTo>
                  <a:pt x="332866" y="33732"/>
                </a:lnTo>
                <a:lnTo>
                  <a:pt x="332130" y="34035"/>
                </a:lnTo>
                <a:lnTo>
                  <a:pt x="331404" y="34353"/>
                </a:lnTo>
                <a:lnTo>
                  <a:pt x="330688" y="34685"/>
                </a:lnTo>
                <a:lnTo>
                  <a:pt x="329982" y="35032"/>
                </a:lnTo>
                <a:lnTo>
                  <a:pt x="329287" y="35392"/>
                </a:lnTo>
                <a:lnTo>
                  <a:pt x="328606" y="35766"/>
                </a:lnTo>
                <a:lnTo>
                  <a:pt x="327937" y="36153"/>
                </a:lnTo>
                <a:lnTo>
                  <a:pt x="327282" y="36552"/>
                </a:lnTo>
                <a:lnTo>
                  <a:pt x="326641" y="36965"/>
                </a:lnTo>
                <a:lnTo>
                  <a:pt x="326012" y="37391"/>
                </a:lnTo>
                <a:lnTo>
                  <a:pt x="325397" y="37829"/>
                </a:lnTo>
                <a:lnTo>
                  <a:pt x="324795" y="38281"/>
                </a:lnTo>
                <a:lnTo>
                  <a:pt x="324207" y="38746"/>
                </a:lnTo>
                <a:lnTo>
                  <a:pt x="323632" y="39223"/>
                </a:lnTo>
                <a:lnTo>
                  <a:pt x="323070" y="39714"/>
                </a:lnTo>
                <a:lnTo>
                  <a:pt x="322521" y="40217"/>
                </a:lnTo>
                <a:lnTo>
                  <a:pt x="321985" y="40734"/>
                </a:lnTo>
                <a:lnTo>
                  <a:pt x="321463" y="41264"/>
                </a:lnTo>
                <a:lnTo>
                  <a:pt x="320954" y="41806"/>
                </a:lnTo>
                <a:lnTo>
                  <a:pt x="320459" y="42362"/>
                </a:lnTo>
                <a:lnTo>
                  <a:pt x="319976" y="42930"/>
                </a:lnTo>
                <a:lnTo>
                  <a:pt x="319507" y="43512"/>
                </a:lnTo>
                <a:lnTo>
                  <a:pt x="319052" y="44106"/>
                </a:lnTo>
                <a:lnTo>
                  <a:pt x="318609" y="44714"/>
                </a:lnTo>
                <a:lnTo>
                  <a:pt x="318180" y="45334"/>
                </a:lnTo>
                <a:lnTo>
                  <a:pt x="317764" y="45968"/>
                </a:lnTo>
                <a:lnTo>
                  <a:pt x="317361" y="46614"/>
                </a:lnTo>
                <a:lnTo>
                  <a:pt x="316972" y="47274"/>
                </a:lnTo>
                <a:lnTo>
                  <a:pt x="316597" y="47945"/>
                </a:lnTo>
                <a:lnTo>
                  <a:pt x="316239" y="48628"/>
                </a:lnTo>
                <a:lnTo>
                  <a:pt x="315896" y="49322"/>
                </a:lnTo>
                <a:lnTo>
                  <a:pt x="315569" y="50028"/>
                </a:lnTo>
                <a:lnTo>
                  <a:pt x="315259" y="50744"/>
                </a:lnTo>
                <a:lnTo>
                  <a:pt x="314964" y="51472"/>
                </a:lnTo>
                <a:lnTo>
                  <a:pt x="314685" y="52211"/>
                </a:lnTo>
                <a:lnTo>
                  <a:pt x="314422" y="52961"/>
                </a:lnTo>
                <a:lnTo>
                  <a:pt x="314175" y="53722"/>
                </a:lnTo>
                <a:lnTo>
                  <a:pt x="313944" y="54495"/>
                </a:lnTo>
                <a:lnTo>
                  <a:pt x="313729" y="55278"/>
                </a:lnTo>
                <a:lnTo>
                  <a:pt x="313529" y="56073"/>
                </a:lnTo>
                <a:lnTo>
                  <a:pt x="313346" y="56880"/>
                </a:lnTo>
                <a:lnTo>
                  <a:pt x="313179" y="57697"/>
                </a:lnTo>
                <a:lnTo>
                  <a:pt x="313027" y="58526"/>
                </a:lnTo>
                <a:lnTo>
                  <a:pt x="312892" y="59365"/>
                </a:lnTo>
                <a:lnTo>
                  <a:pt x="312772" y="60217"/>
                </a:lnTo>
                <a:lnTo>
                  <a:pt x="312669" y="61079"/>
                </a:lnTo>
                <a:lnTo>
                  <a:pt x="312581" y="61952"/>
                </a:lnTo>
                <a:lnTo>
                  <a:pt x="312509" y="62837"/>
                </a:lnTo>
                <a:lnTo>
                  <a:pt x="312454" y="63733"/>
                </a:lnTo>
                <a:lnTo>
                  <a:pt x="312414" y="64640"/>
                </a:lnTo>
                <a:lnTo>
                  <a:pt x="312390" y="65558"/>
                </a:lnTo>
                <a:lnTo>
                  <a:pt x="312382" y="66488"/>
                </a:lnTo>
                <a:lnTo>
                  <a:pt x="312382" y="91997"/>
                </a:lnTo>
                <a:lnTo>
                  <a:pt x="312390" y="92913"/>
                </a:lnTo>
                <a:lnTo>
                  <a:pt x="312414" y="93819"/>
                </a:lnTo>
                <a:lnTo>
                  <a:pt x="312454" y="94714"/>
                </a:lnTo>
                <a:lnTo>
                  <a:pt x="312509" y="95599"/>
                </a:lnTo>
                <a:lnTo>
                  <a:pt x="312581" y="96474"/>
                </a:lnTo>
                <a:lnTo>
                  <a:pt x="312669" y="97338"/>
                </a:lnTo>
                <a:lnTo>
                  <a:pt x="312772" y="98192"/>
                </a:lnTo>
                <a:lnTo>
                  <a:pt x="312892" y="99036"/>
                </a:lnTo>
                <a:lnTo>
                  <a:pt x="313027" y="99869"/>
                </a:lnTo>
                <a:lnTo>
                  <a:pt x="313179" y="100692"/>
                </a:lnTo>
                <a:lnTo>
                  <a:pt x="313346" y="101504"/>
                </a:lnTo>
                <a:lnTo>
                  <a:pt x="313529" y="102307"/>
                </a:lnTo>
                <a:lnTo>
                  <a:pt x="313729" y="103099"/>
                </a:lnTo>
                <a:lnTo>
                  <a:pt x="313944" y="103880"/>
                </a:lnTo>
                <a:lnTo>
                  <a:pt x="314175" y="104652"/>
                </a:lnTo>
                <a:lnTo>
                  <a:pt x="314422" y="105413"/>
                </a:lnTo>
                <a:lnTo>
                  <a:pt x="314685" y="106163"/>
                </a:lnTo>
                <a:lnTo>
                  <a:pt x="314964" y="106904"/>
                </a:lnTo>
                <a:lnTo>
                  <a:pt x="315259" y="107633"/>
                </a:lnTo>
                <a:lnTo>
                  <a:pt x="315569" y="108353"/>
                </a:lnTo>
                <a:lnTo>
                  <a:pt x="315896" y="109062"/>
                </a:lnTo>
                <a:lnTo>
                  <a:pt x="316239" y="109761"/>
                </a:lnTo>
                <a:lnTo>
                  <a:pt x="316597" y="110450"/>
                </a:lnTo>
                <a:lnTo>
                  <a:pt x="316972" y="111128"/>
                </a:lnTo>
                <a:lnTo>
                  <a:pt x="317361" y="111795"/>
                </a:lnTo>
                <a:lnTo>
                  <a:pt x="317764" y="112448"/>
                </a:lnTo>
                <a:lnTo>
                  <a:pt x="318180" y="113088"/>
                </a:lnTo>
                <a:lnTo>
                  <a:pt x="318609" y="113714"/>
                </a:lnTo>
                <a:lnTo>
                  <a:pt x="319052" y="114328"/>
                </a:lnTo>
                <a:lnTo>
                  <a:pt x="319507" y="114928"/>
                </a:lnTo>
                <a:lnTo>
                  <a:pt x="319976" y="115515"/>
                </a:lnTo>
                <a:lnTo>
                  <a:pt x="320459" y="116088"/>
                </a:lnTo>
                <a:lnTo>
                  <a:pt x="320954" y="116648"/>
                </a:lnTo>
                <a:lnTo>
                  <a:pt x="321463" y="117195"/>
                </a:lnTo>
                <a:lnTo>
                  <a:pt x="321985" y="117729"/>
                </a:lnTo>
                <a:lnTo>
                  <a:pt x="322521" y="118249"/>
                </a:lnTo>
                <a:lnTo>
                  <a:pt x="323070" y="118756"/>
                </a:lnTo>
                <a:lnTo>
                  <a:pt x="323632" y="119250"/>
                </a:lnTo>
                <a:lnTo>
                  <a:pt x="324207" y="119730"/>
                </a:lnTo>
                <a:lnTo>
                  <a:pt x="324795" y="120197"/>
                </a:lnTo>
                <a:lnTo>
                  <a:pt x="325397" y="120651"/>
                </a:lnTo>
                <a:lnTo>
                  <a:pt x="326012" y="121092"/>
                </a:lnTo>
                <a:lnTo>
                  <a:pt x="326641" y="121519"/>
                </a:lnTo>
                <a:lnTo>
                  <a:pt x="327282" y="121933"/>
                </a:lnTo>
                <a:lnTo>
                  <a:pt x="327937" y="122334"/>
                </a:lnTo>
                <a:lnTo>
                  <a:pt x="328606" y="122721"/>
                </a:lnTo>
                <a:lnTo>
                  <a:pt x="329287" y="123095"/>
                </a:lnTo>
                <a:lnTo>
                  <a:pt x="329982" y="123456"/>
                </a:lnTo>
                <a:lnTo>
                  <a:pt x="330688" y="123803"/>
                </a:lnTo>
                <a:lnTo>
                  <a:pt x="331404" y="124135"/>
                </a:lnTo>
                <a:lnTo>
                  <a:pt x="332130" y="124452"/>
                </a:lnTo>
                <a:lnTo>
                  <a:pt x="332866" y="124755"/>
                </a:lnTo>
                <a:lnTo>
                  <a:pt x="333611" y="125042"/>
                </a:lnTo>
                <a:lnTo>
                  <a:pt x="334366" y="125315"/>
                </a:lnTo>
                <a:lnTo>
                  <a:pt x="335131" y="125574"/>
                </a:lnTo>
                <a:lnTo>
                  <a:pt x="335905" y="125817"/>
                </a:lnTo>
                <a:lnTo>
                  <a:pt x="336690" y="126046"/>
                </a:lnTo>
                <a:lnTo>
                  <a:pt x="337483" y="126260"/>
                </a:lnTo>
                <a:lnTo>
                  <a:pt x="338287" y="126459"/>
                </a:lnTo>
                <a:lnTo>
                  <a:pt x="339101" y="126644"/>
                </a:lnTo>
                <a:lnTo>
                  <a:pt x="339924" y="126813"/>
                </a:lnTo>
                <a:lnTo>
                  <a:pt x="340757" y="126968"/>
                </a:lnTo>
                <a:lnTo>
                  <a:pt x="341599" y="127108"/>
                </a:lnTo>
                <a:lnTo>
                  <a:pt x="342452" y="127234"/>
                </a:lnTo>
                <a:lnTo>
                  <a:pt x="343314" y="127345"/>
                </a:lnTo>
                <a:lnTo>
                  <a:pt x="344186" y="127441"/>
                </a:lnTo>
                <a:lnTo>
                  <a:pt x="345068" y="127522"/>
                </a:lnTo>
                <a:lnTo>
                  <a:pt x="345959" y="127588"/>
                </a:lnTo>
                <a:lnTo>
                  <a:pt x="346860" y="127640"/>
                </a:lnTo>
                <a:lnTo>
                  <a:pt x="347771" y="127677"/>
                </a:lnTo>
                <a:lnTo>
                  <a:pt x="348691" y="127699"/>
                </a:lnTo>
                <a:lnTo>
                  <a:pt x="349622" y="127706"/>
                </a:lnTo>
                <a:lnTo>
                  <a:pt x="350957" y="127691"/>
                </a:lnTo>
                <a:lnTo>
                  <a:pt x="352271" y="127646"/>
                </a:lnTo>
                <a:lnTo>
                  <a:pt x="353562" y="127571"/>
                </a:lnTo>
                <a:lnTo>
                  <a:pt x="354832" y="127465"/>
                </a:lnTo>
                <a:close/>
                <a:moveTo>
                  <a:pt x="106789" y="156614"/>
                </a:moveTo>
                <a:lnTo>
                  <a:pt x="122096" y="156614"/>
                </a:lnTo>
                <a:lnTo>
                  <a:pt x="122096" y="129408"/>
                </a:lnTo>
                <a:lnTo>
                  <a:pt x="121753" y="108152"/>
                </a:lnTo>
                <a:lnTo>
                  <a:pt x="122318" y="108152"/>
                </a:lnTo>
                <a:lnTo>
                  <a:pt x="122406" y="108788"/>
                </a:lnTo>
                <a:lnTo>
                  <a:pt x="122542" y="109586"/>
                </a:lnTo>
                <a:lnTo>
                  <a:pt x="122703" y="110369"/>
                </a:lnTo>
                <a:lnTo>
                  <a:pt x="122889" y="111137"/>
                </a:lnTo>
                <a:lnTo>
                  <a:pt x="123100" y="111890"/>
                </a:lnTo>
                <a:lnTo>
                  <a:pt x="123336" y="112628"/>
                </a:lnTo>
                <a:lnTo>
                  <a:pt x="123596" y="113352"/>
                </a:lnTo>
                <a:lnTo>
                  <a:pt x="123881" y="114061"/>
                </a:lnTo>
                <a:lnTo>
                  <a:pt x="124191" y="114755"/>
                </a:lnTo>
                <a:lnTo>
                  <a:pt x="124526" y="115435"/>
                </a:lnTo>
                <a:lnTo>
                  <a:pt x="124885" y="116099"/>
                </a:lnTo>
                <a:lnTo>
                  <a:pt x="125270" y="116749"/>
                </a:lnTo>
                <a:lnTo>
                  <a:pt x="125679" y="117384"/>
                </a:lnTo>
                <a:lnTo>
                  <a:pt x="126113" y="118005"/>
                </a:lnTo>
                <a:lnTo>
                  <a:pt x="126571" y="118610"/>
                </a:lnTo>
                <a:lnTo>
                  <a:pt x="127055" y="119201"/>
                </a:lnTo>
                <a:lnTo>
                  <a:pt x="127563" y="119777"/>
                </a:lnTo>
                <a:lnTo>
                  <a:pt x="128096" y="120338"/>
                </a:lnTo>
                <a:lnTo>
                  <a:pt x="128654" y="120885"/>
                </a:lnTo>
                <a:lnTo>
                  <a:pt x="129237" y="121416"/>
                </a:lnTo>
                <a:lnTo>
                  <a:pt x="129839" y="121930"/>
                </a:lnTo>
                <a:lnTo>
                  <a:pt x="130457" y="122421"/>
                </a:lnTo>
                <a:lnTo>
                  <a:pt x="131089" y="122891"/>
                </a:lnTo>
                <a:lnTo>
                  <a:pt x="131736" y="123338"/>
                </a:lnTo>
                <a:lnTo>
                  <a:pt x="132397" y="123764"/>
                </a:lnTo>
                <a:lnTo>
                  <a:pt x="133074" y="124168"/>
                </a:lnTo>
                <a:lnTo>
                  <a:pt x="133765" y="124550"/>
                </a:lnTo>
                <a:lnTo>
                  <a:pt x="134471" y="124911"/>
                </a:lnTo>
                <a:lnTo>
                  <a:pt x="135192" y="125249"/>
                </a:lnTo>
                <a:lnTo>
                  <a:pt x="135927" y="125566"/>
                </a:lnTo>
                <a:lnTo>
                  <a:pt x="136677" y="125861"/>
                </a:lnTo>
                <a:lnTo>
                  <a:pt x="137442" y="126134"/>
                </a:lnTo>
                <a:lnTo>
                  <a:pt x="138222" y="126385"/>
                </a:lnTo>
                <a:lnTo>
                  <a:pt x="139016" y="126614"/>
                </a:lnTo>
                <a:lnTo>
                  <a:pt x="139825" y="126822"/>
                </a:lnTo>
                <a:lnTo>
                  <a:pt x="140649" y="127007"/>
                </a:lnTo>
                <a:lnTo>
                  <a:pt x="141488" y="127171"/>
                </a:lnTo>
                <a:lnTo>
                  <a:pt x="142341" y="127313"/>
                </a:lnTo>
                <a:lnTo>
                  <a:pt x="143209" y="127433"/>
                </a:lnTo>
                <a:lnTo>
                  <a:pt x="144092" y="127531"/>
                </a:lnTo>
                <a:lnTo>
                  <a:pt x="144990" y="127608"/>
                </a:lnTo>
                <a:lnTo>
                  <a:pt x="145902" y="127662"/>
                </a:lnTo>
                <a:lnTo>
                  <a:pt x="146829" y="127695"/>
                </a:lnTo>
                <a:lnTo>
                  <a:pt x="147771" y="127706"/>
                </a:lnTo>
                <a:lnTo>
                  <a:pt x="148560" y="127699"/>
                </a:lnTo>
                <a:lnTo>
                  <a:pt x="149340" y="127677"/>
                </a:lnTo>
                <a:lnTo>
                  <a:pt x="150111" y="127640"/>
                </a:lnTo>
                <a:lnTo>
                  <a:pt x="150873" y="127588"/>
                </a:lnTo>
                <a:lnTo>
                  <a:pt x="151625" y="127522"/>
                </a:lnTo>
                <a:lnTo>
                  <a:pt x="152369" y="127441"/>
                </a:lnTo>
                <a:lnTo>
                  <a:pt x="153103" y="127345"/>
                </a:lnTo>
                <a:lnTo>
                  <a:pt x="153828" y="127234"/>
                </a:lnTo>
                <a:lnTo>
                  <a:pt x="154544" y="127108"/>
                </a:lnTo>
                <a:lnTo>
                  <a:pt x="155251" y="126968"/>
                </a:lnTo>
                <a:lnTo>
                  <a:pt x="155948" y="126813"/>
                </a:lnTo>
                <a:lnTo>
                  <a:pt x="156637" y="126644"/>
                </a:lnTo>
                <a:lnTo>
                  <a:pt x="157316" y="126459"/>
                </a:lnTo>
                <a:lnTo>
                  <a:pt x="157986" y="126260"/>
                </a:lnTo>
                <a:lnTo>
                  <a:pt x="158647" y="126046"/>
                </a:lnTo>
                <a:lnTo>
                  <a:pt x="159299" y="125817"/>
                </a:lnTo>
                <a:lnTo>
                  <a:pt x="159941" y="125574"/>
                </a:lnTo>
                <a:lnTo>
                  <a:pt x="160575" y="125315"/>
                </a:lnTo>
                <a:lnTo>
                  <a:pt x="161199" y="125042"/>
                </a:lnTo>
                <a:lnTo>
                  <a:pt x="161814" y="124755"/>
                </a:lnTo>
                <a:lnTo>
                  <a:pt x="162420" y="124452"/>
                </a:lnTo>
                <a:lnTo>
                  <a:pt x="163017" y="124135"/>
                </a:lnTo>
                <a:lnTo>
                  <a:pt x="163604" y="123803"/>
                </a:lnTo>
                <a:lnTo>
                  <a:pt x="164183" y="123456"/>
                </a:lnTo>
                <a:lnTo>
                  <a:pt x="164751" y="123096"/>
                </a:lnTo>
                <a:lnTo>
                  <a:pt x="165309" y="122723"/>
                </a:lnTo>
                <a:lnTo>
                  <a:pt x="165857" y="122338"/>
                </a:lnTo>
                <a:lnTo>
                  <a:pt x="166393" y="121940"/>
                </a:lnTo>
                <a:lnTo>
                  <a:pt x="166919" y="121530"/>
                </a:lnTo>
                <a:lnTo>
                  <a:pt x="167435" y="121108"/>
                </a:lnTo>
                <a:lnTo>
                  <a:pt x="167940" y="120673"/>
                </a:lnTo>
                <a:lnTo>
                  <a:pt x="168434" y="120225"/>
                </a:lnTo>
                <a:lnTo>
                  <a:pt x="168917" y="119766"/>
                </a:lnTo>
                <a:lnTo>
                  <a:pt x="169390" y="119294"/>
                </a:lnTo>
                <a:lnTo>
                  <a:pt x="169852" y="118809"/>
                </a:lnTo>
                <a:lnTo>
                  <a:pt x="170304" y="118313"/>
                </a:lnTo>
                <a:lnTo>
                  <a:pt x="170745" y="117803"/>
                </a:lnTo>
                <a:lnTo>
                  <a:pt x="171175" y="117282"/>
                </a:lnTo>
                <a:lnTo>
                  <a:pt x="171595" y="116748"/>
                </a:lnTo>
                <a:lnTo>
                  <a:pt x="172004" y="116201"/>
                </a:lnTo>
                <a:lnTo>
                  <a:pt x="172403" y="115642"/>
                </a:lnTo>
                <a:lnTo>
                  <a:pt x="172790" y="115071"/>
                </a:lnTo>
                <a:lnTo>
                  <a:pt x="173168" y="114487"/>
                </a:lnTo>
                <a:lnTo>
                  <a:pt x="173534" y="113891"/>
                </a:lnTo>
                <a:lnTo>
                  <a:pt x="173890" y="113283"/>
                </a:lnTo>
                <a:lnTo>
                  <a:pt x="174235" y="112662"/>
                </a:lnTo>
                <a:lnTo>
                  <a:pt x="174570" y="112028"/>
                </a:lnTo>
                <a:lnTo>
                  <a:pt x="174894" y="111383"/>
                </a:lnTo>
                <a:lnTo>
                  <a:pt x="175206" y="110726"/>
                </a:lnTo>
                <a:lnTo>
                  <a:pt x="175505" y="110059"/>
                </a:lnTo>
                <a:lnTo>
                  <a:pt x="175791" y="109382"/>
                </a:lnTo>
                <a:lnTo>
                  <a:pt x="176064" y="108695"/>
                </a:lnTo>
                <a:lnTo>
                  <a:pt x="176323" y="107997"/>
                </a:lnTo>
                <a:lnTo>
                  <a:pt x="176569" y="107290"/>
                </a:lnTo>
                <a:lnTo>
                  <a:pt x="176801" y="106573"/>
                </a:lnTo>
                <a:lnTo>
                  <a:pt x="177020" y="105846"/>
                </a:lnTo>
                <a:lnTo>
                  <a:pt x="177226" y="105109"/>
                </a:lnTo>
                <a:lnTo>
                  <a:pt x="177419" y="104361"/>
                </a:lnTo>
                <a:lnTo>
                  <a:pt x="177598" y="103604"/>
                </a:lnTo>
                <a:lnTo>
                  <a:pt x="177765" y="102837"/>
                </a:lnTo>
                <a:lnTo>
                  <a:pt x="177917" y="102059"/>
                </a:lnTo>
                <a:lnTo>
                  <a:pt x="178057" y="101272"/>
                </a:lnTo>
                <a:lnTo>
                  <a:pt x="178183" y="100474"/>
                </a:lnTo>
                <a:lnTo>
                  <a:pt x="178296" y="99667"/>
                </a:lnTo>
                <a:lnTo>
                  <a:pt x="178396" y="98849"/>
                </a:lnTo>
                <a:lnTo>
                  <a:pt x="178482" y="98022"/>
                </a:lnTo>
                <a:lnTo>
                  <a:pt x="178555" y="97184"/>
                </a:lnTo>
                <a:lnTo>
                  <a:pt x="178615" y="96337"/>
                </a:lnTo>
                <a:lnTo>
                  <a:pt x="178662" y="95479"/>
                </a:lnTo>
                <a:lnTo>
                  <a:pt x="178695" y="94611"/>
                </a:lnTo>
                <a:lnTo>
                  <a:pt x="178715" y="93733"/>
                </a:lnTo>
                <a:lnTo>
                  <a:pt x="178721" y="92846"/>
                </a:lnTo>
                <a:lnTo>
                  <a:pt x="178721" y="65468"/>
                </a:lnTo>
                <a:lnTo>
                  <a:pt x="178707" y="64134"/>
                </a:lnTo>
                <a:lnTo>
                  <a:pt x="178663" y="62824"/>
                </a:lnTo>
                <a:lnTo>
                  <a:pt x="178590" y="61537"/>
                </a:lnTo>
                <a:lnTo>
                  <a:pt x="178488" y="60275"/>
                </a:lnTo>
                <a:lnTo>
                  <a:pt x="178356" y="59036"/>
                </a:lnTo>
                <a:lnTo>
                  <a:pt x="178195" y="57821"/>
                </a:lnTo>
                <a:lnTo>
                  <a:pt x="178005" y="56631"/>
                </a:lnTo>
                <a:lnTo>
                  <a:pt x="177786" y="55464"/>
                </a:lnTo>
                <a:lnTo>
                  <a:pt x="177538" y="54321"/>
                </a:lnTo>
                <a:lnTo>
                  <a:pt x="177260" y="53202"/>
                </a:lnTo>
                <a:lnTo>
                  <a:pt x="176953" y="52107"/>
                </a:lnTo>
                <a:lnTo>
                  <a:pt x="176617" y="51036"/>
                </a:lnTo>
                <a:lnTo>
                  <a:pt x="176252" y="49988"/>
                </a:lnTo>
                <a:lnTo>
                  <a:pt x="175857" y="48965"/>
                </a:lnTo>
                <a:lnTo>
                  <a:pt x="175433" y="47966"/>
                </a:lnTo>
                <a:lnTo>
                  <a:pt x="174980" y="46990"/>
                </a:lnTo>
                <a:lnTo>
                  <a:pt x="174498" y="46039"/>
                </a:lnTo>
                <a:lnTo>
                  <a:pt x="173987" y="45111"/>
                </a:lnTo>
                <a:lnTo>
                  <a:pt x="173446" y="44207"/>
                </a:lnTo>
                <a:lnTo>
                  <a:pt x="172876" y="43327"/>
                </a:lnTo>
                <a:lnTo>
                  <a:pt x="172277" y="42472"/>
                </a:lnTo>
                <a:lnTo>
                  <a:pt x="171648" y="41640"/>
                </a:lnTo>
                <a:lnTo>
                  <a:pt x="170991" y="40832"/>
                </a:lnTo>
                <a:lnTo>
                  <a:pt x="170304" y="40047"/>
                </a:lnTo>
                <a:lnTo>
                  <a:pt x="169593" y="39291"/>
                </a:lnTo>
                <a:lnTo>
                  <a:pt x="168861" y="38567"/>
                </a:lnTo>
                <a:lnTo>
                  <a:pt x="168111" y="37875"/>
                </a:lnTo>
                <a:lnTo>
                  <a:pt x="167340" y="37215"/>
                </a:lnTo>
                <a:lnTo>
                  <a:pt x="166549" y="36588"/>
                </a:lnTo>
                <a:lnTo>
                  <a:pt x="165739" y="35993"/>
                </a:lnTo>
                <a:lnTo>
                  <a:pt x="164909" y="35429"/>
                </a:lnTo>
                <a:lnTo>
                  <a:pt x="164059" y="34898"/>
                </a:lnTo>
                <a:lnTo>
                  <a:pt x="163190" y="34400"/>
                </a:lnTo>
                <a:lnTo>
                  <a:pt x="162300" y="33933"/>
                </a:lnTo>
                <a:lnTo>
                  <a:pt x="161391" y="33498"/>
                </a:lnTo>
                <a:lnTo>
                  <a:pt x="160462" y="33096"/>
                </a:lnTo>
                <a:lnTo>
                  <a:pt x="159513" y="32726"/>
                </a:lnTo>
                <a:lnTo>
                  <a:pt x="158545" y="32388"/>
                </a:lnTo>
                <a:lnTo>
                  <a:pt x="157556" y="32082"/>
                </a:lnTo>
                <a:lnTo>
                  <a:pt x="156548" y="31809"/>
                </a:lnTo>
                <a:lnTo>
                  <a:pt x="155520" y="31567"/>
                </a:lnTo>
                <a:lnTo>
                  <a:pt x="154473" y="31358"/>
                </a:lnTo>
                <a:lnTo>
                  <a:pt x="153405" y="31181"/>
                </a:lnTo>
                <a:lnTo>
                  <a:pt x="152318" y="31036"/>
                </a:lnTo>
                <a:lnTo>
                  <a:pt x="151211" y="30924"/>
                </a:lnTo>
                <a:lnTo>
                  <a:pt x="150084" y="30843"/>
                </a:lnTo>
                <a:lnTo>
                  <a:pt x="148937" y="30795"/>
                </a:lnTo>
                <a:lnTo>
                  <a:pt x="147771" y="30779"/>
                </a:lnTo>
                <a:lnTo>
                  <a:pt x="146815" y="30790"/>
                </a:lnTo>
                <a:lnTo>
                  <a:pt x="145875" y="30822"/>
                </a:lnTo>
                <a:lnTo>
                  <a:pt x="144951" y="30876"/>
                </a:lnTo>
                <a:lnTo>
                  <a:pt x="144042" y="30951"/>
                </a:lnTo>
                <a:lnTo>
                  <a:pt x="143149" y="31048"/>
                </a:lnTo>
                <a:lnTo>
                  <a:pt x="142271" y="31167"/>
                </a:lnTo>
                <a:lnTo>
                  <a:pt x="141410" y="31307"/>
                </a:lnTo>
                <a:lnTo>
                  <a:pt x="140563" y="31469"/>
                </a:lnTo>
                <a:lnTo>
                  <a:pt x="139733" y="31652"/>
                </a:lnTo>
                <a:lnTo>
                  <a:pt x="138918" y="31857"/>
                </a:lnTo>
                <a:lnTo>
                  <a:pt x="138119" y="32083"/>
                </a:lnTo>
                <a:lnTo>
                  <a:pt x="137335" y="32331"/>
                </a:lnTo>
                <a:lnTo>
                  <a:pt x="136567" y="32600"/>
                </a:lnTo>
                <a:lnTo>
                  <a:pt x="135815" y="32891"/>
                </a:lnTo>
                <a:lnTo>
                  <a:pt x="135078" y="33203"/>
                </a:lnTo>
                <a:lnTo>
                  <a:pt x="134357" y="33538"/>
                </a:lnTo>
                <a:lnTo>
                  <a:pt x="133651" y="33893"/>
                </a:lnTo>
                <a:lnTo>
                  <a:pt x="132962" y="34270"/>
                </a:lnTo>
                <a:lnTo>
                  <a:pt x="132287" y="34669"/>
                </a:lnTo>
                <a:lnTo>
                  <a:pt x="131629" y="35089"/>
                </a:lnTo>
                <a:lnTo>
                  <a:pt x="130986" y="35531"/>
                </a:lnTo>
                <a:lnTo>
                  <a:pt x="130359" y="35994"/>
                </a:lnTo>
                <a:lnTo>
                  <a:pt x="129747" y="36479"/>
                </a:lnTo>
                <a:lnTo>
                  <a:pt x="129151" y="36986"/>
                </a:lnTo>
                <a:lnTo>
                  <a:pt x="128575" y="37511"/>
                </a:lnTo>
                <a:lnTo>
                  <a:pt x="128024" y="38051"/>
                </a:lnTo>
                <a:lnTo>
                  <a:pt x="127498" y="38608"/>
                </a:lnTo>
                <a:lnTo>
                  <a:pt x="126995" y="39180"/>
                </a:lnTo>
                <a:lnTo>
                  <a:pt x="126518" y="39767"/>
                </a:lnTo>
                <a:lnTo>
                  <a:pt x="126064" y="40371"/>
                </a:lnTo>
                <a:lnTo>
                  <a:pt x="125636" y="40990"/>
                </a:lnTo>
                <a:lnTo>
                  <a:pt x="125232" y="41624"/>
                </a:lnTo>
                <a:lnTo>
                  <a:pt x="124852" y="42274"/>
                </a:lnTo>
                <a:lnTo>
                  <a:pt x="124497" y="42940"/>
                </a:lnTo>
                <a:lnTo>
                  <a:pt x="124166" y="43622"/>
                </a:lnTo>
                <a:lnTo>
                  <a:pt x="123860" y="44319"/>
                </a:lnTo>
                <a:lnTo>
                  <a:pt x="123578" y="45032"/>
                </a:lnTo>
                <a:lnTo>
                  <a:pt x="123321" y="45760"/>
                </a:lnTo>
                <a:lnTo>
                  <a:pt x="123088" y="46505"/>
                </a:lnTo>
                <a:lnTo>
                  <a:pt x="122880" y="47264"/>
                </a:lnTo>
                <a:lnTo>
                  <a:pt x="122696" y="48040"/>
                </a:lnTo>
                <a:lnTo>
                  <a:pt x="122537" y="48831"/>
                </a:lnTo>
                <a:lnTo>
                  <a:pt x="122402" y="49638"/>
                </a:lnTo>
                <a:lnTo>
                  <a:pt x="122309" y="50333"/>
                </a:lnTo>
                <a:lnTo>
                  <a:pt x="122096" y="50333"/>
                </a:lnTo>
                <a:lnTo>
                  <a:pt x="122096" y="32479"/>
                </a:lnTo>
                <a:lnTo>
                  <a:pt x="106789" y="32479"/>
                </a:lnTo>
                <a:lnTo>
                  <a:pt x="106789" y="156614"/>
                </a:lnTo>
                <a:close/>
                <a:moveTo>
                  <a:pt x="139656" y="114279"/>
                </a:moveTo>
                <a:lnTo>
                  <a:pt x="138936" y="114186"/>
                </a:lnTo>
                <a:lnTo>
                  <a:pt x="138228" y="114072"/>
                </a:lnTo>
                <a:lnTo>
                  <a:pt x="137533" y="113938"/>
                </a:lnTo>
                <a:lnTo>
                  <a:pt x="136851" y="113783"/>
                </a:lnTo>
                <a:lnTo>
                  <a:pt x="136182" y="113607"/>
                </a:lnTo>
                <a:lnTo>
                  <a:pt x="135526" y="113411"/>
                </a:lnTo>
                <a:lnTo>
                  <a:pt x="134883" y="113194"/>
                </a:lnTo>
                <a:lnTo>
                  <a:pt x="134253" y="112956"/>
                </a:lnTo>
                <a:lnTo>
                  <a:pt x="133636" y="112698"/>
                </a:lnTo>
                <a:lnTo>
                  <a:pt x="133032" y="112419"/>
                </a:lnTo>
                <a:lnTo>
                  <a:pt x="132441" y="112119"/>
                </a:lnTo>
                <a:lnTo>
                  <a:pt x="131863" y="111799"/>
                </a:lnTo>
                <a:lnTo>
                  <a:pt x="131298" y="111458"/>
                </a:lnTo>
                <a:lnTo>
                  <a:pt x="130746" y="111096"/>
                </a:lnTo>
                <a:lnTo>
                  <a:pt x="130207" y="110714"/>
                </a:lnTo>
                <a:lnTo>
                  <a:pt x="129681" y="110311"/>
                </a:lnTo>
                <a:lnTo>
                  <a:pt x="129167" y="109887"/>
                </a:lnTo>
                <a:lnTo>
                  <a:pt x="128667" y="109443"/>
                </a:lnTo>
                <a:lnTo>
                  <a:pt x="128180" y="108978"/>
                </a:lnTo>
                <a:lnTo>
                  <a:pt x="127706" y="108492"/>
                </a:lnTo>
                <a:lnTo>
                  <a:pt x="127248" y="107988"/>
                </a:lnTo>
                <a:lnTo>
                  <a:pt x="126810" y="107468"/>
                </a:lnTo>
                <a:lnTo>
                  <a:pt x="126391" y="106932"/>
                </a:lnTo>
                <a:lnTo>
                  <a:pt x="125992" y="106380"/>
                </a:lnTo>
                <a:lnTo>
                  <a:pt x="125612" y="105813"/>
                </a:lnTo>
                <a:lnTo>
                  <a:pt x="125252" y="105229"/>
                </a:lnTo>
                <a:lnTo>
                  <a:pt x="124911" y="104629"/>
                </a:lnTo>
                <a:lnTo>
                  <a:pt x="124589" y="104014"/>
                </a:lnTo>
                <a:lnTo>
                  <a:pt x="124287" y="103382"/>
                </a:lnTo>
                <a:lnTo>
                  <a:pt x="124005" y="102735"/>
                </a:lnTo>
                <a:lnTo>
                  <a:pt x="123742" y="102071"/>
                </a:lnTo>
                <a:lnTo>
                  <a:pt x="123498" y="101392"/>
                </a:lnTo>
                <a:lnTo>
                  <a:pt x="123274" y="100697"/>
                </a:lnTo>
                <a:lnTo>
                  <a:pt x="123070" y="99986"/>
                </a:lnTo>
                <a:lnTo>
                  <a:pt x="122885" y="99259"/>
                </a:lnTo>
                <a:lnTo>
                  <a:pt x="122719" y="98515"/>
                </a:lnTo>
                <a:lnTo>
                  <a:pt x="122573" y="97756"/>
                </a:lnTo>
                <a:lnTo>
                  <a:pt x="122447" y="96981"/>
                </a:lnTo>
                <a:lnTo>
                  <a:pt x="122339" y="96191"/>
                </a:lnTo>
                <a:lnTo>
                  <a:pt x="122252" y="95384"/>
                </a:lnTo>
                <a:lnTo>
                  <a:pt x="122184" y="94561"/>
                </a:lnTo>
                <a:lnTo>
                  <a:pt x="122135" y="93722"/>
                </a:lnTo>
                <a:lnTo>
                  <a:pt x="122106" y="92868"/>
                </a:lnTo>
                <a:lnTo>
                  <a:pt x="122096" y="91997"/>
                </a:lnTo>
                <a:lnTo>
                  <a:pt x="122096" y="66488"/>
                </a:lnTo>
                <a:lnTo>
                  <a:pt x="122106" y="65617"/>
                </a:lnTo>
                <a:lnTo>
                  <a:pt x="122135" y="64763"/>
                </a:lnTo>
                <a:lnTo>
                  <a:pt x="122184" y="63924"/>
                </a:lnTo>
                <a:lnTo>
                  <a:pt x="122252" y="63101"/>
                </a:lnTo>
                <a:lnTo>
                  <a:pt x="122339" y="62295"/>
                </a:lnTo>
                <a:lnTo>
                  <a:pt x="122447" y="61504"/>
                </a:lnTo>
                <a:lnTo>
                  <a:pt x="122573" y="60729"/>
                </a:lnTo>
                <a:lnTo>
                  <a:pt x="122719" y="59970"/>
                </a:lnTo>
                <a:lnTo>
                  <a:pt x="122885" y="59227"/>
                </a:lnTo>
                <a:lnTo>
                  <a:pt x="123070" y="58500"/>
                </a:lnTo>
                <a:lnTo>
                  <a:pt x="123274" y="57789"/>
                </a:lnTo>
                <a:lnTo>
                  <a:pt x="123498" y="57094"/>
                </a:lnTo>
                <a:lnTo>
                  <a:pt x="123742" y="56415"/>
                </a:lnTo>
                <a:lnTo>
                  <a:pt x="124005" y="55751"/>
                </a:lnTo>
                <a:lnTo>
                  <a:pt x="124287" y="55104"/>
                </a:lnTo>
                <a:lnTo>
                  <a:pt x="124589" y="54473"/>
                </a:lnTo>
                <a:lnTo>
                  <a:pt x="124911" y="53857"/>
                </a:lnTo>
                <a:lnTo>
                  <a:pt x="125252" y="53258"/>
                </a:lnTo>
                <a:lnTo>
                  <a:pt x="125612" y="52674"/>
                </a:lnTo>
                <a:lnTo>
                  <a:pt x="125992" y="52107"/>
                </a:lnTo>
                <a:lnTo>
                  <a:pt x="126391" y="51555"/>
                </a:lnTo>
                <a:lnTo>
                  <a:pt x="126810" y="51019"/>
                </a:lnTo>
                <a:lnTo>
                  <a:pt x="127248" y="50500"/>
                </a:lnTo>
                <a:lnTo>
                  <a:pt x="127706" y="49996"/>
                </a:lnTo>
                <a:lnTo>
                  <a:pt x="128180" y="49510"/>
                </a:lnTo>
                <a:lnTo>
                  <a:pt x="128667" y="49045"/>
                </a:lnTo>
                <a:lnTo>
                  <a:pt x="129167" y="48601"/>
                </a:lnTo>
                <a:lnTo>
                  <a:pt x="129681" y="48177"/>
                </a:lnTo>
                <a:lnTo>
                  <a:pt x="130207" y="47774"/>
                </a:lnTo>
                <a:lnTo>
                  <a:pt x="130746" y="47392"/>
                </a:lnTo>
                <a:lnTo>
                  <a:pt x="131298" y="47030"/>
                </a:lnTo>
                <a:lnTo>
                  <a:pt x="131863" y="46689"/>
                </a:lnTo>
                <a:lnTo>
                  <a:pt x="132441" y="46369"/>
                </a:lnTo>
                <a:lnTo>
                  <a:pt x="133032" y="46069"/>
                </a:lnTo>
                <a:lnTo>
                  <a:pt x="133636" y="45790"/>
                </a:lnTo>
                <a:lnTo>
                  <a:pt x="134253" y="45532"/>
                </a:lnTo>
                <a:lnTo>
                  <a:pt x="134883" y="45294"/>
                </a:lnTo>
                <a:lnTo>
                  <a:pt x="135526" y="45077"/>
                </a:lnTo>
                <a:lnTo>
                  <a:pt x="136182" y="44880"/>
                </a:lnTo>
                <a:lnTo>
                  <a:pt x="136851" y="44705"/>
                </a:lnTo>
                <a:lnTo>
                  <a:pt x="137533" y="44550"/>
                </a:lnTo>
                <a:lnTo>
                  <a:pt x="138228" y="44415"/>
                </a:lnTo>
                <a:lnTo>
                  <a:pt x="138936" y="44302"/>
                </a:lnTo>
                <a:lnTo>
                  <a:pt x="139656" y="44209"/>
                </a:lnTo>
                <a:lnTo>
                  <a:pt x="140390" y="44136"/>
                </a:lnTo>
                <a:lnTo>
                  <a:pt x="141137" y="44085"/>
                </a:lnTo>
                <a:lnTo>
                  <a:pt x="141897" y="44054"/>
                </a:lnTo>
                <a:lnTo>
                  <a:pt x="142670" y="44043"/>
                </a:lnTo>
                <a:lnTo>
                  <a:pt x="143470" y="44053"/>
                </a:lnTo>
                <a:lnTo>
                  <a:pt x="144257" y="44084"/>
                </a:lnTo>
                <a:lnTo>
                  <a:pt x="145028" y="44134"/>
                </a:lnTo>
                <a:lnTo>
                  <a:pt x="145785" y="44204"/>
                </a:lnTo>
                <a:lnTo>
                  <a:pt x="146528" y="44294"/>
                </a:lnTo>
                <a:lnTo>
                  <a:pt x="147256" y="44405"/>
                </a:lnTo>
                <a:lnTo>
                  <a:pt x="147970" y="44535"/>
                </a:lnTo>
                <a:lnTo>
                  <a:pt x="148669" y="44686"/>
                </a:lnTo>
                <a:lnTo>
                  <a:pt x="149354" y="44856"/>
                </a:lnTo>
                <a:lnTo>
                  <a:pt x="150025" y="45047"/>
                </a:lnTo>
                <a:lnTo>
                  <a:pt x="150681" y="45258"/>
                </a:lnTo>
                <a:lnTo>
                  <a:pt x="151322" y="45489"/>
                </a:lnTo>
                <a:lnTo>
                  <a:pt x="151949" y="45740"/>
                </a:lnTo>
                <a:lnTo>
                  <a:pt x="152561" y="46011"/>
                </a:lnTo>
                <a:lnTo>
                  <a:pt x="153160" y="46302"/>
                </a:lnTo>
                <a:lnTo>
                  <a:pt x="153743" y="46613"/>
                </a:lnTo>
                <a:lnTo>
                  <a:pt x="154312" y="46944"/>
                </a:lnTo>
                <a:lnTo>
                  <a:pt x="154867" y="47295"/>
                </a:lnTo>
                <a:lnTo>
                  <a:pt x="155407" y="47667"/>
                </a:lnTo>
                <a:lnTo>
                  <a:pt x="155933" y="48058"/>
                </a:lnTo>
                <a:lnTo>
                  <a:pt x="156444" y="48470"/>
                </a:lnTo>
                <a:lnTo>
                  <a:pt x="156941" y="48901"/>
                </a:lnTo>
                <a:lnTo>
                  <a:pt x="157423" y="49353"/>
                </a:lnTo>
                <a:lnTo>
                  <a:pt x="157891" y="49825"/>
                </a:lnTo>
                <a:lnTo>
                  <a:pt x="158342" y="50315"/>
                </a:lnTo>
                <a:lnTo>
                  <a:pt x="158773" y="50823"/>
                </a:lnTo>
                <a:lnTo>
                  <a:pt x="159186" y="51350"/>
                </a:lnTo>
                <a:lnTo>
                  <a:pt x="159579" y="51893"/>
                </a:lnTo>
                <a:lnTo>
                  <a:pt x="159954" y="52455"/>
                </a:lnTo>
                <a:lnTo>
                  <a:pt x="160309" y="53034"/>
                </a:lnTo>
                <a:lnTo>
                  <a:pt x="160644" y="53631"/>
                </a:lnTo>
                <a:lnTo>
                  <a:pt x="160961" y="54245"/>
                </a:lnTo>
                <a:lnTo>
                  <a:pt x="161259" y="54878"/>
                </a:lnTo>
                <a:lnTo>
                  <a:pt x="161537" y="55528"/>
                </a:lnTo>
                <a:lnTo>
                  <a:pt x="161796" y="56196"/>
                </a:lnTo>
                <a:lnTo>
                  <a:pt x="162036" y="56881"/>
                </a:lnTo>
                <a:lnTo>
                  <a:pt x="162256" y="57584"/>
                </a:lnTo>
                <a:lnTo>
                  <a:pt x="162458" y="58305"/>
                </a:lnTo>
                <a:lnTo>
                  <a:pt x="162640" y="59044"/>
                </a:lnTo>
                <a:lnTo>
                  <a:pt x="162803" y="59800"/>
                </a:lnTo>
                <a:lnTo>
                  <a:pt x="162947" y="60574"/>
                </a:lnTo>
                <a:lnTo>
                  <a:pt x="163072" y="61366"/>
                </a:lnTo>
                <a:lnTo>
                  <a:pt x="163178" y="62175"/>
                </a:lnTo>
                <a:lnTo>
                  <a:pt x="163264" y="63002"/>
                </a:lnTo>
                <a:lnTo>
                  <a:pt x="163331" y="63847"/>
                </a:lnTo>
                <a:lnTo>
                  <a:pt x="163379" y="64710"/>
                </a:lnTo>
                <a:lnTo>
                  <a:pt x="163408" y="65590"/>
                </a:lnTo>
                <a:lnTo>
                  <a:pt x="163417" y="66488"/>
                </a:lnTo>
                <a:lnTo>
                  <a:pt x="163417" y="91997"/>
                </a:lnTo>
                <a:lnTo>
                  <a:pt x="163408" y="92895"/>
                </a:lnTo>
                <a:lnTo>
                  <a:pt x="163379" y="93775"/>
                </a:lnTo>
                <a:lnTo>
                  <a:pt x="163331" y="94638"/>
                </a:lnTo>
                <a:lnTo>
                  <a:pt x="163264" y="95483"/>
                </a:lnTo>
                <a:lnTo>
                  <a:pt x="163178" y="96310"/>
                </a:lnTo>
                <a:lnTo>
                  <a:pt x="163072" y="97120"/>
                </a:lnTo>
                <a:lnTo>
                  <a:pt x="162947" y="97911"/>
                </a:lnTo>
                <a:lnTo>
                  <a:pt x="162803" y="98686"/>
                </a:lnTo>
                <a:lnTo>
                  <a:pt x="162640" y="99442"/>
                </a:lnTo>
                <a:lnTo>
                  <a:pt x="162458" y="100181"/>
                </a:lnTo>
                <a:lnTo>
                  <a:pt x="162256" y="100902"/>
                </a:lnTo>
                <a:lnTo>
                  <a:pt x="162036" y="101605"/>
                </a:lnTo>
                <a:lnTo>
                  <a:pt x="161796" y="102290"/>
                </a:lnTo>
                <a:lnTo>
                  <a:pt x="161537" y="102958"/>
                </a:lnTo>
                <a:lnTo>
                  <a:pt x="161259" y="103608"/>
                </a:lnTo>
                <a:lnTo>
                  <a:pt x="160961" y="104241"/>
                </a:lnTo>
                <a:lnTo>
                  <a:pt x="160644" y="104856"/>
                </a:lnTo>
                <a:lnTo>
                  <a:pt x="160309" y="105453"/>
                </a:lnTo>
                <a:lnTo>
                  <a:pt x="159954" y="106032"/>
                </a:lnTo>
                <a:lnTo>
                  <a:pt x="159579" y="106594"/>
                </a:lnTo>
                <a:lnTo>
                  <a:pt x="159186" y="107138"/>
                </a:lnTo>
                <a:lnTo>
                  <a:pt x="158773" y="107664"/>
                </a:lnTo>
                <a:lnTo>
                  <a:pt x="158342" y="108172"/>
                </a:lnTo>
                <a:lnTo>
                  <a:pt x="157891" y="108663"/>
                </a:lnTo>
                <a:lnTo>
                  <a:pt x="157423" y="109135"/>
                </a:lnTo>
                <a:lnTo>
                  <a:pt x="156941" y="109587"/>
                </a:lnTo>
                <a:lnTo>
                  <a:pt x="156444" y="110018"/>
                </a:lnTo>
                <a:lnTo>
                  <a:pt x="155933" y="110430"/>
                </a:lnTo>
                <a:lnTo>
                  <a:pt x="155407" y="110821"/>
                </a:lnTo>
                <a:lnTo>
                  <a:pt x="154867" y="111192"/>
                </a:lnTo>
                <a:lnTo>
                  <a:pt x="154312" y="111544"/>
                </a:lnTo>
                <a:lnTo>
                  <a:pt x="153743" y="111875"/>
                </a:lnTo>
                <a:lnTo>
                  <a:pt x="153160" y="112186"/>
                </a:lnTo>
                <a:lnTo>
                  <a:pt x="152561" y="112477"/>
                </a:lnTo>
                <a:lnTo>
                  <a:pt x="151949" y="112748"/>
                </a:lnTo>
                <a:lnTo>
                  <a:pt x="151322" y="112999"/>
                </a:lnTo>
                <a:lnTo>
                  <a:pt x="150681" y="113230"/>
                </a:lnTo>
                <a:lnTo>
                  <a:pt x="150025" y="113441"/>
                </a:lnTo>
                <a:lnTo>
                  <a:pt x="149354" y="113631"/>
                </a:lnTo>
                <a:lnTo>
                  <a:pt x="148669" y="113802"/>
                </a:lnTo>
                <a:lnTo>
                  <a:pt x="147970" y="113953"/>
                </a:lnTo>
                <a:lnTo>
                  <a:pt x="147256" y="114083"/>
                </a:lnTo>
                <a:lnTo>
                  <a:pt x="146528" y="114193"/>
                </a:lnTo>
                <a:lnTo>
                  <a:pt x="145785" y="114284"/>
                </a:lnTo>
                <a:lnTo>
                  <a:pt x="145028" y="114354"/>
                </a:lnTo>
                <a:lnTo>
                  <a:pt x="144257" y="114404"/>
                </a:lnTo>
                <a:lnTo>
                  <a:pt x="143470" y="114434"/>
                </a:lnTo>
                <a:lnTo>
                  <a:pt x="142670" y="114444"/>
                </a:lnTo>
                <a:lnTo>
                  <a:pt x="141897" y="114434"/>
                </a:lnTo>
                <a:lnTo>
                  <a:pt x="141137" y="114403"/>
                </a:lnTo>
                <a:lnTo>
                  <a:pt x="140390" y="114351"/>
                </a:lnTo>
                <a:lnTo>
                  <a:pt x="139656" y="114279"/>
                </a:lnTo>
                <a:close/>
                <a:moveTo>
                  <a:pt x="567796" y="112062"/>
                </a:moveTo>
                <a:lnTo>
                  <a:pt x="567346" y="112057"/>
                </a:lnTo>
                <a:lnTo>
                  <a:pt x="566904" y="112039"/>
                </a:lnTo>
                <a:lnTo>
                  <a:pt x="566470" y="112011"/>
                </a:lnTo>
                <a:lnTo>
                  <a:pt x="566043" y="111970"/>
                </a:lnTo>
                <a:lnTo>
                  <a:pt x="565624" y="111918"/>
                </a:lnTo>
                <a:lnTo>
                  <a:pt x="565213" y="111855"/>
                </a:lnTo>
                <a:lnTo>
                  <a:pt x="564810" y="111780"/>
                </a:lnTo>
                <a:lnTo>
                  <a:pt x="564414" y="111694"/>
                </a:lnTo>
                <a:lnTo>
                  <a:pt x="564025" y="111596"/>
                </a:lnTo>
                <a:lnTo>
                  <a:pt x="563645" y="111487"/>
                </a:lnTo>
                <a:lnTo>
                  <a:pt x="563272" y="111366"/>
                </a:lnTo>
                <a:lnTo>
                  <a:pt x="562907" y="111233"/>
                </a:lnTo>
                <a:lnTo>
                  <a:pt x="562549" y="111089"/>
                </a:lnTo>
                <a:lnTo>
                  <a:pt x="562199" y="110934"/>
                </a:lnTo>
                <a:lnTo>
                  <a:pt x="561857" y="110767"/>
                </a:lnTo>
                <a:lnTo>
                  <a:pt x="561522" y="110589"/>
                </a:lnTo>
                <a:lnTo>
                  <a:pt x="561195" y="110399"/>
                </a:lnTo>
                <a:lnTo>
                  <a:pt x="560876" y="110197"/>
                </a:lnTo>
                <a:lnTo>
                  <a:pt x="560564" y="109984"/>
                </a:lnTo>
                <a:lnTo>
                  <a:pt x="560261" y="109760"/>
                </a:lnTo>
                <a:lnTo>
                  <a:pt x="559964" y="109523"/>
                </a:lnTo>
                <a:lnTo>
                  <a:pt x="559676" y="109276"/>
                </a:lnTo>
                <a:lnTo>
                  <a:pt x="559395" y="109017"/>
                </a:lnTo>
                <a:lnTo>
                  <a:pt x="559121" y="108746"/>
                </a:lnTo>
                <a:lnTo>
                  <a:pt x="558858" y="108466"/>
                </a:lnTo>
                <a:lnTo>
                  <a:pt x="558606" y="108176"/>
                </a:lnTo>
                <a:lnTo>
                  <a:pt x="558364" y="107879"/>
                </a:lnTo>
                <a:lnTo>
                  <a:pt x="558134" y="107572"/>
                </a:lnTo>
                <a:lnTo>
                  <a:pt x="557916" y="107258"/>
                </a:lnTo>
                <a:lnTo>
                  <a:pt x="557708" y="106934"/>
                </a:lnTo>
                <a:lnTo>
                  <a:pt x="557512" y="106602"/>
                </a:lnTo>
                <a:lnTo>
                  <a:pt x="557327" y="106262"/>
                </a:lnTo>
                <a:lnTo>
                  <a:pt x="557153" y="105913"/>
                </a:lnTo>
                <a:lnTo>
                  <a:pt x="556990" y="105555"/>
                </a:lnTo>
                <a:lnTo>
                  <a:pt x="556839" y="105189"/>
                </a:lnTo>
                <a:lnTo>
                  <a:pt x="556699" y="104814"/>
                </a:lnTo>
                <a:lnTo>
                  <a:pt x="556570" y="104431"/>
                </a:lnTo>
                <a:lnTo>
                  <a:pt x="556452" y="104039"/>
                </a:lnTo>
                <a:lnTo>
                  <a:pt x="556345" y="103638"/>
                </a:lnTo>
                <a:lnTo>
                  <a:pt x="556250" y="103229"/>
                </a:lnTo>
                <a:lnTo>
                  <a:pt x="556166" y="102812"/>
                </a:lnTo>
                <a:lnTo>
                  <a:pt x="556093" y="102386"/>
                </a:lnTo>
                <a:lnTo>
                  <a:pt x="556031" y="101951"/>
                </a:lnTo>
                <a:lnTo>
                  <a:pt x="555981" y="101508"/>
                </a:lnTo>
                <a:lnTo>
                  <a:pt x="555941" y="101056"/>
                </a:lnTo>
                <a:lnTo>
                  <a:pt x="555913" y="100595"/>
                </a:lnTo>
                <a:lnTo>
                  <a:pt x="555897" y="100127"/>
                </a:lnTo>
                <a:lnTo>
                  <a:pt x="555891" y="99649"/>
                </a:lnTo>
                <a:lnTo>
                  <a:pt x="555891" y="1871"/>
                </a:lnTo>
                <a:lnTo>
                  <a:pt x="509128" y="1871"/>
                </a:lnTo>
                <a:lnTo>
                  <a:pt x="509128" y="15815"/>
                </a:lnTo>
                <a:lnTo>
                  <a:pt x="540587" y="15815"/>
                </a:lnTo>
                <a:lnTo>
                  <a:pt x="540587" y="99649"/>
                </a:lnTo>
                <a:lnTo>
                  <a:pt x="540593" y="100312"/>
                </a:lnTo>
                <a:lnTo>
                  <a:pt x="540611" y="100967"/>
                </a:lnTo>
                <a:lnTo>
                  <a:pt x="540640" y="101615"/>
                </a:lnTo>
                <a:lnTo>
                  <a:pt x="540682" y="102256"/>
                </a:lnTo>
                <a:lnTo>
                  <a:pt x="540735" y="102890"/>
                </a:lnTo>
                <a:lnTo>
                  <a:pt x="540800" y="103518"/>
                </a:lnTo>
                <a:lnTo>
                  <a:pt x="540877" y="104137"/>
                </a:lnTo>
                <a:lnTo>
                  <a:pt x="540965" y="104750"/>
                </a:lnTo>
                <a:lnTo>
                  <a:pt x="541066" y="105356"/>
                </a:lnTo>
                <a:lnTo>
                  <a:pt x="541178" y="105955"/>
                </a:lnTo>
                <a:lnTo>
                  <a:pt x="541302" y="106546"/>
                </a:lnTo>
                <a:lnTo>
                  <a:pt x="541438" y="107131"/>
                </a:lnTo>
                <a:lnTo>
                  <a:pt x="541585" y="107709"/>
                </a:lnTo>
                <a:lnTo>
                  <a:pt x="541745" y="108279"/>
                </a:lnTo>
                <a:lnTo>
                  <a:pt x="541916" y="108842"/>
                </a:lnTo>
                <a:lnTo>
                  <a:pt x="542099" y="109398"/>
                </a:lnTo>
                <a:lnTo>
                  <a:pt x="542294" y="109948"/>
                </a:lnTo>
                <a:lnTo>
                  <a:pt x="542501" y="110490"/>
                </a:lnTo>
                <a:lnTo>
                  <a:pt x="542719" y="111025"/>
                </a:lnTo>
                <a:lnTo>
                  <a:pt x="542949" y="111553"/>
                </a:lnTo>
                <a:lnTo>
                  <a:pt x="543192" y="112073"/>
                </a:lnTo>
                <a:lnTo>
                  <a:pt x="543446" y="112587"/>
                </a:lnTo>
                <a:lnTo>
                  <a:pt x="543711" y="113094"/>
                </a:lnTo>
                <a:lnTo>
                  <a:pt x="543989" y="113593"/>
                </a:lnTo>
                <a:lnTo>
                  <a:pt x="544277" y="114085"/>
                </a:lnTo>
                <a:lnTo>
                  <a:pt x="544575" y="114566"/>
                </a:lnTo>
                <a:lnTo>
                  <a:pt x="544882" y="115039"/>
                </a:lnTo>
                <a:lnTo>
                  <a:pt x="545198" y="115502"/>
                </a:lnTo>
                <a:lnTo>
                  <a:pt x="545524" y="115955"/>
                </a:lnTo>
                <a:lnTo>
                  <a:pt x="545860" y="116399"/>
                </a:lnTo>
                <a:lnTo>
                  <a:pt x="546205" y="116834"/>
                </a:lnTo>
                <a:lnTo>
                  <a:pt x="546559" y="117259"/>
                </a:lnTo>
                <a:lnTo>
                  <a:pt x="546923" y="117675"/>
                </a:lnTo>
                <a:lnTo>
                  <a:pt x="547296" y="118081"/>
                </a:lnTo>
                <a:lnTo>
                  <a:pt x="547678" y="118478"/>
                </a:lnTo>
                <a:lnTo>
                  <a:pt x="548070" y="118865"/>
                </a:lnTo>
                <a:lnTo>
                  <a:pt x="548472" y="119243"/>
                </a:lnTo>
                <a:lnTo>
                  <a:pt x="548883" y="119612"/>
                </a:lnTo>
                <a:lnTo>
                  <a:pt x="549303" y="119971"/>
                </a:lnTo>
                <a:lnTo>
                  <a:pt x="549733" y="120320"/>
                </a:lnTo>
                <a:lnTo>
                  <a:pt x="550172" y="120660"/>
                </a:lnTo>
                <a:lnTo>
                  <a:pt x="550621" y="120991"/>
                </a:lnTo>
                <a:lnTo>
                  <a:pt x="551079" y="121312"/>
                </a:lnTo>
                <a:lnTo>
                  <a:pt x="551547" y="121624"/>
                </a:lnTo>
                <a:lnTo>
                  <a:pt x="552024" y="121926"/>
                </a:lnTo>
                <a:lnTo>
                  <a:pt x="552510" y="122219"/>
                </a:lnTo>
                <a:lnTo>
                  <a:pt x="553006" y="122502"/>
                </a:lnTo>
                <a:lnTo>
                  <a:pt x="553512" y="122776"/>
                </a:lnTo>
                <a:lnTo>
                  <a:pt x="554025" y="123040"/>
                </a:lnTo>
                <a:lnTo>
                  <a:pt x="554546" y="123292"/>
                </a:lnTo>
                <a:lnTo>
                  <a:pt x="555074" y="123533"/>
                </a:lnTo>
                <a:lnTo>
                  <a:pt x="555609" y="123763"/>
                </a:lnTo>
                <a:lnTo>
                  <a:pt x="556151" y="123982"/>
                </a:lnTo>
                <a:lnTo>
                  <a:pt x="556700" y="124189"/>
                </a:lnTo>
                <a:lnTo>
                  <a:pt x="557256" y="124386"/>
                </a:lnTo>
                <a:lnTo>
                  <a:pt x="557819" y="124571"/>
                </a:lnTo>
                <a:lnTo>
                  <a:pt x="558390" y="124745"/>
                </a:lnTo>
                <a:lnTo>
                  <a:pt x="558967" y="124907"/>
                </a:lnTo>
                <a:lnTo>
                  <a:pt x="559552" y="125059"/>
                </a:lnTo>
                <a:lnTo>
                  <a:pt x="560143" y="125199"/>
                </a:lnTo>
                <a:lnTo>
                  <a:pt x="560742" y="125328"/>
                </a:lnTo>
                <a:lnTo>
                  <a:pt x="561348" y="125446"/>
                </a:lnTo>
                <a:lnTo>
                  <a:pt x="561961" y="125552"/>
                </a:lnTo>
                <a:lnTo>
                  <a:pt x="562581" y="125648"/>
                </a:lnTo>
                <a:lnTo>
                  <a:pt x="563208" y="125732"/>
                </a:lnTo>
                <a:lnTo>
                  <a:pt x="563842" y="125805"/>
                </a:lnTo>
                <a:lnTo>
                  <a:pt x="564483" y="125866"/>
                </a:lnTo>
                <a:lnTo>
                  <a:pt x="565131" y="125917"/>
                </a:lnTo>
                <a:lnTo>
                  <a:pt x="565787" y="125956"/>
                </a:lnTo>
                <a:lnTo>
                  <a:pt x="566449" y="125984"/>
                </a:lnTo>
                <a:lnTo>
                  <a:pt x="567119" y="126001"/>
                </a:lnTo>
                <a:lnTo>
                  <a:pt x="567796" y="126007"/>
                </a:lnTo>
                <a:lnTo>
                  <a:pt x="597555" y="126007"/>
                </a:lnTo>
                <a:lnTo>
                  <a:pt x="597555" y="112062"/>
                </a:lnTo>
                <a:lnTo>
                  <a:pt x="567796" y="112062"/>
                </a:lnTo>
                <a:close/>
                <a:moveTo>
                  <a:pt x="771193" y="112044"/>
                </a:moveTo>
                <a:lnTo>
                  <a:pt x="770396" y="111988"/>
                </a:lnTo>
                <a:lnTo>
                  <a:pt x="769634" y="111895"/>
                </a:lnTo>
                <a:lnTo>
                  <a:pt x="768908" y="111765"/>
                </a:lnTo>
                <a:lnTo>
                  <a:pt x="768217" y="111597"/>
                </a:lnTo>
                <a:lnTo>
                  <a:pt x="767562" y="111393"/>
                </a:lnTo>
                <a:lnTo>
                  <a:pt x="766942" y="111151"/>
                </a:lnTo>
                <a:lnTo>
                  <a:pt x="766357" y="110872"/>
                </a:lnTo>
                <a:lnTo>
                  <a:pt x="765808" y="110556"/>
                </a:lnTo>
                <a:lnTo>
                  <a:pt x="765294" y="110202"/>
                </a:lnTo>
                <a:lnTo>
                  <a:pt x="764816" y="109812"/>
                </a:lnTo>
                <a:lnTo>
                  <a:pt x="764373" y="109384"/>
                </a:lnTo>
                <a:lnTo>
                  <a:pt x="763966" y="108919"/>
                </a:lnTo>
                <a:lnTo>
                  <a:pt x="763594" y="108417"/>
                </a:lnTo>
                <a:lnTo>
                  <a:pt x="763257" y="107877"/>
                </a:lnTo>
                <a:lnTo>
                  <a:pt x="762956" y="107301"/>
                </a:lnTo>
                <a:lnTo>
                  <a:pt x="762691" y="106687"/>
                </a:lnTo>
                <a:lnTo>
                  <a:pt x="762460" y="106036"/>
                </a:lnTo>
                <a:lnTo>
                  <a:pt x="762265" y="105348"/>
                </a:lnTo>
                <a:lnTo>
                  <a:pt x="762106" y="104622"/>
                </a:lnTo>
                <a:lnTo>
                  <a:pt x="761982" y="103860"/>
                </a:lnTo>
                <a:lnTo>
                  <a:pt x="761894" y="103060"/>
                </a:lnTo>
                <a:lnTo>
                  <a:pt x="761840" y="102223"/>
                </a:lnTo>
                <a:lnTo>
                  <a:pt x="761823" y="101349"/>
                </a:lnTo>
                <a:lnTo>
                  <a:pt x="761823" y="46423"/>
                </a:lnTo>
                <a:lnTo>
                  <a:pt x="799234" y="46423"/>
                </a:lnTo>
                <a:lnTo>
                  <a:pt x="799234" y="32479"/>
                </a:lnTo>
                <a:lnTo>
                  <a:pt x="761823" y="32479"/>
                </a:lnTo>
                <a:lnTo>
                  <a:pt x="761823" y="6121"/>
                </a:lnTo>
                <a:lnTo>
                  <a:pt x="746519" y="6121"/>
                </a:lnTo>
                <a:lnTo>
                  <a:pt x="746519" y="32479"/>
                </a:lnTo>
                <a:lnTo>
                  <a:pt x="720159" y="32479"/>
                </a:lnTo>
                <a:lnTo>
                  <a:pt x="720159" y="46423"/>
                </a:lnTo>
                <a:lnTo>
                  <a:pt x="746519" y="46423"/>
                </a:lnTo>
                <a:lnTo>
                  <a:pt x="746519" y="101349"/>
                </a:lnTo>
                <a:lnTo>
                  <a:pt x="746530" y="102317"/>
                </a:lnTo>
                <a:lnTo>
                  <a:pt x="746565" y="103268"/>
                </a:lnTo>
                <a:lnTo>
                  <a:pt x="746624" y="104200"/>
                </a:lnTo>
                <a:lnTo>
                  <a:pt x="746705" y="105113"/>
                </a:lnTo>
                <a:lnTo>
                  <a:pt x="746810" y="106009"/>
                </a:lnTo>
                <a:lnTo>
                  <a:pt x="746938" y="106886"/>
                </a:lnTo>
                <a:lnTo>
                  <a:pt x="747090" y="107745"/>
                </a:lnTo>
                <a:lnTo>
                  <a:pt x="747265" y="108585"/>
                </a:lnTo>
                <a:lnTo>
                  <a:pt x="747463" y="109408"/>
                </a:lnTo>
                <a:lnTo>
                  <a:pt x="747685" y="110212"/>
                </a:lnTo>
                <a:lnTo>
                  <a:pt x="747929" y="110997"/>
                </a:lnTo>
                <a:lnTo>
                  <a:pt x="748198" y="111765"/>
                </a:lnTo>
                <a:lnTo>
                  <a:pt x="748489" y="112514"/>
                </a:lnTo>
                <a:lnTo>
                  <a:pt x="748804" y="113244"/>
                </a:lnTo>
                <a:lnTo>
                  <a:pt x="749142" y="113957"/>
                </a:lnTo>
                <a:lnTo>
                  <a:pt x="749503" y="114651"/>
                </a:lnTo>
                <a:lnTo>
                  <a:pt x="749888" y="115327"/>
                </a:lnTo>
                <a:lnTo>
                  <a:pt x="750296" y="115985"/>
                </a:lnTo>
                <a:lnTo>
                  <a:pt x="750727" y="116624"/>
                </a:lnTo>
                <a:lnTo>
                  <a:pt x="751182" y="117245"/>
                </a:lnTo>
                <a:lnTo>
                  <a:pt x="751660" y="117847"/>
                </a:lnTo>
                <a:lnTo>
                  <a:pt x="752161" y="118432"/>
                </a:lnTo>
                <a:lnTo>
                  <a:pt x="752686" y="118998"/>
                </a:lnTo>
                <a:lnTo>
                  <a:pt x="753234" y="119546"/>
                </a:lnTo>
                <a:lnTo>
                  <a:pt x="753803" y="120073"/>
                </a:lnTo>
                <a:lnTo>
                  <a:pt x="754391" y="120578"/>
                </a:lnTo>
                <a:lnTo>
                  <a:pt x="754997" y="121060"/>
                </a:lnTo>
                <a:lnTo>
                  <a:pt x="755622" y="121520"/>
                </a:lnTo>
                <a:lnTo>
                  <a:pt x="756266" y="121957"/>
                </a:lnTo>
                <a:lnTo>
                  <a:pt x="756928" y="122372"/>
                </a:lnTo>
                <a:lnTo>
                  <a:pt x="757608" y="122765"/>
                </a:lnTo>
                <a:lnTo>
                  <a:pt x="758308" y="123135"/>
                </a:lnTo>
                <a:lnTo>
                  <a:pt x="759026" y="123483"/>
                </a:lnTo>
                <a:lnTo>
                  <a:pt x="759762" y="123808"/>
                </a:lnTo>
                <a:lnTo>
                  <a:pt x="760517" y="124111"/>
                </a:lnTo>
                <a:lnTo>
                  <a:pt x="761291" y="124391"/>
                </a:lnTo>
                <a:lnTo>
                  <a:pt x="762083" y="124649"/>
                </a:lnTo>
                <a:lnTo>
                  <a:pt x="762894" y="124885"/>
                </a:lnTo>
                <a:lnTo>
                  <a:pt x="763723" y="125098"/>
                </a:lnTo>
                <a:lnTo>
                  <a:pt x="764571" y="125289"/>
                </a:lnTo>
                <a:lnTo>
                  <a:pt x="765438" y="125457"/>
                </a:lnTo>
                <a:lnTo>
                  <a:pt x="766323" y="125603"/>
                </a:lnTo>
                <a:lnTo>
                  <a:pt x="767227" y="125726"/>
                </a:lnTo>
                <a:lnTo>
                  <a:pt x="768150" y="125827"/>
                </a:lnTo>
                <a:lnTo>
                  <a:pt x="769091" y="125906"/>
                </a:lnTo>
                <a:lnTo>
                  <a:pt x="770050" y="125962"/>
                </a:lnTo>
                <a:lnTo>
                  <a:pt x="771028" y="125995"/>
                </a:lnTo>
                <a:lnTo>
                  <a:pt x="772025" y="126007"/>
                </a:lnTo>
                <a:lnTo>
                  <a:pt x="797532" y="126007"/>
                </a:lnTo>
                <a:lnTo>
                  <a:pt x="797532" y="112062"/>
                </a:lnTo>
                <a:lnTo>
                  <a:pt x="772025" y="112062"/>
                </a:lnTo>
                <a:lnTo>
                  <a:pt x="771193" y="112044"/>
                </a:lnTo>
                <a:close/>
                <a:moveTo>
                  <a:pt x="694141" y="61727"/>
                </a:moveTo>
                <a:lnTo>
                  <a:pt x="694125" y="60547"/>
                </a:lnTo>
                <a:lnTo>
                  <a:pt x="694076" y="59387"/>
                </a:lnTo>
                <a:lnTo>
                  <a:pt x="693995" y="58249"/>
                </a:lnTo>
                <a:lnTo>
                  <a:pt x="693882" y="57131"/>
                </a:lnTo>
                <a:lnTo>
                  <a:pt x="693735" y="56033"/>
                </a:lnTo>
                <a:lnTo>
                  <a:pt x="693557" y="54957"/>
                </a:lnTo>
                <a:lnTo>
                  <a:pt x="693346" y="53901"/>
                </a:lnTo>
                <a:lnTo>
                  <a:pt x="693102" y="52865"/>
                </a:lnTo>
                <a:lnTo>
                  <a:pt x="692826" y="51851"/>
                </a:lnTo>
                <a:lnTo>
                  <a:pt x="692517" y="50857"/>
                </a:lnTo>
                <a:lnTo>
                  <a:pt x="692176" y="49883"/>
                </a:lnTo>
                <a:lnTo>
                  <a:pt x="691803" y="48931"/>
                </a:lnTo>
                <a:lnTo>
                  <a:pt x="691397" y="47999"/>
                </a:lnTo>
                <a:lnTo>
                  <a:pt x="690958" y="47087"/>
                </a:lnTo>
                <a:lnTo>
                  <a:pt x="690487" y="46197"/>
                </a:lnTo>
                <a:lnTo>
                  <a:pt x="689984" y="45327"/>
                </a:lnTo>
                <a:lnTo>
                  <a:pt x="689448" y="44477"/>
                </a:lnTo>
                <a:lnTo>
                  <a:pt x="688880" y="43649"/>
                </a:lnTo>
                <a:lnTo>
                  <a:pt x="688279" y="42841"/>
                </a:lnTo>
                <a:lnTo>
                  <a:pt x="687645" y="42053"/>
                </a:lnTo>
                <a:lnTo>
                  <a:pt x="686980" y="41287"/>
                </a:lnTo>
                <a:lnTo>
                  <a:pt x="686281" y="40541"/>
                </a:lnTo>
                <a:lnTo>
                  <a:pt x="685551" y="39815"/>
                </a:lnTo>
                <a:lnTo>
                  <a:pt x="684787" y="39111"/>
                </a:lnTo>
                <a:lnTo>
                  <a:pt x="683996" y="38431"/>
                </a:lnTo>
                <a:lnTo>
                  <a:pt x="683181" y="37780"/>
                </a:lnTo>
                <a:lnTo>
                  <a:pt x="682343" y="37158"/>
                </a:lnTo>
                <a:lnTo>
                  <a:pt x="681481" y="36565"/>
                </a:lnTo>
                <a:lnTo>
                  <a:pt x="680596" y="36001"/>
                </a:lnTo>
                <a:lnTo>
                  <a:pt x="679686" y="35466"/>
                </a:lnTo>
                <a:lnTo>
                  <a:pt x="678753" y="34959"/>
                </a:lnTo>
                <a:lnTo>
                  <a:pt x="677797" y="34482"/>
                </a:lnTo>
                <a:lnTo>
                  <a:pt x="676817" y="34034"/>
                </a:lnTo>
                <a:lnTo>
                  <a:pt x="675813" y="33614"/>
                </a:lnTo>
                <a:lnTo>
                  <a:pt x="674786" y="33224"/>
                </a:lnTo>
                <a:lnTo>
                  <a:pt x="673735" y="32862"/>
                </a:lnTo>
                <a:lnTo>
                  <a:pt x="672660" y="32529"/>
                </a:lnTo>
                <a:lnTo>
                  <a:pt x="671562" y="32225"/>
                </a:lnTo>
                <a:lnTo>
                  <a:pt x="670440" y="31951"/>
                </a:lnTo>
                <a:lnTo>
                  <a:pt x="669295" y="31705"/>
                </a:lnTo>
                <a:lnTo>
                  <a:pt x="668126" y="31488"/>
                </a:lnTo>
                <a:lnTo>
                  <a:pt x="666933" y="31300"/>
                </a:lnTo>
                <a:lnTo>
                  <a:pt x="665717" y="31141"/>
                </a:lnTo>
                <a:lnTo>
                  <a:pt x="664477" y="31010"/>
                </a:lnTo>
                <a:lnTo>
                  <a:pt x="663213" y="30909"/>
                </a:lnTo>
                <a:lnTo>
                  <a:pt x="661926" y="30837"/>
                </a:lnTo>
                <a:lnTo>
                  <a:pt x="660615" y="30793"/>
                </a:lnTo>
                <a:lnTo>
                  <a:pt x="659281" y="30779"/>
                </a:lnTo>
                <a:lnTo>
                  <a:pt x="658057" y="30791"/>
                </a:lnTo>
                <a:lnTo>
                  <a:pt x="656850" y="30829"/>
                </a:lnTo>
                <a:lnTo>
                  <a:pt x="655660" y="30891"/>
                </a:lnTo>
                <a:lnTo>
                  <a:pt x="654487" y="30977"/>
                </a:lnTo>
                <a:lnTo>
                  <a:pt x="653331" y="31089"/>
                </a:lnTo>
                <a:lnTo>
                  <a:pt x="652193" y="31225"/>
                </a:lnTo>
                <a:lnTo>
                  <a:pt x="651071" y="31387"/>
                </a:lnTo>
                <a:lnTo>
                  <a:pt x="649967" y="31573"/>
                </a:lnTo>
                <a:lnTo>
                  <a:pt x="648880" y="31784"/>
                </a:lnTo>
                <a:lnTo>
                  <a:pt x="647809" y="32019"/>
                </a:lnTo>
                <a:lnTo>
                  <a:pt x="646756" y="32280"/>
                </a:lnTo>
                <a:lnTo>
                  <a:pt x="645721" y="32565"/>
                </a:lnTo>
                <a:lnTo>
                  <a:pt x="644702" y="32875"/>
                </a:lnTo>
                <a:lnTo>
                  <a:pt x="643700" y="33210"/>
                </a:lnTo>
                <a:lnTo>
                  <a:pt x="642716" y="33569"/>
                </a:lnTo>
                <a:lnTo>
                  <a:pt x="641748" y="33954"/>
                </a:lnTo>
                <a:lnTo>
                  <a:pt x="640798" y="34363"/>
                </a:lnTo>
                <a:lnTo>
                  <a:pt x="639865" y="34797"/>
                </a:lnTo>
                <a:lnTo>
                  <a:pt x="638949" y="35256"/>
                </a:lnTo>
                <a:lnTo>
                  <a:pt x="638050" y="35740"/>
                </a:lnTo>
                <a:lnTo>
                  <a:pt x="637168" y="36248"/>
                </a:lnTo>
                <a:lnTo>
                  <a:pt x="636303" y="36781"/>
                </a:lnTo>
                <a:lnTo>
                  <a:pt x="635456" y="37340"/>
                </a:lnTo>
                <a:lnTo>
                  <a:pt x="634625" y="37922"/>
                </a:lnTo>
                <a:lnTo>
                  <a:pt x="633818" y="38526"/>
                </a:lnTo>
                <a:lnTo>
                  <a:pt x="633039" y="39147"/>
                </a:lnTo>
                <a:lnTo>
                  <a:pt x="632290" y="39785"/>
                </a:lnTo>
                <a:lnTo>
                  <a:pt x="631569" y="40440"/>
                </a:lnTo>
                <a:lnTo>
                  <a:pt x="630878" y="41112"/>
                </a:lnTo>
                <a:lnTo>
                  <a:pt x="630215" y="41801"/>
                </a:lnTo>
                <a:lnTo>
                  <a:pt x="629581" y="42507"/>
                </a:lnTo>
                <a:lnTo>
                  <a:pt x="628976" y="43231"/>
                </a:lnTo>
                <a:lnTo>
                  <a:pt x="628400" y="43972"/>
                </a:lnTo>
                <a:lnTo>
                  <a:pt x="627853" y="44729"/>
                </a:lnTo>
                <a:lnTo>
                  <a:pt x="627335" y="45504"/>
                </a:lnTo>
                <a:lnTo>
                  <a:pt x="626846" y="46296"/>
                </a:lnTo>
                <a:lnTo>
                  <a:pt x="626385" y="47105"/>
                </a:lnTo>
                <a:lnTo>
                  <a:pt x="625954" y="47932"/>
                </a:lnTo>
                <a:lnTo>
                  <a:pt x="625552" y="48775"/>
                </a:lnTo>
                <a:lnTo>
                  <a:pt x="625178" y="49636"/>
                </a:lnTo>
                <a:lnTo>
                  <a:pt x="624834" y="50513"/>
                </a:lnTo>
                <a:lnTo>
                  <a:pt x="624518" y="51408"/>
                </a:lnTo>
                <a:lnTo>
                  <a:pt x="624231" y="52320"/>
                </a:lnTo>
                <a:lnTo>
                  <a:pt x="623974" y="53249"/>
                </a:lnTo>
                <a:lnTo>
                  <a:pt x="623745" y="54195"/>
                </a:lnTo>
                <a:lnTo>
                  <a:pt x="623545" y="55159"/>
                </a:lnTo>
                <a:lnTo>
                  <a:pt x="623374" y="56139"/>
                </a:lnTo>
                <a:lnTo>
                  <a:pt x="623232" y="57137"/>
                </a:lnTo>
                <a:lnTo>
                  <a:pt x="638536" y="57137"/>
                </a:lnTo>
                <a:lnTo>
                  <a:pt x="638615" y="56645"/>
                </a:lnTo>
                <a:lnTo>
                  <a:pt x="638711" y="56162"/>
                </a:lnTo>
                <a:lnTo>
                  <a:pt x="638823" y="55687"/>
                </a:lnTo>
                <a:lnTo>
                  <a:pt x="638952" y="55221"/>
                </a:lnTo>
                <a:lnTo>
                  <a:pt x="639097" y="54764"/>
                </a:lnTo>
                <a:lnTo>
                  <a:pt x="639259" y="54315"/>
                </a:lnTo>
                <a:lnTo>
                  <a:pt x="639437" y="53874"/>
                </a:lnTo>
                <a:lnTo>
                  <a:pt x="639632" y="53442"/>
                </a:lnTo>
                <a:lnTo>
                  <a:pt x="639843" y="53019"/>
                </a:lnTo>
                <a:lnTo>
                  <a:pt x="640071" y="52605"/>
                </a:lnTo>
                <a:lnTo>
                  <a:pt x="640316" y="52199"/>
                </a:lnTo>
                <a:lnTo>
                  <a:pt x="640576" y="51801"/>
                </a:lnTo>
                <a:lnTo>
                  <a:pt x="640854" y="51412"/>
                </a:lnTo>
                <a:lnTo>
                  <a:pt x="641148" y="51032"/>
                </a:lnTo>
                <a:lnTo>
                  <a:pt x="641458" y="50660"/>
                </a:lnTo>
                <a:lnTo>
                  <a:pt x="641786" y="50297"/>
                </a:lnTo>
                <a:lnTo>
                  <a:pt x="642129" y="49942"/>
                </a:lnTo>
                <a:lnTo>
                  <a:pt x="642489" y="49596"/>
                </a:lnTo>
                <a:lnTo>
                  <a:pt x="642866" y="49259"/>
                </a:lnTo>
                <a:lnTo>
                  <a:pt x="643259" y="48930"/>
                </a:lnTo>
                <a:lnTo>
                  <a:pt x="643669" y="48609"/>
                </a:lnTo>
                <a:lnTo>
                  <a:pt x="644095" y="48297"/>
                </a:lnTo>
                <a:lnTo>
                  <a:pt x="644537" y="47994"/>
                </a:lnTo>
                <a:lnTo>
                  <a:pt x="644997" y="47699"/>
                </a:lnTo>
                <a:lnTo>
                  <a:pt x="645469" y="47415"/>
                </a:lnTo>
                <a:lnTo>
                  <a:pt x="645951" y="47142"/>
                </a:lnTo>
                <a:lnTo>
                  <a:pt x="646442" y="46882"/>
                </a:lnTo>
                <a:lnTo>
                  <a:pt x="646943" y="46634"/>
                </a:lnTo>
                <a:lnTo>
                  <a:pt x="647453" y="46398"/>
                </a:lnTo>
                <a:lnTo>
                  <a:pt x="647973" y="46174"/>
                </a:lnTo>
                <a:lnTo>
                  <a:pt x="648502" y="45962"/>
                </a:lnTo>
                <a:lnTo>
                  <a:pt x="649040" y="45762"/>
                </a:lnTo>
                <a:lnTo>
                  <a:pt x="649588" y="45574"/>
                </a:lnTo>
                <a:lnTo>
                  <a:pt x="650146" y="45399"/>
                </a:lnTo>
                <a:lnTo>
                  <a:pt x="650713" y="45235"/>
                </a:lnTo>
                <a:lnTo>
                  <a:pt x="651289" y="45084"/>
                </a:lnTo>
                <a:lnTo>
                  <a:pt x="651875" y="44945"/>
                </a:lnTo>
                <a:lnTo>
                  <a:pt x="652470" y="44818"/>
                </a:lnTo>
                <a:lnTo>
                  <a:pt x="653074" y="44702"/>
                </a:lnTo>
                <a:lnTo>
                  <a:pt x="653689" y="44600"/>
                </a:lnTo>
                <a:lnTo>
                  <a:pt x="654312" y="44509"/>
                </a:lnTo>
                <a:lnTo>
                  <a:pt x="654945" y="44430"/>
                </a:lnTo>
                <a:lnTo>
                  <a:pt x="655587" y="44363"/>
                </a:lnTo>
                <a:lnTo>
                  <a:pt x="656239" y="44309"/>
                </a:lnTo>
                <a:lnTo>
                  <a:pt x="656900" y="44267"/>
                </a:lnTo>
                <a:lnTo>
                  <a:pt x="657571" y="44236"/>
                </a:lnTo>
                <a:lnTo>
                  <a:pt x="658251" y="44218"/>
                </a:lnTo>
                <a:lnTo>
                  <a:pt x="658941" y="44212"/>
                </a:lnTo>
                <a:lnTo>
                  <a:pt x="659727" y="44220"/>
                </a:lnTo>
                <a:lnTo>
                  <a:pt x="660498" y="44245"/>
                </a:lnTo>
                <a:lnTo>
                  <a:pt x="661254" y="44285"/>
                </a:lnTo>
                <a:lnTo>
                  <a:pt x="661995" y="44342"/>
                </a:lnTo>
                <a:lnTo>
                  <a:pt x="662721" y="44415"/>
                </a:lnTo>
                <a:lnTo>
                  <a:pt x="663431" y="44504"/>
                </a:lnTo>
                <a:lnTo>
                  <a:pt x="664127" y="44610"/>
                </a:lnTo>
                <a:lnTo>
                  <a:pt x="664808" y="44732"/>
                </a:lnTo>
                <a:lnTo>
                  <a:pt x="665473" y="44870"/>
                </a:lnTo>
                <a:lnTo>
                  <a:pt x="666124" y="45024"/>
                </a:lnTo>
                <a:lnTo>
                  <a:pt x="666759" y="45195"/>
                </a:lnTo>
                <a:lnTo>
                  <a:pt x="667380" y="45382"/>
                </a:lnTo>
                <a:lnTo>
                  <a:pt x="667985" y="45585"/>
                </a:lnTo>
                <a:lnTo>
                  <a:pt x="668575" y="45804"/>
                </a:lnTo>
                <a:lnTo>
                  <a:pt x="669151" y="46040"/>
                </a:lnTo>
                <a:lnTo>
                  <a:pt x="669711" y="46291"/>
                </a:lnTo>
                <a:lnTo>
                  <a:pt x="670256" y="46559"/>
                </a:lnTo>
                <a:lnTo>
                  <a:pt x="670786" y="46844"/>
                </a:lnTo>
                <a:lnTo>
                  <a:pt x="671301" y="47144"/>
                </a:lnTo>
                <a:lnTo>
                  <a:pt x="671801" y="47461"/>
                </a:lnTo>
                <a:lnTo>
                  <a:pt x="672286" y="47794"/>
                </a:lnTo>
                <a:lnTo>
                  <a:pt x="672756" y="48143"/>
                </a:lnTo>
                <a:lnTo>
                  <a:pt x="673211" y="48509"/>
                </a:lnTo>
                <a:lnTo>
                  <a:pt x="673651" y="48890"/>
                </a:lnTo>
                <a:lnTo>
                  <a:pt x="674074" y="49287"/>
                </a:lnTo>
                <a:lnTo>
                  <a:pt x="674479" y="49697"/>
                </a:lnTo>
                <a:lnTo>
                  <a:pt x="674866" y="50122"/>
                </a:lnTo>
                <a:lnTo>
                  <a:pt x="675235" y="50560"/>
                </a:lnTo>
                <a:lnTo>
                  <a:pt x="675587" y="51012"/>
                </a:lnTo>
                <a:lnTo>
                  <a:pt x="675920" y="51478"/>
                </a:lnTo>
                <a:lnTo>
                  <a:pt x="676235" y="51958"/>
                </a:lnTo>
                <a:lnTo>
                  <a:pt x="676532" y="52452"/>
                </a:lnTo>
                <a:lnTo>
                  <a:pt x="676811" y="52959"/>
                </a:lnTo>
                <a:lnTo>
                  <a:pt x="677072" y="53481"/>
                </a:lnTo>
                <a:lnTo>
                  <a:pt x="677316" y="54016"/>
                </a:lnTo>
                <a:lnTo>
                  <a:pt x="677541" y="54565"/>
                </a:lnTo>
                <a:lnTo>
                  <a:pt x="677748" y="55128"/>
                </a:lnTo>
                <a:lnTo>
                  <a:pt x="677937" y="55705"/>
                </a:lnTo>
                <a:lnTo>
                  <a:pt x="678108" y="56296"/>
                </a:lnTo>
                <a:lnTo>
                  <a:pt x="678261" y="56901"/>
                </a:lnTo>
                <a:lnTo>
                  <a:pt x="678396" y="57519"/>
                </a:lnTo>
                <a:lnTo>
                  <a:pt x="678513" y="58152"/>
                </a:lnTo>
                <a:lnTo>
                  <a:pt x="678612" y="58798"/>
                </a:lnTo>
                <a:lnTo>
                  <a:pt x="678693" y="59458"/>
                </a:lnTo>
                <a:lnTo>
                  <a:pt x="678756" y="60132"/>
                </a:lnTo>
                <a:lnTo>
                  <a:pt x="678801" y="60820"/>
                </a:lnTo>
                <a:lnTo>
                  <a:pt x="678828" y="61522"/>
                </a:lnTo>
                <a:lnTo>
                  <a:pt x="678837" y="62238"/>
                </a:lnTo>
                <a:lnTo>
                  <a:pt x="678837" y="71589"/>
                </a:lnTo>
                <a:lnTo>
                  <a:pt x="649929" y="71589"/>
                </a:lnTo>
                <a:lnTo>
                  <a:pt x="648735" y="71602"/>
                </a:lnTo>
                <a:lnTo>
                  <a:pt x="647561" y="71641"/>
                </a:lnTo>
                <a:lnTo>
                  <a:pt x="646408" y="71706"/>
                </a:lnTo>
                <a:lnTo>
                  <a:pt x="645276" y="71797"/>
                </a:lnTo>
                <a:lnTo>
                  <a:pt x="644165" y="71914"/>
                </a:lnTo>
                <a:lnTo>
                  <a:pt x="643074" y="72057"/>
                </a:lnTo>
                <a:lnTo>
                  <a:pt x="642003" y="72226"/>
                </a:lnTo>
                <a:lnTo>
                  <a:pt x="640954" y="72421"/>
                </a:lnTo>
                <a:lnTo>
                  <a:pt x="639925" y="72642"/>
                </a:lnTo>
                <a:lnTo>
                  <a:pt x="638917" y="72889"/>
                </a:lnTo>
                <a:lnTo>
                  <a:pt x="637929" y="73161"/>
                </a:lnTo>
                <a:lnTo>
                  <a:pt x="636962" y="73460"/>
                </a:lnTo>
                <a:lnTo>
                  <a:pt x="636016" y="73785"/>
                </a:lnTo>
                <a:lnTo>
                  <a:pt x="635090" y="74136"/>
                </a:lnTo>
                <a:lnTo>
                  <a:pt x="634185" y="74513"/>
                </a:lnTo>
                <a:lnTo>
                  <a:pt x="633301" y="74915"/>
                </a:lnTo>
                <a:lnTo>
                  <a:pt x="632437" y="75344"/>
                </a:lnTo>
                <a:lnTo>
                  <a:pt x="631594" y="75799"/>
                </a:lnTo>
                <a:lnTo>
                  <a:pt x="630772" y="76279"/>
                </a:lnTo>
                <a:lnTo>
                  <a:pt x="629971" y="76786"/>
                </a:lnTo>
                <a:lnTo>
                  <a:pt x="629190" y="77319"/>
                </a:lnTo>
                <a:lnTo>
                  <a:pt x="628429" y="77877"/>
                </a:lnTo>
                <a:lnTo>
                  <a:pt x="627690" y="78462"/>
                </a:lnTo>
                <a:lnTo>
                  <a:pt x="626971" y="79073"/>
                </a:lnTo>
                <a:lnTo>
                  <a:pt x="626277" y="79706"/>
                </a:lnTo>
                <a:lnTo>
                  <a:pt x="625613" y="80359"/>
                </a:lnTo>
                <a:lnTo>
                  <a:pt x="624979" y="81031"/>
                </a:lnTo>
                <a:lnTo>
                  <a:pt x="624374" y="81723"/>
                </a:lnTo>
                <a:lnTo>
                  <a:pt x="623798" y="82434"/>
                </a:lnTo>
                <a:lnTo>
                  <a:pt x="623252" y="83165"/>
                </a:lnTo>
                <a:lnTo>
                  <a:pt x="622735" y="83915"/>
                </a:lnTo>
                <a:lnTo>
                  <a:pt x="622248" y="84685"/>
                </a:lnTo>
                <a:lnTo>
                  <a:pt x="621791" y="85474"/>
                </a:lnTo>
                <a:lnTo>
                  <a:pt x="621363" y="86283"/>
                </a:lnTo>
                <a:lnTo>
                  <a:pt x="620965" y="87111"/>
                </a:lnTo>
                <a:lnTo>
                  <a:pt x="620596" y="87958"/>
                </a:lnTo>
                <a:lnTo>
                  <a:pt x="620256" y="88825"/>
                </a:lnTo>
                <a:lnTo>
                  <a:pt x="619946" y="89712"/>
                </a:lnTo>
                <a:lnTo>
                  <a:pt x="619666" y="90618"/>
                </a:lnTo>
                <a:lnTo>
                  <a:pt x="619415" y="91544"/>
                </a:lnTo>
                <a:lnTo>
                  <a:pt x="619194" y="92489"/>
                </a:lnTo>
                <a:lnTo>
                  <a:pt x="619002" y="93453"/>
                </a:lnTo>
                <a:lnTo>
                  <a:pt x="618839" y="94437"/>
                </a:lnTo>
                <a:lnTo>
                  <a:pt x="618707" y="95441"/>
                </a:lnTo>
                <a:lnTo>
                  <a:pt x="618603" y="96463"/>
                </a:lnTo>
                <a:lnTo>
                  <a:pt x="618529" y="97506"/>
                </a:lnTo>
                <a:lnTo>
                  <a:pt x="618485" y="98568"/>
                </a:lnTo>
                <a:lnTo>
                  <a:pt x="618470" y="99649"/>
                </a:lnTo>
                <a:lnTo>
                  <a:pt x="618485" y="100717"/>
                </a:lnTo>
                <a:lnTo>
                  <a:pt x="618529" y="101766"/>
                </a:lnTo>
                <a:lnTo>
                  <a:pt x="618603" y="102796"/>
                </a:lnTo>
                <a:lnTo>
                  <a:pt x="618707" y="103808"/>
                </a:lnTo>
                <a:lnTo>
                  <a:pt x="618839" y="104802"/>
                </a:lnTo>
                <a:lnTo>
                  <a:pt x="619002" y="105776"/>
                </a:lnTo>
                <a:lnTo>
                  <a:pt x="619194" y="106733"/>
                </a:lnTo>
                <a:lnTo>
                  <a:pt x="619415" y="107670"/>
                </a:lnTo>
                <a:lnTo>
                  <a:pt x="619666" y="108589"/>
                </a:lnTo>
                <a:lnTo>
                  <a:pt x="619946" y="109489"/>
                </a:lnTo>
                <a:lnTo>
                  <a:pt x="620256" y="110371"/>
                </a:lnTo>
                <a:lnTo>
                  <a:pt x="620596" y="111234"/>
                </a:lnTo>
                <a:lnTo>
                  <a:pt x="620965" y="112078"/>
                </a:lnTo>
                <a:lnTo>
                  <a:pt x="621363" y="112904"/>
                </a:lnTo>
                <a:lnTo>
                  <a:pt x="621791" y="113712"/>
                </a:lnTo>
                <a:lnTo>
                  <a:pt x="622248" y="114500"/>
                </a:lnTo>
                <a:lnTo>
                  <a:pt x="622735" y="115270"/>
                </a:lnTo>
                <a:lnTo>
                  <a:pt x="623252" y="116022"/>
                </a:lnTo>
                <a:lnTo>
                  <a:pt x="623798" y="116755"/>
                </a:lnTo>
                <a:lnTo>
                  <a:pt x="624374" y="117469"/>
                </a:lnTo>
                <a:lnTo>
                  <a:pt x="624979" y="118165"/>
                </a:lnTo>
                <a:lnTo>
                  <a:pt x="625613" y="118842"/>
                </a:lnTo>
                <a:lnTo>
                  <a:pt x="626277" y="119500"/>
                </a:lnTo>
                <a:lnTo>
                  <a:pt x="626971" y="120140"/>
                </a:lnTo>
                <a:lnTo>
                  <a:pt x="627690" y="120757"/>
                </a:lnTo>
                <a:lnTo>
                  <a:pt x="628432" y="121348"/>
                </a:lnTo>
                <a:lnTo>
                  <a:pt x="629195" y="121913"/>
                </a:lnTo>
                <a:lnTo>
                  <a:pt x="629980" y="122452"/>
                </a:lnTo>
                <a:lnTo>
                  <a:pt x="630787" y="122964"/>
                </a:lnTo>
                <a:lnTo>
                  <a:pt x="631616" y="123450"/>
                </a:lnTo>
                <a:lnTo>
                  <a:pt x="632466" y="123910"/>
                </a:lnTo>
                <a:lnTo>
                  <a:pt x="633339" y="124343"/>
                </a:lnTo>
                <a:lnTo>
                  <a:pt x="634233" y="124751"/>
                </a:lnTo>
                <a:lnTo>
                  <a:pt x="635149" y="125132"/>
                </a:lnTo>
                <a:lnTo>
                  <a:pt x="636087" y="125486"/>
                </a:lnTo>
                <a:lnTo>
                  <a:pt x="637047" y="125815"/>
                </a:lnTo>
                <a:lnTo>
                  <a:pt x="638029" y="126117"/>
                </a:lnTo>
                <a:lnTo>
                  <a:pt x="639032" y="126393"/>
                </a:lnTo>
                <a:lnTo>
                  <a:pt x="640058" y="126642"/>
                </a:lnTo>
                <a:lnTo>
                  <a:pt x="641105" y="126865"/>
                </a:lnTo>
                <a:lnTo>
                  <a:pt x="642174" y="127063"/>
                </a:lnTo>
                <a:lnTo>
                  <a:pt x="643265" y="127233"/>
                </a:lnTo>
                <a:lnTo>
                  <a:pt x="644378" y="127378"/>
                </a:lnTo>
                <a:lnTo>
                  <a:pt x="645512" y="127496"/>
                </a:lnTo>
                <a:lnTo>
                  <a:pt x="646669" y="127588"/>
                </a:lnTo>
                <a:lnTo>
                  <a:pt x="647847" y="127654"/>
                </a:lnTo>
                <a:lnTo>
                  <a:pt x="649047" y="127693"/>
                </a:lnTo>
                <a:lnTo>
                  <a:pt x="650269" y="127706"/>
                </a:lnTo>
                <a:lnTo>
                  <a:pt x="651351" y="127696"/>
                </a:lnTo>
                <a:lnTo>
                  <a:pt x="652415" y="127665"/>
                </a:lnTo>
                <a:lnTo>
                  <a:pt x="653461" y="127613"/>
                </a:lnTo>
                <a:lnTo>
                  <a:pt x="654490" y="127541"/>
                </a:lnTo>
                <a:lnTo>
                  <a:pt x="655500" y="127448"/>
                </a:lnTo>
                <a:lnTo>
                  <a:pt x="656492" y="127334"/>
                </a:lnTo>
                <a:lnTo>
                  <a:pt x="657466" y="127200"/>
                </a:lnTo>
                <a:lnTo>
                  <a:pt x="658422" y="127045"/>
                </a:lnTo>
                <a:lnTo>
                  <a:pt x="659360" y="126869"/>
                </a:lnTo>
                <a:lnTo>
                  <a:pt x="660280" y="126673"/>
                </a:lnTo>
                <a:lnTo>
                  <a:pt x="661182" y="126456"/>
                </a:lnTo>
                <a:lnTo>
                  <a:pt x="662066" y="126219"/>
                </a:lnTo>
                <a:lnTo>
                  <a:pt x="662932" y="125960"/>
                </a:lnTo>
                <a:lnTo>
                  <a:pt x="663780" y="125682"/>
                </a:lnTo>
                <a:lnTo>
                  <a:pt x="664609" y="125382"/>
                </a:lnTo>
                <a:lnTo>
                  <a:pt x="665421" y="125062"/>
                </a:lnTo>
                <a:lnTo>
                  <a:pt x="666215" y="124721"/>
                </a:lnTo>
                <a:lnTo>
                  <a:pt x="666991" y="124359"/>
                </a:lnTo>
                <a:lnTo>
                  <a:pt x="667749" y="123977"/>
                </a:lnTo>
                <a:lnTo>
                  <a:pt x="668489" y="123574"/>
                </a:lnTo>
                <a:lnTo>
                  <a:pt x="669211" y="123151"/>
                </a:lnTo>
                <a:lnTo>
                  <a:pt x="669915" y="122707"/>
                </a:lnTo>
                <a:lnTo>
                  <a:pt x="670601" y="122242"/>
                </a:lnTo>
                <a:lnTo>
                  <a:pt x="671269" y="121756"/>
                </a:lnTo>
                <a:lnTo>
                  <a:pt x="671914" y="121253"/>
                </a:lnTo>
                <a:lnTo>
                  <a:pt x="672532" y="120735"/>
                </a:lnTo>
                <a:lnTo>
                  <a:pt x="673122" y="120202"/>
                </a:lnTo>
                <a:lnTo>
                  <a:pt x="673685" y="119654"/>
                </a:lnTo>
                <a:lnTo>
                  <a:pt x="674221" y="119092"/>
                </a:lnTo>
                <a:lnTo>
                  <a:pt x="674729" y="118515"/>
                </a:lnTo>
                <a:lnTo>
                  <a:pt x="675209" y="117923"/>
                </a:lnTo>
                <a:lnTo>
                  <a:pt x="675662" y="117316"/>
                </a:lnTo>
                <a:lnTo>
                  <a:pt x="676088" y="116694"/>
                </a:lnTo>
                <a:lnTo>
                  <a:pt x="676486" y="116058"/>
                </a:lnTo>
                <a:lnTo>
                  <a:pt x="676857" y="115407"/>
                </a:lnTo>
                <a:lnTo>
                  <a:pt x="677200" y="114741"/>
                </a:lnTo>
                <a:lnTo>
                  <a:pt x="677516" y="114061"/>
                </a:lnTo>
                <a:lnTo>
                  <a:pt x="677804" y="113366"/>
                </a:lnTo>
                <a:lnTo>
                  <a:pt x="678065" y="112656"/>
                </a:lnTo>
                <a:lnTo>
                  <a:pt x="678299" y="111931"/>
                </a:lnTo>
                <a:lnTo>
                  <a:pt x="678505" y="111191"/>
                </a:lnTo>
                <a:lnTo>
                  <a:pt x="678683" y="110437"/>
                </a:lnTo>
                <a:lnTo>
                  <a:pt x="678834" y="109668"/>
                </a:lnTo>
                <a:lnTo>
                  <a:pt x="678958" y="108884"/>
                </a:lnTo>
                <a:lnTo>
                  <a:pt x="679046" y="108152"/>
                </a:lnTo>
                <a:lnTo>
                  <a:pt x="679177" y="108152"/>
                </a:lnTo>
                <a:lnTo>
                  <a:pt x="679177" y="126007"/>
                </a:lnTo>
                <a:lnTo>
                  <a:pt x="694141" y="126007"/>
                </a:lnTo>
                <a:lnTo>
                  <a:pt x="694141" y="61727"/>
                </a:lnTo>
                <a:close/>
                <a:moveTo>
                  <a:pt x="650952" y="115508"/>
                </a:moveTo>
                <a:lnTo>
                  <a:pt x="650224" y="115437"/>
                </a:lnTo>
                <a:lnTo>
                  <a:pt x="649510" y="115351"/>
                </a:lnTo>
                <a:lnTo>
                  <a:pt x="648810" y="115250"/>
                </a:lnTo>
                <a:lnTo>
                  <a:pt x="648125" y="115132"/>
                </a:lnTo>
                <a:lnTo>
                  <a:pt x="647454" y="114999"/>
                </a:lnTo>
                <a:lnTo>
                  <a:pt x="646798" y="114851"/>
                </a:lnTo>
                <a:lnTo>
                  <a:pt x="646157" y="114687"/>
                </a:lnTo>
                <a:lnTo>
                  <a:pt x="645529" y="114507"/>
                </a:lnTo>
                <a:lnTo>
                  <a:pt x="644916" y="114311"/>
                </a:lnTo>
                <a:lnTo>
                  <a:pt x="644318" y="114100"/>
                </a:lnTo>
                <a:lnTo>
                  <a:pt x="643734" y="113873"/>
                </a:lnTo>
                <a:lnTo>
                  <a:pt x="643165" y="113631"/>
                </a:lnTo>
                <a:lnTo>
                  <a:pt x="642610" y="113373"/>
                </a:lnTo>
                <a:lnTo>
                  <a:pt x="642069" y="113099"/>
                </a:lnTo>
                <a:lnTo>
                  <a:pt x="641543" y="112810"/>
                </a:lnTo>
                <a:lnTo>
                  <a:pt x="641032" y="112505"/>
                </a:lnTo>
                <a:lnTo>
                  <a:pt x="640535" y="112184"/>
                </a:lnTo>
                <a:lnTo>
                  <a:pt x="640052" y="111848"/>
                </a:lnTo>
                <a:lnTo>
                  <a:pt x="639584" y="111496"/>
                </a:lnTo>
                <a:lnTo>
                  <a:pt x="639130" y="111128"/>
                </a:lnTo>
                <a:lnTo>
                  <a:pt x="638693" y="110747"/>
                </a:lnTo>
                <a:lnTo>
                  <a:pt x="638275" y="110354"/>
                </a:lnTo>
                <a:lnTo>
                  <a:pt x="637875" y="109950"/>
                </a:lnTo>
                <a:lnTo>
                  <a:pt x="637493" y="109534"/>
                </a:lnTo>
                <a:lnTo>
                  <a:pt x="637131" y="109106"/>
                </a:lnTo>
                <a:lnTo>
                  <a:pt x="636787" y="108667"/>
                </a:lnTo>
                <a:lnTo>
                  <a:pt x="636461" y="108217"/>
                </a:lnTo>
                <a:lnTo>
                  <a:pt x="636155" y="107755"/>
                </a:lnTo>
                <a:lnTo>
                  <a:pt x="635866" y="107282"/>
                </a:lnTo>
                <a:lnTo>
                  <a:pt x="635597" y="106797"/>
                </a:lnTo>
                <a:lnTo>
                  <a:pt x="635346" y="106300"/>
                </a:lnTo>
                <a:lnTo>
                  <a:pt x="635113" y="105792"/>
                </a:lnTo>
                <a:lnTo>
                  <a:pt x="634899" y="105273"/>
                </a:lnTo>
                <a:lnTo>
                  <a:pt x="634704" y="104742"/>
                </a:lnTo>
                <a:lnTo>
                  <a:pt x="634527" y="104199"/>
                </a:lnTo>
                <a:lnTo>
                  <a:pt x="634369" y="103645"/>
                </a:lnTo>
                <a:lnTo>
                  <a:pt x="634230" y="103079"/>
                </a:lnTo>
                <a:lnTo>
                  <a:pt x="634109" y="102502"/>
                </a:lnTo>
                <a:lnTo>
                  <a:pt x="634007" y="101914"/>
                </a:lnTo>
                <a:lnTo>
                  <a:pt x="633923" y="101314"/>
                </a:lnTo>
                <a:lnTo>
                  <a:pt x="633858" y="100702"/>
                </a:lnTo>
                <a:lnTo>
                  <a:pt x="633812" y="100079"/>
                </a:lnTo>
                <a:lnTo>
                  <a:pt x="633784" y="99444"/>
                </a:lnTo>
                <a:lnTo>
                  <a:pt x="633774" y="98798"/>
                </a:lnTo>
                <a:lnTo>
                  <a:pt x="633782" y="98194"/>
                </a:lnTo>
                <a:lnTo>
                  <a:pt x="633805" y="97601"/>
                </a:lnTo>
                <a:lnTo>
                  <a:pt x="633843" y="97018"/>
                </a:lnTo>
                <a:lnTo>
                  <a:pt x="633897" y="96446"/>
                </a:lnTo>
                <a:lnTo>
                  <a:pt x="633966" y="95884"/>
                </a:lnTo>
                <a:lnTo>
                  <a:pt x="634051" y="95333"/>
                </a:lnTo>
                <a:lnTo>
                  <a:pt x="634150" y="94793"/>
                </a:lnTo>
                <a:lnTo>
                  <a:pt x="634266" y="94263"/>
                </a:lnTo>
                <a:lnTo>
                  <a:pt x="634396" y="93745"/>
                </a:lnTo>
                <a:lnTo>
                  <a:pt x="634542" y="93236"/>
                </a:lnTo>
                <a:lnTo>
                  <a:pt x="634703" y="92738"/>
                </a:lnTo>
                <a:lnTo>
                  <a:pt x="634880" y="92251"/>
                </a:lnTo>
                <a:lnTo>
                  <a:pt x="635072" y="91775"/>
                </a:lnTo>
                <a:lnTo>
                  <a:pt x="635279" y="91309"/>
                </a:lnTo>
                <a:lnTo>
                  <a:pt x="635501" y="90854"/>
                </a:lnTo>
                <a:lnTo>
                  <a:pt x="635739" y="90409"/>
                </a:lnTo>
                <a:lnTo>
                  <a:pt x="635993" y="89976"/>
                </a:lnTo>
                <a:lnTo>
                  <a:pt x="636261" y="89552"/>
                </a:lnTo>
                <a:lnTo>
                  <a:pt x="636545" y="89140"/>
                </a:lnTo>
                <a:lnTo>
                  <a:pt x="636845" y="88738"/>
                </a:lnTo>
                <a:lnTo>
                  <a:pt x="637160" y="88346"/>
                </a:lnTo>
                <a:lnTo>
                  <a:pt x="637490" y="87965"/>
                </a:lnTo>
                <a:lnTo>
                  <a:pt x="637835" y="87595"/>
                </a:lnTo>
                <a:lnTo>
                  <a:pt x="638196" y="87236"/>
                </a:lnTo>
                <a:lnTo>
                  <a:pt x="638570" y="86889"/>
                </a:lnTo>
                <a:lnTo>
                  <a:pt x="638955" y="86556"/>
                </a:lnTo>
                <a:lnTo>
                  <a:pt x="639352" y="86239"/>
                </a:lnTo>
                <a:lnTo>
                  <a:pt x="639759" y="85936"/>
                </a:lnTo>
                <a:lnTo>
                  <a:pt x="640178" y="85648"/>
                </a:lnTo>
                <a:lnTo>
                  <a:pt x="640608" y="85375"/>
                </a:lnTo>
                <a:lnTo>
                  <a:pt x="641050" y="85117"/>
                </a:lnTo>
                <a:lnTo>
                  <a:pt x="641502" y="84873"/>
                </a:lnTo>
                <a:lnTo>
                  <a:pt x="641966" y="84644"/>
                </a:lnTo>
                <a:lnTo>
                  <a:pt x="642441" y="84430"/>
                </a:lnTo>
                <a:lnTo>
                  <a:pt x="642927" y="84231"/>
                </a:lnTo>
                <a:lnTo>
                  <a:pt x="643425" y="84046"/>
                </a:lnTo>
                <a:lnTo>
                  <a:pt x="643934" y="83876"/>
                </a:lnTo>
                <a:lnTo>
                  <a:pt x="644453" y="83721"/>
                </a:lnTo>
                <a:lnTo>
                  <a:pt x="644985" y="83581"/>
                </a:lnTo>
                <a:lnTo>
                  <a:pt x="645527" y="83455"/>
                </a:lnTo>
                <a:lnTo>
                  <a:pt x="646080" y="83345"/>
                </a:lnTo>
                <a:lnTo>
                  <a:pt x="646645" y="83249"/>
                </a:lnTo>
                <a:lnTo>
                  <a:pt x="647221" y="83168"/>
                </a:lnTo>
                <a:lnTo>
                  <a:pt x="647808" y="83101"/>
                </a:lnTo>
                <a:lnTo>
                  <a:pt x="648407" y="83049"/>
                </a:lnTo>
                <a:lnTo>
                  <a:pt x="649016" y="83012"/>
                </a:lnTo>
                <a:lnTo>
                  <a:pt x="649637" y="82990"/>
                </a:lnTo>
                <a:lnTo>
                  <a:pt x="650269" y="82983"/>
                </a:lnTo>
                <a:lnTo>
                  <a:pt x="678837" y="82983"/>
                </a:lnTo>
                <a:lnTo>
                  <a:pt x="678837" y="96247"/>
                </a:lnTo>
                <a:lnTo>
                  <a:pt x="678825" y="96951"/>
                </a:lnTo>
                <a:lnTo>
                  <a:pt x="678789" y="97643"/>
                </a:lnTo>
                <a:lnTo>
                  <a:pt x="678729" y="98325"/>
                </a:lnTo>
                <a:lnTo>
                  <a:pt x="678644" y="98997"/>
                </a:lnTo>
                <a:lnTo>
                  <a:pt x="678535" y="99657"/>
                </a:lnTo>
                <a:lnTo>
                  <a:pt x="678402" y="100307"/>
                </a:lnTo>
                <a:lnTo>
                  <a:pt x="678244" y="100947"/>
                </a:lnTo>
                <a:lnTo>
                  <a:pt x="678063" y="101576"/>
                </a:lnTo>
                <a:lnTo>
                  <a:pt x="677857" y="102194"/>
                </a:lnTo>
                <a:lnTo>
                  <a:pt x="677627" y="102802"/>
                </a:lnTo>
                <a:lnTo>
                  <a:pt x="677373" y="103399"/>
                </a:lnTo>
                <a:lnTo>
                  <a:pt x="677094" y="103985"/>
                </a:lnTo>
                <a:lnTo>
                  <a:pt x="676792" y="104561"/>
                </a:lnTo>
                <a:lnTo>
                  <a:pt x="676465" y="105126"/>
                </a:lnTo>
                <a:lnTo>
                  <a:pt x="676114" y="105680"/>
                </a:lnTo>
                <a:lnTo>
                  <a:pt x="675739" y="106224"/>
                </a:lnTo>
                <a:lnTo>
                  <a:pt x="675339" y="106757"/>
                </a:lnTo>
                <a:lnTo>
                  <a:pt x="674916" y="107280"/>
                </a:lnTo>
                <a:lnTo>
                  <a:pt x="674468" y="107792"/>
                </a:lnTo>
                <a:lnTo>
                  <a:pt x="673996" y="108293"/>
                </a:lnTo>
                <a:lnTo>
                  <a:pt x="673499" y="108783"/>
                </a:lnTo>
                <a:lnTo>
                  <a:pt x="672979" y="109263"/>
                </a:lnTo>
                <a:lnTo>
                  <a:pt x="672434" y="109733"/>
                </a:lnTo>
                <a:lnTo>
                  <a:pt x="671865" y="110192"/>
                </a:lnTo>
                <a:lnTo>
                  <a:pt x="671278" y="110636"/>
                </a:lnTo>
                <a:lnTo>
                  <a:pt x="670676" y="111061"/>
                </a:lnTo>
                <a:lnTo>
                  <a:pt x="670061" y="111467"/>
                </a:lnTo>
                <a:lnTo>
                  <a:pt x="669433" y="111854"/>
                </a:lnTo>
                <a:lnTo>
                  <a:pt x="668791" y="112223"/>
                </a:lnTo>
                <a:lnTo>
                  <a:pt x="668135" y="112572"/>
                </a:lnTo>
                <a:lnTo>
                  <a:pt x="667466" y="112903"/>
                </a:lnTo>
                <a:lnTo>
                  <a:pt x="666783" y="113214"/>
                </a:lnTo>
                <a:lnTo>
                  <a:pt x="666086" y="113507"/>
                </a:lnTo>
                <a:lnTo>
                  <a:pt x="665376" y="113781"/>
                </a:lnTo>
                <a:lnTo>
                  <a:pt x="664653" y="114036"/>
                </a:lnTo>
                <a:lnTo>
                  <a:pt x="663916" y="114272"/>
                </a:lnTo>
                <a:lnTo>
                  <a:pt x="663165" y="114490"/>
                </a:lnTo>
                <a:lnTo>
                  <a:pt x="662401" y="114688"/>
                </a:lnTo>
                <a:lnTo>
                  <a:pt x="661623" y="114868"/>
                </a:lnTo>
                <a:lnTo>
                  <a:pt x="660831" y="115028"/>
                </a:lnTo>
                <a:lnTo>
                  <a:pt x="660026" y="115170"/>
                </a:lnTo>
                <a:lnTo>
                  <a:pt x="659208" y="115293"/>
                </a:lnTo>
                <a:lnTo>
                  <a:pt x="658375" y="115397"/>
                </a:lnTo>
                <a:lnTo>
                  <a:pt x="657530" y="115482"/>
                </a:lnTo>
                <a:lnTo>
                  <a:pt x="656670" y="115548"/>
                </a:lnTo>
                <a:lnTo>
                  <a:pt x="655797" y="115595"/>
                </a:lnTo>
                <a:lnTo>
                  <a:pt x="654911" y="115623"/>
                </a:lnTo>
                <a:lnTo>
                  <a:pt x="654011" y="115633"/>
                </a:lnTo>
                <a:lnTo>
                  <a:pt x="653225" y="115625"/>
                </a:lnTo>
                <a:lnTo>
                  <a:pt x="652453" y="115601"/>
                </a:lnTo>
                <a:lnTo>
                  <a:pt x="651695" y="115562"/>
                </a:lnTo>
                <a:lnTo>
                  <a:pt x="650952" y="115508"/>
                </a:lnTo>
                <a:close/>
                <a:moveTo>
                  <a:pt x="870009" y="127515"/>
                </a:moveTo>
                <a:lnTo>
                  <a:pt x="871166" y="127407"/>
                </a:lnTo>
                <a:lnTo>
                  <a:pt x="872307" y="127276"/>
                </a:lnTo>
                <a:lnTo>
                  <a:pt x="873430" y="127120"/>
                </a:lnTo>
                <a:lnTo>
                  <a:pt x="874537" y="126941"/>
                </a:lnTo>
                <a:lnTo>
                  <a:pt x="875626" y="126738"/>
                </a:lnTo>
                <a:lnTo>
                  <a:pt x="876699" y="126511"/>
                </a:lnTo>
                <a:lnTo>
                  <a:pt x="877755" y="126260"/>
                </a:lnTo>
                <a:lnTo>
                  <a:pt x="878795" y="125985"/>
                </a:lnTo>
                <a:lnTo>
                  <a:pt x="879817" y="125686"/>
                </a:lnTo>
                <a:lnTo>
                  <a:pt x="880823" y="125363"/>
                </a:lnTo>
                <a:lnTo>
                  <a:pt x="881812" y="125016"/>
                </a:lnTo>
                <a:lnTo>
                  <a:pt x="882784" y="124646"/>
                </a:lnTo>
                <a:lnTo>
                  <a:pt x="883739" y="124251"/>
                </a:lnTo>
                <a:lnTo>
                  <a:pt x="884677" y="123833"/>
                </a:lnTo>
                <a:lnTo>
                  <a:pt x="885599" y="123390"/>
                </a:lnTo>
                <a:lnTo>
                  <a:pt x="886503" y="122924"/>
                </a:lnTo>
                <a:lnTo>
                  <a:pt x="887391" y="122434"/>
                </a:lnTo>
                <a:lnTo>
                  <a:pt x="888262" y="121920"/>
                </a:lnTo>
                <a:lnTo>
                  <a:pt x="889117" y="121382"/>
                </a:lnTo>
                <a:lnTo>
                  <a:pt x="889954" y="120820"/>
                </a:lnTo>
                <a:lnTo>
                  <a:pt x="890768" y="120237"/>
                </a:lnTo>
                <a:lnTo>
                  <a:pt x="891554" y="119638"/>
                </a:lnTo>
                <a:lnTo>
                  <a:pt x="892310" y="119022"/>
                </a:lnTo>
                <a:lnTo>
                  <a:pt x="893036" y="118390"/>
                </a:lnTo>
                <a:lnTo>
                  <a:pt x="893734" y="117740"/>
                </a:lnTo>
                <a:lnTo>
                  <a:pt x="894402" y="117074"/>
                </a:lnTo>
                <a:lnTo>
                  <a:pt x="895041" y="116390"/>
                </a:lnTo>
                <a:lnTo>
                  <a:pt x="895651" y="115690"/>
                </a:lnTo>
                <a:lnTo>
                  <a:pt x="896232" y="114973"/>
                </a:lnTo>
                <a:lnTo>
                  <a:pt x="896783" y="114239"/>
                </a:lnTo>
                <a:lnTo>
                  <a:pt x="897305" y="113489"/>
                </a:lnTo>
                <a:lnTo>
                  <a:pt x="897798" y="112721"/>
                </a:lnTo>
                <a:lnTo>
                  <a:pt x="898262" y="111937"/>
                </a:lnTo>
                <a:lnTo>
                  <a:pt x="898696" y="111136"/>
                </a:lnTo>
                <a:lnTo>
                  <a:pt x="899101" y="110318"/>
                </a:lnTo>
                <a:lnTo>
                  <a:pt x="899477" y="109483"/>
                </a:lnTo>
                <a:lnTo>
                  <a:pt x="899824" y="108632"/>
                </a:lnTo>
                <a:lnTo>
                  <a:pt x="900142" y="107764"/>
                </a:lnTo>
                <a:lnTo>
                  <a:pt x="900430" y="106878"/>
                </a:lnTo>
                <a:lnTo>
                  <a:pt x="900689" y="105976"/>
                </a:lnTo>
                <a:lnTo>
                  <a:pt x="900919" y="105057"/>
                </a:lnTo>
                <a:lnTo>
                  <a:pt x="901120" y="104122"/>
                </a:lnTo>
                <a:lnTo>
                  <a:pt x="901291" y="103169"/>
                </a:lnTo>
                <a:lnTo>
                  <a:pt x="901433" y="102200"/>
                </a:lnTo>
                <a:lnTo>
                  <a:pt x="886129" y="102200"/>
                </a:lnTo>
                <a:lnTo>
                  <a:pt x="886023" y="102719"/>
                </a:lnTo>
                <a:lnTo>
                  <a:pt x="885901" y="103227"/>
                </a:lnTo>
                <a:lnTo>
                  <a:pt x="885765" y="103724"/>
                </a:lnTo>
                <a:lnTo>
                  <a:pt x="885614" y="104210"/>
                </a:lnTo>
                <a:lnTo>
                  <a:pt x="885449" y="104685"/>
                </a:lnTo>
                <a:lnTo>
                  <a:pt x="885268" y="105149"/>
                </a:lnTo>
                <a:lnTo>
                  <a:pt x="885073" y="105603"/>
                </a:lnTo>
                <a:lnTo>
                  <a:pt x="884863" y="106045"/>
                </a:lnTo>
                <a:lnTo>
                  <a:pt x="884638" y="106477"/>
                </a:lnTo>
                <a:lnTo>
                  <a:pt x="884399" y="106897"/>
                </a:lnTo>
                <a:lnTo>
                  <a:pt x="884145" y="107307"/>
                </a:lnTo>
                <a:lnTo>
                  <a:pt x="883876" y="107706"/>
                </a:lnTo>
                <a:lnTo>
                  <a:pt x="883592" y="108094"/>
                </a:lnTo>
                <a:lnTo>
                  <a:pt x="883294" y="108471"/>
                </a:lnTo>
                <a:lnTo>
                  <a:pt x="882980" y="108837"/>
                </a:lnTo>
                <a:lnTo>
                  <a:pt x="882652" y="109192"/>
                </a:lnTo>
                <a:lnTo>
                  <a:pt x="882310" y="109536"/>
                </a:lnTo>
                <a:lnTo>
                  <a:pt x="881952" y="109869"/>
                </a:lnTo>
                <a:lnTo>
                  <a:pt x="881580" y="110192"/>
                </a:lnTo>
                <a:lnTo>
                  <a:pt x="881193" y="110503"/>
                </a:lnTo>
                <a:lnTo>
                  <a:pt x="880791" y="110803"/>
                </a:lnTo>
                <a:lnTo>
                  <a:pt x="880375" y="111093"/>
                </a:lnTo>
                <a:lnTo>
                  <a:pt x="879943" y="111372"/>
                </a:lnTo>
                <a:lnTo>
                  <a:pt x="879497" y="111639"/>
                </a:lnTo>
                <a:lnTo>
                  <a:pt x="879038" y="111896"/>
                </a:lnTo>
                <a:lnTo>
                  <a:pt x="878567" y="112142"/>
                </a:lnTo>
                <a:lnTo>
                  <a:pt x="878084" y="112377"/>
                </a:lnTo>
                <a:lnTo>
                  <a:pt x="877589" y="112600"/>
                </a:lnTo>
                <a:lnTo>
                  <a:pt x="877082" y="112813"/>
                </a:lnTo>
                <a:lnTo>
                  <a:pt x="876564" y="113015"/>
                </a:lnTo>
                <a:lnTo>
                  <a:pt x="876034" y="113206"/>
                </a:lnTo>
                <a:lnTo>
                  <a:pt x="875492" y="113387"/>
                </a:lnTo>
                <a:lnTo>
                  <a:pt x="874938" y="113556"/>
                </a:lnTo>
                <a:lnTo>
                  <a:pt x="874372" y="113714"/>
                </a:lnTo>
                <a:lnTo>
                  <a:pt x="873795" y="113862"/>
                </a:lnTo>
                <a:lnTo>
                  <a:pt x="873206" y="113998"/>
                </a:lnTo>
                <a:lnTo>
                  <a:pt x="872604" y="114124"/>
                </a:lnTo>
                <a:lnTo>
                  <a:pt x="871992" y="114238"/>
                </a:lnTo>
                <a:lnTo>
                  <a:pt x="871367" y="114342"/>
                </a:lnTo>
                <a:lnTo>
                  <a:pt x="870730" y="114435"/>
                </a:lnTo>
                <a:lnTo>
                  <a:pt x="870082" y="114517"/>
                </a:lnTo>
                <a:lnTo>
                  <a:pt x="869422" y="114588"/>
                </a:lnTo>
                <a:lnTo>
                  <a:pt x="868750" y="114648"/>
                </a:lnTo>
                <a:lnTo>
                  <a:pt x="868066" y="114697"/>
                </a:lnTo>
                <a:lnTo>
                  <a:pt x="867371" y="114735"/>
                </a:lnTo>
                <a:lnTo>
                  <a:pt x="866663" y="114762"/>
                </a:lnTo>
                <a:lnTo>
                  <a:pt x="865944" y="114779"/>
                </a:lnTo>
                <a:lnTo>
                  <a:pt x="865213" y="114784"/>
                </a:lnTo>
                <a:lnTo>
                  <a:pt x="864357" y="114774"/>
                </a:lnTo>
                <a:lnTo>
                  <a:pt x="863517" y="114744"/>
                </a:lnTo>
                <a:lnTo>
                  <a:pt x="862694" y="114693"/>
                </a:lnTo>
                <a:lnTo>
                  <a:pt x="861887" y="114621"/>
                </a:lnTo>
                <a:lnTo>
                  <a:pt x="861097" y="114530"/>
                </a:lnTo>
                <a:lnTo>
                  <a:pt x="860324" y="114418"/>
                </a:lnTo>
                <a:lnTo>
                  <a:pt x="859567" y="114285"/>
                </a:lnTo>
                <a:lnTo>
                  <a:pt x="858826" y="114132"/>
                </a:lnTo>
                <a:lnTo>
                  <a:pt x="858102" y="113959"/>
                </a:lnTo>
                <a:lnTo>
                  <a:pt x="857395" y="113766"/>
                </a:lnTo>
                <a:lnTo>
                  <a:pt x="856704" y="113552"/>
                </a:lnTo>
                <a:lnTo>
                  <a:pt x="856030" y="113318"/>
                </a:lnTo>
                <a:lnTo>
                  <a:pt x="855372" y="113063"/>
                </a:lnTo>
                <a:lnTo>
                  <a:pt x="854730" y="112788"/>
                </a:lnTo>
                <a:lnTo>
                  <a:pt x="854106" y="112493"/>
                </a:lnTo>
                <a:lnTo>
                  <a:pt x="853497" y="112177"/>
                </a:lnTo>
                <a:lnTo>
                  <a:pt x="852906" y="111841"/>
                </a:lnTo>
                <a:lnTo>
                  <a:pt x="852331" y="111484"/>
                </a:lnTo>
                <a:lnTo>
                  <a:pt x="851772" y="111107"/>
                </a:lnTo>
                <a:lnTo>
                  <a:pt x="851230" y="110710"/>
                </a:lnTo>
                <a:lnTo>
                  <a:pt x="850704" y="110293"/>
                </a:lnTo>
                <a:lnTo>
                  <a:pt x="850195" y="109855"/>
                </a:lnTo>
                <a:lnTo>
                  <a:pt x="849703" y="109396"/>
                </a:lnTo>
                <a:lnTo>
                  <a:pt x="849227" y="108918"/>
                </a:lnTo>
                <a:lnTo>
                  <a:pt x="848769" y="108420"/>
                </a:lnTo>
                <a:lnTo>
                  <a:pt x="848331" y="107904"/>
                </a:lnTo>
                <a:lnTo>
                  <a:pt x="847912" y="107370"/>
                </a:lnTo>
                <a:lnTo>
                  <a:pt x="847513" y="106818"/>
                </a:lnTo>
                <a:lnTo>
                  <a:pt x="847133" y="106248"/>
                </a:lnTo>
                <a:lnTo>
                  <a:pt x="846772" y="105660"/>
                </a:lnTo>
                <a:lnTo>
                  <a:pt x="846432" y="105054"/>
                </a:lnTo>
                <a:lnTo>
                  <a:pt x="846110" y="104430"/>
                </a:lnTo>
                <a:lnTo>
                  <a:pt x="845808" y="103788"/>
                </a:lnTo>
                <a:lnTo>
                  <a:pt x="845526" y="103128"/>
                </a:lnTo>
                <a:lnTo>
                  <a:pt x="845263" y="102450"/>
                </a:lnTo>
                <a:lnTo>
                  <a:pt x="845019" y="101754"/>
                </a:lnTo>
                <a:lnTo>
                  <a:pt x="844795" y="101040"/>
                </a:lnTo>
                <a:lnTo>
                  <a:pt x="844591" y="100308"/>
                </a:lnTo>
                <a:lnTo>
                  <a:pt x="844406" y="99558"/>
                </a:lnTo>
                <a:lnTo>
                  <a:pt x="844240" y="98790"/>
                </a:lnTo>
                <a:lnTo>
                  <a:pt x="844094" y="98004"/>
                </a:lnTo>
                <a:lnTo>
                  <a:pt x="843967" y="97200"/>
                </a:lnTo>
                <a:lnTo>
                  <a:pt x="843860" y="96378"/>
                </a:lnTo>
                <a:lnTo>
                  <a:pt x="843773" y="95538"/>
                </a:lnTo>
                <a:lnTo>
                  <a:pt x="843705" y="94679"/>
                </a:lnTo>
                <a:lnTo>
                  <a:pt x="843656" y="93803"/>
                </a:lnTo>
                <a:lnTo>
                  <a:pt x="843627" y="92909"/>
                </a:lnTo>
                <a:lnTo>
                  <a:pt x="843617" y="91997"/>
                </a:lnTo>
                <a:lnTo>
                  <a:pt x="843617" y="82983"/>
                </a:lnTo>
                <a:lnTo>
                  <a:pt x="901773" y="82983"/>
                </a:lnTo>
                <a:lnTo>
                  <a:pt x="901773" y="66488"/>
                </a:lnTo>
                <a:lnTo>
                  <a:pt x="901765" y="65586"/>
                </a:lnTo>
                <a:lnTo>
                  <a:pt x="901742" y="64694"/>
                </a:lnTo>
                <a:lnTo>
                  <a:pt x="901703" y="63813"/>
                </a:lnTo>
                <a:lnTo>
                  <a:pt x="901648" y="62941"/>
                </a:lnTo>
                <a:lnTo>
                  <a:pt x="901578" y="62079"/>
                </a:lnTo>
                <a:lnTo>
                  <a:pt x="901491" y="61228"/>
                </a:lnTo>
                <a:lnTo>
                  <a:pt x="901390" y="60386"/>
                </a:lnTo>
                <a:lnTo>
                  <a:pt x="901272" y="59554"/>
                </a:lnTo>
                <a:lnTo>
                  <a:pt x="901139" y="58733"/>
                </a:lnTo>
                <a:lnTo>
                  <a:pt x="900991" y="57921"/>
                </a:lnTo>
                <a:lnTo>
                  <a:pt x="900826" y="57120"/>
                </a:lnTo>
                <a:lnTo>
                  <a:pt x="900646" y="56328"/>
                </a:lnTo>
                <a:lnTo>
                  <a:pt x="900451" y="55547"/>
                </a:lnTo>
                <a:lnTo>
                  <a:pt x="900239" y="54776"/>
                </a:lnTo>
                <a:lnTo>
                  <a:pt x="900013" y="54014"/>
                </a:lnTo>
                <a:lnTo>
                  <a:pt x="899770" y="53263"/>
                </a:lnTo>
                <a:lnTo>
                  <a:pt x="899512" y="52522"/>
                </a:lnTo>
                <a:lnTo>
                  <a:pt x="899238" y="51790"/>
                </a:lnTo>
                <a:lnTo>
                  <a:pt x="898948" y="51069"/>
                </a:lnTo>
                <a:lnTo>
                  <a:pt x="898643" y="50358"/>
                </a:lnTo>
                <a:lnTo>
                  <a:pt x="898322" y="49657"/>
                </a:lnTo>
                <a:lnTo>
                  <a:pt x="897986" y="48966"/>
                </a:lnTo>
                <a:lnTo>
                  <a:pt x="897634" y="48285"/>
                </a:lnTo>
                <a:lnTo>
                  <a:pt x="897266" y="47614"/>
                </a:lnTo>
                <a:lnTo>
                  <a:pt x="896884" y="46954"/>
                </a:lnTo>
                <a:lnTo>
                  <a:pt x="896489" y="46307"/>
                </a:lnTo>
                <a:lnTo>
                  <a:pt x="896081" y="45672"/>
                </a:lnTo>
                <a:lnTo>
                  <a:pt x="895661" y="45049"/>
                </a:lnTo>
                <a:lnTo>
                  <a:pt x="895227" y="44439"/>
                </a:lnTo>
                <a:lnTo>
                  <a:pt x="894780" y="43841"/>
                </a:lnTo>
                <a:lnTo>
                  <a:pt x="894320" y="43256"/>
                </a:lnTo>
                <a:lnTo>
                  <a:pt x="893847" y="42683"/>
                </a:lnTo>
                <a:lnTo>
                  <a:pt x="893361" y="42122"/>
                </a:lnTo>
                <a:lnTo>
                  <a:pt x="892862" y="41574"/>
                </a:lnTo>
                <a:lnTo>
                  <a:pt x="892350" y="41038"/>
                </a:lnTo>
                <a:lnTo>
                  <a:pt x="891825" y="40515"/>
                </a:lnTo>
                <a:lnTo>
                  <a:pt x="891288" y="40004"/>
                </a:lnTo>
                <a:lnTo>
                  <a:pt x="890737" y="39505"/>
                </a:lnTo>
                <a:lnTo>
                  <a:pt x="890173" y="39019"/>
                </a:lnTo>
                <a:lnTo>
                  <a:pt x="889596" y="38545"/>
                </a:lnTo>
                <a:lnTo>
                  <a:pt x="889006" y="38083"/>
                </a:lnTo>
                <a:lnTo>
                  <a:pt x="888403" y="37634"/>
                </a:lnTo>
                <a:lnTo>
                  <a:pt x="887787" y="37198"/>
                </a:lnTo>
                <a:lnTo>
                  <a:pt x="887158" y="36773"/>
                </a:lnTo>
                <a:lnTo>
                  <a:pt x="886517" y="36362"/>
                </a:lnTo>
                <a:lnTo>
                  <a:pt x="885862" y="35962"/>
                </a:lnTo>
                <a:lnTo>
                  <a:pt x="885194" y="35575"/>
                </a:lnTo>
                <a:lnTo>
                  <a:pt x="884513" y="35200"/>
                </a:lnTo>
                <a:lnTo>
                  <a:pt x="883821" y="34840"/>
                </a:lnTo>
                <a:lnTo>
                  <a:pt x="883119" y="34494"/>
                </a:lnTo>
                <a:lnTo>
                  <a:pt x="882407" y="34164"/>
                </a:lnTo>
                <a:lnTo>
                  <a:pt x="881686" y="33849"/>
                </a:lnTo>
                <a:lnTo>
                  <a:pt x="880955" y="33550"/>
                </a:lnTo>
                <a:lnTo>
                  <a:pt x="880214" y="33266"/>
                </a:lnTo>
                <a:lnTo>
                  <a:pt x="879464" y="32997"/>
                </a:lnTo>
                <a:lnTo>
                  <a:pt x="878703" y="32744"/>
                </a:lnTo>
                <a:lnTo>
                  <a:pt x="877933" y="32506"/>
                </a:lnTo>
                <a:lnTo>
                  <a:pt x="877154" y="32284"/>
                </a:lnTo>
                <a:lnTo>
                  <a:pt x="876364" y="32076"/>
                </a:lnTo>
                <a:lnTo>
                  <a:pt x="875565" y="31884"/>
                </a:lnTo>
                <a:lnTo>
                  <a:pt x="874756" y="31708"/>
                </a:lnTo>
                <a:lnTo>
                  <a:pt x="873937" y="31547"/>
                </a:lnTo>
                <a:lnTo>
                  <a:pt x="873108" y="31401"/>
                </a:lnTo>
                <a:lnTo>
                  <a:pt x="872270" y="31270"/>
                </a:lnTo>
                <a:lnTo>
                  <a:pt x="871422" y="31155"/>
                </a:lnTo>
                <a:lnTo>
                  <a:pt x="870564" y="31055"/>
                </a:lnTo>
                <a:lnTo>
                  <a:pt x="869697" y="30971"/>
                </a:lnTo>
                <a:lnTo>
                  <a:pt x="868820" y="30902"/>
                </a:lnTo>
                <a:lnTo>
                  <a:pt x="867933" y="30848"/>
                </a:lnTo>
                <a:lnTo>
                  <a:pt x="867036" y="30810"/>
                </a:lnTo>
                <a:lnTo>
                  <a:pt x="866129" y="30787"/>
                </a:lnTo>
                <a:lnTo>
                  <a:pt x="865213" y="30779"/>
                </a:lnTo>
                <a:lnTo>
                  <a:pt x="864297" y="30787"/>
                </a:lnTo>
                <a:lnTo>
                  <a:pt x="863390" y="30810"/>
                </a:lnTo>
                <a:lnTo>
                  <a:pt x="862493" y="30848"/>
                </a:lnTo>
                <a:lnTo>
                  <a:pt x="861606" y="30902"/>
                </a:lnTo>
                <a:lnTo>
                  <a:pt x="860729" y="30971"/>
                </a:lnTo>
                <a:lnTo>
                  <a:pt x="859861" y="31055"/>
                </a:lnTo>
                <a:lnTo>
                  <a:pt x="859004" y="31155"/>
                </a:lnTo>
                <a:lnTo>
                  <a:pt x="858156" y="31270"/>
                </a:lnTo>
                <a:lnTo>
                  <a:pt x="857317" y="31401"/>
                </a:lnTo>
                <a:lnTo>
                  <a:pt x="856489" y="31547"/>
                </a:lnTo>
                <a:lnTo>
                  <a:pt x="855670" y="31708"/>
                </a:lnTo>
                <a:lnTo>
                  <a:pt x="854861" y="31884"/>
                </a:lnTo>
                <a:lnTo>
                  <a:pt x="854061" y="32076"/>
                </a:lnTo>
                <a:lnTo>
                  <a:pt x="853272" y="32284"/>
                </a:lnTo>
                <a:lnTo>
                  <a:pt x="852492" y="32506"/>
                </a:lnTo>
                <a:lnTo>
                  <a:pt x="851721" y="32744"/>
                </a:lnTo>
                <a:lnTo>
                  <a:pt x="850961" y="32997"/>
                </a:lnTo>
                <a:lnTo>
                  <a:pt x="850210" y="33266"/>
                </a:lnTo>
                <a:lnTo>
                  <a:pt x="849469" y="33550"/>
                </a:lnTo>
                <a:lnTo>
                  <a:pt x="848738" y="33849"/>
                </a:lnTo>
                <a:lnTo>
                  <a:pt x="848017" y="34164"/>
                </a:lnTo>
                <a:lnTo>
                  <a:pt x="847305" y="34494"/>
                </a:lnTo>
                <a:lnTo>
                  <a:pt x="846603" y="34840"/>
                </a:lnTo>
                <a:lnTo>
                  <a:pt x="845911" y="35200"/>
                </a:lnTo>
                <a:lnTo>
                  <a:pt x="845230" y="35575"/>
                </a:lnTo>
                <a:lnTo>
                  <a:pt x="844562" y="35962"/>
                </a:lnTo>
                <a:lnTo>
                  <a:pt x="843908" y="36362"/>
                </a:lnTo>
                <a:lnTo>
                  <a:pt x="843266" y="36773"/>
                </a:lnTo>
                <a:lnTo>
                  <a:pt x="842637" y="37198"/>
                </a:lnTo>
                <a:lnTo>
                  <a:pt x="842021" y="37634"/>
                </a:lnTo>
                <a:lnTo>
                  <a:pt x="841418" y="38083"/>
                </a:lnTo>
                <a:lnTo>
                  <a:pt x="840829" y="38545"/>
                </a:lnTo>
                <a:lnTo>
                  <a:pt x="840252" y="39019"/>
                </a:lnTo>
                <a:lnTo>
                  <a:pt x="839688" y="39505"/>
                </a:lnTo>
                <a:lnTo>
                  <a:pt x="839137" y="40004"/>
                </a:lnTo>
                <a:lnTo>
                  <a:pt x="838599" y="40515"/>
                </a:lnTo>
                <a:lnTo>
                  <a:pt x="838074" y="41038"/>
                </a:lnTo>
                <a:lnTo>
                  <a:pt x="837562" y="41574"/>
                </a:lnTo>
                <a:lnTo>
                  <a:pt x="837064" y="42122"/>
                </a:lnTo>
                <a:lnTo>
                  <a:pt x="836578" y="42683"/>
                </a:lnTo>
                <a:lnTo>
                  <a:pt x="836105" y="43256"/>
                </a:lnTo>
                <a:lnTo>
                  <a:pt x="835645" y="43841"/>
                </a:lnTo>
                <a:lnTo>
                  <a:pt x="835198" y="44439"/>
                </a:lnTo>
                <a:lnTo>
                  <a:pt x="834764" y="45049"/>
                </a:lnTo>
                <a:lnTo>
                  <a:pt x="834343" y="45672"/>
                </a:lnTo>
                <a:lnTo>
                  <a:pt x="833935" y="46307"/>
                </a:lnTo>
                <a:lnTo>
                  <a:pt x="833539" y="46954"/>
                </a:lnTo>
                <a:lnTo>
                  <a:pt x="833157" y="47614"/>
                </a:lnTo>
                <a:lnTo>
                  <a:pt x="832790" y="48285"/>
                </a:lnTo>
                <a:lnTo>
                  <a:pt x="832438" y="48966"/>
                </a:lnTo>
                <a:lnTo>
                  <a:pt x="832102" y="49657"/>
                </a:lnTo>
                <a:lnTo>
                  <a:pt x="831781" y="50358"/>
                </a:lnTo>
                <a:lnTo>
                  <a:pt x="831476" y="51069"/>
                </a:lnTo>
                <a:lnTo>
                  <a:pt x="831187" y="51790"/>
                </a:lnTo>
                <a:lnTo>
                  <a:pt x="830913" y="52522"/>
                </a:lnTo>
                <a:lnTo>
                  <a:pt x="830655" y="53263"/>
                </a:lnTo>
                <a:lnTo>
                  <a:pt x="830412" y="54014"/>
                </a:lnTo>
                <a:lnTo>
                  <a:pt x="830186" y="54776"/>
                </a:lnTo>
                <a:lnTo>
                  <a:pt x="829975" y="55547"/>
                </a:lnTo>
                <a:lnTo>
                  <a:pt x="829779" y="56328"/>
                </a:lnTo>
                <a:lnTo>
                  <a:pt x="829599" y="57120"/>
                </a:lnTo>
                <a:lnTo>
                  <a:pt x="829435" y="57921"/>
                </a:lnTo>
                <a:lnTo>
                  <a:pt x="829286" y="58733"/>
                </a:lnTo>
                <a:lnTo>
                  <a:pt x="829153" y="59554"/>
                </a:lnTo>
                <a:lnTo>
                  <a:pt x="829036" y="60386"/>
                </a:lnTo>
                <a:lnTo>
                  <a:pt x="828934" y="61228"/>
                </a:lnTo>
                <a:lnTo>
                  <a:pt x="828848" y="62079"/>
                </a:lnTo>
                <a:lnTo>
                  <a:pt x="828778" y="62941"/>
                </a:lnTo>
                <a:lnTo>
                  <a:pt x="828723" y="63813"/>
                </a:lnTo>
                <a:lnTo>
                  <a:pt x="828684" y="64694"/>
                </a:lnTo>
                <a:lnTo>
                  <a:pt x="828661" y="65586"/>
                </a:lnTo>
                <a:lnTo>
                  <a:pt x="828653" y="66488"/>
                </a:lnTo>
                <a:lnTo>
                  <a:pt x="828653" y="91997"/>
                </a:lnTo>
                <a:lnTo>
                  <a:pt x="828661" y="92885"/>
                </a:lnTo>
                <a:lnTo>
                  <a:pt x="828684" y="93764"/>
                </a:lnTo>
                <a:lnTo>
                  <a:pt x="828723" y="94634"/>
                </a:lnTo>
                <a:lnTo>
                  <a:pt x="828778" y="95495"/>
                </a:lnTo>
                <a:lnTo>
                  <a:pt x="828848" y="96347"/>
                </a:lnTo>
                <a:lnTo>
                  <a:pt x="828934" y="97189"/>
                </a:lnTo>
                <a:lnTo>
                  <a:pt x="829036" y="98023"/>
                </a:lnTo>
                <a:lnTo>
                  <a:pt x="829153" y="98847"/>
                </a:lnTo>
                <a:lnTo>
                  <a:pt x="829286" y="99662"/>
                </a:lnTo>
                <a:lnTo>
                  <a:pt x="829435" y="100468"/>
                </a:lnTo>
                <a:lnTo>
                  <a:pt x="829599" y="101264"/>
                </a:lnTo>
                <a:lnTo>
                  <a:pt x="829779" y="102052"/>
                </a:lnTo>
                <a:lnTo>
                  <a:pt x="829975" y="102830"/>
                </a:lnTo>
                <a:lnTo>
                  <a:pt x="830186" y="103599"/>
                </a:lnTo>
                <a:lnTo>
                  <a:pt x="830412" y="104360"/>
                </a:lnTo>
                <a:lnTo>
                  <a:pt x="830655" y="105110"/>
                </a:lnTo>
                <a:lnTo>
                  <a:pt x="830913" y="105852"/>
                </a:lnTo>
                <a:lnTo>
                  <a:pt x="831187" y="106585"/>
                </a:lnTo>
                <a:lnTo>
                  <a:pt x="831476" y="107308"/>
                </a:lnTo>
                <a:lnTo>
                  <a:pt x="831781" y="108023"/>
                </a:lnTo>
                <a:lnTo>
                  <a:pt x="832102" y="108728"/>
                </a:lnTo>
                <a:lnTo>
                  <a:pt x="832438" y="109424"/>
                </a:lnTo>
                <a:lnTo>
                  <a:pt x="832790" y="110111"/>
                </a:lnTo>
                <a:lnTo>
                  <a:pt x="833157" y="110788"/>
                </a:lnTo>
                <a:lnTo>
                  <a:pt x="833539" y="111455"/>
                </a:lnTo>
                <a:lnTo>
                  <a:pt x="833935" y="112109"/>
                </a:lnTo>
                <a:lnTo>
                  <a:pt x="834343" y="112750"/>
                </a:lnTo>
                <a:lnTo>
                  <a:pt x="834764" y="113379"/>
                </a:lnTo>
                <a:lnTo>
                  <a:pt x="835198" y="113994"/>
                </a:lnTo>
                <a:lnTo>
                  <a:pt x="835645" y="114597"/>
                </a:lnTo>
                <a:lnTo>
                  <a:pt x="836105" y="115188"/>
                </a:lnTo>
                <a:lnTo>
                  <a:pt x="836578" y="115766"/>
                </a:lnTo>
                <a:lnTo>
                  <a:pt x="837064" y="116331"/>
                </a:lnTo>
                <a:lnTo>
                  <a:pt x="837562" y="116883"/>
                </a:lnTo>
                <a:lnTo>
                  <a:pt x="838074" y="117423"/>
                </a:lnTo>
                <a:lnTo>
                  <a:pt x="838599" y="117950"/>
                </a:lnTo>
                <a:lnTo>
                  <a:pt x="839137" y="118464"/>
                </a:lnTo>
                <a:lnTo>
                  <a:pt x="839688" y="118966"/>
                </a:lnTo>
                <a:lnTo>
                  <a:pt x="840252" y="119455"/>
                </a:lnTo>
                <a:lnTo>
                  <a:pt x="840829" y="119931"/>
                </a:lnTo>
                <a:lnTo>
                  <a:pt x="841418" y="120395"/>
                </a:lnTo>
                <a:lnTo>
                  <a:pt x="842021" y="120846"/>
                </a:lnTo>
                <a:lnTo>
                  <a:pt x="842637" y="121284"/>
                </a:lnTo>
                <a:lnTo>
                  <a:pt x="843266" y="121709"/>
                </a:lnTo>
                <a:lnTo>
                  <a:pt x="843908" y="122122"/>
                </a:lnTo>
                <a:lnTo>
                  <a:pt x="844562" y="122522"/>
                </a:lnTo>
                <a:lnTo>
                  <a:pt x="845230" y="122910"/>
                </a:lnTo>
                <a:lnTo>
                  <a:pt x="845911" y="123285"/>
                </a:lnTo>
                <a:lnTo>
                  <a:pt x="846603" y="123645"/>
                </a:lnTo>
                <a:lnTo>
                  <a:pt x="847305" y="123991"/>
                </a:lnTo>
                <a:lnTo>
                  <a:pt x="848017" y="124321"/>
                </a:lnTo>
                <a:lnTo>
                  <a:pt x="848738" y="124636"/>
                </a:lnTo>
                <a:lnTo>
                  <a:pt x="849469" y="124935"/>
                </a:lnTo>
                <a:lnTo>
                  <a:pt x="850210" y="125219"/>
                </a:lnTo>
                <a:lnTo>
                  <a:pt x="850961" y="125488"/>
                </a:lnTo>
                <a:lnTo>
                  <a:pt x="851721" y="125741"/>
                </a:lnTo>
                <a:lnTo>
                  <a:pt x="852492" y="125979"/>
                </a:lnTo>
                <a:lnTo>
                  <a:pt x="853272" y="126202"/>
                </a:lnTo>
                <a:lnTo>
                  <a:pt x="854061" y="126409"/>
                </a:lnTo>
                <a:lnTo>
                  <a:pt x="854861" y="126601"/>
                </a:lnTo>
                <a:lnTo>
                  <a:pt x="855670" y="126777"/>
                </a:lnTo>
                <a:lnTo>
                  <a:pt x="856489" y="126939"/>
                </a:lnTo>
                <a:lnTo>
                  <a:pt x="857317" y="127084"/>
                </a:lnTo>
                <a:lnTo>
                  <a:pt x="858156" y="127215"/>
                </a:lnTo>
                <a:lnTo>
                  <a:pt x="859004" y="127330"/>
                </a:lnTo>
                <a:lnTo>
                  <a:pt x="859861" y="127430"/>
                </a:lnTo>
                <a:lnTo>
                  <a:pt x="860729" y="127514"/>
                </a:lnTo>
                <a:lnTo>
                  <a:pt x="861606" y="127583"/>
                </a:lnTo>
                <a:lnTo>
                  <a:pt x="862493" y="127637"/>
                </a:lnTo>
                <a:lnTo>
                  <a:pt x="863390" y="127675"/>
                </a:lnTo>
                <a:lnTo>
                  <a:pt x="864297" y="127698"/>
                </a:lnTo>
                <a:lnTo>
                  <a:pt x="865213" y="127706"/>
                </a:lnTo>
                <a:lnTo>
                  <a:pt x="866437" y="127694"/>
                </a:lnTo>
                <a:lnTo>
                  <a:pt x="867645" y="127658"/>
                </a:lnTo>
                <a:lnTo>
                  <a:pt x="868835" y="127599"/>
                </a:lnTo>
                <a:lnTo>
                  <a:pt x="870009" y="127515"/>
                </a:lnTo>
                <a:close/>
                <a:moveTo>
                  <a:pt x="843627" y="65576"/>
                </a:moveTo>
                <a:lnTo>
                  <a:pt x="843656" y="64682"/>
                </a:lnTo>
                <a:lnTo>
                  <a:pt x="843705" y="63805"/>
                </a:lnTo>
                <a:lnTo>
                  <a:pt x="843773" y="62946"/>
                </a:lnTo>
                <a:lnTo>
                  <a:pt x="843860" y="62105"/>
                </a:lnTo>
                <a:lnTo>
                  <a:pt x="843967" y="61281"/>
                </a:lnTo>
                <a:lnTo>
                  <a:pt x="844094" y="60475"/>
                </a:lnTo>
                <a:lnTo>
                  <a:pt x="844240" y="59687"/>
                </a:lnTo>
                <a:lnTo>
                  <a:pt x="844406" y="58917"/>
                </a:lnTo>
                <a:lnTo>
                  <a:pt x="844591" y="58164"/>
                </a:lnTo>
                <a:lnTo>
                  <a:pt x="844795" y="57429"/>
                </a:lnTo>
                <a:lnTo>
                  <a:pt x="845019" y="56712"/>
                </a:lnTo>
                <a:lnTo>
                  <a:pt x="845263" y="56012"/>
                </a:lnTo>
                <a:lnTo>
                  <a:pt x="845526" y="55330"/>
                </a:lnTo>
                <a:lnTo>
                  <a:pt x="845808" y="54666"/>
                </a:lnTo>
                <a:lnTo>
                  <a:pt x="846110" y="54019"/>
                </a:lnTo>
                <a:lnTo>
                  <a:pt x="846432" y="53391"/>
                </a:lnTo>
                <a:lnTo>
                  <a:pt x="846772" y="52779"/>
                </a:lnTo>
                <a:lnTo>
                  <a:pt x="847133" y="52186"/>
                </a:lnTo>
                <a:lnTo>
                  <a:pt x="847513" y="51610"/>
                </a:lnTo>
                <a:lnTo>
                  <a:pt x="847912" y="51052"/>
                </a:lnTo>
                <a:lnTo>
                  <a:pt x="848331" y="50512"/>
                </a:lnTo>
                <a:lnTo>
                  <a:pt x="848769" y="49989"/>
                </a:lnTo>
                <a:lnTo>
                  <a:pt x="849227" y="49485"/>
                </a:lnTo>
                <a:lnTo>
                  <a:pt x="849703" y="48999"/>
                </a:lnTo>
                <a:lnTo>
                  <a:pt x="850195" y="48534"/>
                </a:lnTo>
                <a:lnTo>
                  <a:pt x="850704" y="48090"/>
                </a:lnTo>
                <a:lnTo>
                  <a:pt x="851230" y="47666"/>
                </a:lnTo>
                <a:lnTo>
                  <a:pt x="851772" y="47263"/>
                </a:lnTo>
                <a:lnTo>
                  <a:pt x="852331" y="46880"/>
                </a:lnTo>
                <a:lnTo>
                  <a:pt x="852906" y="46519"/>
                </a:lnTo>
                <a:lnTo>
                  <a:pt x="853497" y="46178"/>
                </a:lnTo>
                <a:lnTo>
                  <a:pt x="854106" y="45857"/>
                </a:lnTo>
                <a:lnTo>
                  <a:pt x="854730" y="45558"/>
                </a:lnTo>
                <a:lnTo>
                  <a:pt x="855372" y="45279"/>
                </a:lnTo>
                <a:lnTo>
                  <a:pt x="856030" y="45020"/>
                </a:lnTo>
                <a:lnTo>
                  <a:pt x="856704" y="44783"/>
                </a:lnTo>
                <a:lnTo>
                  <a:pt x="857395" y="44566"/>
                </a:lnTo>
                <a:lnTo>
                  <a:pt x="858102" y="44369"/>
                </a:lnTo>
                <a:lnTo>
                  <a:pt x="858826" y="44194"/>
                </a:lnTo>
                <a:lnTo>
                  <a:pt x="859567" y="44039"/>
                </a:lnTo>
                <a:lnTo>
                  <a:pt x="860324" y="43904"/>
                </a:lnTo>
                <a:lnTo>
                  <a:pt x="861097" y="43791"/>
                </a:lnTo>
                <a:lnTo>
                  <a:pt x="861887" y="43698"/>
                </a:lnTo>
                <a:lnTo>
                  <a:pt x="862694" y="43625"/>
                </a:lnTo>
                <a:lnTo>
                  <a:pt x="863517" y="43574"/>
                </a:lnTo>
                <a:lnTo>
                  <a:pt x="864357" y="43543"/>
                </a:lnTo>
                <a:lnTo>
                  <a:pt x="865213" y="43532"/>
                </a:lnTo>
                <a:lnTo>
                  <a:pt x="866083" y="43543"/>
                </a:lnTo>
                <a:lnTo>
                  <a:pt x="866935" y="43574"/>
                </a:lnTo>
                <a:lnTo>
                  <a:pt x="867770" y="43625"/>
                </a:lnTo>
                <a:lnTo>
                  <a:pt x="868588" y="43698"/>
                </a:lnTo>
                <a:lnTo>
                  <a:pt x="869388" y="43791"/>
                </a:lnTo>
                <a:lnTo>
                  <a:pt x="870171" y="43904"/>
                </a:lnTo>
                <a:lnTo>
                  <a:pt x="870936" y="44039"/>
                </a:lnTo>
                <a:lnTo>
                  <a:pt x="871684" y="44194"/>
                </a:lnTo>
                <a:lnTo>
                  <a:pt x="872415" y="44369"/>
                </a:lnTo>
                <a:lnTo>
                  <a:pt x="873128" y="44566"/>
                </a:lnTo>
                <a:lnTo>
                  <a:pt x="873823" y="44783"/>
                </a:lnTo>
                <a:lnTo>
                  <a:pt x="874502" y="45020"/>
                </a:lnTo>
                <a:lnTo>
                  <a:pt x="875162" y="45279"/>
                </a:lnTo>
                <a:lnTo>
                  <a:pt x="875806" y="45558"/>
                </a:lnTo>
                <a:lnTo>
                  <a:pt x="876432" y="45857"/>
                </a:lnTo>
                <a:lnTo>
                  <a:pt x="877040" y="46178"/>
                </a:lnTo>
                <a:lnTo>
                  <a:pt x="877632" y="46519"/>
                </a:lnTo>
                <a:lnTo>
                  <a:pt x="878205" y="46880"/>
                </a:lnTo>
                <a:lnTo>
                  <a:pt x="878762" y="47263"/>
                </a:lnTo>
                <a:lnTo>
                  <a:pt x="879301" y="47666"/>
                </a:lnTo>
                <a:lnTo>
                  <a:pt x="879822" y="48090"/>
                </a:lnTo>
                <a:lnTo>
                  <a:pt x="880326" y="48534"/>
                </a:lnTo>
                <a:lnTo>
                  <a:pt x="880813" y="48999"/>
                </a:lnTo>
                <a:lnTo>
                  <a:pt x="881282" y="49485"/>
                </a:lnTo>
                <a:lnTo>
                  <a:pt x="881733" y="49989"/>
                </a:lnTo>
                <a:lnTo>
                  <a:pt x="882165" y="50512"/>
                </a:lnTo>
                <a:lnTo>
                  <a:pt x="882578" y="51052"/>
                </a:lnTo>
                <a:lnTo>
                  <a:pt x="882971" y="51610"/>
                </a:lnTo>
                <a:lnTo>
                  <a:pt x="883345" y="52186"/>
                </a:lnTo>
                <a:lnTo>
                  <a:pt x="883700" y="52779"/>
                </a:lnTo>
                <a:lnTo>
                  <a:pt x="884036" y="53391"/>
                </a:lnTo>
                <a:lnTo>
                  <a:pt x="884353" y="54019"/>
                </a:lnTo>
                <a:lnTo>
                  <a:pt x="884650" y="54666"/>
                </a:lnTo>
                <a:lnTo>
                  <a:pt x="884929" y="55330"/>
                </a:lnTo>
                <a:lnTo>
                  <a:pt x="885188" y="56012"/>
                </a:lnTo>
                <a:lnTo>
                  <a:pt x="885427" y="56712"/>
                </a:lnTo>
                <a:lnTo>
                  <a:pt x="885648" y="57429"/>
                </a:lnTo>
                <a:lnTo>
                  <a:pt x="885850" y="58164"/>
                </a:lnTo>
                <a:lnTo>
                  <a:pt x="886032" y="58917"/>
                </a:lnTo>
                <a:lnTo>
                  <a:pt x="886195" y="59687"/>
                </a:lnTo>
                <a:lnTo>
                  <a:pt x="886339" y="60475"/>
                </a:lnTo>
                <a:lnTo>
                  <a:pt x="886464" y="61281"/>
                </a:lnTo>
                <a:lnTo>
                  <a:pt x="886569" y="62105"/>
                </a:lnTo>
                <a:lnTo>
                  <a:pt x="886656" y="62946"/>
                </a:lnTo>
                <a:lnTo>
                  <a:pt x="886723" y="63805"/>
                </a:lnTo>
                <a:lnTo>
                  <a:pt x="886771" y="64682"/>
                </a:lnTo>
                <a:lnTo>
                  <a:pt x="886800" y="65576"/>
                </a:lnTo>
                <a:lnTo>
                  <a:pt x="886809" y="66488"/>
                </a:lnTo>
                <a:lnTo>
                  <a:pt x="886809" y="71421"/>
                </a:lnTo>
                <a:lnTo>
                  <a:pt x="843617" y="71421"/>
                </a:lnTo>
                <a:lnTo>
                  <a:pt x="843617" y="66488"/>
                </a:lnTo>
                <a:lnTo>
                  <a:pt x="843627" y="65576"/>
                </a:lnTo>
                <a:close/>
                <a:moveTo>
                  <a:pt x="456691" y="127439"/>
                </a:moveTo>
                <a:lnTo>
                  <a:pt x="457939" y="127289"/>
                </a:lnTo>
                <a:lnTo>
                  <a:pt x="459165" y="127106"/>
                </a:lnTo>
                <a:lnTo>
                  <a:pt x="460369" y="126889"/>
                </a:lnTo>
                <a:lnTo>
                  <a:pt x="461552" y="126639"/>
                </a:lnTo>
                <a:lnTo>
                  <a:pt x="462712" y="126355"/>
                </a:lnTo>
                <a:lnTo>
                  <a:pt x="463851" y="126039"/>
                </a:lnTo>
                <a:lnTo>
                  <a:pt x="464968" y="125688"/>
                </a:lnTo>
                <a:lnTo>
                  <a:pt x="466063" y="125305"/>
                </a:lnTo>
                <a:lnTo>
                  <a:pt x="467136" y="124888"/>
                </a:lnTo>
                <a:lnTo>
                  <a:pt x="468187" y="124438"/>
                </a:lnTo>
                <a:lnTo>
                  <a:pt x="469217" y="123954"/>
                </a:lnTo>
                <a:lnTo>
                  <a:pt x="470224" y="123437"/>
                </a:lnTo>
                <a:lnTo>
                  <a:pt x="471210" y="122887"/>
                </a:lnTo>
                <a:lnTo>
                  <a:pt x="472174" y="122303"/>
                </a:lnTo>
                <a:lnTo>
                  <a:pt x="473116" y="121686"/>
                </a:lnTo>
                <a:lnTo>
                  <a:pt x="474036" y="121035"/>
                </a:lnTo>
                <a:lnTo>
                  <a:pt x="474935" y="120352"/>
                </a:lnTo>
                <a:lnTo>
                  <a:pt x="475811" y="119635"/>
                </a:lnTo>
                <a:lnTo>
                  <a:pt x="476666" y="118884"/>
                </a:lnTo>
                <a:lnTo>
                  <a:pt x="477499" y="118100"/>
                </a:lnTo>
                <a:lnTo>
                  <a:pt x="478303" y="117288"/>
                </a:lnTo>
                <a:lnTo>
                  <a:pt x="479074" y="116451"/>
                </a:lnTo>
                <a:lnTo>
                  <a:pt x="479810" y="115591"/>
                </a:lnTo>
                <a:lnTo>
                  <a:pt x="480512" y="114706"/>
                </a:lnTo>
                <a:lnTo>
                  <a:pt x="481180" y="113798"/>
                </a:lnTo>
                <a:lnTo>
                  <a:pt x="481813" y="112866"/>
                </a:lnTo>
                <a:lnTo>
                  <a:pt x="482413" y="111910"/>
                </a:lnTo>
                <a:lnTo>
                  <a:pt x="482978" y="110930"/>
                </a:lnTo>
                <a:lnTo>
                  <a:pt x="483509" y="109926"/>
                </a:lnTo>
                <a:lnTo>
                  <a:pt x="484005" y="108898"/>
                </a:lnTo>
                <a:lnTo>
                  <a:pt x="484468" y="107846"/>
                </a:lnTo>
                <a:lnTo>
                  <a:pt x="484896" y="106770"/>
                </a:lnTo>
                <a:lnTo>
                  <a:pt x="485289" y="105671"/>
                </a:lnTo>
                <a:lnTo>
                  <a:pt x="485649" y="104547"/>
                </a:lnTo>
                <a:lnTo>
                  <a:pt x="485974" y="103400"/>
                </a:lnTo>
                <a:lnTo>
                  <a:pt x="486265" y="102229"/>
                </a:lnTo>
                <a:lnTo>
                  <a:pt x="486522" y="101033"/>
                </a:lnTo>
                <a:lnTo>
                  <a:pt x="486745" y="99814"/>
                </a:lnTo>
                <a:lnTo>
                  <a:pt x="486933" y="98571"/>
                </a:lnTo>
                <a:lnTo>
                  <a:pt x="487087" y="97304"/>
                </a:lnTo>
                <a:lnTo>
                  <a:pt x="487207" y="96013"/>
                </a:lnTo>
                <a:lnTo>
                  <a:pt x="487293" y="94698"/>
                </a:lnTo>
                <a:lnTo>
                  <a:pt x="487344" y="93360"/>
                </a:lnTo>
                <a:lnTo>
                  <a:pt x="487361" y="91997"/>
                </a:lnTo>
                <a:lnTo>
                  <a:pt x="487361" y="32479"/>
                </a:lnTo>
                <a:lnTo>
                  <a:pt x="472057" y="32479"/>
                </a:lnTo>
                <a:lnTo>
                  <a:pt x="472057" y="91997"/>
                </a:lnTo>
                <a:lnTo>
                  <a:pt x="472048" y="92868"/>
                </a:lnTo>
                <a:lnTo>
                  <a:pt x="472019" y="93722"/>
                </a:lnTo>
                <a:lnTo>
                  <a:pt x="471971" y="94560"/>
                </a:lnTo>
                <a:lnTo>
                  <a:pt x="471904" y="95381"/>
                </a:lnTo>
                <a:lnTo>
                  <a:pt x="471817" y="96187"/>
                </a:lnTo>
                <a:lnTo>
                  <a:pt x="471712" y="96976"/>
                </a:lnTo>
                <a:lnTo>
                  <a:pt x="471587" y="97749"/>
                </a:lnTo>
                <a:lnTo>
                  <a:pt x="471443" y="98506"/>
                </a:lnTo>
                <a:lnTo>
                  <a:pt x="471280" y="99246"/>
                </a:lnTo>
                <a:lnTo>
                  <a:pt x="471098" y="99971"/>
                </a:lnTo>
                <a:lnTo>
                  <a:pt x="470896" y="100679"/>
                </a:lnTo>
                <a:lnTo>
                  <a:pt x="470676" y="101371"/>
                </a:lnTo>
                <a:lnTo>
                  <a:pt x="470436" y="102046"/>
                </a:lnTo>
                <a:lnTo>
                  <a:pt x="470177" y="102706"/>
                </a:lnTo>
                <a:lnTo>
                  <a:pt x="469898" y="103349"/>
                </a:lnTo>
                <a:lnTo>
                  <a:pt x="469601" y="103976"/>
                </a:lnTo>
                <a:lnTo>
                  <a:pt x="469284" y="104586"/>
                </a:lnTo>
                <a:lnTo>
                  <a:pt x="468949" y="105181"/>
                </a:lnTo>
                <a:lnTo>
                  <a:pt x="468593" y="105759"/>
                </a:lnTo>
                <a:lnTo>
                  <a:pt x="468219" y="106321"/>
                </a:lnTo>
                <a:lnTo>
                  <a:pt x="467826" y="106867"/>
                </a:lnTo>
                <a:lnTo>
                  <a:pt x="467413" y="107396"/>
                </a:lnTo>
                <a:lnTo>
                  <a:pt x="466981" y="107909"/>
                </a:lnTo>
                <a:lnTo>
                  <a:pt x="466531" y="108406"/>
                </a:lnTo>
                <a:lnTo>
                  <a:pt x="466063" y="108885"/>
                </a:lnTo>
                <a:lnTo>
                  <a:pt x="465582" y="109343"/>
                </a:lnTo>
                <a:lnTo>
                  <a:pt x="465086" y="109781"/>
                </a:lnTo>
                <a:lnTo>
                  <a:pt x="464577" y="110199"/>
                </a:lnTo>
                <a:lnTo>
                  <a:pt x="464054" y="110596"/>
                </a:lnTo>
                <a:lnTo>
                  <a:pt x="463517" y="110973"/>
                </a:lnTo>
                <a:lnTo>
                  <a:pt x="462967" y="111330"/>
                </a:lnTo>
                <a:lnTo>
                  <a:pt x="462402" y="111666"/>
                </a:lnTo>
                <a:lnTo>
                  <a:pt x="461823" y="111981"/>
                </a:lnTo>
                <a:lnTo>
                  <a:pt x="461231" y="112277"/>
                </a:lnTo>
                <a:lnTo>
                  <a:pt x="460625" y="112552"/>
                </a:lnTo>
                <a:lnTo>
                  <a:pt x="460005" y="112806"/>
                </a:lnTo>
                <a:lnTo>
                  <a:pt x="459371" y="113041"/>
                </a:lnTo>
                <a:lnTo>
                  <a:pt x="458723" y="113255"/>
                </a:lnTo>
                <a:lnTo>
                  <a:pt x="458061" y="113448"/>
                </a:lnTo>
                <a:lnTo>
                  <a:pt x="457385" y="113621"/>
                </a:lnTo>
                <a:lnTo>
                  <a:pt x="456696" y="113774"/>
                </a:lnTo>
                <a:lnTo>
                  <a:pt x="455993" y="113906"/>
                </a:lnTo>
                <a:lnTo>
                  <a:pt x="455275" y="114018"/>
                </a:lnTo>
                <a:lnTo>
                  <a:pt x="454544" y="114110"/>
                </a:lnTo>
                <a:lnTo>
                  <a:pt x="453799" y="114181"/>
                </a:lnTo>
                <a:lnTo>
                  <a:pt x="453040" y="114232"/>
                </a:lnTo>
                <a:lnTo>
                  <a:pt x="452268" y="114263"/>
                </a:lnTo>
                <a:lnTo>
                  <a:pt x="451481" y="114273"/>
                </a:lnTo>
                <a:lnTo>
                  <a:pt x="450708" y="114263"/>
                </a:lnTo>
                <a:lnTo>
                  <a:pt x="449949" y="114232"/>
                </a:lnTo>
                <a:lnTo>
                  <a:pt x="449204" y="114181"/>
                </a:lnTo>
                <a:lnTo>
                  <a:pt x="448472" y="114110"/>
                </a:lnTo>
                <a:lnTo>
                  <a:pt x="447754" y="114018"/>
                </a:lnTo>
                <a:lnTo>
                  <a:pt x="447049" y="113906"/>
                </a:lnTo>
                <a:lnTo>
                  <a:pt x="446358" y="113774"/>
                </a:lnTo>
                <a:lnTo>
                  <a:pt x="445681" y="113621"/>
                </a:lnTo>
                <a:lnTo>
                  <a:pt x="445017" y="113448"/>
                </a:lnTo>
                <a:lnTo>
                  <a:pt x="444366" y="113255"/>
                </a:lnTo>
                <a:lnTo>
                  <a:pt x="443730" y="113041"/>
                </a:lnTo>
                <a:lnTo>
                  <a:pt x="443106" y="112806"/>
                </a:lnTo>
                <a:lnTo>
                  <a:pt x="442497" y="112552"/>
                </a:lnTo>
                <a:lnTo>
                  <a:pt x="441901" y="112277"/>
                </a:lnTo>
                <a:lnTo>
                  <a:pt x="441318" y="111981"/>
                </a:lnTo>
                <a:lnTo>
                  <a:pt x="440749" y="111666"/>
                </a:lnTo>
                <a:lnTo>
                  <a:pt x="440194" y="111330"/>
                </a:lnTo>
                <a:lnTo>
                  <a:pt x="439652" y="110973"/>
                </a:lnTo>
                <a:lnTo>
                  <a:pt x="439123" y="110596"/>
                </a:lnTo>
                <a:lnTo>
                  <a:pt x="438609" y="110199"/>
                </a:lnTo>
                <a:lnTo>
                  <a:pt x="438108" y="109781"/>
                </a:lnTo>
                <a:lnTo>
                  <a:pt x="437620" y="109343"/>
                </a:lnTo>
                <a:lnTo>
                  <a:pt x="437146" y="108885"/>
                </a:lnTo>
                <a:lnTo>
                  <a:pt x="436686" y="108406"/>
                </a:lnTo>
                <a:lnTo>
                  <a:pt x="436242" y="107909"/>
                </a:lnTo>
                <a:lnTo>
                  <a:pt x="435817" y="107396"/>
                </a:lnTo>
                <a:lnTo>
                  <a:pt x="435410" y="106867"/>
                </a:lnTo>
                <a:lnTo>
                  <a:pt x="435023" y="106321"/>
                </a:lnTo>
                <a:lnTo>
                  <a:pt x="434655" y="105759"/>
                </a:lnTo>
                <a:lnTo>
                  <a:pt x="434305" y="105181"/>
                </a:lnTo>
                <a:lnTo>
                  <a:pt x="433974" y="104586"/>
                </a:lnTo>
                <a:lnTo>
                  <a:pt x="433663" y="103976"/>
                </a:lnTo>
                <a:lnTo>
                  <a:pt x="433370" y="103349"/>
                </a:lnTo>
                <a:lnTo>
                  <a:pt x="433096" y="102706"/>
                </a:lnTo>
                <a:lnTo>
                  <a:pt x="432841" y="102046"/>
                </a:lnTo>
                <a:lnTo>
                  <a:pt x="432605" y="101371"/>
                </a:lnTo>
                <a:lnTo>
                  <a:pt x="432387" y="100679"/>
                </a:lnTo>
                <a:lnTo>
                  <a:pt x="432189" y="99971"/>
                </a:lnTo>
                <a:lnTo>
                  <a:pt x="432010" y="99246"/>
                </a:lnTo>
                <a:lnTo>
                  <a:pt x="431849" y="98506"/>
                </a:lnTo>
                <a:lnTo>
                  <a:pt x="431707" y="97749"/>
                </a:lnTo>
                <a:lnTo>
                  <a:pt x="431584" y="96976"/>
                </a:lnTo>
                <a:lnTo>
                  <a:pt x="431481" y="96187"/>
                </a:lnTo>
                <a:lnTo>
                  <a:pt x="431396" y="95381"/>
                </a:lnTo>
                <a:lnTo>
                  <a:pt x="431329" y="94560"/>
                </a:lnTo>
                <a:lnTo>
                  <a:pt x="431282" y="93722"/>
                </a:lnTo>
                <a:lnTo>
                  <a:pt x="431254" y="92868"/>
                </a:lnTo>
                <a:lnTo>
                  <a:pt x="431244" y="91997"/>
                </a:lnTo>
                <a:lnTo>
                  <a:pt x="431244" y="32479"/>
                </a:lnTo>
                <a:lnTo>
                  <a:pt x="415941" y="32479"/>
                </a:lnTo>
                <a:lnTo>
                  <a:pt x="415941" y="91997"/>
                </a:lnTo>
                <a:lnTo>
                  <a:pt x="415957" y="93360"/>
                </a:lnTo>
                <a:lnTo>
                  <a:pt x="416008" y="94698"/>
                </a:lnTo>
                <a:lnTo>
                  <a:pt x="416092" y="96013"/>
                </a:lnTo>
                <a:lnTo>
                  <a:pt x="416210" y="97304"/>
                </a:lnTo>
                <a:lnTo>
                  <a:pt x="416361" y="98571"/>
                </a:lnTo>
                <a:lnTo>
                  <a:pt x="416546" y="99814"/>
                </a:lnTo>
                <a:lnTo>
                  <a:pt x="416765" y="101033"/>
                </a:lnTo>
                <a:lnTo>
                  <a:pt x="417017" y="102229"/>
                </a:lnTo>
                <a:lnTo>
                  <a:pt x="417303" y="103400"/>
                </a:lnTo>
                <a:lnTo>
                  <a:pt x="417623" y="104547"/>
                </a:lnTo>
                <a:lnTo>
                  <a:pt x="417976" y="105671"/>
                </a:lnTo>
                <a:lnTo>
                  <a:pt x="418363" y="106770"/>
                </a:lnTo>
                <a:lnTo>
                  <a:pt x="418784" y="107846"/>
                </a:lnTo>
                <a:lnTo>
                  <a:pt x="419238" y="108898"/>
                </a:lnTo>
                <a:lnTo>
                  <a:pt x="419726" y="109926"/>
                </a:lnTo>
                <a:lnTo>
                  <a:pt x="420248" y="110930"/>
                </a:lnTo>
                <a:lnTo>
                  <a:pt x="420803" y="111910"/>
                </a:lnTo>
                <a:lnTo>
                  <a:pt x="421392" y="112866"/>
                </a:lnTo>
                <a:lnTo>
                  <a:pt x="422014" y="113798"/>
                </a:lnTo>
                <a:lnTo>
                  <a:pt x="422671" y="114706"/>
                </a:lnTo>
                <a:lnTo>
                  <a:pt x="423361" y="115591"/>
                </a:lnTo>
                <a:lnTo>
                  <a:pt x="424084" y="116451"/>
                </a:lnTo>
                <a:lnTo>
                  <a:pt x="424841" y="117288"/>
                </a:lnTo>
                <a:lnTo>
                  <a:pt x="425632" y="118100"/>
                </a:lnTo>
                <a:lnTo>
                  <a:pt x="426451" y="118884"/>
                </a:lnTo>
                <a:lnTo>
                  <a:pt x="427292" y="119635"/>
                </a:lnTo>
                <a:lnTo>
                  <a:pt x="428156" y="120352"/>
                </a:lnTo>
                <a:lnTo>
                  <a:pt x="429043" y="121035"/>
                </a:lnTo>
                <a:lnTo>
                  <a:pt x="429952" y="121686"/>
                </a:lnTo>
                <a:lnTo>
                  <a:pt x="430883" y="122303"/>
                </a:lnTo>
                <a:lnTo>
                  <a:pt x="431836" y="122887"/>
                </a:lnTo>
                <a:lnTo>
                  <a:pt x="432813" y="123437"/>
                </a:lnTo>
                <a:lnTo>
                  <a:pt x="433811" y="123954"/>
                </a:lnTo>
                <a:lnTo>
                  <a:pt x="434832" y="124438"/>
                </a:lnTo>
                <a:lnTo>
                  <a:pt x="435875" y="124888"/>
                </a:lnTo>
                <a:lnTo>
                  <a:pt x="436941" y="125305"/>
                </a:lnTo>
                <a:lnTo>
                  <a:pt x="438029" y="125688"/>
                </a:lnTo>
                <a:lnTo>
                  <a:pt x="439140" y="126039"/>
                </a:lnTo>
                <a:lnTo>
                  <a:pt x="440273" y="126355"/>
                </a:lnTo>
                <a:lnTo>
                  <a:pt x="441429" y="126639"/>
                </a:lnTo>
                <a:lnTo>
                  <a:pt x="442607" y="126889"/>
                </a:lnTo>
                <a:lnTo>
                  <a:pt x="443807" y="127106"/>
                </a:lnTo>
                <a:lnTo>
                  <a:pt x="445030" y="127289"/>
                </a:lnTo>
                <a:lnTo>
                  <a:pt x="446275" y="127439"/>
                </a:lnTo>
                <a:lnTo>
                  <a:pt x="447543" y="127556"/>
                </a:lnTo>
                <a:lnTo>
                  <a:pt x="448833" y="127639"/>
                </a:lnTo>
                <a:lnTo>
                  <a:pt x="450146" y="127689"/>
                </a:lnTo>
                <a:lnTo>
                  <a:pt x="451481" y="127706"/>
                </a:lnTo>
                <a:lnTo>
                  <a:pt x="452816" y="127689"/>
                </a:lnTo>
                <a:lnTo>
                  <a:pt x="454130" y="127639"/>
                </a:lnTo>
                <a:lnTo>
                  <a:pt x="455421" y="127556"/>
                </a:lnTo>
                <a:lnTo>
                  <a:pt x="456691" y="127439"/>
                </a:ln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84A31B-D129-4AEF-9DA7-442C3A1F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518" y="1943733"/>
            <a:ext cx="270785" cy="270129"/>
          </a:xfrm>
          <a:custGeom xmlns:a="http://schemas.openxmlformats.org/drawingml/2006/main">
            <a:pathLst>
              <a:path w="270785" h="270129">
                <a:moveTo>
                  <a:pt x="270785" y="134736"/>
                </a:moveTo>
                <a:cubicBezTo>
                  <a:pt x="270785" y="143723"/>
                  <a:pt x="270151" y="152076"/>
                  <a:pt x="268227" y="161063"/>
                </a:cubicBezTo>
                <a:cubicBezTo>
                  <a:pt x="266303" y="169394"/>
                  <a:pt x="263722" y="178380"/>
                  <a:pt x="260531" y="186077"/>
                </a:cubicBezTo>
                <a:cubicBezTo>
                  <a:pt x="257316" y="194430"/>
                  <a:pt x="252811" y="202761"/>
                  <a:pt x="247695" y="210457"/>
                </a:cubicBezTo>
                <a:cubicBezTo>
                  <a:pt x="243191" y="217520"/>
                  <a:pt x="237418" y="224583"/>
                  <a:pt x="231012" y="230989"/>
                </a:cubicBezTo>
                <a:cubicBezTo>
                  <a:pt x="225239" y="236762"/>
                  <a:pt x="218177" y="242557"/>
                  <a:pt x="210480" y="247673"/>
                </a:cubicBezTo>
                <a:cubicBezTo>
                  <a:pt x="203417" y="252177"/>
                  <a:pt x="195720" y="256660"/>
                  <a:pt x="187367" y="259874"/>
                </a:cubicBezTo>
                <a:cubicBezTo>
                  <a:pt x="179037" y="263089"/>
                  <a:pt x="170684" y="265647"/>
                  <a:pt x="162353" y="267571"/>
                </a:cubicBezTo>
                <a:cubicBezTo>
                  <a:pt x="153366" y="269495"/>
                  <a:pt x="144380" y="270129"/>
                  <a:pt x="136026" y="270129"/>
                </a:cubicBezTo>
                <a:cubicBezTo>
                  <a:pt x="127062" y="270129"/>
                  <a:pt x="118075" y="269495"/>
                  <a:pt x="109722" y="267571"/>
                </a:cubicBezTo>
                <a:cubicBezTo>
                  <a:pt x="100735" y="265647"/>
                  <a:pt x="92405" y="263089"/>
                  <a:pt x="84052" y="259874"/>
                </a:cubicBezTo>
                <a:cubicBezTo>
                  <a:pt x="75721" y="256660"/>
                  <a:pt x="68025" y="252177"/>
                  <a:pt x="60962" y="247673"/>
                </a:cubicBezTo>
                <a:cubicBezTo>
                  <a:pt x="53265" y="242557"/>
                  <a:pt x="46836" y="236762"/>
                  <a:pt x="39773" y="230989"/>
                </a:cubicBezTo>
                <a:cubicBezTo>
                  <a:pt x="33367" y="224583"/>
                  <a:pt x="27595" y="217520"/>
                  <a:pt x="23090" y="210457"/>
                </a:cubicBezTo>
                <a:cubicBezTo>
                  <a:pt x="17974" y="202761"/>
                  <a:pt x="14126" y="194430"/>
                  <a:pt x="10255" y="186077"/>
                </a:cubicBezTo>
                <a:cubicBezTo>
                  <a:pt x="7063" y="178380"/>
                  <a:pt x="4482" y="169394"/>
                  <a:pt x="2558" y="161063"/>
                </a:cubicBezTo>
                <a:cubicBezTo>
                  <a:pt x="1290" y="152076"/>
                  <a:pt x="0" y="143723"/>
                  <a:pt x="0" y="134736"/>
                </a:cubicBezTo>
                <a:cubicBezTo>
                  <a:pt x="0" y="125749"/>
                  <a:pt x="1290" y="116785"/>
                  <a:pt x="2558" y="108432"/>
                </a:cubicBezTo>
                <a:cubicBezTo>
                  <a:pt x="4482" y="99445"/>
                  <a:pt x="7063" y="91114"/>
                  <a:pt x="10255" y="82761"/>
                </a:cubicBezTo>
                <a:cubicBezTo>
                  <a:pt x="14126" y="75065"/>
                  <a:pt x="17974" y="67368"/>
                  <a:pt x="23090" y="59671"/>
                </a:cubicBezTo>
                <a:cubicBezTo>
                  <a:pt x="27595" y="52609"/>
                  <a:pt x="33367" y="45546"/>
                  <a:pt x="39773" y="39140"/>
                </a:cubicBezTo>
                <a:cubicBezTo>
                  <a:pt x="46836" y="32711"/>
                  <a:pt x="53265" y="27572"/>
                  <a:pt x="60962" y="22456"/>
                </a:cubicBezTo>
                <a:cubicBezTo>
                  <a:pt x="68025" y="17317"/>
                  <a:pt x="75721" y="13469"/>
                  <a:pt x="84052" y="10255"/>
                </a:cubicBezTo>
                <a:cubicBezTo>
                  <a:pt x="92405" y="6406"/>
                  <a:pt x="100735" y="3848"/>
                  <a:pt x="109722" y="2558"/>
                </a:cubicBezTo>
                <a:cubicBezTo>
                  <a:pt x="118075" y="634"/>
                  <a:pt x="127062" y="0"/>
                  <a:pt x="136026" y="0"/>
                </a:cubicBezTo>
                <a:cubicBezTo>
                  <a:pt x="144380" y="0"/>
                  <a:pt x="153366" y="634"/>
                  <a:pt x="162353" y="2558"/>
                </a:cubicBezTo>
                <a:cubicBezTo>
                  <a:pt x="170684" y="3848"/>
                  <a:pt x="179037" y="6406"/>
                  <a:pt x="187367" y="10255"/>
                </a:cubicBezTo>
                <a:cubicBezTo>
                  <a:pt x="195720" y="13469"/>
                  <a:pt x="203417" y="17317"/>
                  <a:pt x="210480" y="22456"/>
                </a:cubicBezTo>
                <a:cubicBezTo>
                  <a:pt x="218177" y="27572"/>
                  <a:pt x="225239" y="32711"/>
                  <a:pt x="231012" y="39140"/>
                </a:cubicBezTo>
                <a:cubicBezTo>
                  <a:pt x="237418" y="45546"/>
                  <a:pt x="243191" y="52609"/>
                  <a:pt x="247695" y="59671"/>
                </a:cubicBezTo>
                <a:cubicBezTo>
                  <a:pt x="252811" y="67368"/>
                  <a:pt x="257316" y="75065"/>
                  <a:pt x="260531" y="82761"/>
                </a:cubicBezTo>
                <a:cubicBezTo>
                  <a:pt x="263722" y="91114"/>
                  <a:pt x="266303" y="99445"/>
                  <a:pt x="268227" y="108432"/>
                </a:cubicBezTo>
                <a:cubicBezTo>
                  <a:pt x="270151" y="116785"/>
                  <a:pt x="270785" y="125749"/>
                  <a:pt x="270785" y="134736"/>
                </a:cubicBez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5B89F9-76FE-4359-9404-958CCA11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518" y="1943733"/>
            <a:ext cx="270785" cy="270129"/>
          </a:xfrm>
          <a:custGeom xmlns:a="http://schemas.openxmlformats.org/drawingml/2006/main">
            <a:pathLst>
              <a:path w="270785" h="270129" fill="none">
                <a:moveTo>
                  <a:pt x="270785" y="134736"/>
                </a:moveTo>
                <a:cubicBezTo>
                  <a:pt x="270785" y="143723"/>
                  <a:pt x="270151" y="152076"/>
                  <a:pt x="268227" y="161063"/>
                </a:cubicBezTo>
                <a:cubicBezTo>
                  <a:pt x="266303" y="169394"/>
                  <a:pt x="263722" y="178380"/>
                  <a:pt x="260531" y="186077"/>
                </a:cubicBezTo>
                <a:cubicBezTo>
                  <a:pt x="257316" y="194430"/>
                  <a:pt x="252811" y="202761"/>
                  <a:pt x="247695" y="210457"/>
                </a:cubicBezTo>
                <a:cubicBezTo>
                  <a:pt x="243191" y="217520"/>
                  <a:pt x="237418" y="224583"/>
                  <a:pt x="231012" y="230989"/>
                </a:cubicBezTo>
                <a:cubicBezTo>
                  <a:pt x="225239" y="236762"/>
                  <a:pt x="218177" y="242557"/>
                  <a:pt x="210480" y="247673"/>
                </a:cubicBezTo>
                <a:cubicBezTo>
                  <a:pt x="203417" y="252177"/>
                  <a:pt x="195720" y="256660"/>
                  <a:pt x="187367" y="259874"/>
                </a:cubicBezTo>
                <a:cubicBezTo>
                  <a:pt x="179037" y="263089"/>
                  <a:pt x="170684" y="265647"/>
                  <a:pt x="162353" y="267571"/>
                </a:cubicBezTo>
                <a:cubicBezTo>
                  <a:pt x="153366" y="269495"/>
                  <a:pt x="144380" y="270129"/>
                  <a:pt x="136026" y="270129"/>
                </a:cubicBezTo>
                <a:cubicBezTo>
                  <a:pt x="127062" y="270129"/>
                  <a:pt x="118075" y="269495"/>
                  <a:pt x="109722" y="267571"/>
                </a:cubicBezTo>
                <a:cubicBezTo>
                  <a:pt x="100735" y="265647"/>
                  <a:pt x="92405" y="263089"/>
                  <a:pt x="84052" y="259874"/>
                </a:cubicBezTo>
                <a:cubicBezTo>
                  <a:pt x="75721" y="256660"/>
                  <a:pt x="68025" y="252177"/>
                  <a:pt x="60962" y="247673"/>
                </a:cubicBezTo>
                <a:cubicBezTo>
                  <a:pt x="53265" y="242557"/>
                  <a:pt x="46836" y="236762"/>
                  <a:pt x="39773" y="230989"/>
                </a:cubicBezTo>
                <a:cubicBezTo>
                  <a:pt x="33367" y="224583"/>
                  <a:pt x="27595" y="217520"/>
                  <a:pt x="23090" y="210457"/>
                </a:cubicBezTo>
                <a:cubicBezTo>
                  <a:pt x="17974" y="202761"/>
                  <a:pt x="14126" y="194430"/>
                  <a:pt x="10255" y="186077"/>
                </a:cubicBezTo>
                <a:cubicBezTo>
                  <a:pt x="7063" y="178380"/>
                  <a:pt x="4482" y="169394"/>
                  <a:pt x="2558" y="161063"/>
                </a:cubicBezTo>
                <a:cubicBezTo>
                  <a:pt x="1290" y="152076"/>
                  <a:pt x="0" y="143723"/>
                  <a:pt x="0" y="134736"/>
                </a:cubicBezTo>
                <a:cubicBezTo>
                  <a:pt x="0" y="125749"/>
                  <a:pt x="1290" y="116785"/>
                  <a:pt x="2558" y="108432"/>
                </a:cubicBezTo>
                <a:cubicBezTo>
                  <a:pt x="4482" y="99445"/>
                  <a:pt x="7063" y="91114"/>
                  <a:pt x="10255" y="82761"/>
                </a:cubicBezTo>
                <a:cubicBezTo>
                  <a:pt x="14126" y="75065"/>
                  <a:pt x="17974" y="67368"/>
                  <a:pt x="23090" y="59671"/>
                </a:cubicBezTo>
                <a:cubicBezTo>
                  <a:pt x="27595" y="52609"/>
                  <a:pt x="33367" y="45546"/>
                  <a:pt x="39773" y="39140"/>
                </a:cubicBezTo>
                <a:cubicBezTo>
                  <a:pt x="46836" y="32711"/>
                  <a:pt x="53265" y="27572"/>
                  <a:pt x="60962" y="22456"/>
                </a:cubicBezTo>
                <a:cubicBezTo>
                  <a:pt x="68025" y="17317"/>
                  <a:pt x="75721" y="13469"/>
                  <a:pt x="84052" y="10255"/>
                </a:cubicBezTo>
                <a:cubicBezTo>
                  <a:pt x="92405" y="6406"/>
                  <a:pt x="100735" y="3848"/>
                  <a:pt x="109722" y="2558"/>
                </a:cubicBezTo>
                <a:cubicBezTo>
                  <a:pt x="118075" y="634"/>
                  <a:pt x="127062" y="0"/>
                  <a:pt x="136026" y="0"/>
                </a:cubicBezTo>
                <a:cubicBezTo>
                  <a:pt x="144380" y="0"/>
                  <a:pt x="153366" y="634"/>
                  <a:pt x="162353" y="2558"/>
                </a:cubicBezTo>
                <a:cubicBezTo>
                  <a:pt x="170684" y="3848"/>
                  <a:pt x="179037" y="6406"/>
                  <a:pt x="187367" y="10255"/>
                </a:cubicBezTo>
                <a:cubicBezTo>
                  <a:pt x="195720" y="13469"/>
                  <a:pt x="203417" y="17317"/>
                  <a:pt x="210480" y="22456"/>
                </a:cubicBezTo>
                <a:cubicBezTo>
                  <a:pt x="218177" y="27572"/>
                  <a:pt x="225239" y="32711"/>
                  <a:pt x="231012" y="39140"/>
                </a:cubicBezTo>
                <a:cubicBezTo>
                  <a:pt x="237418" y="45546"/>
                  <a:pt x="243191" y="52609"/>
                  <a:pt x="247695" y="59671"/>
                </a:cubicBezTo>
                <a:cubicBezTo>
                  <a:pt x="252811" y="67368"/>
                  <a:pt x="257316" y="75065"/>
                  <a:pt x="260531" y="82761"/>
                </a:cubicBezTo>
                <a:cubicBezTo>
                  <a:pt x="263722" y="91114"/>
                  <a:pt x="266303" y="99445"/>
                  <a:pt x="268227" y="108432"/>
                </a:cubicBezTo>
                <a:cubicBezTo>
                  <a:pt x="270151" y="116785"/>
                  <a:pt x="270785" y="125749"/>
                  <a:pt x="270785" y="1347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3367" cap="flat">
            <a:solidFill>
              <a:srgbClr val="FF3333"/>
            </a:solidFill>
            <a:miter/>
          </a:ln>
        </p:spPr>
      </p:sp>
      <p:sp>
        <p:nvSpPr>
          <p:cNvPr id="110" name="Text Train">
            <a:extLst xmlns:a="http://schemas.openxmlformats.org/drawingml/2006/main">
              <a:ext uri="{FF2B5EF4-FFF2-40B4-BE49-F238E27FC236}">
                <a16:creationId xmlns:a16="http://schemas.microsoft.com/office/drawing/2014/main" id="{3AA8C2A1-9A17-4F51-81FC-FE4051B7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5729" y="821480"/>
            <a:ext cx="490254" cy="133827"/>
          </a:xfrm>
          <a:custGeom xmlns:a="http://schemas.openxmlformats.org/drawingml/2006/main">
            <a:pathLst>
              <a:path w="490254" h="133827">
                <a:moveTo>
                  <a:pt x="355750" y="21720"/>
                </a:moveTo>
                <a:lnTo>
                  <a:pt x="356189" y="21685"/>
                </a:lnTo>
                <a:lnTo>
                  <a:pt x="356619" y="21639"/>
                </a:lnTo>
                <a:lnTo>
                  <a:pt x="357041" y="21584"/>
                </a:lnTo>
                <a:lnTo>
                  <a:pt x="357455" y="21519"/>
                </a:lnTo>
                <a:lnTo>
                  <a:pt x="357861" y="21444"/>
                </a:lnTo>
                <a:lnTo>
                  <a:pt x="358258" y="21358"/>
                </a:lnTo>
                <a:lnTo>
                  <a:pt x="358647" y="21263"/>
                </a:lnTo>
                <a:lnTo>
                  <a:pt x="359028" y="21158"/>
                </a:lnTo>
                <a:lnTo>
                  <a:pt x="359400" y="21042"/>
                </a:lnTo>
                <a:lnTo>
                  <a:pt x="359764" y="20917"/>
                </a:lnTo>
                <a:lnTo>
                  <a:pt x="360120" y="20781"/>
                </a:lnTo>
                <a:lnTo>
                  <a:pt x="360468" y="20636"/>
                </a:lnTo>
                <a:lnTo>
                  <a:pt x="360807" y="20480"/>
                </a:lnTo>
                <a:lnTo>
                  <a:pt x="361139" y="20315"/>
                </a:lnTo>
                <a:lnTo>
                  <a:pt x="361462" y="20139"/>
                </a:lnTo>
                <a:lnTo>
                  <a:pt x="361776" y="19953"/>
                </a:lnTo>
                <a:lnTo>
                  <a:pt x="362083" y="19757"/>
                </a:lnTo>
                <a:lnTo>
                  <a:pt x="362381" y="19552"/>
                </a:lnTo>
                <a:lnTo>
                  <a:pt x="362671" y="19336"/>
                </a:lnTo>
                <a:lnTo>
                  <a:pt x="362952" y="19110"/>
                </a:lnTo>
                <a:lnTo>
                  <a:pt x="363225" y="18874"/>
                </a:lnTo>
                <a:lnTo>
                  <a:pt x="363489" y="18630"/>
                </a:lnTo>
                <a:lnTo>
                  <a:pt x="363742" y="18378"/>
                </a:lnTo>
                <a:lnTo>
                  <a:pt x="363983" y="18120"/>
                </a:lnTo>
                <a:lnTo>
                  <a:pt x="364213" y="17854"/>
                </a:lnTo>
                <a:lnTo>
                  <a:pt x="364432" y="17581"/>
                </a:lnTo>
                <a:lnTo>
                  <a:pt x="364640" y="17301"/>
                </a:lnTo>
                <a:lnTo>
                  <a:pt x="364836" y="17014"/>
                </a:lnTo>
                <a:lnTo>
                  <a:pt x="365022" y="16720"/>
                </a:lnTo>
                <a:lnTo>
                  <a:pt x="365196" y="16419"/>
                </a:lnTo>
                <a:lnTo>
                  <a:pt x="365358" y="16111"/>
                </a:lnTo>
                <a:lnTo>
                  <a:pt x="365510" y="15796"/>
                </a:lnTo>
                <a:lnTo>
                  <a:pt x="365650" y="15473"/>
                </a:lnTo>
                <a:lnTo>
                  <a:pt x="365779" y="15144"/>
                </a:lnTo>
                <a:lnTo>
                  <a:pt x="365897" y="14807"/>
                </a:lnTo>
                <a:lnTo>
                  <a:pt x="366004" y="14463"/>
                </a:lnTo>
                <a:lnTo>
                  <a:pt x="366099" y="14113"/>
                </a:lnTo>
                <a:lnTo>
                  <a:pt x="366184" y="13755"/>
                </a:lnTo>
                <a:lnTo>
                  <a:pt x="366256" y="13390"/>
                </a:lnTo>
                <a:lnTo>
                  <a:pt x="366318" y="13018"/>
                </a:lnTo>
                <a:lnTo>
                  <a:pt x="366369" y="12639"/>
                </a:lnTo>
                <a:lnTo>
                  <a:pt x="366408" y="12252"/>
                </a:lnTo>
                <a:lnTo>
                  <a:pt x="366436" y="11859"/>
                </a:lnTo>
                <a:lnTo>
                  <a:pt x="366453" y="11459"/>
                </a:lnTo>
                <a:lnTo>
                  <a:pt x="366459" y="11051"/>
                </a:lnTo>
                <a:lnTo>
                  <a:pt x="366453" y="10630"/>
                </a:lnTo>
                <a:lnTo>
                  <a:pt x="366436" y="10216"/>
                </a:lnTo>
                <a:lnTo>
                  <a:pt x="366408" y="9809"/>
                </a:lnTo>
                <a:lnTo>
                  <a:pt x="366369" y="9410"/>
                </a:lnTo>
                <a:lnTo>
                  <a:pt x="366318" y="9018"/>
                </a:lnTo>
                <a:lnTo>
                  <a:pt x="366256" y="8633"/>
                </a:lnTo>
                <a:lnTo>
                  <a:pt x="366184" y="8256"/>
                </a:lnTo>
                <a:lnTo>
                  <a:pt x="366099" y="7887"/>
                </a:lnTo>
                <a:lnTo>
                  <a:pt x="366004" y="7524"/>
                </a:lnTo>
                <a:lnTo>
                  <a:pt x="365897" y="7169"/>
                </a:lnTo>
                <a:lnTo>
                  <a:pt x="365779" y="6822"/>
                </a:lnTo>
                <a:lnTo>
                  <a:pt x="365650" y="6482"/>
                </a:lnTo>
                <a:lnTo>
                  <a:pt x="365510" y="6149"/>
                </a:lnTo>
                <a:lnTo>
                  <a:pt x="365358" y="5824"/>
                </a:lnTo>
                <a:lnTo>
                  <a:pt x="365196" y="5506"/>
                </a:lnTo>
                <a:lnTo>
                  <a:pt x="365022" y="5195"/>
                </a:lnTo>
                <a:lnTo>
                  <a:pt x="364836" y="4892"/>
                </a:lnTo>
                <a:lnTo>
                  <a:pt x="364640" y="4596"/>
                </a:lnTo>
                <a:lnTo>
                  <a:pt x="364432" y="4308"/>
                </a:lnTo>
                <a:lnTo>
                  <a:pt x="364213" y="4026"/>
                </a:lnTo>
                <a:lnTo>
                  <a:pt x="363983" y="3753"/>
                </a:lnTo>
                <a:lnTo>
                  <a:pt x="363742" y="3487"/>
                </a:lnTo>
                <a:lnTo>
                  <a:pt x="363489" y="3228"/>
                </a:lnTo>
                <a:lnTo>
                  <a:pt x="363225" y="2976"/>
                </a:lnTo>
                <a:lnTo>
                  <a:pt x="362952" y="2733"/>
                </a:lnTo>
                <a:lnTo>
                  <a:pt x="362671" y="2501"/>
                </a:lnTo>
                <a:lnTo>
                  <a:pt x="362381" y="2279"/>
                </a:lnTo>
                <a:lnTo>
                  <a:pt x="362083" y="2067"/>
                </a:lnTo>
                <a:lnTo>
                  <a:pt x="361776" y="1865"/>
                </a:lnTo>
                <a:lnTo>
                  <a:pt x="361462" y="1674"/>
                </a:lnTo>
                <a:lnTo>
                  <a:pt x="361139" y="1493"/>
                </a:lnTo>
                <a:lnTo>
                  <a:pt x="360807" y="1323"/>
                </a:lnTo>
                <a:lnTo>
                  <a:pt x="360468" y="1163"/>
                </a:lnTo>
                <a:lnTo>
                  <a:pt x="360120" y="1013"/>
                </a:lnTo>
                <a:lnTo>
                  <a:pt x="359764" y="873"/>
                </a:lnTo>
                <a:lnTo>
                  <a:pt x="359400" y="744"/>
                </a:lnTo>
                <a:lnTo>
                  <a:pt x="359028" y="625"/>
                </a:lnTo>
                <a:lnTo>
                  <a:pt x="358647" y="517"/>
                </a:lnTo>
                <a:lnTo>
                  <a:pt x="358258" y="419"/>
                </a:lnTo>
                <a:lnTo>
                  <a:pt x="357861" y="331"/>
                </a:lnTo>
                <a:lnTo>
                  <a:pt x="357455" y="253"/>
                </a:lnTo>
                <a:lnTo>
                  <a:pt x="357041" y="186"/>
                </a:lnTo>
                <a:lnTo>
                  <a:pt x="356619" y="129"/>
                </a:lnTo>
                <a:lnTo>
                  <a:pt x="356189" y="83"/>
                </a:lnTo>
                <a:lnTo>
                  <a:pt x="355750" y="47"/>
                </a:lnTo>
                <a:lnTo>
                  <a:pt x="355304" y="21"/>
                </a:lnTo>
                <a:lnTo>
                  <a:pt x="354849" y="5"/>
                </a:lnTo>
                <a:lnTo>
                  <a:pt x="354385" y="0"/>
                </a:lnTo>
                <a:lnTo>
                  <a:pt x="353922" y="5"/>
                </a:lnTo>
                <a:lnTo>
                  <a:pt x="353466" y="21"/>
                </a:lnTo>
                <a:lnTo>
                  <a:pt x="353019" y="47"/>
                </a:lnTo>
                <a:lnTo>
                  <a:pt x="352580" y="83"/>
                </a:lnTo>
                <a:lnTo>
                  <a:pt x="352150" y="129"/>
                </a:lnTo>
                <a:lnTo>
                  <a:pt x="351728" y="186"/>
                </a:lnTo>
                <a:lnTo>
                  <a:pt x="351314" y="253"/>
                </a:lnTo>
                <a:lnTo>
                  <a:pt x="350908" y="331"/>
                </a:lnTo>
                <a:lnTo>
                  <a:pt x="350511" y="419"/>
                </a:lnTo>
                <a:lnTo>
                  <a:pt x="350122" y="517"/>
                </a:lnTo>
                <a:lnTo>
                  <a:pt x="349741" y="625"/>
                </a:lnTo>
                <a:lnTo>
                  <a:pt x="349368" y="744"/>
                </a:lnTo>
                <a:lnTo>
                  <a:pt x="349004" y="873"/>
                </a:lnTo>
                <a:lnTo>
                  <a:pt x="348648" y="1013"/>
                </a:lnTo>
                <a:lnTo>
                  <a:pt x="348300" y="1163"/>
                </a:lnTo>
                <a:lnTo>
                  <a:pt x="347961" y="1323"/>
                </a:lnTo>
                <a:lnTo>
                  <a:pt x="347629" y="1493"/>
                </a:lnTo>
                <a:lnTo>
                  <a:pt x="347306" y="1674"/>
                </a:lnTo>
                <a:lnTo>
                  <a:pt x="346992" y="1865"/>
                </a:lnTo>
                <a:lnTo>
                  <a:pt x="346685" y="2067"/>
                </a:lnTo>
                <a:lnTo>
                  <a:pt x="346387" y="2279"/>
                </a:lnTo>
                <a:lnTo>
                  <a:pt x="346097" y="2501"/>
                </a:lnTo>
                <a:lnTo>
                  <a:pt x="345816" y="2733"/>
                </a:lnTo>
                <a:lnTo>
                  <a:pt x="345542" y="2976"/>
                </a:lnTo>
                <a:lnTo>
                  <a:pt x="345279" y="3228"/>
                </a:lnTo>
                <a:lnTo>
                  <a:pt x="345026" y="3487"/>
                </a:lnTo>
                <a:lnTo>
                  <a:pt x="344785" y="3753"/>
                </a:lnTo>
                <a:lnTo>
                  <a:pt x="344555" y="4026"/>
                </a:lnTo>
                <a:lnTo>
                  <a:pt x="344336" y="4308"/>
                </a:lnTo>
                <a:lnTo>
                  <a:pt x="344129" y="4596"/>
                </a:lnTo>
                <a:lnTo>
                  <a:pt x="343933" y="4892"/>
                </a:lnTo>
                <a:lnTo>
                  <a:pt x="343748" y="5195"/>
                </a:lnTo>
                <a:lnTo>
                  <a:pt x="343574" y="5506"/>
                </a:lnTo>
                <a:lnTo>
                  <a:pt x="343411" y="5824"/>
                </a:lnTo>
                <a:lnTo>
                  <a:pt x="343260" y="6149"/>
                </a:lnTo>
                <a:lnTo>
                  <a:pt x="343119" y="6482"/>
                </a:lnTo>
                <a:lnTo>
                  <a:pt x="342990" y="6822"/>
                </a:lnTo>
                <a:lnTo>
                  <a:pt x="342873" y="7169"/>
                </a:lnTo>
                <a:lnTo>
                  <a:pt x="342766" y="7524"/>
                </a:lnTo>
                <a:lnTo>
                  <a:pt x="342671" y="7887"/>
                </a:lnTo>
                <a:lnTo>
                  <a:pt x="342587" y="8256"/>
                </a:lnTo>
                <a:lnTo>
                  <a:pt x="342514" y="8633"/>
                </a:lnTo>
                <a:lnTo>
                  <a:pt x="342452" y="9018"/>
                </a:lnTo>
                <a:lnTo>
                  <a:pt x="342401" y="9410"/>
                </a:lnTo>
                <a:lnTo>
                  <a:pt x="342362" y="9809"/>
                </a:lnTo>
                <a:lnTo>
                  <a:pt x="342334" y="10216"/>
                </a:lnTo>
                <a:lnTo>
                  <a:pt x="342317" y="10630"/>
                </a:lnTo>
                <a:lnTo>
                  <a:pt x="342312" y="11051"/>
                </a:lnTo>
                <a:lnTo>
                  <a:pt x="342317" y="11459"/>
                </a:lnTo>
                <a:lnTo>
                  <a:pt x="342334" y="11859"/>
                </a:lnTo>
                <a:lnTo>
                  <a:pt x="342362" y="12252"/>
                </a:lnTo>
                <a:lnTo>
                  <a:pt x="342401" y="12639"/>
                </a:lnTo>
                <a:lnTo>
                  <a:pt x="342452" y="13018"/>
                </a:lnTo>
                <a:lnTo>
                  <a:pt x="342514" y="13390"/>
                </a:lnTo>
                <a:lnTo>
                  <a:pt x="342587" y="13755"/>
                </a:lnTo>
                <a:lnTo>
                  <a:pt x="342671" y="14113"/>
                </a:lnTo>
                <a:lnTo>
                  <a:pt x="342766" y="14463"/>
                </a:lnTo>
                <a:lnTo>
                  <a:pt x="342873" y="14807"/>
                </a:lnTo>
                <a:lnTo>
                  <a:pt x="342990" y="15144"/>
                </a:lnTo>
                <a:lnTo>
                  <a:pt x="343119" y="15473"/>
                </a:lnTo>
                <a:lnTo>
                  <a:pt x="343260" y="15796"/>
                </a:lnTo>
                <a:lnTo>
                  <a:pt x="343411" y="16111"/>
                </a:lnTo>
                <a:lnTo>
                  <a:pt x="343574" y="16419"/>
                </a:lnTo>
                <a:lnTo>
                  <a:pt x="343748" y="16720"/>
                </a:lnTo>
                <a:lnTo>
                  <a:pt x="343933" y="17014"/>
                </a:lnTo>
                <a:lnTo>
                  <a:pt x="344129" y="17301"/>
                </a:lnTo>
                <a:lnTo>
                  <a:pt x="344336" y="17581"/>
                </a:lnTo>
                <a:lnTo>
                  <a:pt x="344555" y="17854"/>
                </a:lnTo>
                <a:lnTo>
                  <a:pt x="344785" y="18120"/>
                </a:lnTo>
                <a:lnTo>
                  <a:pt x="345026" y="18378"/>
                </a:lnTo>
                <a:lnTo>
                  <a:pt x="345279" y="18630"/>
                </a:lnTo>
                <a:lnTo>
                  <a:pt x="345542" y="18874"/>
                </a:lnTo>
                <a:lnTo>
                  <a:pt x="345816" y="19110"/>
                </a:lnTo>
                <a:lnTo>
                  <a:pt x="346097" y="19336"/>
                </a:lnTo>
                <a:lnTo>
                  <a:pt x="346387" y="19552"/>
                </a:lnTo>
                <a:lnTo>
                  <a:pt x="346685" y="19757"/>
                </a:lnTo>
                <a:lnTo>
                  <a:pt x="346992" y="19953"/>
                </a:lnTo>
                <a:lnTo>
                  <a:pt x="347306" y="20139"/>
                </a:lnTo>
                <a:lnTo>
                  <a:pt x="347629" y="20315"/>
                </a:lnTo>
                <a:lnTo>
                  <a:pt x="347961" y="20480"/>
                </a:lnTo>
                <a:lnTo>
                  <a:pt x="348300" y="20636"/>
                </a:lnTo>
                <a:lnTo>
                  <a:pt x="348648" y="20781"/>
                </a:lnTo>
                <a:lnTo>
                  <a:pt x="349004" y="20917"/>
                </a:lnTo>
                <a:lnTo>
                  <a:pt x="349368" y="21042"/>
                </a:lnTo>
                <a:lnTo>
                  <a:pt x="349741" y="21158"/>
                </a:lnTo>
                <a:lnTo>
                  <a:pt x="350122" y="21263"/>
                </a:lnTo>
                <a:lnTo>
                  <a:pt x="350511" y="21358"/>
                </a:lnTo>
                <a:lnTo>
                  <a:pt x="350908" y="21444"/>
                </a:lnTo>
                <a:lnTo>
                  <a:pt x="351314" y="21519"/>
                </a:lnTo>
                <a:lnTo>
                  <a:pt x="351728" y="21584"/>
                </a:lnTo>
                <a:lnTo>
                  <a:pt x="352150" y="21639"/>
                </a:lnTo>
                <a:lnTo>
                  <a:pt x="352580" y="21685"/>
                </a:lnTo>
                <a:lnTo>
                  <a:pt x="353019" y="21720"/>
                </a:lnTo>
                <a:lnTo>
                  <a:pt x="353466" y="21745"/>
                </a:lnTo>
                <a:lnTo>
                  <a:pt x="353922" y="21760"/>
                </a:lnTo>
                <a:lnTo>
                  <a:pt x="354385" y="21765"/>
                </a:lnTo>
                <a:lnTo>
                  <a:pt x="354849" y="21760"/>
                </a:lnTo>
                <a:lnTo>
                  <a:pt x="355304" y="21745"/>
                </a:lnTo>
                <a:lnTo>
                  <a:pt x="355750" y="21720"/>
                </a:lnTo>
                <a:close/>
                <a:moveTo>
                  <a:pt x="83325" y="21765"/>
                </a:moveTo>
                <a:lnTo>
                  <a:pt x="83325" y="7821"/>
                </a:lnTo>
                <a:lnTo>
                  <a:pt x="0" y="7821"/>
                </a:lnTo>
                <a:lnTo>
                  <a:pt x="0" y="21765"/>
                </a:lnTo>
                <a:lnTo>
                  <a:pt x="34012" y="21765"/>
                </a:lnTo>
                <a:lnTo>
                  <a:pt x="34012" y="132128"/>
                </a:lnTo>
                <a:lnTo>
                  <a:pt x="49316" y="132128"/>
                </a:lnTo>
                <a:lnTo>
                  <a:pt x="49316" y="21765"/>
                </a:lnTo>
                <a:lnTo>
                  <a:pt x="83325" y="21765"/>
                </a:lnTo>
                <a:close/>
                <a:moveTo>
                  <a:pt x="112913" y="132128"/>
                </a:moveTo>
                <a:lnTo>
                  <a:pt x="128220" y="132128"/>
                </a:lnTo>
                <a:lnTo>
                  <a:pt x="128220" y="72609"/>
                </a:lnTo>
                <a:lnTo>
                  <a:pt x="128229" y="71711"/>
                </a:lnTo>
                <a:lnTo>
                  <a:pt x="128258" y="70830"/>
                </a:lnTo>
                <a:lnTo>
                  <a:pt x="128306" y="69966"/>
                </a:lnTo>
                <a:lnTo>
                  <a:pt x="128373" y="69119"/>
                </a:lnTo>
                <a:lnTo>
                  <a:pt x="128459" y="68289"/>
                </a:lnTo>
                <a:lnTo>
                  <a:pt x="128565" y="67476"/>
                </a:lnTo>
                <a:lnTo>
                  <a:pt x="128690" y="66681"/>
                </a:lnTo>
                <a:lnTo>
                  <a:pt x="128834" y="65902"/>
                </a:lnTo>
                <a:lnTo>
                  <a:pt x="128997" y="65141"/>
                </a:lnTo>
                <a:lnTo>
                  <a:pt x="129179" y="64397"/>
                </a:lnTo>
                <a:lnTo>
                  <a:pt x="129381" y="63670"/>
                </a:lnTo>
                <a:lnTo>
                  <a:pt x="129601" y="62960"/>
                </a:lnTo>
                <a:lnTo>
                  <a:pt x="129841" y="62267"/>
                </a:lnTo>
                <a:lnTo>
                  <a:pt x="130100" y="61591"/>
                </a:lnTo>
                <a:lnTo>
                  <a:pt x="130379" y="60933"/>
                </a:lnTo>
                <a:lnTo>
                  <a:pt x="130676" y="60291"/>
                </a:lnTo>
                <a:lnTo>
                  <a:pt x="130993" y="59667"/>
                </a:lnTo>
                <a:lnTo>
                  <a:pt x="131328" y="59060"/>
                </a:lnTo>
                <a:lnTo>
                  <a:pt x="131683" y="58470"/>
                </a:lnTo>
                <a:lnTo>
                  <a:pt x="132058" y="57897"/>
                </a:lnTo>
                <a:lnTo>
                  <a:pt x="132451" y="57341"/>
                </a:lnTo>
                <a:lnTo>
                  <a:pt x="132864" y="56803"/>
                </a:lnTo>
                <a:lnTo>
                  <a:pt x="133295" y="56281"/>
                </a:lnTo>
                <a:lnTo>
                  <a:pt x="133746" y="55777"/>
                </a:lnTo>
                <a:lnTo>
                  <a:pt x="134214" y="55291"/>
                </a:lnTo>
                <a:lnTo>
                  <a:pt x="134696" y="54826"/>
                </a:lnTo>
                <a:lnTo>
                  <a:pt x="135193" y="54382"/>
                </a:lnTo>
                <a:lnTo>
                  <a:pt x="135704" y="53958"/>
                </a:lnTo>
                <a:lnTo>
                  <a:pt x="136230" y="53555"/>
                </a:lnTo>
                <a:lnTo>
                  <a:pt x="136770" y="53173"/>
                </a:lnTo>
                <a:lnTo>
                  <a:pt x="137325" y="52811"/>
                </a:lnTo>
                <a:lnTo>
                  <a:pt x="137894" y="52470"/>
                </a:lnTo>
                <a:lnTo>
                  <a:pt x="138477" y="52150"/>
                </a:lnTo>
                <a:lnTo>
                  <a:pt x="139075" y="51850"/>
                </a:lnTo>
                <a:lnTo>
                  <a:pt x="139688" y="51571"/>
                </a:lnTo>
                <a:lnTo>
                  <a:pt x="140314" y="51313"/>
                </a:lnTo>
                <a:lnTo>
                  <a:pt x="140956" y="51075"/>
                </a:lnTo>
                <a:lnTo>
                  <a:pt x="141612" y="50858"/>
                </a:lnTo>
                <a:lnTo>
                  <a:pt x="142282" y="50662"/>
                </a:lnTo>
                <a:lnTo>
                  <a:pt x="142966" y="50486"/>
                </a:lnTo>
                <a:lnTo>
                  <a:pt x="143666" y="50331"/>
                </a:lnTo>
                <a:lnTo>
                  <a:pt x="144379" y="50197"/>
                </a:lnTo>
                <a:lnTo>
                  <a:pt x="145107" y="50083"/>
                </a:lnTo>
                <a:lnTo>
                  <a:pt x="145850" y="49990"/>
                </a:lnTo>
                <a:lnTo>
                  <a:pt x="146607" y="49918"/>
                </a:lnTo>
                <a:lnTo>
                  <a:pt x="147378" y="49866"/>
                </a:lnTo>
                <a:lnTo>
                  <a:pt x="148164" y="49835"/>
                </a:lnTo>
                <a:lnTo>
                  <a:pt x="148965" y="49825"/>
                </a:lnTo>
                <a:lnTo>
                  <a:pt x="149779" y="49835"/>
                </a:lnTo>
                <a:lnTo>
                  <a:pt x="150577" y="49865"/>
                </a:lnTo>
                <a:lnTo>
                  <a:pt x="151360" y="49916"/>
                </a:lnTo>
                <a:lnTo>
                  <a:pt x="152127" y="49987"/>
                </a:lnTo>
                <a:lnTo>
                  <a:pt x="152878" y="50079"/>
                </a:lnTo>
                <a:lnTo>
                  <a:pt x="153614" y="50191"/>
                </a:lnTo>
                <a:lnTo>
                  <a:pt x="154334" y="50324"/>
                </a:lnTo>
                <a:lnTo>
                  <a:pt x="155039" y="50476"/>
                </a:lnTo>
                <a:lnTo>
                  <a:pt x="155728" y="50650"/>
                </a:lnTo>
                <a:lnTo>
                  <a:pt x="156401" y="50843"/>
                </a:lnTo>
                <a:lnTo>
                  <a:pt x="157059" y="51057"/>
                </a:lnTo>
                <a:lnTo>
                  <a:pt x="157701" y="51291"/>
                </a:lnTo>
                <a:lnTo>
                  <a:pt x="158327" y="51546"/>
                </a:lnTo>
                <a:lnTo>
                  <a:pt x="158937" y="51821"/>
                </a:lnTo>
                <a:lnTo>
                  <a:pt x="159532" y="52116"/>
                </a:lnTo>
                <a:lnTo>
                  <a:pt x="160112" y="52432"/>
                </a:lnTo>
                <a:lnTo>
                  <a:pt x="160675" y="52768"/>
                </a:lnTo>
                <a:lnTo>
                  <a:pt x="161223" y="53125"/>
                </a:lnTo>
                <a:lnTo>
                  <a:pt x="161756" y="53501"/>
                </a:lnTo>
                <a:lnTo>
                  <a:pt x="162273" y="53899"/>
                </a:lnTo>
                <a:lnTo>
                  <a:pt x="162774" y="54316"/>
                </a:lnTo>
                <a:lnTo>
                  <a:pt x="163259" y="54754"/>
                </a:lnTo>
                <a:lnTo>
                  <a:pt x="163729" y="55213"/>
                </a:lnTo>
                <a:lnTo>
                  <a:pt x="164183" y="55691"/>
                </a:lnTo>
                <a:lnTo>
                  <a:pt x="164620" y="56189"/>
                </a:lnTo>
                <a:lnTo>
                  <a:pt x="165039" y="56705"/>
                </a:lnTo>
                <a:lnTo>
                  <a:pt x="165439" y="57239"/>
                </a:lnTo>
                <a:lnTo>
                  <a:pt x="165820" y="57791"/>
                </a:lnTo>
                <a:lnTo>
                  <a:pt x="166183" y="58361"/>
                </a:lnTo>
                <a:lnTo>
                  <a:pt x="166527" y="58949"/>
                </a:lnTo>
                <a:lnTo>
                  <a:pt x="166853" y="59555"/>
                </a:lnTo>
                <a:lnTo>
                  <a:pt x="167160" y="60178"/>
                </a:lnTo>
                <a:lnTo>
                  <a:pt x="167448" y="60820"/>
                </a:lnTo>
                <a:lnTo>
                  <a:pt x="167718" y="61480"/>
                </a:lnTo>
                <a:lnTo>
                  <a:pt x="167969" y="62158"/>
                </a:lnTo>
                <a:lnTo>
                  <a:pt x="168202" y="62854"/>
                </a:lnTo>
                <a:lnTo>
                  <a:pt x="168416" y="63568"/>
                </a:lnTo>
                <a:lnTo>
                  <a:pt x="168611" y="64300"/>
                </a:lnTo>
                <a:lnTo>
                  <a:pt x="168788" y="65050"/>
                </a:lnTo>
                <a:lnTo>
                  <a:pt x="168946" y="65818"/>
                </a:lnTo>
                <a:lnTo>
                  <a:pt x="169085" y="66604"/>
                </a:lnTo>
                <a:lnTo>
                  <a:pt x="169206" y="67408"/>
                </a:lnTo>
                <a:lnTo>
                  <a:pt x="169309" y="68229"/>
                </a:lnTo>
                <a:lnTo>
                  <a:pt x="169392" y="69069"/>
                </a:lnTo>
                <a:lnTo>
                  <a:pt x="169457" y="69927"/>
                </a:lnTo>
                <a:lnTo>
                  <a:pt x="169504" y="70803"/>
                </a:lnTo>
                <a:lnTo>
                  <a:pt x="169532" y="71697"/>
                </a:lnTo>
                <a:lnTo>
                  <a:pt x="169541" y="72609"/>
                </a:lnTo>
                <a:lnTo>
                  <a:pt x="169541" y="76862"/>
                </a:lnTo>
                <a:lnTo>
                  <a:pt x="184845" y="76862"/>
                </a:lnTo>
                <a:lnTo>
                  <a:pt x="184845" y="71249"/>
                </a:lnTo>
                <a:lnTo>
                  <a:pt x="184830" y="69943"/>
                </a:lnTo>
                <a:lnTo>
                  <a:pt x="184784" y="68659"/>
                </a:lnTo>
                <a:lnTo>
                  <a:pt x="184708" y="67398"/>
                </a:lnTo>
                <a:lnTo>
                  <a:pt x="184602" y="66160"/>
                </a:lnTo>
                <a:lnTo>
                  <a:pt x="184465" y="64944"/>
                </a:lnTo>
                <a:lnTo>
                  <a:pt x="184298" y="63751"/>
                </a:lnTo>
                <a:lnTo>
                  <a:pt x="184100" y="62581"/>
                </a:lnTo>
                <a:lnTo>
                  <a:pt x="183872" y="61434"/>
                </a:lnTo>
                <a:lnTo>
                  <a:pt x="183613" y="60309"/>
                </a:lnTo>
                <a:lnTo>
                  <a:pt x="183325" y="59207"/>
                </a:lnTo>
                <a:lnTo>
                  <a:pt x="183005" y="58128"/>
                </a:lnTo>
                <a:lnTo>
                  <a:pt x="182656" y="57072"/>
                </a:lnTo>
                <a:lnTo>
                  <a:pt x="182276" y="56038"/>
                </a:lnTo>
                <a:lnTo>
                  <a:pt x="181865" y="55027"/>
                </a:lnTo>
                <a:lnTo>
                  <a:pt x="181424" y="54039"/>
                </a:lnTo>
                <a:lnTo>
                  <a:pt x="180953" y="53073"/>
                </a:lnTo>
                <a:lnTo>
                  <a:pt x="180451" y="52131"/>
                </a:lnTo>
                <a:lnTo>
                  <a:pt x="179919" y="51211"/>
                </a:lnTo>
                <a:lnTo>
                  <a:pt x="179356" y="50314"/>
                </a:lnTo>
                <a:lnTo>
                  <a:pt x="178764" y="49439"/>
                </a:lnTo>
                <a:lnTo>
                  <a:pt x="178140" y="48587"/>
                </a:lnTo>
                <a:lnTo>
                  <a:pt x="177486" y="47758"/>
                </a:lnTo>
                <a:lnTo>
                  <a:pt x="176802" y="46952"/>
                </a:lnTo>
                <a:lnTo>
                  <a:pt x="176088" y="46169"/>
                </a:lnTo>
                <a:lnTo>
                  <a:pt x="175347" y="45412"/>
                </a:lnTo>
                <a:lnTo>
                  <a:pt x="174586" y="44688"/>
                </a:lnTo>
                <a:lnTo>
                  <a:pt x="173804" y="43996"/>
                </a:lnTo>
                <a:lnTo>
                  <a:pt x="173001" y="43336"/>
                </a:lnTo>
                <a:lnTo>
                  <a:pt x="172177" y="42709"/>
                </a:lnTo>
                <a:lnTo>
                  <a:pt x="171332" y="42114"/>
                </a:lnTo>
                <a:lnTo>
                  <a:pt x="170466" y="41550"/>
                </a:lnTo>
                <a:lnTo>
                  <a:pt x="169579" y="41019"/>
                </a:lnTo>
                <a:lnTo>
                  <a:pt x="168671" y="40521"/>
                </a:lnTo>
                <a:lnTo>
                  <a:pt x="167742" y="40054"/>
                </a:lnTo>
                <a:lnTo>
                  <a:pt x="166792" y="39619"/>
                </a:lnTo>
                <a:lnTo>
                  <a:pt x="165821" y="39217"/>
                </a:lnTo>
                <a:lnTo>
                  <a:pt x="164829" y="38847"/>
                </a:lnTo>
                <a:lnTo>
                  <a:pt x="163816" y="38509"/>
                </a:lnTo>
                <a:lnTo>
                  <a:pt x="162782" y="38203"/>
                </a:lnTo>
                <a:lnTo>
                  <a:pt x="161728" y="37930"/>
                </a:lnTo>
                <a:lnTo>
                  <a:pt x="160652" y="37689"/>
                </a:lnTo>
                <a:lnTo>
                  <a:pt x="159555" y="37479"/>
                </a:lnTo>
                <a:lnTo>
                  <a:pt x="158438" y="37302"/>
                </a:lnTo>
                <a:lnTo>
                  <a:pt x="157299" y="37158"/>
                </a:lnTo>
                <a:lnTo>
                  <a:pt x="156140" y="37045"/>
                </a:lnTo>
                <a:lnTo>
                  <a:pt x="154959" y="36964"/>
                </a:lnTo>
                <a:lnTo>
                  <a:pt x="153758" y="36916"/>
                </a:lnTo>
                <a:lnTo>
                  <a:pt x="152535" y="36900"/>
                </a:lnTo>
                <a:lnTo>
                  <a:pt x="151469" y="36913"/>
                </a:lnTo>
                <a:lnTo>
                  <a:pt x="150426" y="36954"/>
                </a:lnTo>
                <a:lnTo>
                  <a:pt x="149404" y="37021"/>
                </a:lnTo>
                <a:lnTo>
                  <a:pt x="148405" y="37115"/>
                </a:lnTo>
                <a:lnTo>
                  <a:pt x="147428" y="37236"/>
                </a:lnTo>
                <a:lnTo>
                  <a:pt x="146472" y="37384"/>
                </a:lnTo>
                <a:lnTo>
                  <a:pt x="145539" y="37558"/>
                </a:lnTo>
                <a:lnTo>
                  <a:pt x="144629" y="37760"/>
                </a:lnTo>
                <a:lnTo>
                  <a:pt x="143740" y="37988"/>
                </a:lnTo>
                <a:lnTo>
                  <a:pt x="142873" y="38243"/>
                </a:lnTo>
                <a:lnTo>
                  <a:pt x="142029" y="38525"/>
                </a:lnTo>
                <a:lnTo>
                  <a:pt x="141206" y="38834"/>
                </a:lnTo>
                <a:lnTo>
                  <a:pt x="140406" y="39170"/>
                </a:lnTo>
                <a:lnTo>
                  <a:pt x="139628" y="39533"/>
                </a:lnTo>
                <a:lnTo>
                  <a:pt x="138872" y="39923"/>
                </a:lnTo>
                <a:lnTo>
                  <a:pt x="138138" y="40339"/>
                </a:lnTo>
                <a:lnTo>
                  <a:pt x="137426" y="40782"/>
                </a:lnTo>
                <a:lnTo>
                  <a:pt x="136737" y="41252"/>
                </a:lnTo>
                <a:lnTo>
                  <a:pt x="136069" y="41749"/>
                </a:lnTo>
                <a:lnTo>
                  <a:pt x="135424" y="42273"/>
                </a:lnTo>
                <a:lnTo>
                  <a:pt x="134801" y="42824"/>
                </a:lnTo>
                <a:lnTo>
                  <a:pt x="134200" y="43402"/>
                </a:lnTo>
                <a:lnTo>
                  <a:pt x="133621" y="44006"/>
                </a:lnTo>
                <a:lnTo>
                  <a:pt x="133064" y="44638"/>
                </a:lnTo>
                <a:lnTo>
                  <a:pt x="132530" y="45295"/>
                </a:lnTo>
                <a:lnTo>
                  <a:pt x="132018" y="45979"/>
                </a:lnTo>
                <a:lnTo>
                  <a:pt x="131530" y="46688"/>
                </a:lnTo>
                <a:lnTo>
                  <a:pt x="131064" y="47422"/>
                </a:lnTo>
                <a:lnTo>
                  <a:pt x="130620" y="48183"/>
                </a:lnTo>
                <a:lnTo>
                  <a:pt x="130200" y="48969"/>
                </a:lnTo>
                <a:lnTo>
                  <a:pt x="129802" y="49780"/>
                </a:lnTo>
                <a:lnTo>
                  <a:pt x="129427" y="50618"/>
                </a:lnTo>
                <a:lnTo>
                  <a:pt x="129075" y="51481"/>
                </a:lnTo>
                <a:lnTo>
                  <a:pt x="128745" y="52369"/>
                </a:lnTo>
                <a:lnTo>
                  <a:pt x="128438" y="53284"/>
                </a:lnTo>
                <a:lnTo>
                  <a:pt x="128154" y="54224"/>
                </a:lnTo>
                <a:lnTo>
                  <a:pt x="127893" y="55190"/>
                </a:lnTo>
                <a:lnTo>
                  <a:pt x="127880" y="55244"/>
                </a:lnTo>
                <a:lnTo>
                  <a:pt x="127880" y="38600"/>
                </a:lnTo>
                <a:lnTo>
                  <a:pt x="112913" y="38600"/>
                </a:lnTo>
                <a:lnTo>
                  <a:pt x="112913" y="132128"/>
                </a:lnTo>
                <a:close/>
                <a:moveTo>
                  <a:pt x="419173" y="38600"/>
                </a:moveTo>
                <a:lnTo>
                  <a:pt x="419173" y="132128"/>
                </a:lnTo>
                <a:lnTo>
                  <a:pt x="434480" y="132128"/>
                </a:lnTo>
                <a:lnTo>
                  <a:pt x="434480" y="72609"/>
                </a:lnTo>
                <a:lnTo>
                  <a:pt x="434489" y="71711"/>
                </a:lnTo>
                <a:lnTo>
                  <a:pt x="434518" y="70831"/>
                </a:lnTo>
                <a:lnTo>
                  <a:pt x="434566" y="69968"/>
                </a:lnTo>
                <a:lnTo>
                  <a:pt x="434633" y="69123"/>
                </a:lnTo>
                <a:lnTo>
                  <a:pt x="434719" y="68296"/>
                </a:lnTo>
                <a:lnTo>
                  <a:pt x="434825" y="67487"/>
                </a:lnTo>
                <a:lnTo>
                  <a:pt x="434949" y="66695"/>
                </a:lnTo>
                <a:lnTo>
                  <a:pt x="435093" y="65921"/>
                </a:lnTo>
                <a:lnTo>
                  <a:pt x="435256" y="65165"/>
                </a:lnTo>
                <a:lnTo>
                  <a:pt x="435439" y="64426"/>
                </a:lnTo>
                <a:lnTo>
                  <a:pt x="435640" y="63705"/>
                </a:lnTo>
                <a:lnTo>
                  <a:pt x="435861" y="63002"/>
                </a:lnTo>
                <a:lnTo>
                  <a:pt x="436100" y="62317"/>
                </a:lnTo>
                <a:lnTo>
                  <a:pt x="436359" y="61649"/>
                </a:lnTo>
                <a:lnTo>
                  <a:pt x="436637" y="60999"/>
                </a:lnTo>
                <a:lnTo>
                  <a:pt x="436935" y="60366"/>
                </a:lnTo>
                <a:lnTo>
                  <a:pt x="437251" y="59752"/>
                </a:lnTo>
                <a:lnTo>
                  <a:pt x="437587" y="59155"/>
                </a:lnTo>
                <a:lnTo>
                  <a:pt x="437942" y="58576"/>
                </a:lnTo>
                <a:lnTo>
                  <a:pt x="438316" y="58014"/>
                </a:lnTo>
                <a:lnTo>
                  <a:pt x="438709" y="57471"/>
                </a:lnTo>
                <a:lnTo>
                  <a:pt x="439121" y="56945"/>
                </a:lnTo>
                <a:lnTo>
                  <a:pt x="439553" y="56436"/>
                </a:lnTo>
                <a:lnTo>
                  <a:pt x="440004" y="55946"/>
                </a:lnTo>
                <a:lnTo>
                  <a:pt x="440471" y="55474"/>
                </a:lnTo>
                <a:lnTo>
                  <a:pt x="440953" y="55022"/>
                </a:lnTo>
                <a:lnTo>
                  <a:pt x="441448" y="54591"/>
                </a:lnTo>
                <a:lnTo>
                  <a:pt x="441957" y="54179"/>
                </a:lnTo>
                <a:lnTo>
                  <a:pt x="442480" y="53788"/>
                </a:lnTo>
                <a:lnTo>
                  <a:pt x="443017" y="53416"/>
                </a:lnTo>
                <a:lnTo>
                  <a:pt x="443568" y="53065"/>
                </a:lnTo>
                <a:lnTo>
                  <a:pt x="444132" y="52734"/>
                </a:lnTo>
                <a:lnTo>
                  <a:pt x="444711" y="52423"/>
                </a:lnTo>
                <a:lnTo>
                  <a:pt x="445303" y="52132"/>
                </a:lnTo>
                <a:lnTo>
                  <a:pt x="445909" y="51861"/>
                </a:lnTo>
                <a:lnTo>
                  <a:pt x="446530" y="51610"/>
                </a:lnTo>
                <a:lnTo>
                  <a:pt x="447164" y="51379"/>
                </a:lnTo>
                <a:lnTo>
                  <a:pt x="447811" y="51168"/>
                </a:lnTo>
                <a:lnTo>
                  <a:pt x="448473" y="50977"/>
                </a:lnTo>
                <a:lnTo>
                  <a:pt x="449149" y="50807"/>
                </a:lnTo>
                <a:lnTo>
                  <a:pt x="449838" y="50656"/>
                </a:lnTo>
                <a:lnTo>
                  <a:pt x="450542" y="50526"/>
                </a:lnTo>
                <a:lnTo>
                  <a:pt x="451259" y="50415"/>
                </a:lnTo>
                <a:lnTo>
                  <a:pt x="451990" y="50325"/>
                </a:lnTo>
                <a:lnTo>
                  <a:pt x="452735" y="50255"/>
                </a:lnTo>
                <a:lnTo>
                  <a:pt x="453494" y="50205"/>
                </a:lnTo>
                <a:lnTo>
                  <a:pt x="454267" y="50174"/>
                </a:lnTo>
                <a:lnTo>
                  <a:pt x="455053" y="50164"/>
                </a:lnTo>
                <a:lnTo>
                  <a:pt x="455812" y="50174"/>
                </a:lnTo>
                <a:lnTo>
                  <a:pt x="456557" y="50202"/>
                </a:lnTo>
                <a:lnTo>
                  <a:pt x="457289" y="50248"/>
                </a:lnTo>
                <a:lnTo>
                  <a:pt x="458008" y="50313"/>
                </a:lnTo>
                <a:lnTo>
                  <a:pt x="458713" y="50397"/>
                </a:lnTo>
                <a:lnTo>
                  <a:pt x="459406" y="50499"/>
                </a:lnTo>
                <a:lnTo>
                  <a:pt x="460084" y="50620"/>
                </a:lnTo>
                <a:lnTo>
                  <a:pt x="460750" y="50760"/>
                </a:lnTo>
                <a:lnTo>
                  <a:pt x="461402" y="50918"/>
                </a:lnTo>
                <a:lnTo>
                  <a:pt x="462041" y="51094"/>
                </a:lnTo>
                <a:lnTo>
                  <a:pt x="462667" y="51289"/>
                </a:lnTo>
                <a:lnTo>
                  <a:pt x="463279" y="51503"/>
                </a:lnTo>
                <a:lnTo>
                  <a:pt x="463878" y="51736"/>
                </a:lnTo>
                <a:lnTo>
                  <a:pt x="464464" y="51987"/>
                </a:lnTo>
                <a:lnTo>
                  <a:pt x="465037" y="52256"/>
                </a:lnTo>
                <a:lnTo>
                  <a:pt x="465596" y="52545"/>
                </a:lnTo>
                <a:lnTo>
                  <a:pt x="466142" y="52852"/>
                </a:lnTo>
                <a:lnTo>
                  <a:pt x="466675" y="53177"/>
                </a:lnTo>
                <a:lnTo>
                  <a:pt x="467194" y="53521"/>
                </a:lnTo>
                <a:lnTo>
                  <a:pt x="467700" y="53884"/>
                </a:lnTo>
                <a:lnTo>
                  <a:pt x="468193" y="54265"/>
                </a:lnTo>
                <a:lnTo>
                  <a:pt x="468673" y="54665"/>
                </a:lnTo>
                <a:lnTo>
                  <a:pt x="469139" y="55083"/>
                </a:lnTo>
                <a:lnTo>
                  <a:pt x="469592" y="55520"/>
                </a:lnTo>
                <a:lnTo>
                  <a:pt x="470029" y="55974"/>
                </a:lnTo>
                <a:lnTo>
                  <a:pt x="470448" y="56445"/>
                </a:lnTo>
                <a:lnTo>
                  <a:pt x="470848" y="56932"/>
                </a:lnTo>
                <a:lnTo>
                  <a:pt x="471229" y="57435"/>
                </a:lnTo>
                <a:lnTo>
                  <a:pt x="471592" y="57955"/>
                </a:lnTo>
                <a:lnTo>
                  <a:pt x="471936" y="58490"/>
                </a:lnTo>
                <a:lnTo>
                  <a:pt x="472262" y="59042"/>
                </a:lnTo>
                <a:lnTo>
                  <a:pt x="472569" y="59610"/>
                </a:lnTo>
                <a:lnTo>
                  <a:pt x="472857" y="60195"/>
                </a:lnTo>
                <a:lnTo>
                  <a:pt x="473127" y="60795"/>
                </a:lnTo>
                <a:lnTo>
                  <a:pt x="473378" y="61412"/>
                </a:lnTo>
                <a:lnTo>
                  <a:pt x="473610" y="62045"/>
                </a:lnTo>
                <a:lnTo>
                  <a:pt x="473824" y="62695"/>
                </a:lnTo>
                <a:lnTo>
                  <a:pt x="474020" y="63360"/>
                </a:lnTo>
                <a:lnTo>
                  <a:pt x="474196" y="64042"/>
                </a:lnTo>
                <a:lnTo>
                  <a:pt x="474355" y="64740"/>
                </a:lnTo>
                <a:lnTo>
                  <a:pt x="474494" y="65454"/>
                </a:lnTo>
                <a:lnTo>
                  <a:pt x="474615" y="66185"/>
                </a:lnTo>
                <a:lnTo>
                  <a:pt x="474717" y="66932"/>
                </a:lnTo>
                <a:lnTo>
                  <a:pt x="474801" y="67695"/>
                </a:lnTo>
                <a:lnTo>
                  <a:pt x="474866" y="68474"/>
                </a:lnTo>
                <a:lnTo>
                  <a:pt x="474913" y="69270"/>
                </a:lnTo>
                <a:lnTo>
                  <a:pt x="474941" y="70081"/>
                </a:lnTo>
                <a:lnTo>
                  <a:pt x="474950" y="70910"/>
                </a:lnTo>
                <a:lnTo>
                  <a:pt x="474950" y="132128"/>
                </a:lnTo>
                <a:lnTo>
                  <a:pt x="490254" y="132128"/>
                </a:lnTo>
                <a:lnTo>
                  <a:pt x="490254" y="69210"/>
                </a:lnTo>
                <a:lnTo>
                  <a:pt x="490239" y="67974"/>
                </a:lnTo>
                <a:lnTo>
                  <a:pt x="490196" y="66760"/>
                </a:lnTo>
                <a:lnTo>
                  <a:pt x="490124" y="65567"/>
                </a:lnTo>
                <a:lnTo>
                  <a:pt x="490022" y="64397"/>
                </a:lnTo>
                <a:lnTo>
                  <a:pt x="489892" y="63248"/>
                </a:lnTo>
                <a:lnTo>
                  <a:pt x="489733" y="62121"/>
                </a:lnTo>
                <a:lnTo>
                  <a:pt x="489545" y="61016"/>
                </a:lnTo>
                <a:lnTo>
                  <a:pt x="489328" y="59933"/>
                </a:lnTo>
                <a:lnTo>
                  <a:pt x="489082" y="58872"/>
                </a:lnTo>
                <a:lnTo>
                  <a:pt x="488807" y="57832"/>
                </a:lnTo>
                <a:lnTo>
                  <a:pt x="488504" y="56815"/>
                </a:lnTo>
                <a:lnTo>
                  <a:pt x="488171" y="55819"/>
                </a:lnTo>
                <a:lnTo>
                  <a:pt x="487809" y="54845"/>
                </a:lnTo>
                <a:lnTo>
                  <a:pt x="487419" y="53893"/>
                </a:lnTo>
                <a:lnTo>
                  <a:pt x="486999" y="52963"/>
                </a:lnTo>
                <a:lnTo>
                  <a:pt x="486551" y="52055"/>
                </a:lnTo>
                <a:lnTo>
                  <a:pt x="486073" y="51168"/>
                </a:lnTo>
                <a:lnTo>
                  <a:pt x="485567" y="50303"/>
                </a:lnTo>
                <a:lnTo>
                  <a:pt x="485032" y="49461"/>
                </a:lnTo>
                <a:lnTo>
                  <a:pt x="484468" y="48640"/>
                </a:lnTo>
                <a:lnTo>
                  <a:pt x="483875" y="47841"/>
                </a:lnTo>
                <a:lnTo>
                  <a:pt x="483253" y="47063"/>
                </a:lnTo>
                <a:lnTo>
                  <a:pt x="482602" y="46308"/>
                </a:lnTo>
                <a:lnTo>
                  <a:pt x="481922" y="45574"/>
                </a:lnTo>
                <a:lnTo>
                  <a:pt x="481218" y="44867"/>
                </a:lnTo>
                <a:lnTo>
                  <a:pt x="480493" y="44189"/>
                </a:lnTo>
                <a:lnTo>
                  <a:pt x="479749" y="43541"/>
                </a:lnTo>
                <a:lnTo>
                  <a:pt x="478984" y="42924"/>
                </a:lnTo>
                <a:lnTo>
                  <a:pt x="478199" y="42337"/>
                </a:lnTo>
                <a:lnTo>
                  <a:pt x="477395" y="41779"/>
                </a:lnTo>
                <a:lnTo>
                  <a:pt x="476570" y="41252"/>
                </a:lnTo>
                <a:lnTo>
                  <a:pt x="475725" y="40755"/>
                </a:lnTo>
                <a:lnTo>
                  <a:pt x="474860" y="40288"/>
                </a:lnTo>
                <a:lnTo>
                  <a:pt x="473975" y="39852"/>
                </a:lnTo>
                <a:lnTo>
                  <a:pt x="473070" y="39445"/>
                </a:lnTo>
                <a:lnTo>
                  <a:pt x="472144" y="39069"/>
                </a:lnTo>
                <a:lnTo>
                  <a:pt x="471199" y="38722"/>
                </a:lnTo>
                <a:lnTo>
                  <a:pt x="470234" y="38406"/>
                </a:lnTo>
                <a:lnTo>
                  <a:pt x="469248" y="38120"/>
                </a:lnTo>
                <a:lnTo>
                  <a:pt x="468242" y="37864"/>
                </a:lnTo>
                <a:lnTo>
                  <a:pt x="467217" y="37638"/>
                </a:lnTo>
                <a:lnTo>
                  <a:pt x="466171" y="37442"/>
                </a:lnTo>
                <a:lnTo>
                  <a:pt x="465105" y="37277"/>
                </a:lnTo>
                <a:lnTo>
                  <a:pt x="464019" y="37141"/>
                </a:lnTo>
                <a:lnTo>
                  <a:pt x="462913" y="37036"/>
                </a:lnTo>
                <a:lnTo>
                  <a:pt x="461787" y="36960"/>
                </a:lnTo>
                <a:lnTo>
                  <a:pt x="460641" y="36915"/>
                </a:lnTo>
                <a:lnTo>
                  <a:pt x="459475" y="36900"/>
                </a:lnTo>
                <a:lnTo>
                  <a:pt x="458506" y="36911"/>
                </a:lnTo>
                <a:lnTo>
                  <a:pt x="457555" y="36942"/>
                </a:lnTo>
                <a:lnTo>
                  <a:pt x="456621" y="36994"/>
                </a:lnTo>
                <a:lnTo>
                  <a:pt x="455705" y="37068"/>
                </a:lnTo>
                <a:lnTo>
                  <a:pt x="454807" y="37162"/>
                </a:lnTo>
                <a:lnTo>
                  <a:pt x="453927" y="37277"/>
                </a:lnTo>
                <a:lnTo>
                  <a:pt x="453064" y="37414"/>
                </a:lnTo>
                <a:lnTo>
                  <a:pt x="452219" y="37571"/>
                </a:lnTo>
                <a:lnTo>
                  <a:pt x="451392" y="37749"/>
                </a:lnTo>
                <a:lnTo>
                  <a:pt x="450583" y="37948"/>
                </a:lnTo>
                <a:lnTo>
                  <a:pt x="449791" y="38168"/>
                </a:lnTo>
                <a:lnTo>
                  <a:pt x="449017" y="38410"/>
                </a:lnTo>
                <a:lnTo>
                  <a:pt x="448260" y="38672"/>
                </a:lnTo>
                <a:lnTo>
                  <a:pt x="447522" y="38955"/>
                </a:lnTo>
                <a:lnTo>
                  <a:pt x="446801" y="39259"/>
                </a:lnTo>
                <a:lnTo>
                  <a:pt x="446097" y="39584"/>
                </a:lnTo>
                <a:lnTo>
                  <a:pt x="445412" y="39930"/>
                </a:lnTo>
                <a:lnTo>
                  <a:pt x="444744" y="40296"/>
                </a:lnTo>
                <a:lnTo>
                  <a:pt x="444094" y="40684"/>
                </a:lnTo>
                <a:lnTo>
                  <a:pt x="443462" y="41093"/>
                </a:lnTo>
                <a:lnTo>
                  <a:pt x="442847" y="41523"/>
                </a:lnTo>
                <a:lnTo>
                  <a:pt x="442250" y="41974"/>
                </a:lnTo>
                <a:lnTo>
                  <a:pt x="441671" y="42445"/>
                </a:lnTo>
                <a:lnTo>
                  <a:pt x="441109" y="42938"/>
                </a:lnTo>
                <a:lnTo>
                  <a:pt x="440568" y="43450"/>
                </a:lnTo>
                <a:lnTo>
                  <a:pt x="440050" y="43979"/>
                </a:lnTo>
                <a:lnTo>
                  <a:pt x="439555" y="44525"/>
                </a:lnTo>
                <a:lnTo>
                  <a:pt x="439083" y="45089"/>
                </a:lnTo>
                <a:lnTo>
                  <a:pt x="438635" y="45671"/>
                </a:lnTo>
                <a:lnTo>
                  <a:pt x="438209" y="46269"/>
                </a:lnTo>
                <a:lnTo>
                  <a:pt x="437806" y="46886"/>
                </a:lnTo>
                <a:lnTo>
                  <a:pt x="437426" y="47519"/>
                </a:lnTo>
                <a:lnTo>
                  <a:pt x="437069" y="48170"/>
                </a:lnTo>
                <a:lnTo>
                  <a:pt x="436735" y="48839"/>
                </a:lnTo>
                <a:lnTo>
                  <a:pt x="436425" y="49525"/>
                </a:lnTo>
                <a:lnTo>
                  <a:pt x="436137" y="50228"/>
                </a:lnTo>
                <a:lnTo>
                  <a:pt x="435872" y="50949"/>
                </a:lnTo>
                <a:lnTo>
                  <a:pt x="435630" y="51687"/>
                </a:lnTo>
                <a:lnTo>
                  <a:pt x="435412" y="52443"/>
                </a:lnTo>
                <a:lnTo>
                  <a:pt x="435216" y="53216"/>
                </a:lnTo>
                <a:lnTo>
                  <a:pt x="435043" y="54006"/>
                </a:lnTo>
                <a:lnTo>
                  <a:pt x="434894" y="54814"/>
                </a:lnTo>
                <a:lnTo>
                  <a:pt x="434767" y="55639"/>
                </a:lnTo>
                <a:lnTo>
                  <a:pt x="434667" y="56454"/>
                </a:lnTo>
                <a:lnTo>
                  <a:pt x="434480" y="56454"/>
                </a:lnTo>
                <a:lnTo>
                  <a:pt x="434480" y="38600"/>
                </a:lnTo>
                <a:lnTo>
                  <a:pt x="419173" y="38600"/>
                </a:lnTo>
                <a:close/>
                <a:moveTo>
                  <a:pt x="363737" y="118183"/>
                </a:moveTo>
                <a:lnTo>
                  <a:pt x="363737" y="38600"/>
                </a:lnTo>
                <a:lnTo>
                  <a:pt x="319525" y="38600"/>
                </a:lnTo>
                <a:lnTo>
                  <a:pt x="319525" y="52544"/>
                </a:lnTo>
                <a:lnTo>
                  <a:pt x="348433" y="52544"/>
                </a:lnTo>
                <a:lnTo>
                  <a:pt x="348433" y="118183"/>
                </a:lnTo>
                <a:lnTo>
                  <a:pt x="315274" y="118183"/>
                </a:lnTo>
                <a:lnTo>
                  <a:pt x="315274" y="132128"/>
                </a:lnTo>
                <a:lnTo>
                  <a:pt x="395195" y="132128"/>
                </a:lnTo>
                <a:lnTo>
                  <a:pt x="395195" y="118183"/>
                </a:lnTo>
                <a:lnTo>
                  <a:pt x="363737" y="118183"/>
                </a:lnTo>
                <a:close/>
                <a:moveTo>
                  <a:pt x="284153" y="67848"/>
                </a:moveTo>
                <a:lnTo>
                  <a:pt x="284137" y="66668"/>
                </a:lnTo>
                <a:lnTo>
                  <a:pt x="284088" y="65508"/>
                </a:lnTo>
                <a:lnTo>
                  <a:pt x="284007" y="64370"/>
                </a:lnTo>
                <a:lnTo>
                  <a:pt x="283893" y="63252"/>
                </a:lnTo>
                <a:lnTo>
                  <a:pt x="283747" y="62154"/>
                </a:lnTo>
                <a:lnTo>
                  <a:pt x="283569" y="61078"/>
                </a:lnTo>
                <a:lnTo>
                  <a:pt x="283357" y="60022"/>
                </a:lnTo>
                <a:lnTo>
                  <a:pt x="283114" y="58986"/>
                </a:lnTo>
                <a:lnTo>
                  <a:pt x="282838" y="57972"/>
                </a:lnTo>
                <a:lnTo>
                  <a:pt x="282529" y="56978"/>
                </a:lnTo>
                <a:lnTo>
                  <a:pt x="282188" y="56004"/>
                </a:lnTo>
                <a:lnTo>
                  <a:pt x="281815" y="55052"/>
                </a:lnTo>
                <a:lnTo>
                  <a:pt x="281409" y="54120"/>
                </a:lnTo>
                <a:lnTo>
                  <a:pt x="280970" y="53208"/>
                </a:lnTo>
                <a:lnTo>
                  <a:pt x="280499" y="52318"/>
                </a:lnTo>
                <a:lnTo>
                  <a:pt x="279996" y="51448"/>
                </a:lnTo>
                <a:lnTo>
                  <a:pt x="279460" y="50598"/>
                </a:lnTo>
                <a:lnTo>
                  <a:pt x="278892" y="49770"/>
                </a:lnTo>
                <a:lnTo>
                  <a:pt x="278291" y="48962"/>
                </a:lnTo>
                <a:lnTo>
                  <a:pt x="277657" y="48174"/>
                </a:lnTo>
                <a:lnTo>
                  <a:pt x="276991" y="47408"/>
                </a:lnTo>
                <a:lnTo>
                  <a:pt x="276293" y="46662"/>
                </a:lnTo>
                <a:lnTo>
                  <a:pt x="275562" y="45936"/>
                </a:lnTo>
                <a:lnTo>
                  <a:pt x="274799" y="45232"/>
                </a:lnTo>
                <a:lnTo>
                  <a:pt x="274008" y="44552"/>
                </a:lnTo>
                <a:lnTo>
                  <a:pt x="273193" y="43901"/>
                </a:lnTo>
                <a:lnTo>
                  <a:pt x="272355" y="43279"/>
                </a:lnTo>
                <a:lnTo>
                  <a:pt x="271493" y="42686"/>
                </a:lnTo>
                <a:lnTo>
                  <a:pt x="270607" y="42122"/>
                </a:lnTo>
                <a:lnTo>
                  <a:pt x="269698" y="41587"/>
                </a:lnTo>
                <a:lnTo>
                  <a:pt x="268765" y="41080"/>
                </a:lnTo>
                <a:lnTo>
                  <a:pt x="267809" y="40603"/>
                </a:lnTo>
                <a:lnTo>
                  <a:pt x="266829" y="40155"/>
                </a:lnTo>
                <a:lnTo>
                  <a:pt x="265825" y="39735"/>
                </a:lnTo>
                <a:lnTo>
                  <a:pt x="264798" y="39345"/>
                </a:lnTo>
                <a:lnTo>
                  <a:pt x="263747" y="38983"/>
                </a:lnTo>
                <a:lnTo>
                  <a:pt x="262672" y="38650"/>
                </a:lnTo>
                <a:lnTo>
                  <a:pt x="261574" y="38347"/>
                </a:lnTo>
                <a:lnTo>
                  <a:pt x="260452" y="38072"/>
                </a:lnTo>
                <a:lnTo>
                  <a:pt x="259307" y="37826"/>
                </a:lnTo>
                <a:lnTo>
                  <a:pt x="258138" y="37609"/>
                </a:lnTo>
                <a:lnTo>
                  <a:pt x="256945" y="37421"/>
                </a:lnTo>
                <a:lnTo>
                  <a:pt x="255729" y="37262"/>
                </a:lnTo>
                <a:lnTo>
                  <a:pt x="254489" y="37131"/>
                </a:lnTo>
                <a:lnTo>
                  <a:pt x="253225" y="37030"/>
                </a:lnTo>
                <a:lnTo>
                  <a:pt x="251938" y="36958"/>
                </a:lnTo>
                <a:lnTo>
                  <a:pt x="250627" y="36915"/>
                </a:lnTo>
                <a:lnTo>
                  <a:pt x="249293" y="36900"/>
                </a:lnTo>
                <a:lnTo>
                  <a:pt x="248068" y="36912"/>
                </a:lnTo>
                <a:lnTo>
                  <a:pt x="246861" y="36950"/>
                </a:lnTo>
                <a:lnTo>
                  <a:pt x="245671" y="37012"/>
                </a:lnTo>
                <a:lnTo>
                  <a:pt x="244499" y="37098"/>
                </a:lnTo>
                <a:lnTo>
                  <a:pt x="243343" y="37210"/>
                </a:lnTo>
                <a:lnTo>
                  <a:pt x="242204" y="37347"/>
                </a:lnTo>
                <a:lnTo>
                  <a:pt x="241083" y="37508"/>
                </a:lnTo>
                <a:lnTo>
                  <a:pt x="239979" y="37694"/>
                </a:lnTo>
                <a:lnTo>
                  <a:pt x="238891" y="37905"/>
                </a:lnTo>
                <a:lnTo>
                  <a:pt x="237821" y="38140"/>
                </a:lnTo>
                <a:lnTo>
                  <a:pt x="236768" y="38401"/>
                </a:lnTo>
                <a:lnTo>
                  <a:pt x="235732" y="38686"/>
                </a:lnTo>
                <a:lnTo>
                  <a:pt x="234714" y="38996"/>
                </a:lnTo>
                <a:lnTo>
                  <a:pt x="233712" y="39331"/>
                </a:lnTo>
                <a:lnTo>
                  <a:pt x="232728" y="39690"/>
                </a:lnTo>
                <a:lnTo>
                  <a:pt x="231760" y="40075"/>
                </a:lnTo>
                <a:lnTo>
                  <a:pt x="230810" y="40484"/>
                </a:lnTo>
                <a:lnTo>
                  <a:pt x="229877" y="40918"/>
                </a:lnTo>
                <a:lnTo>
                  <a:pt x="228961" y="41377"/>
                </a:lnTo>
                <a:lnTo>
                  <a:pt x="228062" y="41861"/>
                </a:lnTo>
                <a:lnTo>
                  <a:pt x="227180" y="42369"/>
                </a:lnTo>
                <a:lnTo>
                  <a:pt x="226315" y="42902"/>
                </a:lnTo>
                <a:lnTo>
                  <a:pt x="225468" y="43461"/>
                </a:lnTo>
                <a:lnTo>
                  <a:pt x="224637" y="44043"/>
                </a:lnTo>
                <a:lnTo>
                  <a:pt x="223830" y="44647"/>
                </a:lnTo>
                <a:lnTo>
                  <a:pt x="223051" y="45268"/>
                </a:lnTo>
                <a:lnTo>
                  <a:pt x="222302" y="45906"/>
                </a:lnTo>
                <a:lnTo>
                  <a:pt x="221581" y="46561"/>
                </a:lnTo>
                <a:lnTo>
                  <a:pt x="220889" y="47233"/>
                </a:lnTo>
                <a:lnTo>
                  <a:pt x="220227" y="47922"/>
                </a:lnTo>
                <a:lnTo>
                  <a:pt x="219593" y="48628"/>
                </a:lnTo>
                <a:lnTo>
                  <a:pt x="218988" y="49352"/>
                </a:lnTo>
                <a:lnTo>
                  <a:pt x="218412" y="50093"/>
                </a:lnTo>
                <a:lnTo>
                  <a:pt x="217865" y="50850"/>
                </a:lnTo>
                <a:lnTo>
                  <a:pt x="217347" y="51625"/>
                </a:lnTo>
                <a:lnTo>
                  <a:pt x="216858" y="52417"/>
                </a:lnTo>
                <a:lnTo>
                  <a:pt x="216397" y="53226"/>
                </a:lnTo>
                <a:lnTo>
                  <a:pt x="215966" y="54053"/>
                </a:lnTo>
                <a:lnTo>
                  <a:pt x="215564" y="54896"/>
                </a:lnTo>
                <a:lnTo>
                  <a:pt x="215190" y="55757"/>
                </a:lnTo>
                <a:lnTo>
                  <a:pt x="214845" y="56634"/>
                </a:lnTo>
                <a:lnTo>
                  <a:pt x="214530" y="57529"/>
                </a:lnTo>
                <a:lnTo>
                  <a:pt x="214243" y="58441"/>
                </a:lnTo>
                <a:lnTo>
                  <a:pt x="213985" y="59370"/>
                </a:lnTo>
                <a:lnTo>
                  <a:pt x="213757" y="60316"/>
                </a:lnTo>
                <a:lnTo>
                  <a:pt x="213557" y="61280"/>
                </a:lnTo>
                <a:lnTo>
                  <a:pt x="213386" y="62260"/>
                </a:lnTo>
                <a:lnTo>
                  <a:pt x="213244" y="63258"/>
                </a:lnTo>
                <a:lnTo>
                  <a:pt x="228548" y="63258"/>
                </a:lnTo>
                <a:lnTo>
                  <a:pt x="228627" y="62766"/>
                </a:lnTo>
                <a:lnTo>
                  <a:pt x="228722" y="62283"/>
                </a:lnTo>
                <a:lnTo>
                  <a:pt x="228835" y="61808"/>
                </a:lnTo>
                <a:lnTo>
                  <a:pt x="228963" y="61342"/>
                </a:lnTo>
                <a:lnTo>
                  <a:pt x="229109" y="60885"/>
                </a:lnTo>
                <a:lnTo>
                  <a:pt x="229271" y="60436"/>
                </a:lnTo>
                <a:lnTo>
                  <a:pt x="229449" y="59995"/>
                </a:lnTo>
                <a:lnTo>
                  <a:pt x="229644" y="59564"/>
                </a:lnTo>
                <a:lnTo>
                  <a:pt x="229855" y="59140"/>
                </a:lnTo>
                <a:lnTo>
                  <a:pt x="230083" y="58726"/>
                </a:lnTo>
                <a:lnTo>
                  <a:pt x="230327" y="58320"/>
                </a:lnTo>
                <a:lnTo>
                  <a:pt x="230588" y="57922"/>
                </a:lnTo>
                <a:lnTo>
                  <a:pt x="230866" y="57533"/>
                </a:lnTo>
                <a:lnTo>
                  <a:pt x="231160" y="57153"/>
                </a:lnTo>
                <a:lnTo>
                  <a:pt x="231470" y="56781"/>
                </a:lnTo>
                <a:lnTo>
                  <a:pt x="231797" y="56418"/>
                </a:lnTo>
                <a:lnTo>
                  <a:pt x="232141" y="56063"/>
                </a:lnTo>
                <a:lnTo>
                  <a:pt x="232501" y="55717"/>
                </a:lnTo>
                <a:lnTo>
                  <a:pt x="232878" y="55380"/>
                </a:lnTo>
                <a:lnTo>
                  <a:pt x="233271" y="55051"/>
                </a:lnTo>
                <a:lnTo>
                  <a:pt x="233680" y="54730"/>
                </a:lnTo>
                <a:lnTo>
                  <a:pt x="234107" y="54418"/>
                </a:lnTo>
                <a:lnTo>
                  <a:pt x="234549" y="54115"/>
                </a:lnTo>
                <a:lnTo>
                  <a:pt x="235008" y="53820"/>
                </a:lnTo>
                <a:lnTo>
                  <a:pt x="235481" y="53536"/>
                </a:lnTo>
                <a:lnTo>
                  <a:pt x="235963" y="53263"/>
                </a:lnTo>
                <a:lnTo>
                  <a:pt x="236454" y="53003"/>
                </a:lnTo>
                <a:lnTo>
                  <a:pt x="236955" y="52755"/>
                </a:lnTo>
                <a:lnTo>
                  <a:pt x="237465" y="52519"/>
                </a:lnTo>
                <a:lnTo>
                  <a:pt x="237985" y="52295"/>
                </a:lnTo>
                <a:lnTo>
                  <a:pt x="238514" y="52083"/>
                </a:lnTo>
                <a:lnTo>
                  <a:pt x="239052" y="51883"/>
                </a:lnTo>
                <a:lnTo>
                  <a:pt x="239600" y="51695"/>
                </a:lnTo>
                <a:lnTo>
                  <a:pt x="240158" y="51520"/>
                </a:lnTo>
                <a:lnTo>
                  <a:pt x="240724" y="51356"/>
                </a:lnTo>
                <a:lnTo>
                  <a:pt x="241301" y="51205"/>
                </a:lnTo>
                <a:lnTo>
                  <a:pt x="241887" y="51066"/>
                </a:lnTo>
                <a:lnTo>
                  <a:pt x="242482" y="50939"/>
                </a:lnTo>
                <a:lnTo>
                  <a:pt x="243086" y="50824"/>
                </a:lnTo>
                <a:lnTo>
                  <a:pt x="243700" y="50721"/>
                </a:lnTo>
                <a:lnTo>
                  <a:pt x="244324" y="50630"/>
                </a:lnTo>
                <a:lnTo>
                  <a:pt x="244957" y="50551"/>
                </a:lnTo>
                <a:lnTo>
                  <a:pt x="245599" y="50484"/>
                </a:lnTo>
                <a:lnTo>
                  <a:pt x="246251" y="50430"/>
                </a:lnTo>
                <a:lnTo>
                  <a:pt x="246912" y="50388"/>
                </a:lnTo>
                <a:lnTo>
                  <a:pt x="247583" y="50357"/>
                </a:lnTo>
                <a:lnTo>
                  <a:pt x="248263" y="50339"/>
                </a:lnTo>
                <a:lnTo>
                  <a:pt x="248953" y="50333"/>
                </a:lnTo>
                <a:lnTo>
                  <a:pt x="249739" y="50341"/>
                </a:lnTo>
                <a:lnTo>
                  <a:pt x="250510" y="50366"/>
                </a:lnTo>
                <a:lnTo>
                  <a:pt x="251266" y="50406"/>
                </a:lnTo>
                <a:lnTo>
                  <a:pt x="252007" y="50463"/>
                </a:lnTo>
                <a:lnTo>
                  <a:pt x="252732" y="50536"/>
                </a:lnTo>
                <a:lnTo>
                  <a:pt x="253443" y="50626"/>
                </a:lnTo>
                <a:lnTo>
                  <a:pt x="254139" y="50731"/>
                </a:lnTo>
                <a:lnTo>
                  <a:pt x="254819" y="50853"/>
                </a:lnTo>
                <a:lnTo>
                  <a:pt x="255485" y="50991"/>
                </a:lnTo>
                <a:lnTo>
                  <a:pt x="256136" y="51145"/>
                </a:lnTo>
                <a:lnTo>
                  <a:pt x="256771" y="51316"/>
                </a:lnTo>
                <a:lnTo>
                  <a:pt x="257392" y="51503"/>
                </a:lnTo>
                <a:lnTo>
                  <a:pt x="257997" y="51706"/>
                </a:lnTo>
                <a:lnTo>
                  <a:pt x="258587" y="51925"/>
                </a:lnTo>
                <a:lnTo>
                  <a:pt x="259162" y="52161"/>
                </a:lnTo>
                <a:lnTo>
                  <a:pt x="259723" y="52412"/>
                </a:lnTo>
                <a:lnTo>
                  <a:pt x="260268" y="52680"/>
                </a:lnTo>
                <a:lnTo>
                  <a:pt x="260798" y="52965"/>
                </a:lnTo>
                <a:lnTo>
                  <a:pt x="261313" y="53265"/>
                </a:lnTo>
                <a:lnTo>
                  <a:pt x="261813" y="53582"/>
                </a:lnTo>
                <a:lnTo>
                  <a:pt x="262298" y="53915"/>
                </a:lnTo>
                <a:lnTo>
                  <a:pt x="262768" y="54264"/>
                </a:lnTo>
                <a:lnTo>
                  <a:pt x="263223" y="54630"/>
                </a:lnTo>
                <a:lnTo>
                  <a:pt x="263662" y="55011"/>
                </a:lnTo>
                <a:lnTo>
                  <a:pt x="264086" y="55408"/>
                </a:lnTo>
                <a:lnTo>
                  <a:pt x="264491" y="55818"/>
                </a:lnTo>
                <a:lnTo>
                  <a:pt x="264878" y="56243"/>
                </a:lnTo>
                <a:lnTo>
                  <a:pt x="265247" y="56681"/>
                </a:lnTo>
                <a:lnTo>
                  <a:pt x="265598" y="57133"/>
                </a:lnTo>
                <a:lnTo>
                  <a:pt x="265932" y="57599"/>
                </a:lnTo>
                <a:lnTo>
                  <a:pt x="266247" y="58079"/>
                </a:lnTo>
                <a:lnTo>
                  <a:pt x="266544" y="58573"/>
                </a:lnTo>
                <a:lnTo>
                  <a:pt x="266823" y="59080"/>
                </a:lnTo>
                <a:lnTo>
                  <a:pt x="267084" y="59602"/>
                </a:lnTo>
                <a:lnTo>
                  <a:pt x="267327" y="60137"/>
                </a:lnTo>
                <a:lnTo>
                  <a:pt x="267553" y="60686"/>
                </a:lnTo>
                <a:lnTo>
                  <a:pt x="267760" y="61249"/>
                </a:lnTo>
                <a:lnTo>
                  <a:pt x="267949" y="61826"/>
                </a:lnTo>
                <a:lnTo>
                  <a:pt x="268120" y="62417"/>
                </a:lnTo>
                <a:lnTo>
                  <a:pt x="268273" y="63022"/>
                </a:lnTo>
                <a:lnTo>
                  <a:pt x="268408" y="63640"/>
                </a:lnTo>
                <a:lnTo>
                  <a:pt x="268525" y="64273"/>
                </a:lnTo>
                <a:lnTo>
                  <a:pt x="268624" y="64919"/>
                </a:lnTo>
                <a:lnTo>
                  <a:pt x="268705" y="65579"/>
                </a:lnTo>
                <a:lnTo>
                  <a:pt x="268768" y="66253"/>
                </a:lnTo>
                <a:lnTo>
                  <a:pt x="268813" y="66941"/>
                </a:lnTo>
                <a:lnTo>
                  <a:pt x="268840" y="67643"/>
                </a:lnTo>
                <a:lnTo>
                  <a:pt x="268849" y="68359"/>
                </a:lnTo>
                <a:lnTo>
                  <a:pt x="268849" y="77710"/>
                </a:lnTo>
                <a:lnTo>
                  <a:pt x="239941" y="77710"/>
                </a:lnTo>
                <a:lnTo>
                  <a:pt x="238747" y="77723"/>
                </a:lnTo>
                <a:lnTo>
                  <a:pt x="237573" y="77762"/>
                </a:lnTo>
                <a:lnTo>
                  <a:pt x="236420" y="77827"/>
                </a:lnTo>
                <a:lnTo>
                  <a:pt x="235288" y="77918"/>
                </a:lnTo>
                <a:lnTo>
                  <a:pt x="234176" y="78035"/>
                </a:lnTo>
                <a:lnTo>
                  <a:pt x="233085" y="78178"/>
                </a:lnTo>
                <a:lnTo>
                  <a:pt x="232015" y="78347"/>
                </a:lnTo>
                <a:lnTo>
                  <a:pt x="230966" y="78542"/>
                </a:lnTo>
                <a:lnTo>
                  <a:pt x="229937" y="78763"/>
                </a:lnTo>
                <a:lnTo>
                  <a:pt x="228928" y="79010"/>
                </a:lnTo>
                <a:lnTo>
                  <a:pt x="227941" y="79282"/>
                </a:lnTo>
                <a:lnTo>
                  <a:pt x="226974" y="79581"/>
                </a:lnTo>
                <a:lnTo>
                  <a:pt x="226028" y="79906"/>
                </a:lnTo>
                <a:lnTo>
                  <a:pt x="225102" y="80257"/>
                </a:lnTo>
                <a:lnTo>
                  <a:pt x="224197" y="80634"/>
                </a:lnTo>
                <a:lnTo>
                  <a:pt x="223313" y="81036"/>
                </a:lnTo>
                <a:lnTo>
                  <a:pt x="222449" y="81465"/>
                </a:lnTo>
                <a:lnTo>
                  <a:pt x="221606" y="81920"/>
                </a:lnTo>
                <a:lnTo>
                  <a:pt x="220784" y="82400"/>
                </a:lnTo>
                <a:lnTo>
                  <a:pt x="219982" y="82907"/>
                </a:lnTo>
                <a:lnTo>
                  <a:pt x="219201" y="83440"/>
                </a:lnTo>
                <a:lnTo>
                  <a:pt x="218441" y="83998"/>
                </a:lnTo>
                <a:lnTo>
                  <a:pt x="217702" y="84583"/>
                </a:lnTo>
                <a:lnTo>
                  <a:pt x="216983" y="85194"/>
                </a:lnTo>
                <a:lnTo>
                  <a:pt x="216289" y="85827"/>
                </a:lnTo>
                <a:lnTo>
                  <a:pt x="215625" y="86480"/>
                </a:lnTo>
                <a:lnTo>
                  <a:pt x="214990" y="87152"/>
                </a:lnTo>
                <a:lnTo>
                  <a:pt x="214385" y="87844"/>
                </a:lnTo>
                <a:lnTo>
                  <a:pt x="213810" y="88555"/>
                </a:lnTo>
                <a:lnTo>
                  <a:pt x="213264" y="89286"/>
                </a:lnTo>
                <a:lnTo>
                  <a:pt x="212747" y="90036"/>
                </a:lnTo>
                <a:lnTo>
                  <a:pt x="212260" y="90806"/>
                </a:lnTo>
                <a:lnTo>
                  <a:pt x="211803" y="91595"/>
                </a:lnTo>
                <a:lnTo>
                  <a:pt x="211375" y="92404"/>
                </a:lnTo>
                <a:lnTo>
                  <a:pt x="210976" y="93232"/>
                </a:lnTo>
                <a:lnTo>
                  <a:pt x="210607" y="94079"/>
                </a:lnTo>
                <a:lnTo>
                  <a:pt x="210268" y="94947"/>
                </a:lnTo>
                <a:lnTo>
                  <a:pt x="209958" y="95833"/>
                </a:lnTo>
                <a:lnTo>
                  <a:pt x="209678" y="96739"/>
                </a:lnTo>
                <a:lnTo>
                  <a:pt x="209427" y="97665"/>
                </a:lnTo>
                <a:lnTo>
                  <a:pt x="209205" y="98610"/>
                </a:lnTo>
                <a:lnTo>
                  <a:pt x="209014" y="99574"/>
                </a:lnTo>
                <a:lnTo>
                  <a:pt x="208851" y="100558"/>
                </a:lnTo>
                <a:lnTo>
                  <a:pt x="208718" y="101562"/>
                </a:lnTo>
                <a:lnTo>
                  <a:pt x="208615" y="102584"/>
                </a:lnTo>
                <a:lnTo>
                  <a:pt x="208541" y="103627"/>
                </a:lnTo>
                <a:lnTo>
                  <a:pt x="208497" y="104689"/>
                </a:lnTo>
                <a:lnTo>
                  <a:pt x="208482" y="105770"/>
                </a:lnTo>
                <a:lnTo>
                  <a:pt x="208497" y="106838"/>
                </a:lnTo>
                <a:lnTo>
                  <a:pt x="208541" y="107887"/>
                </a:lnTo>
                <a:lnTo>
                  <a:pt x="208615" y="108917"/>
                </a:lnTo>
                <a:lnTo>
                  <a:pt x="208718" y="109929"/>
                </a:lnTo>
                <a:lnTo>
                  <a:pt x="208851" y="110923"/>
                </a:lnTo>
                <a:lnTo>
                  <a:pt x="209014" y="111897"/>
                </a:lnTo>
                <a:lnTo>
                  <a:pt x="209205" y="112854"/>
                </a:lnTo>
                <a:lnTo>
                  <a:pt x="209427" y="113791"/>
                </a:lnTo>
                <a:lnTo>
                  <a:pt x="209678" y="114710"/>
                </a:lnTo>
                <a:lnTo>
                  <a:pt x="209958" y="115610"/>
                </a:lnTo>
                <a:lnTo>
                  <a:pt x="210268" y="116492"/>
                </a:lnTo>
                <a:lnTo>
                  <a:pt x="210607" y="117355"/>
                </a:lnTo>
                <a:lnTo>
                  <a:pt x="210976" y="118200"/>
                </a:lnTo>
                <a:lnTo>
                  <a:pt x="211375" y="119025"/>
                </a:lnTo>
                <a:lnTo>
                  <a:pt x="211803" y="119833"/>
                </a:lnTo>
                <a:lnTo>
                  <a:pt x="212260" y="120621"/>
                </a:lnTo>
                <a:lnTo>
                  <a:pt x="212747" y="121391"/>
                </a:lnTo>
                <a:lnTo>
                  <a:pt x="213264" y="122143"/>
                </a:lnTo>
                <a:lnTo>
                  <a:pt x="213810" y="122876"/>
                </a:lnTo>
                <a:lnTo>
                  <a:pt x="214385" y="123590"/>
                </a:lnTo>
                <a:lnTo>
                  <a:pt x="214990" y="124286"/>
                </a:lnTo>
                <a:lnTo>
                  <a:pt x="215625" y="124963"/>
                </a:lnTo>
                <a:lnTo>
                  <a:pt x="216289" y="125621"/>
                </a:lnTo>
                <a:lnTo>
                  <a:pt x="216983" y="126261"/>
                </a:lnTo>
                <a:lnTo>
                  <a:pt x="217702" y="126878"/>
                </a:lnTo>
                <a:lnTo>
                  <a:pt x="218444" y="127469"/>
                </a:lnTo>
                <a:lnTo>
                  <a:pt x="219207" y="128034"/>
                </a:lnTo>
                <a:lnTo>
                  <a:pt x="219992" y="128573"/>
                </a:lnTo>
                <a:lnTo>
                  <a:pt x="220799" y="129085"/>
                </a:lnTo>
                <a:lnTo>
                  <a:pt x="221627" y="129571"/>
                </a:lnTo>
                <a:lnTo>
                  <a:pt x="222478" y="130031"/>
                </a:lnTo>
                <a:lnTo>
                  <a:pt x="223351" y="130464"/>
                </a:lnTo>
                <a:lnTo>
                  <a:pt x="224245" y="130872"/>
                </a:lnTo>
                <a:lnTo>
                  <a:pt x="225161" y="131253"/>
                </a:lnTo>
                <a:lnTo>
                  <a:pt x="226099" y="131607"/>
                </a:lnTo>
                <a:lnTo>
                  <a:pt x="227059" y="131936"/>
                </a:lnTo>
                <a:lnTo>
                  <a:pt x="228040" y="132238"/>
                </a:lnTo>
                <a:lnTo>
                  <a:pt x="229044" y="132514"/>
                </a:lnTo>
                <a:lnTo>
                  <a:pt x="230069" y="132763"/>
                </a:lnTo>
                <a:lnTo>
                  <a:pt x="231117" y="132987"/>
                </a:lnTo>
                <a:lnTo>
                  <a:pt x="232186" y="133184"/>
                </a:lnTo>
                <a:lnTo>
                  <a:pt x="233277" y="133354"/>
                </a:lnTo>
                <a:lnTo>
                  <a:pt x="234389" y="133499"/>
                </a:lnTo>
                <a:lnTo>
                  <a:pt x="235524" y="133617"/>
                </a:lnTo>
                <a:lnTo>
                  <a:pt x="236681" y="133709"/>
                </a:lnTo>
                <a:lnTo>
                  <a:pt x="237859" y="133775"/>
                </a:lnTo>
                <a:lnTo>
                  <a:pt x="239059" y="133814"/>
                </a:lnTo>
                <a:lnTo>
                  <a:pt x="240281" y="133827"/>
                </a:lnTo>
                <a:lnTo>
                  <a:pt x="241363" y="133817"/>
                </a:lnTo>
                <a:lnTo>
                  <a:pt x="242427" y="133786"/>
                </a:lnTo>
                <a:lnTo>
                  <a:pt x="243473" y="133734"/>
                </a:lnTo>
                <a:lnTo>
                  <a:pt x="244501" y="133662"/>
                </a:lnTo>
                <a:lnTo>
                  <a:pt x="245511" y="133569"/>
                </a:lnTo>
                <a:lnTo>
                  <a:pt x="246503" y="133455"/>
                </a:lnTo>
                <a:lnTo>
                  <a:pt x="247477" y="133321"/>
                </a:lnTo>
                <a:lnTo>
                  <a:pt x="248433" y="133166"/>
                </a:lnTo>
                <a:lnTo>
                  <a:pt x="249371" y="132991"/>
                </a:lnTo>
                <a:lnTo>
                  <a:pt x="250291" y="132794"/>
                </a:lnTo>
                <a:lnTo>
                  <a:pt x="251193" y="132577"/>
                </a:lnTo>
                <a:lnTo>
                  <a:pt x="252077" y="132340"/>
                </a:lnTo>
                <a:lnTo>
                  <a:pt x="252943" y="132082"/>
                </a:lnTo>
                <a:lnTo>
                  <a:pt x="253791" y="131803"/>
                </a:lnTo>
                <a:lnTo>
                  <a:pt x="254621" y="131503"/>
                </a:lnTo>
                <a:lnTo>
                  <a:pt x="255433" y="131183"/>
                </a:lnTo>
                <a:lnTo>
                  <a:pt x="256227" y="130842"/>
                </a:lnTo>
                <a:lnTo>
                  <a:pt x="257003" y="130480"/>
                </a:lnTo>
                <a:lnTo>
                  <a:pt x="257761" y="130098"/>
                </a:lnTo>
                <a:lnTo>
                  <a:pt x="258501" y="129695"/>
                </a:lnTo>
                <a:lnTo>
                  <a:pt x="259223" y="129272"/>
                </a:lnTo>
                <a:lnTo>
                  <a:pt x="259927" y="128828"/>
                </a:lnTo>
                <a:lnTo>
                  <a:pt x="260613" y="128363"/>
                </a:lnTo>
                <a:lnTo>
                  <a:pt x="261280" y="127877"/>
                </a:lnTo>
                <a:lnTo>
                  <a:pt x="261926" y="127374"/>
                </a:lnTo>
                <a:lnTo>
                  <a:pt x="262544" y="126856"/>
                </a:lnTo>
                <a:lnTo>
                  <a:pt x="263134" y="126323"/>
                </a:lnTo>
                <a:lnTo>
                  <a:pt x="263697" y="125775"/>
                </a:lnTo>
                <a:lnTo>
                  <a:pt x="264232" y="125213"/>
                </a:lnTo>
                <a:lnTo>
                  <a:pt x="264741" y="124636"/>
                </a:lnTo>
                <a:lnTo>
                  <a:pt x="265221" y="124044"/>
                </a:lnTo>
                <a:lnTo>
                  <a:pt x="265674" y="123437"/>
                </a:lnTo>
                <a:lnTo>
                  <a:pt x="266100" y="122815"/>
                </a:lnTo>
                <a:lnTo>
                  <a:pt x="266498" y="122179"/>
                </a:lnTo>
                <a:lnTo>
                  <a:pt x="266869" y="121528"/>
                </a:lnTo>
                <a:lnTo>
                  <a:pt x="267212" y="120863"/>
                </a:lnTo>
                <a:lnTo>
                  <a:pt x="267528" y="120182"/>
                </a:lnTo>
                <a:lnTo>
                  <a:pt x="267816" y="119487"/>
                </a:lnTo>
                <a:lnTo>
                  <a:pt x="268077" y="118777"/>
                </a:lnTo>
                <a:lnTo>
                  <a:pt x="268310" y="118052"/>
                </a:lnTo>
                <a:lnTo>
                  <a:pt x="268516" y="117312"/>
                </a:lnTo>
                <a:lnTo>
                  <a:pt x="268695" y="116558"/>
                </a:lnTo>
                <a:lnTo>
                  <a:pt x="268846" y="115789"/>
                </a:lnTo>
                <a:lnTo>
                  <a:pt x="268970" y="115005"/>
                </a:lnTo>
                <a:lnTo>
                  <a:pt x="269058" y="114273"/>
                </a:lnTo>
                <a:lnTo>
                  <a:pt x="269189" y="114273"/>
                </a:lnTo>
                <a:lnTo>
                  <a:pt x="269189" y="132128"/>
                </a:lnTo>
                <a:lnTo>
                  <a:pt x="284153" y="132128"/>
                </a:lnTo>
                <a:lnTo>
                  <a:pt x="284153" y="67848"/>
                </a:lnTo>
                <a:close/>
                <a:moveTo>
                  <a:pt x="240964" y="121629"/>
                </a:moveTo>
                <a:lnTo>
                  <a:pt x="240236" y="121558"/>
                </a:lnTo>
                <a:lnTo>
                  <a:pt x="239522" y="121472"/>
                </a:lnTo>
                <a:lnTo>
                  <a:pt x="238822" y="121371"/>
                </a:lnTo>
                <a:lnTo>
                  <a:pt x="238137" y="121253"/>
                </a:lnTo>
                <a:lnTo>
                  <a:pt x="237466" y="121120"/>
                </a:lnTo>
                <a:lnTo>
                  <a:pt x="236810" y="120972"/>
                </a:lnTo>
                <a:lnTo>
                  <a:pt x="236168" y="120808"/>
                </a:lnTo>
                <a:lnTo>
                  <a:pt x="235541" y="120628"/>
                </a:lnTo>
                <a:lnTo>
                  <a:pt x="234928" y="120432"/>
                </a:lnTo>
                <a:lnTo>
                  <a:pt x="234330" y="120221"/>
                </a:lnTo>
                <a:lnTo>
                  <a:pt x="233746" y="119994"/>
                </a:lnTo>
                <a:lnTo>
                  <a:pt x="233177" y="119752"/>
                </a:lnTo>
                <a:lnTo>
                  <a:pt x="232622" y="119494"/>
                </a:lnTo>
                <a:lnTo>
                  <a:pt x="232081" y="119220"/>
                </a:lnTo>
                <a:lnTo>
                  <a:pt x="231555" y="118931"/>
                </a:lnTo>
                <a:lnTo>
                  <a:pt x="231043" y="118626"/>
                </a:lnTo>
                <a:lnTo>
                  <a:pt x="230546" y="118305"/>
                </a:lnTo>
                <a:lnTo>
                  <a:pt x="230064" y="117969"/>
                </a:lnTo>
                <a:lnTo>
                  <a:pt x="229595" y="117617"/>
                </a:lnTo>
                <a:lnTo>
                  <a:pt x="229142" y="117249"/>
                </a:lnTo>
                <a:lnTo>
                  <a:pt x="228705" y="116868"/>
                </a:lnTo>
                <a:lnTo>
                  <a:pt x="228286" y="116475"/>
                </a:lnTo>
                <a:lnTo>
                  <a:pt x="227887" y="116071"/>
                </a:lnTo>
                <a:lnTo>
                  <a:pt x="227505" y="115655"/>
                </a:lnTo>
                <a:lnTo>
                  <a:pt x="227143" y="115227"/>
                </a:lnTo>
                <a:lnTo>
                  <a:pt x="226799" y="114789"/>
                </a:lnTo>
                <a:lnTo>
                  <a:pt x="226473" y="114338"/>
                </a:lnTo>
                <a:lnTo>
                  <a:pt x="226166" y="113876"/>
                </a:lnTo>
                <a:lnTo>
                  <a:pt x="225878" y="113403"/>
                </a:lnTo>
                <a:lnTo>
                  <a:pt x="225609" y="112918"/>
                </a:lnTo>
                <a:lnTo>
                  <a:pt x="225358" y="112421"/>
                </a:lnTo>
                <a:lnTo>
                  <a:pt x="225125" y="111913"/>
                </a:lnTo>
                <a:lnTo>
                  <a:pt x="224911" y="111394"/>
                </a:lnTo>
                <a:lnTo>
                  <a:pt x="224716" y="110863"/>
                </a:lnTo>
                <a:lnTo>
                  <a:pt x="224539" y="110320"/>
                </a:lnTo>
                <a:lnTo>
                  <a:pt x="224381" y="109766"/>
                </a:lnTo>
                <a:lnTo>
                  <a:pt x="224242" y="109200"/>
                </a:lnTo>
                <a:lnTo>
                  <a:pt x="224121" y="108623"/>
                </a:lnTo>
                <a:lnTo>
                  <a:pt x="224019" y="108035"/>
                </a:lnTo>
                <a:lnTo>
                  <a:pt x="223935" y="107435"/>
                </a:lnTo>
                <a:lnTo>
                  <a:pt x="223870" y="106823"/>
                </a:lnTo>
                <a:lnTo>
                  <a:pt x="223823" y="106200"/>
                </a:lnTo>
                <a:lnTo>
                  <a:pt x="223795" y="105565"/>
                </a:lnTo>
                <a:lnTo>
                  <a:pt x="223786" y="104919"/>
                </a:lnTo>
                <a:lnTo>
                  <a:pt x="223794" y="104315"/>
                </a:lnTo>
                <a:lnTo>
                  <a:pt x="223817" y="103722"/>
                </a:lnTo>
                <a:lnTo>
                  <a:pt x="223855" y="103139"/>
                </a:lnTo>
                <a:lnTo>
                  <a:pt x="223909" y="102567"/>
                </a:lnTo>
                <a:lnTo>
                  <a:pt x="223978" y="102005"/>
                </a:lnTo>
                <a:lnTo>
                  <a:pt x="224063" y="101454"/>
                </a:lnTo>
                <a:lnTo>
                  <a:pt x="224162" y="100914"/>
                </a:lnTo>
                <a:lnTo>
                  <a:pt x="224277" y="100385"/>
                </a:lnTo>
                <a:lnTo>
                  <a:pt x="224408" y="99866"/>
                </a:lnTo>
                <a:lnTo>
                  <a:pt x="224554" y="99357"/>
                </a:lnTo>
                <a:lnTo>
                  <a:pt x="224715" y="98860"/>
                </a:lnTo>
                <a:lnTo>
                  <a:pt x="224892" y="98372"/>
                </a:lnTo>
                <a:lnTo>
                  <a:pt x="225083" y="97896"/>
                </a:lnTo>
                <a:lnTo>
                  <a:pt x="225291" y="97430"/>
                </a:lnTo>
                <a:lnTo>
                  <a:pt x="225513" y="96975"/>
                </a:lnTo>
                <a:lnTo>
                  <a:pt x="225751" y="96530"/>
                </a:lnTo>
                <a:lnTo>
                  <a:pt x="226005" y="96097"/>
                </a:lnTo>
                <a:lnTo>
                  <a:pt x="226273" y="95673"/>
                </a:lnTo>
                <a:lnTo>
                  <a:pt x="226557" y="95261"/>
                </a:lnTo>
                <a:lnTo>
                  <a:pt x="226857" y="94859"/>
                </a:lnTo>
                <a:lnTo>
                  <a:pt x="227171" y="94467"/>
                </a:lnTo>
                <a:lnTo>
                  <a:pt x="227501" y="94086"/>
                </a:lnTo>
                <a:lnTo>
                  <a:pt x="227847" y="93716"/>
                </a:lnTo>
                <a:lnTo>
                  <a:pt x="228208" y="93357"/>
                </a:lnTo>
                <a:lnTo>
                  <a:pt x="228582" y="93010"/>
                </a:lnTo>
                <a:lnTo>
                  <a:pt x="228967" y="92678"/>
                </a:lnTo>
                <a:lnTo>
                  <a:pt x="229363" y="92360"/>
                </a:lnTo>
                <a:lnTo>
                  <a:pt x="229771" y="92057"/>
                </a:lnTo>
                <a:lnTo>
                  <a:pt x="230190" y="91769"/>
                </a:lnTo>
                <a:lnTo>
                  <a:pt x="230620" y="91496"/>
                </a:lnTo>
                <a:lnTo>
                  <a:pt x="231062" y="91238"/>
                </a:lnTo>
                <a:lnTo>
                  <a:pt x="231514" y="90994"/>
                </a:lnTo>
                <a:lnTo>
                  <a:pt x="231978" y="90765"/>
                </a:lnTo>
                <a:lnTo>
                  <a:pt x="232453" y="90551"/>
                </a:lnTo>
                <a:lnTo>
                  <a:pt x="232939" y="90352"/>
                </a:lnTo>
                <a:lnTo>
                  <a:pt x="233437" y="90167"/>
                </a:lnTo>
                <a:lnTo>
                  <a:pt x="233945" y="89997"/>
                </a:lnTo>
                <a:lnTo>
                  <a:pt x="234465" y="89842"/>
                </a:lnTo>
                <a:lnTo>
                  <a:pt x="234996" y="89702"/>
                </a:lnTo>
                <a:lnTo>
                  <a:pt x="235539" y="89577"/>
                </a:lnTo>
                <a:lnTo>
                  <a:pt x="236092" y="89466"/>
                </a:lnTo>
                <a:lnTo>
                  <a:pt x="236657" y="89370"/>
                </a:lnTo>
                <a:lnTo>
                  <a:pt x="237233" y="89289"/>
                </a:lnTo>
                <a:lnTo>
                  <a:pt x="237820" y="89222"/>
                </a:lnTo>
                <a:lnTo>
                  <a:pt x="238419" y="89170"/>
                </a:lnTo>
                <a:lnTo>
                  <a:pt x="239028" y="89134"/>
                </a:lnTo>
                <a:lnTo>
                  <a:pt x="239649" y="89111"/>
                </a:lnTo>
                <a:lnTo>
                  <a:pt x="240281" y="89104"/>
                </a:lnTo>
                <a:lnTo>
                  <a:pt x="268849" y="89104"/>
                </a:lnTo>
                <a:lnTo>
                  <a:pt x="268849" y="102368"/>
                </a:lnTo>
                <a:lnTo>
                  <a:pt x="268837" y="103072"/>
                </a:lnTo>
                <a:lnTo>
                  <a:pt x="268801" y="103764"/>
                </a:lnTo>
                <a:lnTo>
                  <a:pt x="268740" y="104446"/>
                </a:lnTo>
                <a:lnTo>
                  <a:pt x="268656" y="105118"/>
                </a:lnTo>
                <a:lnTo>
                  <a:pt x="268547" y="105778"/>
                </a:lnTo>
                <a:lnTo>
                  <a:pt x="268414" y="106429"/>
                </a:lnTo>
                <a:lnTo>
                  <a:pt x="268256" y="107068"/>
                </a:lnTo>
                <a:lnTo>
                  <a:pt x="268075" y="107697"/>
                </a:lnTo>
                <a:lnTo>
                  <a:pt x="267869" y="108315"/>
                </a:lnTo>
                <a:lnTo>
                  <a:pt x="267639" y="108923"/>
                </a:lnTo>
                <a:lnTo>
                  <a:pt x="267385" y="109520"/>
                </a:lnTo>
                <a:lnTo>
                  <a:pt x="267106" y="110106"/>
                </a:lnTo>
                <a:lnTo>
                  <a:pt x="266804" y="110682"/>
                </a:lnTo>
                <a:lnTo>
                  <a:pt x="266477" y="111247"/>
                </a:lnTo>
                <a:lnTo>
                  <a:pt x="266126" y="111801"/>
                </a:lnTo>
                <a:lnTo>
                  <a:pt x="265751" y="112345"/>
                </a:lnTo>
                <a:lnTo>
                  <a:pt x="265351" y="112878"/>
                </a:lnTo>
                <a:lnTo>
                  <a:pt x="264928" y="113401"/>
                </a:lnTo>
                <a:lnTo>
                  <a:pt x="264480" y="113913"/>
                </a:lnTo>
                <a:lnTo>
                  <a:pt x="264008" y="114414"/>
                </a:lnTo>
                <a:lnTo>
                  <a:pt x="263511" y="114904"/>
                </a:lnTo>
                <a:lnTo>
                  <a:pt x="262991" y="115384"/>
                </a:lnTo>
                <a:lnTo>
                  <a:pt x="262446" y="115854"/>
                </a:lnTo>
                <a:lnTo>
                  <a:pt x="261877" y="116313"/>
                </a:lnTo>
                <a:lnTo>
                  <a:pt x="261289" y="116757"/>
                </a:lnTo>
                <a:lnTo>
                  <a:pt x="260688" y="117182"/>
                </a:lnTo>
                <a:lnTo>
                  <a:pt x="260073" y="117588"/>
                </a:lnTo>
                <a:lnTo>
                  <a:pt x="259445" y="117975"/>
                </a:lnTo>
                <a:lnTo>
                  <a:pt x="258802" y="118344"/>
                </a:lnTo>
                <a:lnTo>
                  <a:pt x="258147" y="118693"/>
                </a:lnTo>
                <a:lnTo>
                  <a:pt x="257477" y="119024"/>
                </a:lnTo>
                <a:lnTo>
                  <a:pt x="256795" y="119335"/>
                </a:lnTo>
                <a:lnTo>
                  <a:pt x="256098" y="119628"/>
                </a:lnTo>
                <a:lnTo>
                  <a:pt x="255388" y="119902"/>
                </a:lnTo>
                <a:lnTo>
                  <a:pt x="254665" y="120157"/>
                </a:lnTo>
                <a:lnTo>
                  <a:pt x="253928" y="120394"/>
                </a:lnTo>
                <a:lnTo>
                  <a:pt x="253177" y="120611"/>
                </a:lnTo>
                <a:lnTo>
                  <a:pt x="252412" y="120809"/>
                </a:lnTo>
                <a:lnTo>
                  <a:pt x="251635" y="120989"/>
                </a:lnTo>
                <a:lnTo>
                  <a:pt x="250843" y="121149"/>
                </a:lnTo>
                <a:lnTo>
                  <a:pt x="250038" y="121291"/>
                </a:lnTo>
                <a:lnTo>
                  <a:pt x="249219" y="121414"/>
                </a:lnTo>
                <a:lnTo>
                  <a:pt x="248387" y="121518"/>
                </a:lnTo>
                <a:lnTo>
                  <a:pt x="247542" y="121603"/>
                </a:lnTo>
                <a:lnTo>
                  <a:pt x="246682" y="121669"/>
                </a:lnTo>
                <a:lnTo>
                  <a:pt x="245809" y="121716"/>
                </a:lnTo>
                <a:lnTo>
                  <a:pt x="244923" y="121744"/>
                </a:lnTo>
                <a:lnTo>
                  <a:pt x="244023" y="121754"/>
                </a:lnTo>
                <a:lnTo>
                  <a:pt x="243236" y="121746"/>
                </a:lnTo>
                <a:lnTo>
                  <a:pt x="242464" y="121723"/>
                </a:lnTo>
                <a:lnTo>
                  <a:pt x="241707" y="121683"/>
                </a:lnTo>
                <a:lnTo>
                  <a:pt x="240964" y="1216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783CA2-D5D5-4771-AA5E-76F15087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770" y="2439734"/>
            <a:ext cx="270151" cy="270151"/>
          </a:xfrm>
          <a:custGeom xmlns:a="http://schemas.openxmlformats.org/drawingml/2006/main">
            <a:pathLst>
              <a:path w="270151" h="270151">
                <a:moveTo>
                  <a:pt x="270151" y="134759"/>
                </a:moveTo>
                <a:cubicBezTo>
                  <a:pt x="270151" y="143746"/>
                  <a:pt x="269517" y="152733"/>
                  <a:pt x="267593" y="161063"/>
                </a:cubicBezTo>
                <a:cubicBezTo>
                  <a:pt x="265669" y="170050"/>
                  <a:pt x="263089" y="179037"/>
                  <a:pt x="259897" y="187390"/>
                </a:cubicBezTo>
                <a:cubicBezTo>
                  <a:pt x="256682" y="195087"/>
                  <a:pt x="252177" y="202783"/>
                  <a:pt x="247695" y="210480"/>
                </a:cubicBezTo>
                <a:cubicBezTo>
                  <a:pt x="242557" y="217543"/>
                  <a:pt x="236784" y="224605"/>
                  <a:pt x="230378" y="231012"/>
                </a:cubicBezTo>
                <a:cubicBezTo>
                  <a:pt x="223949" y="237441"/>
                  <a:pt x="216886" y="242557"/>
                  <a:pt x="209846" y="247695"/>
                </a:cubicBezTo>
                <a:cubicBezTo>
                  <a:pt x="202127" y="252834"/>
                  <a:pt x="194430" y="256682"/>
                  <a:pt x="186100" y="259897"/>
                </a:cubicBezTo>
                <a:cubicBezTo>
                  <a:pt x="178403" y="263745"/>
                  <a:pt x="169416" y="266303"/>
                  <a:pt x="161063" y="267593"/>
                </a:cubicBezTo>
                <a:cubicBezTo>
                  <a:pt x="152076" y="269517"/>
                  <a:pt x="143746" y="270151"/>
                  <a:pt x="134759" y="270151"/>
                </a:cubicBezTo>
                <a:cubicBezTo>
                  <a:pt x="125772" y="270151"/>
                  <a:pt x="116785" y="269517"/>
                  <a:pt x="108454" y="267593"/>
                </a:cubicBezTo>
                <a:cubicBezTo>
                  <a:pt x="99467" y="266303"/>
                  <a:pt x="91137" y="263745"/>
                  <a:pt x="82784" y="259897"/>
                </a:cubicBezTo>
                <a:cubicBezTo>
                  <a:pt x="75087" y="256682"/>
                  <a:pt x="67391" y="252834"/>
                  <a:pt x="59694" y="247695"/>
                </a:cubicBezTo>
                <a:cubicBezTo>
                  <a:pt x="52631" y="242557"/>
                  <a:pt x="45569" y="237441"/>
                  <a:pt x="39140" y="231012"/>
                </a:cubicBezTo>
                <a:cubicBezTo>
                  <a:pt x="32733" y="224605"/>
                  <a:pt x="27595" y="217543"/>
                  <a:pt x="22456" y="210480"/>
                </a:cubicBezTo>
                <a:cubicBezTo>
                  <a:pt x="17340" y="202783"/>
                  <a:pt x="13492" y="195087"/>
                  <a:pt x="10277" y="187390"/>
                </a:cubicBezTo>
                <a:cubicBezTo>
                  <a:pt x="6429" y="179037"/>
                  <a:pt x="3848" y="170050"/>
                  <a:pt x="2581" y="161063"/>
                </a:cubicBezTo>
                <a:cubicBezTo>
                  <a:pt x="656" y="152733"/>
                  <a:pt x="0" y="143746"/>
                  <a:pt x="0" y="134759"/>
                </a:cubicBezTo>
                <a:cubicBezTo>
                  <a:pt x="0" y="125772"/>
                  <a:pt x="656" y="117441"/>
                  <a:pt x="2581" y="108454"/>
                </a:cubicBezTo>
                <a:cubicBezTo>
                  <a:pt x="3848" y="100101"/>
                  <a:pt x="6429" y="91137"/>
                  <a:pt x="10277" y="83418"/>
                </a:cubicBezTo>
                <a:cubicBezTo>
                  <a:pt x="13492" y="75087"/>
                  <a:pt x="17340" y="67391"/>
                  <a:pt x="22456" y="59694"/>
                </a:cubicBezTo>
                <a:cubicBezTo>
                  <a:pt x="27595" y="52631"/>
                  <a:pt x="32733" y="45569"/>
                  <a:pt x="39140" y="39162"/>
                </a:cubicBezTo>
                <a:cubicBezTo>
                  <a:pt x="45569" y="33367"/>
                  <a:pt x="52631" y="27595"/>
                  <a:pt x="59694" y="22479"/>
                </a:cubicBezTo>
                <a:cubicBezTo>
                  <a:pt x="67391" y="17974"/>
                  <a:pt x="75087" y="13492"/>
                  <a:pt x="82784" y="10277"/>
                </a:cubicBezTo>
                <a:cubicBezTo>
                  <a:pt x="91137" y="7063"/>
                  <a:pt x="99467" y="4505"/>
                  <a:pt x="108454" y="2581"/>
                </a:cubicBezTo>
                <a:cubicBezTo>
                  <a:pt x="116785" y="656"/>
                  <a:pt x="125772" y="0"/>
                  <a:pt x="134759" y="0"/>
                </a:cubicBezTo>
                <a:cubicBezTo>
                  <a:pt x="143746" y="0"/>
                  <a:pt x="152076" y="656"/>
                  <a:pt x="161063" y="2581"/>
                </a:cubicBezTo>
                <a:cubicBezTo>
                  <a:pt x="169416" y="4505"/>
                  <a:pt x="178403" y="7063"/>
                  <a:pt x="186100" y="10277"/>
                </a:cubicBezTo>
                <a:cubicBezTo>
                  <a:pt x="194430" y="13492"/>
                  <a:pt x="202127" y="17974"/>
                  <a:pt x="209846" y="22479"/>
                </a:cubicBezTo>
                <a:cubicBezTo>
                  <a:pt x="216886" y="27595"/>
                  <a:pt x="223949" y="33367"/>
                  <a:pt x="230378" y="39162"/>
                </a:cubicBezTo>
                <a:cubicBezTo>
                  <a:pt x="236784" y="45569"/>
                  <a:pt x="242557" y="52631"/>
                  <a:pt x="247695" y="59694"/>
                </a:cubicBezTo>
                <a:cubicBezTo>
                  <a:pt x="252177" y="67391"/>
                  <a:pt x="256682" y="75087"/>
                  <a:pt x="259897" y="83418"/>
                </a:cubicBezTo>
                <a:cubicBezTo>
                  <a:pt x="263089" y="91137"/>
                  <a:pt x="265669" y="100101"/>
                  <a:pt x="267593" y="108454"/>
                </a:cubicBezTo>
                <a:cubicBezTo>
                  <a:pt x="269517" y="117441"/>
                  <a:pt x="270151" y="125772"/>
                  <a:pt x="270151" y="134759"/>
                </a:cubicBezTo>
                <a:close/>
              </a:path>
            </a:pathLst>
          </a:custGeom>
          <a:solidFill xmlns:a="http://schemas.openxmlformats.org/drawingml/2006/main">
            <a:srgbClr val="FF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24FBFD-EE68-4CD1-A523-41C7C61B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770" y="2439734"/>
            <a:ext cx="270151" cy="270151"/>
          </a:xfrm>
          <a:custGeom xmlns:a="http://schemas.openxmlformats.org/drawingml/2006/main">
            <a:pathLst>
              <a:path w="270151" h="270151" fill="none">
                <a:moveTo>
                  <a:pt x="270151" y="134759"/>
                </a:moveTo>
                <a:cubicBezTo>
                  <a:pt x="270151" y="143746"/>
                  <a:pt x="269517" y="152733"/>
                  <a:pt x="267593" y="161063"/>
                </a:cubicBezTo>
                <a:cubicBezTo>
                  <a:pt x="265669" y="170050"/>
                  <a:pt x="263089" y="179037"/>
                  <a:pt x="259897" y="187390"/>
                </a:cubicBezTo>
                <a:cubicBezTo>
                  <a:pt x="256682" y="195087"/>
                  <a:pt x="252177" y="202783"/>
                  <a:pt x="247695" y="210480"/>
                </a:cubicBezTo>
                <a:cubicBezTo>
                  <a:pt x="242557" y="217543"/>
                  <a:pt x="236784" y="224605"/>
                  <a:pt x="230378" y="231012"/>
                </a:cubicBezTo>
                <a:cubicBezTo>
                  <a:pt x="223949" y="237441"/>
                  <a:pt x="216886" y="242557"/>
                  <a:pt x="209846" y="247695"/>
                </a:cubicBezTo>
                <a:cubicBezTo>
                  <a:pt x="202127" y="252834"/>
                  <a:pt x="194430" y="256682"/>
                  <a:pt x="186100" y="259897"/>
                </a:cubicBezTo>
                <a:cubicBezTo>
                  <a:pt x="178403" y="263745"/>
                  <a:pt x="169416" y="266303"/>
                  <a:pt x="161063" y="267593"/>
                </a:cubicBezTo>
                <a:cubicBezTo>
                  <a:pt x="152076" y="269517"/>
                  <a:pt x="143746" y="270151"/>
                  <a:pt x="134759" y="270151"/>
                </a:cubicBezTo>
                <a:cubicBezTo>
                  <a:pt x="125772" y="270151"/>
                  <a:pt x="116785" y="269517"/>
                  <a:pt x="108454" y="267593"/>
                </a:cubicBezTo>
                <a:cubicBezTo>
                  <a:pt x="99467" y="266303"/>
                  <a:pt x="91137" y="263745"/>
                  <a:pt x="82784" y="259897"/>
                </a:cubicBezTo>
                <a:cubicBezTo>
                  <a:pt x="75087" y="256682"/>
                  <a:pt x="67391" y="252834"/>
                  <a:pt x="59694" y="247695"/>
                </a:cubicBezTo>
                <a:cubicBezTo>
                  <a:pt x="52631" y="242557"/>
                  <a:pt x="45569" y="237441"/>
                  <a:pt x="39140" y="231012"/>
                </a:cubicBezTo>
                <a:cubicBezTo>
                  <a:pt x="32733" y="224605"/>
                  <a:pt x="27595" y="217543"/>
                  <a:pt x="22456" y="210480"/>
                </a:cubicBezTo>
                <a:cubicBezTo>
                  <a:pt x="17340" y="202783"/>
                  <a:pt x="13492" y="195087"/>
                  <a:pt x="10277" y="187390"/>
                </a:cubicBezTo>
                <a:cubicBezTo>
                  <a:pt x="6429" y="179037"/>
                  <a:pt x="3848" y="170050"/>
                  <a:pt x="2581" y="161063"/>
                </a:cubicBezTo>
                <a:cubicBezTo>
                  <a:pt x="656" y="152733"/>
                  <a:pt x="0" y="143746"/>
                  <a:pt x="0" y="134759"/>
                </a:cubicBezTo>
                <a:cubicBezTo>
                  <a:pt x="0" y="125772"/>
                  <a:pt x="656" y="117441"/>
                  <a:pt x="2581" y="108454"/>
                </a:cubicBezTo>
                <a:cubicBezTo>
                  <a:pt x="3848" y="100101"/>
                  <a:pt x="6429" y="91137"/>
                  <a:pt x="10277" y="83418"/>
                </a:cubicBezTo>
                <a:cubicBezTo>
                  <a:pt x="13492" y="75087"/>
                  <a:pt x="17340" y="67391"/>
                  <a:pt x="22456" y="59694"/>
                </a:cubicBezTo>
                <a:cubicBezTo>
                  <a:pt x="27595" y="52631"/>
                  <a:pt x="32733" y="45569"/>
                  <a:pt x="39140" y="39162"/>
                </a:cubicBezTo>
                <a:cubicBezTo>
                  <a:pt x="45569" y="33367"/>
                  <a:pt x="52631" y="27595"/>
                  <a:pt x="59694" y="22479"/>
                </a:cubicBezTo>
                <a:cubicBezTo>
                  <a:pt x="67391" y="17974"/>
                  <a:pt x="75087" y="13492"/>
                  <a:pt x="82784" y="10277"/>
                </a:cubicBezTo>
                <a:cubicBezTo>
                  <a:pt x="91137" y="7063"/>
                  <a:pt x="99467" y="4505"/>
                  <a:pt x="108454" y="2581"/>
                </a:cubicBezTo>
                <a:cubicBezTo>
                  <a:pt x="116785" y="656"/>
                  <a:pt x="125772" y="0"/>
                  <a:pt x="134759" y="0"/>
                </a:cubicBezTo>
                <a:cubicBezTo>
                  <a:pt x="143746" y="0"/>
                  <a:pt x="152076" y="656"/>
                  <a:pt x="161063" y="2581"/>
                </a:cubicBezTo>
                <a:cubicBezTo>
                  <a:pt x="169416" y="4505"/>
                  <a:pt x="178403" y="7063"/>
                  <a:pt x="186100" y="10277"/>
                </a:cubicBezTo>
                <a:cubicBezTo>
                  <a:pt x="194430" y="13492"/>
                  <a:pt x="202127" y="17974"/>
                  <a:pt x="209846" y="22479"/>
                </a:cubicBezTo>
                <a:cubicBezTo>
                  <a:pt x="216886" y="27595"/>
                  <a:pt x="223949" y="33367"/>
                  <a:pt x="230378" y="39162"/>
                </a:cubicBezTo>
                <a:cubicBezTo>
                  <a:pt x="236784" y="45569"/>
                  <a:pt x="242557" y="52631"/>
                  <a:pt x="247695" y="59694"/>
                </a:cubicBezTo>
                <a:cubicBezTo>
                  <a:pt x="252177" y="67391"/>
                  <a:pt x="256682" y="75087"/>
                  <a:pt x="259897" y="83418"/>
                </a:cubicBezTo>
                <a:cubicBezTo>
                  <a:pt x="263089" y="91137"/>
                  <a:pt x="265669" y="100101"/>
                  <a:pt x="267593" y="108454"/>
                </a:cubicBezTo>
                <a:cubicBezTo>
                  <a:pt x="269517" y="117441"/>
                  <a:pt x="270151" y="125772"/>
                  <a:pt x="270151" y="13475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3367" cap="flat">
            <a:solidFill>
              <a:srgbClr val="FF3333"/>
            </a:solidFill>
            <a:miter/>
          </a:ln>
        </p:spPr>
      </p:sp>
      <p:sp>
        <p:nvSpPr>
          <p:cNvPr id="113" name="Text 5">
            <a:extLst xmlns:a="http://schemas.openxmlformats.org/drawingml/2006/main">
              <a:ext uri="{FF2B5EF4-FFF2-40B4-BE49-F238E27FC236}">
                <a16:creationId xmlns:a16="http://schemas.microsoft.com/office/drawing/2014/main" id="{785C079A-A691-482C-9B01-6D223D3B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378" y="2031978"/>
            <a:ext cx="73120" cy="125835"/>
          </a:xfrm>
          <a:custGeom xmlns:a="http://schemas.openxmlformats.org/drawingml/2006/main">
            <a:pathLst>
              <a:path w="73120" h="125835">
                <a:moveTo>
                  <a:pt x="17683" y="55266"/>
                </a:moveTo>
                <a:lnTo>
                  <a:pt x="18194" y="13944"/>
                </a:lnTo>
                <a:lnTo>
                  <a:pt x="68699" y="13944"/>
                </a:lnTo>
                <a:lnTo>
                  <a:pt x="68699" y="0"/>
                </a:lnTo>
                <a:lnTo>
                  <a:pt x="3399" y="0"/>
                </a:lnTo>
                <a:lnTo>
                  <a:pt x="2551" y="68699"/>
                </a:lnTo>
                <a:lnTo>
                  <a:pt x="17855" y="68699"/>
                </a:lnTo>
                <a:lnTo>
                  <a:pt x="18043" y="68221"/>
                </a:lnTo>
                <a:lnTo>
                  <a:pt x="18242" y="67751"/>
                </a:lnTo>
                <a:lnTo>
                  <a:pt x="18450" y="67289"/>
                </a:lnTo>
                <a:lnTo>
                  <a:pt x="18667" y="66836"/>
                </a:lnTo>
                <a:lnTo>
                  <a:pt x="18894" y="66390"/>
                </a:lnTo>
                <a:lnTo>
                  <a:pt x="19130" y="65952"/>
                </a:lnTo>
                <a:lnTo>
                  <a:pt x="19375" y="65522"/>
                </a:lnTo>
                <a:lnTo>
                  <a:pt x="19630" y="65100"/>
                </a:lnTo>
                <a:lnTo>
                  <a:pt x="19895" y="64686"/>
                </a:lnTo>
                <a:lnTo>
                  <a:pt x="20169" y="64280"/>
                </a:lnTo>
                <a:lnTo>
                  <a:pt x="20452" y="63882"/>
                </a:lnTo>
                <a:lnTo>
                  <a:pt x="20745" y="63492"/>
                </a:lnTo>
                <a:lnTo>
                  <a:pt x="21047" y="63110"/>
                </a:lnTo>
                <a:lnTo>
                  <a:pt x="21359" y="62736"/>
                </a:lnTo>
                <a:lnTo>
                  <a:pt x="21680" y="62369"/>
                </a:lnTo>
                <a:lnTo>
                  <a:pt x="22011" y="62011"/>
                </a:lnTo>
                <a:lnTo>
                  <a:pt x="22351" y="61661"/>
                </a:lnTo>
                <a:lnTo>
                  <a:pt x="22700" y="61319"/>
                </a:lnTo>
                <a:lnTo>
                  <a:pt x="23059" y="60985"/>
                </a:lnTo>
                <a:lnTo>
                  <a:pt x="23427" y="60658"/>
                </a:lnTo>
                <a:lnTo>
                  <a:pt x="23805" y="60340"/>
                </a:lnTo>
                <a:lnTo>
                  <a:pt x="24193" y="60030"/>
                </a:lnTo>
                <a:lnTo>
                  <a:pt x="24589" y="59727"/>
                </a:lnTo>
                <a:lnTo>
                  <a:pt x="24995" y="59433"/>
                </a:lnTo>
                <a:lnTo>
                  <a:pt x="25409" y="59148"/>
                </a:lnTo>
                <a:lnTo>
                  <a:pt x="25829" y="58876"/>
                </a:lnTo>
                <a:lnTo>
                  <a:pt x="26255" y="58616"/>
                </a:lnTo>
                <a:lnTo>
                  <a:pt x="26687" y="58367"/>
                </a:lnTo>
                <a:lnTo>
                  <a:pt x="27124" y="58131"/>
                </a:lnTo>
                <a:lnTo>
                  <a:pt x="27568" y="57907"/>
                </a:lnTo>
                <a:lnTo>
                  <a:pt x="28017" y="57695"/>
                </a:lnTo>
                <a:lnTo>
                  <a:pt x="28473" y="57495"/>
                </a:lnTo>
                <a:lnTo>
                  <a:pt x="28934" y="57308"/>
                </a:lnTo>
                <a:lnTo>
                  <a:pt x="29401" y="57132"/>
                </a:lnTo>
                <a:lnTo>
                  <a:pt x="29874" y="56969"/>
                </a:lnTo>
                <a:lnTo>
                  <a:pt x="30353" y="56817"/>
                </a:lnTo>
                <a:lnTo>
                  <a:pt x="30838" y="56678"/>
                </a:lnTo>
                <a:lnTo>
                  <a:pt x="31328" y="56551"/>
                </a:lnTo>
                <a:lnTo>
                  <a:pt x="31825" y="56436"/>
                </a:lnTo>
                <a:lnTo>
                  <a:pt x="32328" y="56333"/>
                </a:lnTo>
                <a:lnTo>
                  <a:pt x="32836" y="56242"/>
                </a:lnTo>
                <a:lnTo>
                  <a:pt x="33350" y="56164"/>
                </a:lnTo>
                <a:lnTo>
                  <a:pt x="33870" y="56097"/>
                </a:lnTo>
                <a:lnTo>
                  <a:pt x="34397" y="56042"/>
                </a:lnTo>
                <a:lnTo>
                  <a:pt x="34929" y="56000"/>
                </a:lnTo>
                <a:lnTo>
                  <a:pt x="35467" y="55970"/>
                </a:lnTo>
                <a:lnTo>
                  <a:pt x="36010" y="55952"/>
                </a:lnTo>
                <a:lnTo>
                  <a:pt x="36560" y="55946"/>
                </a:lnTo>
                <a:lnTo>
                  <a:pt x="37430" y="55956"/>
                </a:lnTo>
                <a:lnTo>
                  <a:pt x="38281" y="55986"/>
                </a:lnTo>
                <a:lnTo>
                  <a:pt x="39115" y="56036"/>
                </a:lnTo>
                <a:lnTo>
                  <a:pt x="39930" y="56106"/>
                </a:lnTo>
                <a:lnTo>
                  <a:pt x="40728" y="56197"/>
                </a:lnTo>
                <a:lnTo>
                  <a:pt x="41507" y="56307"/>
                </a:lnTo>
                <a:lnTo>
                  <a:pt x="42269" y="56438"/>
                </a:lnTo>
                <a:lnTo>
                  <a:pt x="43012" y="56588"/>
                </a:lnTo>
                <a:lnTo>
                  <a:pt x="43738" y="56759"/>
                </a:lnTo>
                <a:lnTo>
                  <a:pt x="44445" y="56950"/>
                </a:lnTo>
                <a:lnTo>
                  <a:pt x="45134" y="57161"/>
                </a:lnTo>
                <a:lnTo>
                  <a:pt x="45806" y="57391"/>
                </a:lnTo>
                <a:lnTo>
                  <a:pt x="46459" y="57643"/>
                </a:lnTo>
                <a:lnTo>
                  <a:pt x="47095" y="57914"/>
                </a:lnTo>
                <a:lnTo>
                  <a:pt x="47712" y="58205"/>
                </a:lnTo>
                <a:lnTo>
                  <a:pt x="48312" y="58516"/>
                </a:lnTo>
                <a:lnTo>
                  <a:pt x="48893" y="58847"/>
                </a:lnTo>
                <a:lnTo>
                  <a:pt x="49456" y="59199"/>
                </a:lnTo>
                <a:lnTo>
                  <a:pt x="50002" y="59570"/>
                </a:lnTo>
                <a:lnTo>
                  <a:pt x="50529" y="59962"/>
                </a:lnTo>
                <a:lnTo>
                  <a:pt x="51038" y="60374"/>
                </a:lnTo>
                <a:lnTo>
                  <a:pt x="51530" y="60805"/>
                </a:lnTo>
                <a:lnTo>
                  <a:pt x="52003" y="61257"/>
                </a:lnTo>
                <a:lnTo>
                  <a:pt x="52458" y="61729"/>
                </a:lnTo>
                <a:lnTo>
                  <a:pt x="52895" y="62219"/>
                </a:lnTo>
                <a:lnTo>
                  <a:pt x="53314" y="62726"/>
                </a:lnTo>
                <a:lnTo>
                  <a:pt x="53714" y="63249"/>
                </a:lnTo>
                <a:lnTo>
                  <a:pt x="54095" y="63789"/>
                </a:lnTo>
                <a:lnTo>
                  <a:pt x="54458" y="64345"/>
                </a:lnTo>
                <a:lnTo>
                  <a:pt x="54802" y="64917"/>
                </a:lnTo>
                <a:lnTo>
                  <a:pt x="55128" y="65507"/>
                </a:lnTo>
                <a:lnTo>
                  <a:pt x="55435" y="66112"/>
                </a:lnTo>
                <a:lnTo>
                  <a:pt x="55723" y="66735"/>
                </a:lnTo>
                <a:lnTo>
                  <a:pt x="55993" y="67374"/>
                </a:lnTo>
                <a:lnTo>
                  <a:pt x="56244" y="68029"/>
                </a:lnTo>
                <a:lnTo>
                  <a:pt x="56477" y="68701"/>
                </a:lnTo>
                <a:lnTo>
                  <a:pt x="56691" y="69389"/>
                </a:lnTo>
                <a:lnTo>
                  <a:pt x="56886" y="70094"/>
                </a:lnTo>
                <a:lnTo>
                  <a:pt x="57063" y="70816"/>
                </a:lnTo>
                <a:lnTo>
                  <a:pt x="57221" y="71554"/>
                </a:lnTo>
                <a:lnTo>
                  <a:pt x="57361" y="72308"/>
                </a:lnTo>
                <a:lnTo>
                  <a:pt x="57482" y="73079"/>
                </a:lnTo>
                <a:lnTo>
                  <a:pt x="57584" y="73867"/>
                </a:lnTo>
                <a:lnTo>
                  <a:pt x="57668" y="74671"/>
                </a:lnTo>
                <a:lnTo>
                  <a:pt x="57733" y="75492"/>
                </a:lnTo>
                <a:lnTo>
                  <a:pt x="57779" y="76329"/>
                </a:lnTo>
                <a:lnTo>
                  <a:pt x="57807" y="77183"/>
                </a:lnTo>
                <a:lnTo>
                  <a:pt x="57816" y="78053"/>
                </a:lnTo>
                <a:lnTo>
                  <a:pt x="57816" y="90126"/>
                </a:lnTo>
                <a:lnTo>
                  <a:pt x="57807" y="90997"/>
                </a:lnTo>
                <a:lnTo>
                  <a:pt x="57779" y="91850"/>
                </a:lnTo>
                <a:lnTo>
                  <a:pt x="57733" y="92688"/>
                </a:lnTo>
                <a:lnTo>
                  <a:pt x="57668" y="93508"/>
                </a:lnTo>
                <a:lnTo>
                  <a:pt x="57584" y="94312"/>
                </a:lnTo>
                <a:lnTo>
                  <a:pt x="57482" y="95100"/>
                </a:lnTo>
                <a:lnTo>
                  <a:pt x="57361" y="95871"/>
                </a:lnTo>
                <a:lnTo>
                  <a:pt x="57221" y="96626"/>
                </a:lnTo>
                <a:lnTo>
                  <a:pt x="57063" y="97364"/>
                </a:lnTo>
                <a:lnTo>
                  <a:pt x="56886" y="98085"/>
                </a:lnTo>
                <a:lnTo>
                  <a:pt x="56691" y="98790"/>
                </a:lnTo>
                <a:lnTo>
                  <a:pt x="56477" y="99478"/>
                </a:lnTo>
                <a:lnTo>
                  <a:pt x="56244" y="100150"/>
                </a:lnTo>
                <a:lnTo>
                  <a:pt x="55993" y="100806"/>
                </a:lnTo>
                <a:lnTo>
                  <a:pt x="55723" y="101445"/>
                </a:lnTo>
                <a:lnTo>
                  <a:pt x="55435" y="102067"/>
                </a:lnTo>
                <a:lnTo>
                  <a:pt x="55128" y="102673"/>
                </a:lnTo>
                <a:lnTo>
                  <a:pt x="54802" y="103262"/>
                </a:lnTo>
                <a:lnTo>
                  <a:pt x="54458" y="103834"/>
                </a:lnTo>
                <a:lnTo>
                  <a:pt x="54095" y="104391"/>
                </a:lnTo>
                <a:lnTo>
                  <a:pt x="53714" y="104930"/>
                </a:lnTo>
                <a:lnTo>
                  <a:pt x="53314" y="105453"/>
                </a:lnTo>
                <a:lnTo>
                  <a:pt x="52895" y="105960"/>
                </a:lnTo>
                <a:lnTo>
                  <a:pt x="52458" y="106450"/>
                </a:lnTo>
                <a:lnTo>
                  <a:pt x="52003" y="106922"/>
                </a:lnTo>
                <a:lnTo>
                  <a:pt x="51528" y="107373"/>
                </a:lnTo>
                <a:lnTo>
                  <a:pt x="51036" y="107805"/>
                </a:lnTo>
                <a:lnTo>
                  <a:pt x="50524" y="108216"/>
                </a:lnTo>
                <a:lnTo>
                  <a:pt x="49994" y="108608"/>
                </a:lnTo>
                <a:lnTo>
                  <a:pt x="49446" y="108979"/>
                </a:lnTo>
                <a:lnTo>
                  <a:pt x="48878" y="109330"/>
                </a:lnTo>
                <a:lnTo>
                  <a:pt x="48292" y="109662"/>
                </a:lnTo>
                <a:lnTo>
                  <a:pt x="47688" y="109973"/>
                </a:lnTo>
                <a:lnTo>
                  <a:pt x="47065" y="110264"/>
                </a:lnTo>
                <a:lnTo>
                  <a:pt x="46423" y="110535"/>
                </a:lnTo>
                <a:lnTo>
                  <a:pt x="45763" y="110786"/>
                </a:lnTo>
                <a:lnTo>
                  <a:pt x="45084" y="111017"/>
                </a:lnTo>
                <a:lnTo>
                  <a:pt x="44387" y="111227"/>
                </a:lnTo>
                <a:lnTo>
                  <a:pt x="43671" y="111418"/>
                </a:lnTo>
                <a:lnTo>
                  <a:pt x="42936" y="111589"/>
                </a:lnTo>
                <a:lnTo>
                  <a:pt x="42183" y="111739"/>
                </a:lnTo>
                <a:lnTo>
                  <a:pt x="41411" y="111870"/>
                </a:lnTo>
                <a:lnTo>
                  <a:pt x="40620" y="111980"/>
                </a:lnTo>
                <a:lnTo>
                  <a:pt x="39811" y="112070"/>
                </a:lnTo>
                <a:lnTo>
                  <a:pt x="38984" y="112141"/>
                </a:lnTo>
                <a:lnTo>
                  <a:pt x="38137" y="112191"/>
                </a:lnTo>
                <a:lnTo>
                  <a:pt x="37272" y="112221"/>
                </a:lnTo>
                <a:lnTo>
                  <a:pt x="36389" y="112231"/>
                </a:lnTo>
                <a:lnTo>
                  <a:pt x="35616" y="112224"/>
                </a:lnTo>
                <a:lnTo>
                  <a:pt x="34857" y="112203"/>
                </a:lnTo>
                <a:lnTo>
                  <a:pt x="34112" y="112169"/>
                </a:lnTo>
                <a:lnTo>
                  <a:pt x="33380" y="112120"/>
                </a:lnTo>
                <a:lnTo>
                  <a:pt x="32662" y="112058"/>
                </a:lnTo>
                <a:lnTo>
                  <a:pt x="31957" y="111981"/>
                </a:lnTo>
                <a:lnTo>
                  <a:pt x="31266" y="111891"/>
                </a:lnTo>
                <a:lnTo>
                  <a:pt x="30589" y="111787"/>
                </a:lnTo>
                <a:lnTo>
                  <a:pt x="29925" y="111669"/>
                </a:lnTo>
                <a:lnTo>
                  <a:pt x="29274" y="111537"/>
                </a:lnTo>
                <a:lnTo>
                  <a:pt x="28638" y="111392"/>
                </a:lnTo>
                <a:lnTo>
                  <a:pt x="28014" y="111232"/>
                </a:lnTo>
                <a:lnTo>
                  <a:pt x="27405" y="111059"/>
                </a:lnTo>
                <a:lnTo>
                  <a:pt x="26808" y="110871"/>
                </a:lnTo>
                <a:lnTo>
                  <a:pt x="26226" y="110670"/>
                </a:lnTo>
                <a:lnTo>
                  <a:pt x="25657" y="110455"/>
                </a:lnTo>
                <a:lnTo>
                  <a:pt x="25102" y="110226"/>
                </a:lnTo>
                <a:lnTo>
                  <a:pt x="24560" y="109983"/>
                </a:lnTo>
                <a:lnTo>
                  <a:pt x="24031" y="109727"/>
                </a:lnTo>
                <a:lnTo>
                  <a:pt x="23517" y="109456"/>
                </a:lnTo>
                <a:lnTo>
                  <a:pt x="23016" y="109172"/>
                </a:lnTo>
                <a:lnTo>
                  <a:pt x="22528" y="108873"/>
                </a:lnTo>
                <a:lnTo>
                  <a:pt x="22054" y="108561"/>
                </a:lnTo>
                <a:lnTo>
                  <a:pt x="21594" y="108235"/>
                </a:lnTo>
                <a:lnTo>
                  <a:pt x="21148" y="107896"/>
                </a:lnTo>
                <a:lnTo>
                  <a:pt x="20719" y="107546"/>
                </a:lnTo>
                <a:lnTo>
                  <a:pt x="20305" y="107184"/>
                </a:lnTo>
                <a:lnTo>
                  <a:pt x="19907" y="106811"/>
                </a:lnTo>
                <a:lnTo>
                  <a:pt x="19526" y="106426"/>
                </a:lnTo>
                <a:lnTo>
                  <a:pt x="19160" y="106030"/>
                </a:lnTo>
                <a:lnTo>
                  <a:pt x="18810" y="105622"/>
                </a:lnTo>
                <a:lnTo>
                  <a:pt x="18476" y="105203"/>
                </a:lnTo>
                <a:lnTo>
                  <a:pt x="18159" y="104772"/>
                </a:lnTo>
                <a:lnTo>
                  <a:pt x="17857" y="104329"/>
                </a:lnTo>
                <a:lnTo>
                  <a:pt x="17571" y="103876"/>
                </a:lnTo>
                <a:lnTo>
                  <a:pt x="17301" y="103410"/>
                </a:lnTo>
                <a:lnTo>
                  <a:pt x="17046" y="102933"/>
                </a:lnTo>
                <a:lnTo>
                  <a:pt x="16808" y="102445"/>
                </a:lnTo>
                <a:lnTo>
                  <a:pt x="16586" y="101945"/>
                </a:lnTo>
                <a:lnTo>
                  <a:pt x="16380" y="101433"/>
                </a:lnTo>
                <a:lnTo>
                  <a:pt x="16190" y="100910"/>
                </a:lnTo>
                <a:lnTo>
                  <a:pt x="16015" y="100376"/>
                </a:lnTo>
                <a:lnTo>
                  <a:pt x="15857" y="99830"/>
                </a:lnTo>
                <a:lnTo>
                  <a:pt x="15714" y="99272"/>
                </a:lnTo>
                <a:lnTo>
                  <a:pt x="15588" y="98703"/>
                </a:lnTo>
                <a:lnTo>
                  <a:pt x="15477" y="98123"/>
                </a:lnTo>
                <a:lnTo>
                  <a:pt x="15383" y="97531"/>
                </a:lnTo>
                <a:lnTo>
                  <a:pt x="15304" y="96927"/>
                </a:lnTo>
                <a:lnTo>
                  <a:pt x="0" y="96927"/>
                </a:lnTo>
                <a:lnTo>
                  <a:pt x="156" y="98023"/>
                </a:lnTo>
                <a:lnTo>
                  <a:pt x="339" y="99100"/>
                </a:lnTo>
                <a:lnTo>
                  <a:pt x="550" y="100158"/>
                </a:lnTo>
                <a:lnTo>
                  <a:pt x="789" y="101197"/>
                </a:lnTo>
                <a:lnTo>
                  <a:pt x="1055" y="102218"/>
                </a:lnTo>
                <a:lnTo>
                  <a:pt x="1349" y="103219"/>
                </a:lnTo>
                <a:lnTo>
                  <a:pt x="1671" y="104202"/>
                </a:lnTo>
                <a:lnTo>
                  <a:pt x="2021" y="105166"/>
                </a:lnTo>
                <a:lnTo>
                  <a:pt x="2399" y="106110"/>
                </a:lnTo>
                <a:lnTo>
                  <a:pt x="2804" y="107036"/>
                </a:lnTo>
                <a:lnTo>
                  <a:pt x="3237" y="107943"/>
                </a:lnTo>
                <a:lnTo>
                  <a:pt x="3698" y="108831"/>
                </a:lnTo>
                <a:lnTo>
                  <a:pt x="4186" y="109700"/>
                </a:lnTo>
                <a:lnTo>
                  <a:pt x="4702" y="110551"/>
                </a:lnTo>
                <a:lnTo>
                  <a:pt x="5246" y="111382"/>
                </a:lnTo>
                <a:lnTo>
                  <a:pt x="5818" y="112195"/>
                </a:lnTo>
                <a:lnTo>
                  <a:pt x="6418" y="112988"/>
                </a:lnTo>
                <a:lnTo>
                  <a:pt x="7045" y="113763"/>
                </a:lnTo>
                <a:lnTo>
                  <a:pt x="7700" y="114519"/>
                </a:lnTo>
                <a:lnTo>
                  <a:pt x="8383" y="115256"/>
                </a:lnTo>
                <a:lnTo>
                  <a:pt x="9093" y="115974"/>
                </a:lnTo>
                <a:lnTo>
                  <a:pt x="9831" y="116673"/>
                </a:lnTo>
                <a:lnTo>
                  <a:pt x="10597" y="117353"/>
                </a:lnTo>
                <a:lnTo>
                  <a:pt x="11391" y="118015"/>
                </a:lnTo>
                <a:lnTo>
                  <a:pt x="12208" y="118653"/>
                </a:lnTo>
                <a:lnTo>
                  <a:pt x="13044" y="119264"/>
                </a:lnTo>
                <a:lnTo>
                  <a:pt x="13900" y="119848"/>
                </a:lnTo>
                <a:lnTo>
                  <a:pt x="14773" y="120404"/>
                </a:lnTo>
                <a:lnTo>
                  <a:pt x="15666" y="120934"/>
                </a:lnTo>
                <a:lnTo>
                  <a:pt x="16578" y="121436"/>
                </a:lnTo>
                <a:lnTo>
                  <a:pt x="17509" y="121911"/>
                </a:lnTo>
                <a:lnTo>
                  <a:pt x="18458" y="122360"/>
                </a:lnTo>
                <a:lnTo>
                  <a:pt x="19427" y="122780"/>
                </a:lnTo>
                <a:lnTo>
                  <a:pt x="20414" y="123174"/>
                </a:lnTo>
                <a:lnTo>
                  <a:pt x="21420" y="123541"/>
                </a:lnTo>
                <a:lnTo>
                  <a:pt x="22445" y="123880"/>
                </a:lnTo>
                <a:lnTo>
                  <a:pt x="23489" y="124192"/>
                </a:lnTo>
                <a:lnTo>
                  <a:pt x="24552" y="124478"/>
                </a:lnTo>
                <a:lnTo>
                  <a:pt x="25634" y="124736"/>
                </a:lnTo>
                <a:lnTo>
                  <a:pt x="26735" y="124966"/>
                </a:lnTo>
                <a:lnTo>
                  <a:pt x="27854" y="125170"/>
                </a:lnTo>
                <a:lnTo>
                  <a:pt x="28993" y="125347"/>
                </a:lnTo>
                <a:lnTo>
                  <a:pt x="30150" y="125496"/>
                </a:lnTo>
                <a:lnTo>
                  <a:pt x="31326" y="125618"/>
                </a:lnTo>
                <a:lnTo>
                  <a:pt x="32521" y="125713"/>
                </a:lnTo>
                <a:lnTo>
                  <a:pt x="33735" y="125781"/>
                </a:lnTo>
                <a:lnTo>
                  <a:pt x="34968" y="125822"/>
                </a:lnTo>
                <a:lnTo>
                  <a:pt x="36220" y="125835"/>
                </a:lnTo>
                <a:lnTo>
                  <a:pt x="37666" y="125819"/>
                </a:lnTo>
                <a:lnTo>
                  <a:pt x="39085" y="125769"/>
                </a:lnTo>
                <a:lnTo>
                  <a:pt x="40477" y="125685"/>
                </a:lnTo>
                <a:lnTo>
                  <a:pt x="41841" y="125569"/>
                </a:lnTo>
                <a:lnTo>
                  <a:pt x="43178" y="125418"/>
                </a:lnTo>
                <a:lnTo>
                  <a:pt x="44489" y="125235"/>
                </a:lnTo>
                <a:lnTo>
                  <a:pt x="45772" y="125018"/>
                </a:lnTo>
                <a:lnTo>
                  <a:pt x="47027" y="124768"/>
                </a:lnTo>
                <a:lnTo>
                  <a:pt x="48256" y="124485"/>
                </a:lnTo>
                <a:lnTo>
                  <a:pt x="49458" y="124168"/>
                </a:lnTo>
                <a:lnTo>
                  <a:pt x="50632" y="123817"/>
                </a:lnTo>
                <a:lnTo>
                  <a:pt x="51779" y="123434"/>
                </a:lnTo>
                <a:lnTo>
                  <a:pt x="52899" y="123017"/>
                </a:lnTo>
                <a:lnTo>
                  <a:pt x="53992" y="122567"/>
                </a:lnTo>
                <a:lnTo>
                  <a:pt x="55058" y="122083"/>
                </a:lnTo>
                <a:lnTo>
                  <a:pt x="56096" y="121566"/>
                </a:lnTo>
                <a:lnTo>
                  <a:pt x="57107" y="121016"/>
                </a:lnTo>
                <a:lnTo>
                  <a:pt x="58092" y="120432"/>
                </a:lnTo>
                <a:lnTo>
                  <a:pt x="59049" y="119815"/>
                </a:lnTo>
                <a:lnTo>
                  <a:pt x="59978" y="119165"/>
                </a:lnTo>
                <a:lnTo>
                  <a:pt x="60881" y="118481"/>
                </a:lnTo>
                <a:lnTo>
                  <a:pt x="61757" y="117764"/>
                </a:lnTo>
                <a:lnTo>
                  <a:pt x="62605" y="117013"/>
                </a:lnTo>
                <a:lnTo>
                  <a:pt x="63426" y="116230"/>
                </a:lnTo>
                <a:lnTo>
                  <a:pt x="64217" y="115417"/>
                </a:lnTo>
                <a:lnTo>
                  <a:pt x="64975" y="114580"/>
                </a:lnTo>
                <a:lnTo>
                  <a:pt x="65698" y="113720"/>
                </a:lnTo>
                <a:lnTo>
                  <a:pt x="66388" y="112835"/>
                </a:lnTo>
                <a:lnTo>
                  <a:pt x="67045" y="111927"/>
                </a:lnTo>
                <a:lnTo>
                  <a:pt x="67667" y="110995"/>
                </a:lnTo>
                <a:lnTo>
                  <a:pt x="68256" y="110039"/>
                </a:lnTo>
                <a:lnTo>
                  <a:pt x="68812" y="109059"/>
                </a:lnTo>
                <a:lnTo>
                  <a:pt x="69334" y="108055"/>
                </a:lnTo>
                <a:lnTo>
                  <a:pt x="69822" y="107027"/>
                </a:lnTo>
                <a:lnTo>
                  <a:pt x="70276" y="105975"/>
                </a:lnTo>
                <a:lnTo>
                  <a:pt x="70697" y="104900"/>
                </a:lnTo>
                <a:lnTo>
                  <a:pt x="71084" y="103800"/>
                </a:lnTo>
                <a:lnTo>
                  <a:pt x="71437" y="102676"/>
                </a:lnTo>
                <a:lnTo>
                  <a:pt x="71757" y="101529"/>
                </a:lnTo>
                <a:lnTo>
                  <a:pt x="72043" y="100358"/>
                </a:lnTo>
                <a:lnTo>
                  <a:pt x="72296" y="99162"/>
                </a:lnTo>
                <a:lnTo>
                  <a:pt x="72514" y="97943"/>
                </a:lnTo>
                <a:lnTo>
                  <a:pt x="72700" y="96700"/>
                </a:lnTo>
                <a:lnTo>
                  <a:pt x="72851" y="95433"/>
                </a:lnTo>
                <a:lnTo>
                  <a:pt x="72969" y="94142"/>
                </a:lnTo>
                <a:lnTo>
                  <a:pt x="73053" y="92828"/>
                </a:lnTo>
                <a:lnTo>
                  <a:pt x="73103" y="91489"/>
                </a:lnTo>
                <a:lnTo>
                  <a:pt x="73120" y="90126"/>
                </a:lnTo>
                <a:lnTo>
                  <a:pt x="73120" y="78053"/>
                </a:lnTo>
                <a:lnTo>
                  <a:pt x="73106" y="76663"/>
                </a:lnTo>
                <a:lnTo>
                  <a:pt x="73062" y="75298"/>
                </a:lnTo>
                <a:lnTo>
                  <a:pt x="72989" y="73960"/>
                </a:lnTo>
                <a:lnTo>
                  <a:pt x="72886" y="72647"/>
                </a:lnTo>
                <a:lnTo>
                  <a:pt x="72755" y="71359"/>
                </a:lnTo>
                <a:lnTo>
                  <a:pt x="72594" y="70098"/>
                </a:lnTo>
                <a:lnTo>
                  <a:pt x="72404" y="68862"/>
                </a:lnTo>
                <a:lnTo>
                  <a:pt x="72185" y="67652"/>
                </a:lnTo>
                <a:lnTo>
                  <a:pt x="71937" y="66467"/>
                </a:lnTo>
                <a:lnTo>
                  <a:pt x="71659" y="65308"/>
                </a:lnTo>
                <a:lnTo>
                  <a:pt x="71352" y="64175"/>
                </a:lnTo>
                <a:lnTo>
                  <a:pt x="71016" y="63068"/>
                </a:lnTo>
                <a:lnTo>
                  <a:pt x="70651" y="61986"/>
                </a:lnTo>
                <a:lnTo>
                  <a:pt x="70256" y="60930"/>
                </a:lnTo>
                <a:lnTo>
                  <a:pt x="69832" y="59899"/>
                </a:lnTo>
                <a:lnTo>
                  <a:pt x="69379" y="58894"/>
                </a:lnTo>
                <a:lnTo>
                  <a:pt x="68897" y="57915"/>
                </a:lnTo>
                <a:lnTo>
                  <a:pt x="68385" y="56962"/>
                </a:lnTo>
                <a:lnTo>
                  <a:pt x="67845" y="56034"/>
                </a:lnTo>
                <a:lnTo>
                  <a:pt x="67275" y="55132"/>
                </a:lnTo>
                <a:lnTo>
                  <a:pt x="66676" y="54256"/>
                </a:lnTo>
                <a:lnTo>
                  <a:pt x="66047" y="53405"/>
                </a:lnTo>
                <a:lnTo>
                  <a:pt x="65390" y="52580"/>
                </a:lnTo>
                <a:lnTo>
                  <a:pt x="64703" y="51781"/>
                </a:lnTo>
                <a:lnTo>
                  <a:pt x="63990" y="51011"/>
                </a:lnTo>
                <a:lnTo>
                  <a:pt x="63253" y="50274"/>
                </a:lnTo>
                <a:lnTo>
                  <a:pt x="62494" y="49571"/>
                </a:lnTo>
                <a:lnTo>
                  <a:pt x="61710" y="48901"/>
                </a:lnTo>
                <a:lnTo>
                  <a:pt x="60904" y="48265"/>
                </a:lnTo>
                <a:lnTo>
                  <a:pt x="60074" y="47662"/>
                </a:lnTo>
                <a:lnTo>
                  <a:pt x="59221" y="47092"/>
                </a:lnTo>
                <a:lnTo>
                  <a:pt x="58345" y="46556"/>
                </a:lnTo>
                <a:lnTo>
                  <a:pt x="57445" y="46053"/>
                </a:lnTo>
                <a:lnTo>
                  <a:pt x="56522" y="45583"/>
                </a:lnTo>
                <a:lnTo>
                  <a:pt x="55576" y="45147"/>
                </a:lnTo>
                <a:lnTo>
                  <a:pt x="54606" y="44744"/>
                </a:lnTo>
                <a:lnTo>
                  <a:pt x="53613" y="44374"/>
                </a:lnTo>
                <a:lnTo>
                  <a:pt x="52597" y="44038"/>
                </a:lnTo>
                <a:lnTo>
                  <a:pt x="51557" y="43736"/>
                </a:lnTo>
                <a:lnTo>
                  <a:pt x="50494" y="43466"/>
                </a:lnTo>
                <a:lnTo>
                  <a:pt x="49408" y="43230"/>
                </a:lnTo>
                <a:lnTo>
                  <a:pt x="48298" y="43028"/>
                </a:lnTo>
                <a:lnTo>
                  <a:pt x="47165" y="42858"/>
                </a:lnTo>
                <a:lnTo>
                  <a:pt x="46009" y="42722"/>
                </a:lnTo>
                <a:lnTo>
                  <a:pt x="44829" y="42620"/>
                </a:lnTo>
                <a:lnTo>
                  <a:pt x="43626" y="42551"/>
                </a:lnTo>
                <a:lnTo>
                  <a:pt x="42400" y="42515"/>
                </a:lnTo>
                <a:lnTo>
                  <a:pt x="41150" y="42512"/>
                </a:lnTo>
                <a:lnTo>
                  <a:pt x="40265" y="42520"/>
                </a:lnTo>
                <a:lnTo>
                  <a:pt x="39395" y="42544"/>
                </a:lnTo>
                <a:lnTo>
                  <a:pt x="38540" y="42584"/>
                </a:lnTo>
                <a:lnTo>
                  <a:pt x="37700" y="42640"/>
                </a:lnTo>
                <a:lnTo>
                  <a:pt x="36875" y="42712"/>
                </a:lnTo>
                <a:lnTo>
                  <a:pt x="36066" y="42800"/>
                </a:lnTo>
                <a:lnTo>
                  <a:pt x="35271" y="42903"/>
                </a:lnTo>
                <a:lnTo>
                  <a:pt x="34491" y="43023"/>
                </a:lnTo>
                <a:lnTo>
                  <a:pt x="33726" y="43158"/>
                </a:lnTo>
                <a:lnTo>
                  <a:pt x="32977" y="43310"/>
                </a:lnTo>
                <a:lnTo>
                  <a:pt x="32242" y="43477"/>
                </a:lnTo>
                <a:lnTo>
                  <a:pt x="31522" y="43661"/>
                </a:lnTo>
                <a:lnTo>
                  <a:pt x="30818" y="43860"/>
                </a:lnTo>
                <a:lnTo>
                  <a:pt x="30128" y="44075"/>
                </a:lnTo>
                <a:lnTo>
                  <a:pt x="29454" y="44307"/>
                </a:lnTo>
                <a:lnTo>
                  <a:pt x="28795" y="44554"/>
                </a:lnTo>
                <a:lnTo>
                  <a:pt x="28150" y="44817"/>
                </a:lnTo>
                <a:lnTo>
                  <a:pt x="27521" y="45096"/>
                </a:lnTo>
                <a:lnTo>
                  <a:pt x="26907" y="45391"/>
                </a:lnTo>
                <a:lnTo>
                  <a:pt x="26308" y="45702"/>
                </a:lnTo>
                <a:lnTo>
                  <a:pt x="25723" y="46029"/>
                </a:lnTo>
                <a:lnTo>
                  <a:pt x="25154" y="46372"/>
                </a:lnTo>
                <a:lnTo>
                  <a:pt x="24600" y="46730"/>
                </a:lnTo>
                <a:lnTo>
                  <a:pt x="24061" y="47105"/>
                </a:lnTo>
                <a:lnTo>
                  <a:pt x="23541" y="47494"/>
                </a:lnTo>
                <a:lnTo>
                  <a:pt x="23042" y="47894"/>
                </a:lnTo>
                <a:lnTo>
                  <a:pt x="22566" y="48306"/>
                </a:lnTo>
                <a:lnTo>
                  <a:pt x="22112" y="48730"/>
                </a:lnTo>
                <a:lnTo>
                  <a:pt x="21681" y="49165"/>
                </a:lnTo>
                <a:lnTo>
                  <a:pt x="21271" y="49613"/>
                </a:lnTo>
                <a:lnTo>
                  <a:pt x="20883" y="50072"/>
                </a:lnTo>
                <a:lnTo>
                  <a:pt x="20518" y="50543"/>
                </a:lnTo>
                <a:lnTo>
                  <a:pt x="20175" y="51026"/>
                </a:lnTo>
                <a:lnTo>
                  <a:pt x="19854" y="51521"/>
                </a:lnTo>
                <a:lnTo>
                  <a:pt x="19555" y="52027"/>
                </a:lnTo>
                <a:lnTo>
                  <a:pt x="19278" y="52546"/>
                </a:lnTo>
                <a:lnTo>
                  <a:pt x="19023" y="53076"/>
                </a:lnTo>
                <a:lnTo>
                  <a:pt x="18791" y="53618"/>
                </a:lnTo>
                <a:lnTo>
                  <a:pt x="18580" y="54172"/>
                </a:lnTo>
                <a:lnTo>
                  <a:pt x="18392" y="54737"/>
                </a:lnTo>
                <a:lnTo>
                  <a:pt x="18240" y="55266"/>
                </a:lnTo>
                <a:lnTo>
                  <a:pt x="17683" y="55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7">
            <a:extLst xmlns:a="http://schemas.openxmlformats.org/drawingml/2006/main">
              <a:ext uri="{FF2B5EF4-FFF2-40B4-BE49-F238E27FC236}">
                <a16:creationId xmlns:a16="http://schemas.microsoft.com/office/drawing/2014/main" id="{8530536F-B009-4CEB-BC01-BCFA09E0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869" y="2528003"/>
            <a:ext cx="77373" cy="124136"/>
          </a:xfrm>
          <a:custGeom xmlns:a="http://schemas.openxmlformats.org/drawingml/2006/main">
            <a:pathLst>
              <a:path w="77373" h="124136">
                <a:moveTo>
                  <a:pt x="17855" y="124136"/>
                </a:moveTo>
                <a:lnTo>
                  <a:pt x="62238" y="13944"/>
                </a:lnTo>
                <a:lnTo>
                  <a:pt x="15304" y="13944"/>
                </a:lnTo>
                <a:lnTo>
                  <a:pt x="15304" y="32310"/>
                </a:lnTo>
                <a:lnTo>
                  <a:pt x="0" y="32310"/>
                </a:lnTo>
                <a:lnTo>
                  <a:pt x="0" y="0"/>
                </a:lnTo>
                <a:lnTo>
                  <a:pt x="77373" y="0"/>
                </a:lnTo>
                <a:lnTo>
                  <a:pt x="77373" y="14964"/>
                </a:lnTo>
                <a:lnTo>
                  <a:pt x="34349" y="124136"/>
                </a:lnTo>
                <a:lnTo>
                  <a:pt x="17855" y="1241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998582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2026-09-08T03:06:50.1840000Z</dcterms:created>
  <dcterms:modified xsi:type="dcterms:W3CDTF">2026-09-08T03:06:50.1840000Z</dcterms:modified>
</coreProperties>
</file>