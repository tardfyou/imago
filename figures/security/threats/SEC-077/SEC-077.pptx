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485f65fd645b1" /><Relationship Type="http://schemas.openxmlformats.org/officeDocument/2006/relationships/extended-properties" Target="/docProps/app.xml" Id="Ra51262e81b614565" /><Relationship Type="http://schemas.openxmlformats.org/officeDocument/2006/relationships/officeDocument" Target="/ppt/presentation.xml" Id="Rf7f79e6a8102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f34baf83264527"/>
  </p:sldMasterIdLst>
  <p:notesMasterIdLst>
    <p:notesMasterId xmlns:r="http://schemas.openxmlformats.org/officeDocument/2006/relationships" r:id="Rd1ee0a6a4c4e4d2b"/>
  </p:notesMasterIdLst>
  <p:sldIdLst>
    <p:sldId xmlns:r="http://schemas.openxmlformats.org/officeDocument/2006/relationships" id="256" r:id="Ra5ce113bc6c1491e"/>
  </p:sldIdLst>
  <p:sldSz cx="5143500" cy="434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5b02c36aa4c2c" /><Relationship Type="http://schemas.openxmlformats.org/officeDocument/2006/relationships/slideMaster" Target="/ppt/slideMasters/slideMaster1.xml" Id="R29f34baf83264527" /><Relationship Type="http://schemas.openxmlformats.org/officeDocument/2006/relationships/notesMaster" Target="/ppt/notesMasters/notesMaster1.xml" Id="Rd1ee0a6a4c4e4d2b" /><Relationship Type="http://schemas.openxmlformats.org/officeDocument/2006/relationships/presProps" Target="/ppt/presProps.xml" Id="R40f221d87c03430a" /><Relationship Type="http://schemas.openxmlformats.org/officeDocument/2006/relationships/tableStyles" Target="/ppt/tableStyles.xml" Id="Rc2ca1ad5f5584c8c" /><Relationship Type="http://schemas.openxmlformats.org/officeDocument/2006/relationships/slide" Target="/ppt/slides/slide1.xml" Id="Ra5ce113bc6c149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53e7cefb40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689ec05f446da" /><Relationship Type="http://schemas.openxmlformats.org/officeDocument/2006/relationships/notesMaster" Target="/ppt/notesMasters/notesMaster1.xml" Id="Rfbbb99e0675a48a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素材ID：SEC-077</ns1:t>
            </ns1:r>
          </ns1:p>
          <ns1:p>
            <ns1:r>
              <ns1:t>论文：Yes, One-Bit-Flip Matters! Universal DNN Model Inference Depletion with Runtime Code Fault Injection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类型：威胁与攻击</ns1:t>
            </ns1:r>
          </ns1:p>
          <ns1:p>
            <ns1:r>
              <ns1:t>借鉴点：按硬件/ISA/OS/共享库/ML框架/应用分层，同时用侧边分类条与纵向箭头表明影响传播路径。</ns1:t>
            </ns1:r>
          </ns1:p>
          <ns1:p>
            <ns1:r>
              <ns1:t>论文URL：https://www.usenix.org/system/files/usenixsecurity24-li-shaofeng.pdf</ns1:t>
            </ns1:r>
          </ns1:p>
          <ns1:p>
            <ns1:r>
              <ns1:t>官方获奖URL：https://www.usenix.org/conference/usenixsecurity24/presentation/li-shaofeng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c53fc821c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448c79db34afe" /><Relationship Type="http://schemas.openxmlformats.org/officeDocument/2006/relationships/slideLayout" Target="/ppt/slideLayouts/slideLayout1.xml" Id="Rf37d96aaeedd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7d96aaeedd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5154980084e84" /><Relationship Type="http://schemas.openxmlformats.org/officeDocument/2006/relationships/image" Target="/ppt/media/image.png" Id="Rd2adef7dca9649d8" /><Relationship Type="http://schemas.openxmlformats.org/officeDocument/2006/relationships/image" Target="/ppt/media/image2.png" Id="R88d938a42ac245cf" /><Relationship Type="http://schemas.openxmlformats.org/officeDocument/2006/relationships/image" Target="/ppt/media/image3.png" Id="R8cca337b69ce4ad6" /><Relationship Type="http://schemas.openxmlformats.org/officeDocument/2006/relationships/image" Target="/ppt/media/image4.png" Id="R74f0956ede8742be" /><Relationship Type="http://schemas.openxmlformats.org/officeDocument/2006/relationships/image" Target="/ppt/media/image5.png" Id="R1df9d10c047a4d40" /><Relationship Type="http://schemas.openxmlformats.org/officeDocument/2006/relationships/image" Target="/ppt/media/image6.png" Id="R11b389e14272468b" /><Relationship Type="http://schemas.openxmlformats.org/officeDocument/2006/relationships/image" Target="/ppt/media/image7.png" Id="R3b97a55ff0c540e6" /><Relationship Type="http://schemas.openxmlformats.org/officeDocument/2006/relationships/image" Target="/ppt/media/image8.png" Id="Rb634a91151704f90" /><Relationship Type="http://schemas.openxmlformats.org/officeDocument/2006/relationships/image" Target="/ppt/media/image9.png" Id="R4b70970399434a0b" /><Relationship Type="http://schemas.openxmlformats.org/officeDocument/2006/relationships/image" Target="/ppt/media/image10.png" Id="R4b52677aae244017" /><Relationship Type="http://schemas.openxmlformats.org/officeDocument/2006/relationships/image" Target="/ppt/media/image11.png" Id="R9e7549f0d20048c0" /><Relationship Type="http://schemas.openxmlformats.org/officeDocument/2006/relationships/image" Target="/ppt/media/image12.png" Id="R6f78bd5a6d8644b9" /><Relationship Type="http://schemas.openxmlformats.org/officeDocument/2006/relationships/image" Target="/ppt/media/image13.png" Id="R205619e26dd34f51" /><Relationship Type="http://schemas.openxmlformats.org/officeDocument/2006/relationships/image" Target="/ppt/media/image14.png" Id="R3a84a66e100e4cc2" /><Relationship Type="http://schemas.openxmlformats.org/officeDocument/2006/relationships/image" Target="/ppt/media/image15.png" Id="R9cc65e5750464333" /><Relationship Type="http://schemas.openxmlformats.org/officeDocument/2006/relationships/image" Target="/ppt/media/image16.png" Id="R32e42df595644179" /><Relationship Type="http://schemas.openxmlformats.org/officeDocument/2006/relationships/image" Target="/ppt/media/image17.png" Id="R21f76eb707fb47fa" /><Relationship Type="http://schemas.openxmlformats.org/officeDocument/2006/relationships/image" Target="/ppt/media/image18.png" Id="Rb292e868770d4d21" /><Relationship Type="http://schemas.openxmlformats.org/officeDocument/2006/relationships/image" Target="/ppt/media/image19.png" Id="Rf06db7a64bf446ea" /><Relationship Type="http://schemas.openxmlformats.org/officeDocument/2006/relationships/image" Target="/ppt/media/image20.png" Id="Rccfc85cd8d3c4f1c" /><Relationship Type="http://schemas.openxmlformats.org/officeDocument/2006/relationships/image" Target="/ppt/media/image21.png" Id="R844abade8dd84a40" /><Relationship Type="http://schemas.openxmlformats.org/officeDocument/2006/relationships/image" Target="/ppt/media/image22.png" Id="Rffb78f7302a94935" /><Relationship Type="http://schemas.openxmlformats.org/officeDocument/2006/relationships/image" Target="/ppt/media/image23.png" Id="R144d2843eafb41c8" /><Relationship Type="http://schemas.openxmlformats.org/officeDocument/2006/relationships/notesSlide" Target="/ppt/notesSlides/notesSlide1.xml" Id="R7fefcbfcdd374b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8AC2C-E3A6-4237-B419-AEEE2AF9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3" y="28561"/>
            <a:ext cx="5040728" cy="4286779"/>
          </a:xfrm>
          <a:custGeom xmlns:a="http://schemas.openxmlformats.org/drawingml/2006/main">
            <a:pathLst>
              <a:path w="5040728" h="4286779">
                <a:moveTo>
                  <a:pt x="5040728" y="4286779"/>
                </a:moveTo>
                <a:lnTo>
                  <a:pt x="0" y="4286779"/>
                </a:lnTo>
                <a:lnTo>
                  <a:pt x="0" y="0"/>
                </a:lnTo>
                <a:lnTo>
                  <a:pt x="5040728" y="0"/>
                </a:lnTo>
                <a:lnTo>
                  <a:pt x="5040728" y="42867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3D25F-4DFB-43AF-A3E8-E70F7C5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35" y="2584505"/>
            <a:ext cx="4468434" cy="975760"/>
          </a:xfrm>
          <a:custGeom xmlns:a="http://schemas.openxmlformats.org/drawingml/2006/main">
            <a:pathLst>
              <a:path w="4468434" h="975760">
                <a:moveTo>
                  <a:pt x="0" y="82225"/>
                </a:moveTo>
                <a:cubicBezTo>
                  <a:pt x="0" y="36781"/>
                  <a:pt x="36781" y="0"/>
                  <a:pt x="82225" y="0"/>
                </a:cubicBezTo>
                <a:lnTo>
                  <a:pt x="4386209" y="0"/>
                </a:lnTo>
                <a:cubicBezTo>
                  <a:pt x="4431653" y="0"/>
                  <a:pt x="4468434" y="36781"/>
                  <a:pt x="4468434" y="82225"/>
                </a:cubicBezTo>
                <a:lnTo>
                  <a:pt x="4468434" y="893535"/>
                </a:lnTo>
                <a:cubicBezTo>
                  <a:pt x="4468434" y="938979"/>
                  <a:pt x="4431653" y="975760"/>
                  <a:pt x="4386209" y="975760"/>
                </a:cubicBezTo>
                <a:lnTo>
                  <a:pt x="82225" y="975760"/>
                </a:lnTo>
                <a:cubicBezTo>
                  <a:pt x="36781" y="975760"/>
                  <a:pt x="0" y="938979"/>
                  <a:pt x="0" y="893535"/>
                </a:cubicBezTo>
                <a:lnTo>
                  <a:pt x="0" y="82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AC8AE-2EA3-4AA8-AC8C-F0F5E21F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35" y="2584505"/>
            <a:ext cx="4468434" cy="975760"/>
          </a:xfrm>
          <a:custGeom xmlns:a="http://schemas.openxmlformats.org/drawingml/2006/main">
            <a:pathLst>
              <a:path w="4468434" h="975760" fill="none">
                <a:moveTo>
                  <a:pt x="0" y="82225"/>
                </a:moveTo>
                <a:cubicBezTo>
                  <a:pt x="0" y="36781"/>
                  <a:pt x="36781" y="0"/>
                  <a:pt x="82225" y="0"/>
                </a:cubicBezTo>
                <a:lnTo>
                  <a:pt x="4386209" y="0"/>
                </a:lnTo>
                <a:cubicBezTo>
                  <a:pt x="4431653" y="0"/>
                  <a:pt x="4468434" y="36781"/>
                  <a:pt x="4468434" y="82225"/>
                </a:cubicBezTo>
                <a:lnTo>
                  <a:pt x="4468434" y="893535"/>
                </a:lnTo>
                <a:cubicBezTo>
                  <a:pt x="4468434" y="938979"/>
                  <a:pt x="4431653" y="975760"/>
                  <a:pt x="4386209" y="975760"/>
                </a:cubicBezTo>
                <a:lnTo>
                  <a:pt x="82225" y="975760"/>
                </a:lnTo>
                <a:cubicBezTo>
                  <a:pt x="36781" y="975760"/>
                  <a:pt x="0" y="938979"/>
                  <a:pt x="0" y="893535"/>
                </a:cubicBezTo>
                <a:lnTo>
                  <a:pt x="0" y="822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FAF9B-C97A-415D-9A1A-D834B265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1" y="246329"/>
            <a:ext cx="4468434" cy="638348"/>
          </a:xfrm>
          <a:custGeom xmlns:a="http://schemas.openxmlformats.org/drawingml/2006/main">
            <a:pathLst>
              <a:path w="4468434" h="638348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5FBBD-8420-4AD6-88CD-E90AFBF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1" y="246329"/>
            <a:ext cx="4468434" cy="638348"/>
          </a:xfrm>
          <a:custGeom xmlns:a="http://schemas.openxmlformats.org/drawingml/2006/main">
            <a:pathLst>
              <a:path w="4468434" h="638348" fill="none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6" name="Text AI">
            <a:extLst xmlns:a="http://schemas.openxmlformats.org/drawingml/2006/main">
              <a:ext uri="{FF2B5EF4-FFF2-40B4-BE49-F238E27FC236}">
                <a16:creationId xmlns:a16="http://schemas.microsoft.com/office/drawing/2014/main" id="{B639B16D-22C2-4623-9AD1-2F510CF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42" y="397387"/>
            <a:ext cx="197048" cy="123431"/>
          </a:xfrm>
          <a:custGeom xmlns:a="http://schemas.openxmlformats.org/drawingml/2006/main">
            <a:pathLst>
              <a:path w="197048" h="123431">
                <a:moveTo>
                  <a:pt x="74450" y="88877"/>
                </a:moveTo>
                <a:lnTo>
                  <a:pt x="31793" y="88877"/>
                </a:lnTo>
                <a:lnTo>
                  <a:pt x="26717" y="100691"/>
                </a:lnTo>
                <a:cubicBezTo>
                  <a:pt x="25054" y="104652"/>
                  <a:pt x="24223" y="107923"/>
                  <a:pt x="24223" y="110504"/>
                </a:cubicBezTo>
                <a:cubicBezTo>
                  <a:pt x="24223" y="113923"/>
                  <a:pt x="25589" y="116443"/>
                  <a:pt x="28320" y="118065"/>
                </a:cubicBezTo>
                <a:cubicBezTo>
                  <a:pt x="29923" y="119024"/>
                  <a:pt x="33871" y="119744"/>
                  <a:pt x="40164" y="120225"/>
                </a:cubicBezTo>
                <a:lnTo>
                  <a:pt x="40164" y="123431"/>
                </a:lnTo>
                <a:lnTo>
                  <a:pt x="0" y="123431"/>
                </a:lnTo>
                <a:lnTo>
                  <a:pt x="0" y="120225"/>
                </a:lnTo>
                <a:cubicBezTo>
                  <a:pt x="4334" y="119566"/>
                  <a:pt x="7896" y="117753"/>
                  <a:pt x="10687" y="114787"/>
                </a:cubicBezTo>
                <a:cubicBezTo>
                  <a:pt x="13477" y="111818"/>
                  <a:pt x="16920" y="105688"/>
                  <a:pt x="21017" y="96397"/>
                </a:cubicBezTo>
                <a:lnTo>
                  <a:pt x="64209" y="0"/>
                </a:lnTo>
                <a:lnTo>
                  <a:pt x="65901" y="0"/>
                </a:lnTo>
                <a:lnTo>
                  <a:pt x="109449" y="99082"/>
                </a:lnTo>
                <a:cubicBezTo>
                  <a:pt x="113605" y="108559"/>
                  <a:pt x="117019" y="114527"/>
                  <a:pt x="119690" y="116985"/>
                </a:cubicBezTo>
                <a:cubicBezTo>
                  <a:pt x="121709" y="118844"/>
                  <a:pt x="124559" y="119924"/>
                  <a:pt x="128240" y="120225"/>
                </a:cubicBezTo>
                <a:lnTo>
                  <a:pt x="128240" y="123431"/>
                </a:lnTo>
                <a:lnTo>
                  <a:pt x="69819" y="123431"/>
                </a:lnTo>
                <a:lnTo>
                  <a:pt x="69819" y="120225"/>
                </a:lnTo>
                <a:lnTo>
                  <a:pt x="72224" y="120225"/>
                </a:lnTo>
                <a:cubicBezTo>
                  <a:pt x="76914" y="120225"/>
                  <a:pt x="80209" y="119560"/>
                  <a:pt x="82109" y="118232"/>
                </a:cubicBezTo>
                <a:cubicBezTo>
                  <a:pt x="83415" y="117267"/>
                  <a:pt x="84068" y="115878"/>
                  <a:pt x="84068" y="114066"/>
                </a:cubicBezTo>
                <a:cubicBezTo>
                  <a:pt x="84068" y="112980"/>
                  <a:pt x="83890" y="111864"/>
                  <a:pt x="83534" y="110715"/>
                </a:cubicBezTo>
                <a:cubicBezTo>
                  <a:pt x="83415" y="110173"/>
                  <a:pt x="82525" y="107910"/>
                  <a:pt x="80862" y="103925"/>
                </a:cubicBezTo>
                <a:lnTo>
                  <a:pt x="74450" y="88877"/>
                </a:lnTo>
                <a:moveTo>
                  <a:pt x="71422" y="82287"/>
                </a:moveTo>
                <a:lnTo>
                  <a:pt x="53433" y="40648"/>
                </a:lnTo>
                <a:lnTo>
                  <a:pt x="34910" y="82287"/>
                </a:lnTo>
                <a:lnTo>
                  <a:pt x="71422" y="82287"/>
                </a:lnTo>
                <a:close/>
                <a:moveTo>
                  <a:pt x="197048" y="120225"/>
                </a:moveTo>
                <a:lnTo>
                  <a:pt x="197048" y="123431"/>
                </a:lnTo>
                <a:lnTo>
                  <a:pt x="133908" y="123431"/>
                </a:lnTo>
                <a:lnTo>
                  <a:pt x="133908" y="120225"/>
                </a:lnTo>
                <a:lnTo>
                  <a:pt x="137916" y="120225"/>
                </a:lnTo>
                <a:cubicBezTo>
                  <a:pt x="141419" y="120225"/>
                  <a:pt x="144239" y="119598"/>
                  <a:pt x="146376" y="118346"/>
                </a:cubicBezTo>
                <a:cubicBezTo>
                  <a:pt x="147920" y="117509"/>
                  <a:pt x="149107" y="116077"/>
                  <a:pt x="149938" y="114049"/>
                </a:cubicBezTo>
                <a:cubicBezTo>
                  <a:pt x="150591" y="112617"/>
                  <a:pt x="150918" y="108857"/>
                  <a:pt x="150918" y="102770"/>
                </a:cubicBezTo>
                <a:lnTo>
                  <a:pt x="150918" y="23332"/>
                </a:lnTo>
                <a:cubicBezTo>
                  <a:pt x="150918" y="17126"/>
                  <a:pt x="150591" y="13248"/>
                  <a:pt x="149938" y="11697"/>
                </a:cubicBezTo>
                <a:cubicBezTo>
                  <a:pt x="149285" y="10144"/>
                  <a:pt x="147964" y="8786"/>
                  <a:pt x="145975" y="7623"/>
                </a:cubicBezTo>
                <a:cubicBezTo>
                  <a:pt x="143986" y="6459"/>
                  <a:pt x="141300" y="5878"/>
                  <a:pt x="137916" y="5878"/>
                </a:cubicBezTo>
                <a:lnTo>
                  <a:pt x="133908" y="5878"/>
                </a:lnTo>
                <a:lnTo>
                  <a:pt x="133908" y="2672"/>
                </a:lnTo>
                <a:lnTo>
                  <a:pt x="197048" y="2672"/>
                </a:lnTo>
                <a:lnTo>
                  <a:pt x="197048" y="5878"/>
                </a:lnTo>
                <a:lnTo>
                  <a:pt x="193041" y="5878"/>
                </a:lnTo>
                <a:cubicBezTo>
                  <a:pt x="189538" y="5878"/>
                  <a:pt x="186718" y="6504"/>
                  <a:pt x="184581" y="7756"/>
                </a:cubicBezTo>
                <a:cubicBezTo>
                  <a:pt x="183037" y="8593"/>
                  <a:pt x="181820" y="10025"/>
                  <a:pt x="180929" y="12053"/>
                </a:cubicBezTo>
                <a:cubicBezTo>
                  <a:pt x="180276" y="13485"/>
                  <a:pt x="179950" y="17245"/>
                  <a:pt x="179950" y="23332"/>
                </a:cubicBezTo>
                <a:lnTo>
                  <a:pt x="179950" y="102770"/>
                </a:lnTo>
                <a:cubicBezTo>
                  <a:pt x="179950" y="108976"/>
                  <a:pt x="180291" y="112855"/>
                  <a:pt x="180974" y="114408"/>
                </a:cubicBezTo>
                <a:cubicBezTo>
                  <a:pt x="181657" y="115959"/>
                  <a:pt x="182993" y="117316"/>
                  <a:pt x="184981" y="118480"/>
                </a:cubicBezTo>
                <a:cubicBezTo>
                  <a:pt x="186970" y="119643"/>
                  <a:pt x="189657" y="120225"/>
                  <a:pt x="193041" y="120225"/>
                </a:cubicBezTo>
                <a:lnTo>
                  <a:pt x="197048" y="120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Applications">
            <a:extLst xmlns:a="http://schemas.openxmlformats.org/drawingml/2006/main">
              <a:ext uri="{FF2B5EF4-FFF2-40B4-BE49-F238E27FC236}">
                <a16:creationId xmlns:a16="http://schemas.microsoft.com/office/drawing/2014/main" id="{33744168-D669-452C-9BDA-79F33977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42" y="616249"/>
            <a:ext cx="976253" cy="162437"/>
          </a:xfrm>
          <a:custGeom xmlns:a="http://schemas.openxmlformats.org/drawingml/2006/main">
            <a:pathLst>
              <a:path w="976253" h="162437">
                <a:moveTo>
                  <a:pt x="74450" y="88877"/>
                </a:moveTo>
                <a:lnTo>
                  <a:pt x="31793" y="88877"/>
                </a:lnTo>
                <a:lnTo>
                  <a:pt x="26717" y="100691"/>
                </a:lnTo>
                <a:cubicBezTo>
                  <a:pt x="25054" y="104652"/>
                  <a:pt x="24223" y="107923"/>
                  <a:pt x="24223" y="110504"/>
                </a:cubicBezTo>
                <a:cubicBezTo>
                  <a:pt x="24223" y="113923"/>
                  <a:pt x="25589" y="116443"/>
                  <a:pt x="28320" y="118065"/>
                </a:cubicBezTo>
                <a:cubicBezTo>
                  <a:pt x="29923" y="119024"/>
                  <a:pt x="33871" y="119744"/>
                  <a:pt x="40164" y="120225"/>
                </a:cubicBezTo>
                <a:lnTo>
                  <a:pt x="40164" y="123431"/>
                </a:lnTo>
                <a:lnTo>
                  <a:pt x="0" y="123431"/>
                </a:lnTo>
                <a:lnTo>
                  <a:pt x="0" y="120225"/>
                </a:lnTo>
                <a:cubicBezTo>
                  <a:pt x="4334" y="119566"/>
                  <a:pt x="7896" y="117753"/>
                  <a:pt x="10687" y="114787"/>
                </a:cubicBezTo>
                <a:cubicBezTo>
                  <a:pt x="13477" y="111818"/>
                  <a:pt x="16920" y="105688"/>
                  <a:pt x="21017" y="96397"/>
                </a:cubicBezTo>
                <a:lnTo>
                  <a:pt x="64209" y="0"/>
                </a:lnTo>
                <a:lnTo>
                  <a:pt x="65901" y="0"/>
                </a:lnTo>
                <a:lnTo>
                  <a:pt x="109449" y="99082"/>
                </a:lnTo>
                <a:cubicBezTo>
                  <a:pt x="113605" y="108559"/>
                  <a:pt x="117019" y="114527"/>
                  <a:pt x="119690" y="116985"/>
                </a:cubicBezTo>
                <a:cubicBezTo>
                  <a:pt x="121709" y="118844"/>
                  <a:pt x="124559" y="119924"/>
                  <a:pt x="128240" y="120225"/>
                </a:cubicBezTo>
                <a:lnTo>
                  <a:pt x="128240" y="123431"/>
                </a:lnTo>
                <a:lnTo>
                  <a:pt x="69819" y="123431"/>
                </a:lnTo>
                <a:lnTo>
                  <a:pt x="69819" y="120225"/>
                </a:lnTo>
                <a:lnTo>
                  <a:pt x="72224" y="120225"/>
                </a:lnTo>
                <a:cubicBezTo>
                  <a:pt x="76914" y="120225"/>
                  <a:pt x="80209" y="119560"/>
                  <a:pt x="82109" y="118232"/>
                </a:cubicBezTo>
                <a:cubicBezTo>
                  <a:pt x="83415" y="117267"/>
                  <a:pt x="84068" y="115878"/>
                  <a:pt x="84068" y="114066"/>
                </a:cubicBezTo>
                <a:cubicBezTo>
                  <a:pt x="84068" y="112980"/>
                  <a:pt x="83890" y="111864"/>
                  <a:pt x="83534" y="110715"/>
                </a:cubicBezTo>
                <a:cubicBezTo>
                  <a:pt x="83415" y="110173"/>
                  <a:pt x="82525" y="107910"/>
                  <a:pt x="80862" y="103925"/>
                </a:cubicBezTo>
                <a:lnTo>
                  <a:pt x="74450" y="88877"/>
                </a:lnTo>
                <a:moveTo>
                  <a:pt x="71422" y="82287"/>
                </a:moveTo>
                <a:lnTo>
                  <a:pt x="53433" y="40648"/>
                </a:lnTo>
                <a:lnTo>
                  <a:pt x="34910" y="82287"/>
                </a:lnTo>
                <a:lnTo>
                  <a:pt x="71422" y="82287"/>
                </a:lnTo>
                <a:close/>
                <a:moveTo>
                  <a:pt x="168640" y="114970"/>
                </a:moveTo>
                <a:lnTo>
                  <a:pt x="168640" y="145872"/>
                </a:lnTo>
                <a:cubicBezTo>
                  <a:pt x="168640" y="150205"/>
                  <a:pt x="168981" y="153153"/>
                  <a:pt x="169664" y="154717"/>
                </a:cubicBezTo>
                <a:cubicBezTo>
                  <a:pt x="170347" y="156283"/>
                  <a:pt x="171401" y="157426"/>
                  <a:pt x="172825" y="158148"/>
                </a:cubicBezTo>
                <a:cubicBezTo>
                  <a:pt x="174250" y="158870"/>
                  <a:pt x="177041" y="159231"/>
                  <a:pt x="181197" y="159231"/>
                </a:cubicBezTo>
                <a:lnTo>
                  <a:pt x="181197" y="162437"/>
                </a:lnTo>
                <a:lnTo>
                  <a:pt x="133730" y="162437"/>
                </a:lnTo>
                <a:lnTo>
                  <a:pt x="133730" y="159231"/>
                </a:lnTo>
                <a:cubicBezTo>
                  <a:pt x="137411" y="159110"/>
                  <a:pt x="140142" y="158057"/>
                  <a:pt x="141923" y="156072"/>
                </a:cubicBezTo>
                <a:cubicBezTo>
                  <a:pt x="143111" y="154690"/>
                  <a:pt x="143704" y="151112"/>
                  <a:pt x="143704" y="145338"/>
                </a:cubicBezTo>
                <a:lnTo>
                  <a:pt x="143704" y="57530"/>
                </a:lnTo>
                <a:cubicBezTo>
                  <a:pt x="143704" y="51578"/>
                  <a:pt x="143022" y="47775"/>
                  <a:pt x="141656" y="46122"/>
                </a:cubicBezTo>
                <a:cubicBezTo>
                  <a:pt x="140291" y="44469"/>
                  <a:pt x="137649" y="43522"/>
                  <a:pt x="133730" y="43281"/>
                </a:cubicBezTo>
                <a:lnTo>
                  <a:pt x="133730" y="40075"/>
                </a:lnTo>
                <a:lnTo>
                  <a:pt x="168640" y="40075"/>
                </a:lnTo>
                <a:lnTo>
                  <a:pt x="168640" y="51029"/>
                </a:lnTo>
                <a:cubicBezTo>
                  <a:pt x="171549" y="46754"/>
                  <a:pt x="174518" y="43667"/>
                  <a:pt x="177545" y="41767"/>
                </a:cubicBezTo>
                <a:cubicBezTo>
                  <a:pt x="181879" y="38976"/>
                  <a:pt x="186599" y="37581"/>
                  <a:pt x="191705" y="37581"/>
                </a:cubicBezTo>
                <a:cubicBezTo>
                  <a:pt x="197820" y="37581"/>
                  <a:pt x="203386" y="39513"/>
                  <a:pt x="208403" y="43375"/>
                </a:cubicBezTo>
                <a:cubicBezTo>
                  <a:pt x="213420" y="47238"/>
                  <a:pt x="217234" y="52572"/>
                  <a:pt x="219847" y="59378"/>
                </a:cubicBezTo>
                <a:cubicBezTo>
                  <a:pt x="222459" y="66183"/>
                  <a:pt x="223765" y="73508"/>
                  <a:pt x="223765" y="81352"/>
                </a:cubicBezTo>
                <a:cubicBezTo>
                  <a:pt x="223765" y="89790"/>
                  <a:pt x="222414" y="97501"/>
                  <a:pt x="219713" y="104484"/>
                </a:cubicBezTo>
                <a:cubicBezTo>
                  <a:pt x="217012" y="111467"/>
                  <a:pt x="213093" y="116787"/>
                  <a:pt x="207958" y="120442"/>
                </a:cubicBezTo>
                <a:cubicBezTo>
                  <a:pt x="202822" y="124097"/>
                  <a:pt x="197108" y="125924"/>
                  <a:pt x="190815" y="125924"/>
                </a:cubicBezTo>
                <a:cubicBezTo>
                  <a:pt x="186243" y="125924"/>
                  <a:pt x="181968" y="124915"/>
                  <a:pt x="177991" y="122896"/>
                </a:cubicBezTo>
                <a:cubicBezTo>
                  <a:pt x="175022" y="121353"/>
                  <a:pt x="171905" y="118711"/>
                  <a:pt x="168640" y="114970"/>
                </a:cubicBezTo>
                <a:moveTo>
                  <a:pt x="168640" y="105962"/>
                </a:moveTo>
                <a:cubicBezTo>
                  <a:pt x="173746" y="113214"/>
                  <a:pt x="179208" y="116840"/>
                  <a:pt x="185026" y="116840"/>
                </a:cubicBezTo>
                <a:cubicBezTo>
                  <a:pt x="188232" y="116840"/>
                  <a:pt x="190874" y="115147"/>
                  <a:pt x="192952" y="111759"/>
                </a:cubicBezTo>
                <a:cubicBezTo>
                  <a:pt x="196039" y="106764"/>
                  <a:pt x="197583" y="97252"/>
                  <a:pt x="197583" y="83222"/>
                </a:cubicBezTo>
                <a:cubicBezTo>
                  <a:pt x="197583" y="68836"/>
                  <a:pt x="195891" y="58997"/>
                  <a:pt x="192507" y="53706"/>
                </a:cubicBezTo>
                <a:cubicBezTo>
                  <a:pt x="190251" y="50199"/>
                  <a:pt x="187223" y="48446"/>
                  <a:pt x="183423" y="48446"/>
                </a:cubicBezTo>
                <a:cubicBezTo>
                  <a:pt x="177427" y="48446"/>
                  <a:pt x="172499" y="52786"/>
                  <a:pt x="168640" y="61465"/>
                </a:cubicBezTo>
                <a:lnTo>
                  <a:pt x="168640" y="105962"/>
                </a:lnTo>
                <a:close/>
                <a:moveTo>
                  <a:pt x="270046" y="114970"/>
                </a:moveTo>
                <a:lnTo>
                  <a:pt x="270046" y="145872"/>
                </a:lnTo>
                <a:cubicBezTo>
                  <a:pt x="270046" y="150205"/>
                  <a:pt x="270388" y="153153"/>
                  <a:pt x="271070" y="154717"/>
                </a:cubicBezTo>
                <a:cubicBezTo>
                  <a:pt x="271753" y="156283"/>
                  <a:pt x="272807" y="157426"/>
                  <a:pt x="274232" y="158148"/>
                </a:cubicBezTo>
                <a:cubicBezTo>
                  <a:pt x="275657" y="158870"/>
                  <a:pt x="278447" y="159231"/>
                  <a:pt x="282603" y="159231"/>
                </a:cubicBezTo>
                <a:lnTo>
                  <a:pt x="282603" y="162437"/>
                </a:lnTo>
                <a:lnTo>
                  <a:pt x="235137" y="162437"/>
                </a:lnTo>
                <a:lnTo>
                  <a:pt x="235137" y="159231"/>
                </a:lnTo>
                <a:cubicBezTo>
                  <a:pt x="238818" y="159110"/>
                  <a:pt x="241549" y="158057"/>
                  <a:pt x="243330" y="156072"/>
                </a:cubicBezTo>
                <a:cubicBezTo>
                  <a:pt x="244517" y="154690"/>
                  <a:pt x="245111" y="151112"/>
                  <a:pt x="245111" y="145338"/>
                </a:cubicBezTo>
                <a:lnTo>
                  <a:pt x="245111" y="57530"/>
                </a:lnTo>
                <a:cubicBezTo>
                  <a:pt x="245111" y="51578"/>
                  <a:pt x="244428" y="47775"/>
                  <a:pt x="243063" y="46122"/>
                </a:cubicBezTo>
                <a:cubicBezTo>
                  <a:pt x="241697" y="44469"/>
                  <a:pt x="239055" y="43522"/>
                  <a:pt x="235137" y="43281"/>
                </a:cubicBezTo>
                <a:lnTo>
                  <a:pt x="235137" y="40075"/>
                </a:lnTo>
                <a:lnTo>
                  <a:pt x="270046" y="40075"/>
                </a:lnTo>
                <a:lnTo>
                  <a:pt x="270046" y="51029"/>
                </a:lnTo>
                <a:cubicBezTo>
                  <a:pt x="272955" y="46754"/>
                  <a:pt x="275924" y="43667"/>
                  <a:pt x="278952" y="41767"/>
                </a:cubicBezTo>
                <a:cubicBezTo>
                  <a:pt x="283286" y="38976"/>
                  <a:pt x="288006" y="37581"/>
                  <a:pt x="293112" y="37581"/>
                </a:cubicBezTo>
                <a:cubicBezTo>
                  <a:pt x="299227" y="37581"/>
                  <a:pt x="304793" y="39513"/>
                  <a:pt x="309809" y="43375"/>
                </a:cubicBezTo>
                <a:cubicBezTo>
                  <a:pt x="314826" y="47238"/>
                  <a:pt x="318641" y="52572"/>
                  <a:pt x="321253" y="59378"/>
                </a:cubicBezTo>
                <a:cubicBezTo>
                  <a:pt x="323865" y="66183"/>
                  <a:pt x="325171" y="73508"/>
                  <a:pt x="325171" y="81352"/>
                </a:cubicBezTo>
                <a:cubicBezTo>
                  <a:pt x="325171" y="89790"/>
                  <a:pt x="323821" y="97501"/>
                  <a:pt x="321119" y="104484"/>
                </a:cubicBezTo>
                <a:cubicBezTo>
                  <a:pt x="318418" y="111467"/>
                  <a:pt x="314500" y="116787"/>
                  <a:pt x="309364" y="120442"/>
                </a:cubicBezTo>
                <a:cubicBezTo>
                  <a:pt x="304229" y="124097"/>
                  <a:pt x="298514" y="125924"/>
                  <a:pt x="292221" y="125924"/>
                </a:cubicBezTo>
                <a:cubicBezTo>
                  <a:pt x="287650" y="125924"/>
                  <a:pt x="283375" y="124915"/>
                  <a:pt x="279397" y="122896"/>
                </a:cubicBezTo>
                <a:cubicBezTo>
                  <a:pt x="276429" y="121353"/>
                  <a:pt x="273312" y="118711"/>
                  <a:pt x="270046" y="114970"/>
                </a:cubicBezTo>
                <a:moveTo>
                  <a:pt x="270046" y="105962"/>
                </a:moveTo>
                <a:cubicBezTo>
                  <a:pt x="275152" y="113214"/>
                  <a:pt x="280614" y="116840"/>
                  <a:pt x="286432" y="116840"/>
                </a:cubicBezTo>
                <a:cubicBezTo>
                  <a:pt x="289638" y="116840"/>
                  <a:pt x="292280" y="115147"/>
                  <a:pt x="294358" y="111759"/>
                </a:cubicBezTo>
                <a:cubicBezTo>
                  <a:pt x="297446" y="106764"/>
                  <a:pt x="298989" y="97252"/>
                  <a:pt x="298989" y="83222"/>
                </a:cubicBezTo>
                <a:cubicBezTo>
                  <a:pt x="298989" y="68836"/>
                  <a:pt x="297297" y="58997"/>
                  <a:pt x="293913" y="53706"/>
                </a:cubicBezTo>
                <a:cubicBezTo>
                  <a:pt x="291657" y="50199"/>
                  <a:pt x="288629" y="48446"/>
                  <a:pt x="284829" y="48446"/>
                </a:cubicBezTo>
                <a:cubicBezTo>
                  <a:pt x="278833" y="48446"/>
                  <a:pt x="273905" y="52786"/>
                  <a:pt x="270046" y="61465"/>
                </a:cubicBezTo>
                <a:lnTo>
                  <a:pt x="270046" y="105962"/>
                </a:lnTo>
                <a:close/>
                <a:moveTo>
                  <a:pt x="372720" y="2672"/>
                </a:moveTo>
                <a:lnTo>
                  <a:pt x="372720" y="106154"/>
                </a:lnTo>
                <a:cubicBezTo>
                  <a:pt x="372720" y="112031"/>
                  <a:pt x="373403" y="115787"/>
                  <a:pt x="374769" y="117419"/>
                </a:cubicBezTo>
                <a:cubicBezTo>
                  <a:pt x="376134" y="119052"/>
                  <a:pt x="378806" y="119987"/>
                  <a:pt x="382784" y="120225"/>
                </a:cubicBezTo>
                <a:lnTo>
                  <a:pt x="382784" y="123431"/>
                </a:lnTo>
                <a:lnTo>
                  <a:pt x="337811" y="123431"/>
                </a:lnTo>
                <a:lnTo>
                  <a:pt x="337811" y="120225"/>
                </a:lnTo>
                <a:cubicBezTo>
                  <a:pt x="341492" y="120106"/>
                  <a:pt x="344223" y="119037"/>
                  <a:pt x="346004" y="117019"/>
                </a:cubicBezTo>
                <a:cubicBezTo>
                  <a:pt x="347191" y="115653"/>
                  <a:pt x="347785" y="112031"/>
                  <a:pt x="347785" y="106154"/>
                </a:cubicBezTo>
                <a:lnTo>
                  <a:pt x="347785" y="19948"/>
                </a:lnTo>
                <a:cubicBezTo>
                  <a:pt x="347785" y="14093"/>
                  <a:pt x="347102" y="10344"/>
                  <a:pt x="345737" y="8702"/>
                </a:cubicBezTo>
                <a:cubicBezTo>
                  <a:pt x="344371" y="7059"/>
                  <a:pt x="341729" y="6117"/>
                  <a:pt x="337811" y="5878"/>
                </a:cubicBezTo>
                <a:lnTo>
                  <a:pt x="337811" y="2672"/>
                </a:lnTo>
                <a:lnTo>
                  <a:pt x="372720" y="2672"/>
                </a:lnTo>
                <a:close/>
                <a:moveTo>
                  <a:pt x="410867" y="0"/>
                </a:moveTo>
                <a:cubicBezTo>
                  <a:pt x="414726" y="0"/>
                  <a:pt x="417991" y="1355"/>
                  <a:pt x="420663" y="4066"/>
                </a:cubicBezTo>
                <a:cubicBezTo>
                  <a:pt x="423334" y="6775"/>
                  <a:pt x="424670" y="10035"/>
                  <a:pt x="424670" y="13848"/>
                </a:cubicBezTo>
                <a:cubicBezTo>
                  <a:pt x="424670" y="17661"/>
                  <a:pt x="423319" y="20908"/>
                  <a:pt x="420618" y="23589"/>
                </a:cubicBezTo>
                <a:cubicBezTo>
                  <a:pt x="417917" y="26268"/>
                  <a:pt x="414666" y="27607"/>
                  <a:pt x="410867" y="27607"/>
                </a:cubicBezTo>
                <a:cubicBezTo>
                  <a:pt x="407067" y="27607"/>
                  <a:pt x="403831" y="26268"/>
                  <a:pt x="401160" y="23589"/>
                </a:cubicBezTo>
                <a:cubicBezTo>
                  <a:pt x="398488" y="20908"/>
                  <a:pt x="397152" y="17661"/>
                  <a:pt x="397152" y="13848"/>
                </a:cubicBezTo>
                <a:cubicBezTo>
                  <a:pt x="397152" y="10035"/>
                  <a:pt x="398488" y="6775"/>
                  <a:pt x="401160" y="4066"/>
                </a:cubicBezTo>
                <a:cubicBezTo>
                  <a:pt x="403831" y="1355"/>
                  <a:pt x="407067" y="0"/>
                  <a:pt x="410867" y="0"/>
                </a:cubicBezTo>
                <a:moveTo>
                  <a:pt x="423334" y="40075"/>
                </a:moveTo>
                <a:lnTo>
                  <a:pt x="423334" y="106154"/>
                </a:lnTo>
                <a:cubicBezTo>
                  <a:pt x="423334" y="112031"/>
                  <a:pt x="424017" y="115787"/>
                  <a:pt x="425383" y="117419"/>
                </a:cubicBezTo>
                <a:cubicBezTo>
                  <a:pt x="426748" y="119052"/>
                  <a:pt x="429420" y="119987"/>
                  <a:pt x="433397" y="120225"/>
                </a:cubicBezTo>
                <a:lnTo>
                  <a:pt x="433397" y="123431"/>
                </a:lnTo>
                <a:lnTo>
                  <a:pt x="388425" y="123431"/>
                </a:lnTo>
                <a:lnTo>
                  <a:pt x="388425" y="120225"/>
                </a:lnTo>
                <a:cubicBezTo>
                  <a:pt x="392106" y="120106"/>
                  <a:pt x="394837" y="119037"/>
                  <a:pt x="396618" y="117019"/>
                </a:cubicBezTo>
                <a:cubicBezTo>
                  <a:pt x="397805" y="115653"/>
                  <a:pt x="398399" y="112031"/>
                  <a:pt x="398399" y="106154"/>
                </a:cubicBezTo>
                <a:lnTo>
                  <a:pt x="398399" y="57530"/>
                </a:lnTo>
                <a:cubicBezTo>
                  <a:pt x="398399" y="51578"/>
                  <a:pt x="397716" y="47775"/>
                  <a:pt x="396351" y="46122"/>
                </a:cubicBezTo>
                <a:cubicBezTo>
                  <a:pt x="394985" y="44469"/>
                  <a:pt x="392343" y="43522"/>
                  <a:pt x="388425" y="43281"/>
                </a:cubicBezTo>
                <a:lnTo>
                  <a:pt x="388425" y="40075"/>
                </a:lnTo>
                <a:lnTo>
                  <a:pt x="423334" y="40075"/>
                </a:lnTo>
                <a:close/>
                <a:moveTo>
                  <a:pt x="510029" y="101899"/>
                </a:moveTo>
                <a:lnTo>
                  <a:pt x="512790" y="104033"/>
                </a:lnTo>
                <a:cubicBezTo>
                  <a:pt x="508871" y="111419"/>
                  <a:pt x="503988" y="116915"/>
                  <a:pt x="498140" y="120520"/>
                </a:cubicBezTo>
                <a:cubicBezTo>
                  <a:pt x="492292" y="124123"/>
                  <a:pt x="486073" y="125924"/>
                  <a:pt x="479483" y="125924"/>
                </a:cubicBezTo>
                <a:cubicBezTo>
                  <a:pt x="468381" y="125924"/>
                  <a:pt x="459505" y="121735"/>
                  <a:pt x="452855" y="113356"/>
                </a:cubicBezTo>
                <a:cubicBezTo>
                  <a:pt x="446206" y="104976"/>
                  <a:pt x="442881" y="94902"/>
                  <a:pt x="442881" y="83136"/>
                </a:cubicBezTo>
                <a:cubicBezTo>
                  <a:pt x="442881" y="71783"/>
                  <a:pt x="445909" y="61799"/>
                  <a:pt x="451965" y="53183"/>
                </a:cubicBezTo>
                <a:cubicBezTo>
                  <a:pt x="459267" y="42782"/>
                  <a:pt x="469331" y="37581"/>
                  <a:pt x="482155" y="37581"/>
                </a:cubicBezTo>
                <a:cubicBezTo>
                  <a:pt x="490763" y="37581"/>
                  <a:pt x="497606" y="39755"/>
                  <a:pt x="502682" y="44102"/>
                </a:cubicBezTo>
                <a:cubicBezTo>
                  <a:pt x="507758" y="48447"/>
                  <a:pt x="510296" y="53299"/>
                  <a:pt x="510296" y="58657"/>
                </a:cubicBezTo>
                <a:cubicBezTo>
                  <a:pt x="510296" y="62050"/>
                  <a:pt x="509272" y="64759"/>
                  <a:pt x="507224" y="66783"/>
                </a:cubicBezTo>
                <a:cubicBezTo>
                  <a:pt x="505175" y="68807"/>
                  <a:pt x="502489" y="69819"/>
                  <a:pt x="499164" y="69819"/>
                </a:cubicBezTo>
                <a:cubicBezTo>
                  <a:pt x="495661" y="69819"/>
                  <a:pt x="492767" y="68658"/>
                  <a:pt x="490481" y="66335"/>
                </a:cubicBezTo>
                <a:cubicBezTo>
                  <a:pt x="488196" y="64010"/>
                  <a:pt x="486785" y="59869"/>
                  <a:pt x="486251" y="53912"/>
                </a:cubicBezTo>
                <a:cubicBezTo>
                  <a:pt x="485895" y="50158"/>
                  <a:pt x="485034" y="47537"/>
                  <a:pt x="483669" y="46047"/>
                </a:cubicBezTo>
                <a:cubicBezTo>
                  <a:pt x="482303" y="44559"/>
                  <a:pt x="480700" y="43815"/>
                  <a:pt x="478860" y="43815"/>
                </a:cubicBezTo>
                <a:cubicBezTo>
                  <a:pt x="476010" y="43815"/>
                  <a:pt x="473576" y="45329"/>
                  <a:pt x="471557" y="48357"/>
                </a:cubicBezTo>
                <a:cubicBezTo>
                  <a:pt x="468470" y="52928"/>
                  <a:pt x="466926" y="59934"/>
                  <a:pt x="466926" y="69374"/>
                </a:cubicBezTo>
                <a:cubicBezTo>
                  <a:pt x="466926" y="77211"/>
                  <a:pt x="468173" y="84706"/>
                  <a:pt x="470666" y="91860"/>
                </a:cubicBezTo>
                <a:cubicBezTo>
                  <a:pt x="473160" y="99015"/>
                  <a:pt x="476574" y="104343"/>
                  <a:pt x="480908" y="107846"/>
                </a:cubicBezTo>
                <a:cubicBezTo>
                  <a:pt x="484173" y="110399"/>
                  <a:pt x="488032" y="111675"/>
                  <a:pt x="492485" y="111675"/>
                </a:cubicBezTo>
                <a:cubicBezTo>
                  <a:pt x="495394" y="111675"/>
                  <a:pt x="498155" y="110994"/>
                  <a:pt x="500767" y="109633"/>
                </a:cubicBezTo>
                <a:cubicBezTo>
                  <a:pt x="503379" y="108269"/>
                  <a:pt x="506467" y="105691"/>
                  <a:pt x="510029" y="101899"/>
                </a:cubicBezTo>
                <a:close/>
                <a:moveTo>
                  <a:pt x="568282" y="111141"/>
                </a:moveTo>
                <a:cubicBezTo>
                  <a:pt x="558129" y="120165"/>
                  <a:pt x="549016" y="124677"/>
                  <a:pt x="540942" y="124677"/>
                </a:cubicBezTo>
                <a:cubicBezTo>
                  <a:pt x="536192" y="124677"/>
                  <a:pt x="532244" y="123114"/>
                  <a:pt x="529097" y="119988"/>
                </a:cubicBezTo>
                <a:cubicBezTo>
                  <a:pt x="525951" y="116860"/>
                  <a:pt x="524377" y="112943"/>
                  <a:pt x="524377" y="108238"/>
                </a:cubicBezTo>
                <a:cubicBezTo>
                  <a:pt x="524377" y="101863"/>
                  <a:pt x="527109" y="96130"/>
                  <a:pt x="532571" y="91037"/>
                </a:cubicBezTo>
                <a:cubicBezTo>
                  <a:pt x="538033" y="85944"/>
                  <a:pt x="549936" y="79168"/>
                  <a:pt x="568282" y="70710"/>
                </a:cubicBezTo>
                <a:lnTo>
                  <a:pt x="568282" y="62339"/>
                </a:lnTo>
                <a:cubicBezTo>
                  <a:pt x="568282" y="56045"/>
                  <a:pt x="567940" y="52082"/>
                  <a:pt x="567258" y="50450"/>
                </a:cubicBezTo>
                <a:cubicBezTo>
                  <a:pt x="566575" y="48817"/>
                  <a:pt x="565284" y="47392"/>
                  <a:pt x="563384" y="46175"/>
                </a:cubicBezTo>
                <a:cubicBezTo>
                  <a:pt x="561484" y="44958"/>
                  <a:pt x="559347" y="44349"/>
                  <a:pt x="556972" y="44349"/>
                </a:cubicBezTo>
                <a:cubicBezTo>
                  <a:pt x="553113" y="44349"/>
                  <a:pt x="549936" y="45210"/>
                  <a:pt x="547443" y="46932"/>
                </a:cubicBezTo>
                <a:cubicBezTo>
                  <a:pt x="545899" y="48001"/>
                  <a:pt x="545127" y="49248"/>
                  <a:pt x="545127" y="50672"/>
                </a:cubicBezTo>
                <a:cubicBezTo>
                  <a:pt x="545127" y="51919"/>
                  <a:pt x="545959" y="53463"/>
                  <a:pt x="547621" y="55303"/>
                </a:cubicBezTo>
                <a:cubicBezTo>
                  <a:pt x="549877" y="57856"/>
                  <a:pt x="551005" y="60320"/>
                  <a:pt x="551005" y="62695"/>
                </a:cubicBezTo>
                <a:cubicBezTo>
                  <a:pt x="551005" y="65604"/>
                  <a:pt x="549921" y="68083"/>
                  <a:pt x="547754" y="70131"/>
                </a:cubicBezTo>
                <a:cubicBezTo>
                  <a:pt x="545587" y="72179"/>
                  <a:pt x="542753" y="73203"/>
                  <a:pt x="539250" y="73203"/>
                </a:cubicBezTo>
                <a:cubicBezTo>
                  <a:pt x="535509" y="73203"/>
                  <a:pt x="532378" y="72075"/>
                  <a:pt x="529854" y="69819"/>
                </a:cubicBezTo>
                <a:cubicBezTo>
                  <a:pt x="527331" y="67563"/>
                  <a:pt x="526070" y="64921"/>
                  <a:pt x="526070" y="61893"/>
                </a:cubicBezTo>
                <a:cubicBezTo>
                  <a:pt x="526070" y="57619"/>
                  <a:pt x="527762" y="53537"/>
                  <a:pt x="531146" y="49648"/>
                </a:cubicBezTo>
                <a:cubicBezTo>
                  <a:pt x="534530" y="45760"/>
                  <a:pt x="539250" y="42776"/>
                  <a:pt x="545305" y="40698"/>
                </a:cubicBezTo>
                <a:cubicBezTo>
                  <a:pt x="551361" y="38620"/>
                  <a:pt x="557654" y="37581"/>
                  <a:pt x="564185" y="37581"/>
                </a:cubicBezTo>
                <a:cubicBezTo>
                  <a:pt x="572081" y="37581"/>
                  <a:pt x="578330" y="39263"/>
                  <a:pt x="582931" y="42627"/>
                </a:cubicBezTo>
                <a:cubicBezTo>
                  <a:pt x="587532" y="45989"/>
                  <a:pt x="590516" y="49633"/>
                  <a:pt x="591881" y="53561"/>
                </a:cubicBezTo>
                <a:cubicBezTo>
                  <a:pt x="592713" y="56060"/>
                  <a:pt x="593128" y="61802"/>
                  <a:pt x="593128" y="70788"/>
                </a:cubicBezTo>
                <a:lnTo>
                  <a:pt x="593128" y="103190"/>
                </a:lnTo>
                <a:cubicBezTo>
                  <a:pt x="593128" y="106999"/>
                  <a:pt x="593277" y="109395"/>
                  <a:pt x="593573" y="110378"/>
                </a:cubicBezTo>
                <a:cubicBezTo>
                  <a:pt x="593870" y="111360"/>
                  <a:pt x="594316" y="112089"/>
                  <a:pt x="594909" y="112566"/>
                </a:cubicBezTo>
                <a:cubicBezTo>
                  <a:pt x="595503" y="113041"/>
                  <a:pt x="596186" y="113278"/>
                  <a:pt x="596957" y="113278"/>
                </a:cubicBezTo>
                <a:cubicBezTo>
                  <a:pt x="598501" y="113278"/>
                  <a:pt x="600074" y="112180"/>
                  <a:pt x="601677" y="109983"/>
                </a:cubicBezTo>
                <a:lnTo>
                  <a:pt x="604349" y="112121"/>
                </a:lnTo>
                <a:cubicBezTo>
                  <a:pt x="601381" y="116514"/>
                  <a:pt x="598308" y="119705"/>
                  <a:pt x="595132" y="121694"/>
                </a:cubicBezTo>
                <a:cubicBezTo>
                  <a:pt x="591956" y="123683"/>
                  <a:pt x="588349" y="124677"/>
                  <a:pt x="584312" y="124677"/>
                </a:cubicBezTo>
                <a:cubicBezTo>
                  <a:pt x="579562" y="124677"/>
                  <a:pt x="575851" y="123557"/>
                  <a:pt x="573180" y="121315"/>
                </a:cubicBezTo>
                <a:cubicBezTo>
                  <a:pt x="570508" y="119074"/>
                  <a:pt x="568875" y="115683"/>
                  <a:pt x="568282" y="111141"/>
                </a:cubicBezTo>
                <a:moveTo>
                  <a:pt x="568282" y="104551"/>
                </a:moveTo>
                <a:lnTo>
                  <a:pt x="568282" y="76693"/>
                </a:lnTo>
                <a:cubicBezTo>
                  <a:pt x="561098" y="80929"/>
                  <a:pt x="555755" y="85463"/>
                  <a:pt x="552252" y="90296"/>
                </a:cubicBezTo>
                <a:cubicBezTo>
                  <a:pt x="549936" y="93517"/>
                  <a:pt x="548779" y="96769"/>
                  <a:pt x="548779" y="100051"/>
                </a:cubicBezTo>
                <a:cubicBezTo>
                  <a:pt x="548779" y="102795"/>
                  <a:pt x="549758" y="105211"/>
                  <a:pt x="551717" y="107300"/>
                </a:cubicBezTo>
                <a:cubicBezTo>
                  <a:pt x="553202" y="108911"/>
                  <a:pt x="555280" y="109716"/>
                  <a:pt x="557951" y="109716"/>
                </a:cubicBezTo>
                <a:cubicBezTo>
                  <a:pt x="560920" y="109716"/>
                  <a:pt x="564363" y="107994"/>
                  <a:pt x="568282" y="104551"/>
                </a:cubicBezTo>
                <a:close/>
                <a:moveTo>
                  <a:pt x="646561" y="9440"/>
                </a:moveTo>
                <a:lnTo>
                  <a:pt x="646561" y="40075"/>
                </a:lnTo>
                <a:lnTo>
                  <a:pt x="666331" y="40075"/>
                </a:lnTo>
                <a:lnTo>
                  <a:pt x="666331" y="48802"/>
                </a:lnTo>
                <a:lnTo>
                  <a:pt x="646561" y="48802"/>
                </a:lnTo>
                <a:lnTo>
                  <a:pt x="646561" y="100326"/>
                </a:lnTo>
                <a:cubicBezTo>
                  <a:pt x="646561" y="105148"/>
                  <a:pt x="646784" y="108259"/>
                  <a:pt x="647229" y="109658"/>
                </a:cubicBezTo>
                <a:cubicBezTo>
                  <a:pt x="647674" y="111056"/>
                  <a:pt x="648461" y="112188"/>
                  <a:pt x="649589" y="113053"/>
                </a:cubicBezTo>
                <a:cubicBezTo>
                  <a:pt x="650717" y="113916"/>
                  <a:pt x="651756" y="114347"/>
                  <a:pt x="652706" y="114347"/>
                </a:cubicBezTo>
                <a:cubicBezTo>
                  <a:pt x="656565" y="114347"/>
                  <a:pt x="660216" y="111378"/>
                  <a:pt x="663660" y="105441"/>
                </a:cubicBezTo>
                <a:lnTo>
                  <a:pt x="666331" y="107420"/>
                </a:lnTo>
                <a:cubicBezTo>
                  <a:pt x="661522" y="118925"/>
                  <a:pt x="653715" y="124677"/>
                  <a:pt x="642910" y="124677"/>
                </a:cubicBezTo>
                <a:cubicBezTo>
                  <a:pt x="637626" y="124677"/>
                  <a:pt x="633158" y="123203"/>
                  <a:pt x="629507" y="120255"/>
                </a:cubicBezTo>
                <a:cubicBezTo>
                  <a:pt x="625856" y="117305"/>
                  <a:pt x="623525" y="114013"/>
                  <a:pt x="622516" y="110378"/>
                </a:cubicBezTo>
                <a:cubicBezTo>
                  <a:pt x="621922" y="108352"/>
                  <a:pt x="621625" y="102871"/>
                  <a:pt x="621625" y="93934"/>
                </a:cubicBezTo>
                <a:lnTo>
                  <a:pt x="621625" y="48802"/>
                </a:lnTo>
                <a:lnTo>
                  <a:pt x="610761" y="48802"/>
                </a:lnTo>
                <a:lnTo>
                  <a:pt x="610761" y="45677"/>
                </a:lnTo>
                <a:cubicBezTo>
                  <a:pt x="618241" y="40382"/>
                  <a:pt x="624609" y="34819"/>
                  <a:pt x="629863" y="28987"/>
                </a:cubicBezTo>
                <a:cubicBezTo>
                  <a:pt x="635117" y="23156"/>
                  <a:pt x="639704" y="16640"/>
                  <a:pt x="643622" y="9440"/>
                </a:cubicBezTo>
                <a:lnTo>
                  <a:pt x="646561" y="9440"/>
                </a:lnTo>
                <a:close/>
                <a:moveTo>
                  <a:pt x="694293" y="0"/>
                </a:moveTo>
                <a:cubicBezTo>
                  <a:pt x="698152" y="0"/>
                  <a:pt x="701418" y="1355"/>
                  <a:pt x="704089" y="4066"/>
                </a:cubicBezTo>
                <a:cubicBezTo>
                  <a:pt x="706761" y="6775"/>
                  <a:pt x="708097" y="10035"/>
                  <a:pt x="708097" y="13848"/>
                </a:cubicBezTo>
                <a:cubicBezTo>
                  <a:pt x="708097" y="17661"/>
                  <a:pt x="706746" y="20908"/>
                  <a:pt x="704045" y="23589"/>
                </a:cubicBezTo>
                <a:cubicBezTo>
                  <a:pt x="701344" y="26268"/>
                  <a:pt x="698093" y="27607"/>
                  <a:pt x="694293" y="27607"/>
                </a:cubicBezTo>
                <a:cubicBezTo>
                  <a:pt x="690494" y="27607"/>
                  <a:pt x="687258" y="26268"/>
                  <a:pt x="684586" y="23589"/>
                </a:cubicBezTo>
                <a:cubicBezTo>
                  <a:pt x="681915" y="20908"/>
                  <a:pt x="680579" y="17661"/>
                  <a:pt x="680579" y="13848"/>
                </a:cubicBezTo>
                <a:cubicBezTo>
                  <a:pt x="680579" y="10035"/>
                  <a:pt x="681915" y="6775"/>
                  <a:pt x="684586" y="4066"/>
                </a:cubicBezTo>
                <a:cubicBezTo>
                  <a:pt x="687258" y="1355"/>
                  <a:pt x="690494" y="0"/>
                  <a:pt x="694293" y="0"/>
                </a:cubicBezTo>
                <a:moveTo>
                  <a:pt x="706761" y="40075"/>
                </a:moveTo>
                <a:lnTo>
                  <a:pt x="706761" y="106154"/>
                </a:lnTo>
                <a:cubicBezTo>
                  <a:pt x="706761" y="112031"/>
                  <a:pt x="707444" y="115787"/>
                  <a:pt x="708809" y="117419"/>
                </a:cubicBezTo>
                <a:cubicBezTo>
                  <a:pt x="710175" y="119052"/>
                  <a:pt x="712847" y="119987"/>
                  <a:pt x="716824" y="120225"/>
                </a:cubicBezTo>
                <a:lnTo>
                  <a:pt x="716824" y="123431"/>
                </a:lnTo>
                <a:lnTo>
                  <a:pt x="671851" y="123431"/>
                </a:lnTo>
                <a:lnTo>
                  <a:pt x="671851" y="120225"/>
                </a:lnTo>
                <a:cubicBezTo>
                  <a:pt x="675532" y="120106"/>
                  <a:pt x="678263" y="119037"/>
                  <a:pt x="680045" y="117019"/>
                </a:cubicBezTo>
                <a:cubicBezTo>
                  <a:pt x="681232" y="115653"/>
                  <a:pt x="681826" y="112031"/>
                  <a:pt x="681826" y="106154"/>
                </a:cubicBezTo>
                <a:lnTo>
                  <a:pt x="681826" y="57530"/>
                </a:lnTo>
                <a:cubicBezTo>
                  <a:pt x="681826" y="51578"/>
                  <a:pt x="681143" y="47775"/>
                  <a:pt x="679777" y="46122"/>
                </a:cubicBezTo>
                <a:cubicBezTo>
                  <a:pt x="678412" y="44469"/>
                  <a:pt x="675770" y="43522"/>
                  <a:pt x="671851" y="43281"/>
                </a:cubicBezTo>
                <a:lnTo>
                  <a:pt x="671851" y="40075"/>
                </a:lnTo>
                <a:lnTo>
                  <a:pt x="706761" y="40075"/>
                </a:lnTo>
                <a:close/>
                <a:moveTo>
                  <a:pt x="764232" y="37581"/>
                </a:moveTo>
                <a:cubicBezTo>
                  <a:pt x="771476" y="37581"/>
                  <a:pt x="778214" y="39453"/>
                  <a:pt x="784448" y="43197"/>
                </a:cubicBezTo>
                <a:cubicBezTo>
                  <a:pt x="790682" y="46941"/>
                  <a:pt x="795417" y="52261"/>
                  <a:pt x="798652" y="59155"/>
                </a:cubicBezTo>
                <a:cubicBezTo>
                  <a:pt x="801888" y="66049"/>
                  <a:pt x="803506" y="73597"/>
                  <a:pt x="803506" y="81797"/>
                </a:cubicBezTo>
                <a:cubicBezTo>
                  <a:pt x="803506" y="93623"/>
                  <a:pt x="800508" y="103518"/>
                  <a:pt x="794511" y="111483"/>
                </a:cubicBezTo>
                <a:cubicBezTo>
                  <a:pt x="787268" y="121110"/>
                  <a:pt x="777264" y="125924"/>
                  <a:pt x="764500" y="125924"/>
                </a:cubicBezTo>
                <a:cubicBezTo>
                  <a:pt x="751972" y="125924"/>
                  <a:pt x="742325" y="121526"/>
                  <a:pt x="735557" y="112730"/>
                </a:cubicBezTo>
                <a:cubicBezTo>
                  <a:pt x="728788" y="103934"/>
                  <a:pt x="725404" y="93742"/>
                  <a:pt x="725404" y="82153"/>
                </a:cubicBezTo>
                <a:cubicBezTo>
                  <a:pt x="725404" y="70209"/>
                  <a:pt x="728863" y="59794"/>
                  <a:pt x="735779" y="50909"/>
                </a:cubicBezTo>
                <a:cubicBezTo>
                  <a:pt x="742696" y="42024"/>
                  <a:pt x="752180" y="37581"/>
                  <a:pt x="764232" y="37581"/>
                </a:cubicBezTo>
                <a:moveTo>
                  <a:pt x="764589" y="43815"/>
                </a:moveTo>
                <a:cubicBezTo>
                  <a:pt x="761561" y="43815"/>
                  <a:pt x="758963" y="44960"/>
                  <a:pt x="756796" y="47249"/>
                </a:cubicBezTo>
                <a:cubicBezTo>
                  <a:pt x="754629" y="49537"/>
                  <a:pt x="753204" y="54054"/>
                  <a:pt x="752522" y="60800"/>
                </a:cubicBezTo>
                <a:cubicBezTo>
                  <a:pt x="751839" y="67546"/>
                  <a:pt x="751497" y="76922"/>
                  <a:pt x="751497" y="88930"/>
                </a:cubicBezTo>
                <a:cubicBezTo>
                  <a:pt x="751497" y="95290"/>
                  <a:pt x="751913" y="101234"/>
                  <a:pt x="752744" y="106763"/>
                </a:cubicBezTo>
                <a:cubicBezTo>
                  <a:pt x="753397" y="110982"/>
                  <a:pt x="754793" y="114192"/>
                  <a:pt x="756930" y="116392"/>
                </a:cubicBezTo>
                <a:cubicBezTo>
                  <a:pt x="759067" y="118591"/>
                  <a:pt x="761501" y="119690"/>
                  <a:pt x="764232" y="119690"/>
                </a:cubicBezTo>
                <a:cubicBezTo>
                  <a:pt x="766904" y="119690"/>
                  <a:pt x="769130" y="118947"/>
                  <a:pt x="770911" y="117461"/>
                </a:cubicBezTo>
                <a:cubicBezTo>
                  <a:pt x="773227" y="115441"/>
                  <a:pt x="774771" y="112617"/>
                  <a:pt x="775542" y="108990"/>
                </a:cubicBezTo>
                <a:cubicBezTo>
                  <a:pt x="776730" y="103344"/>
                  <a:pt x="777323" y="91932"/>
                  <a:pt x="777323" y="74754"/>
                </a:cubicBezTo>
                <a:cubicBezTo>
                  <a:pt x="777323" y="64649"/>
                  <a:pt x="776759" y="57711"/>
                  <a:pt x="775631" y="53937"/>
                </a:cubicBezTo>
                <a:cubicBezTo>
                  <a:pt x="774503" y="50161"/>
                  <a:pt x="772841" y="47412"/>
                  <a:pt x="770644" y="45688"/>
                </a:cubicBezTo>
                <a:cubicBezTo>
                  <a:pt x="769101" y="44439"/>
                  <a:pt x="767082" y="43815"/>
                  <a:pt x="764589" y="43815"/>
                </a:cubicBezTo>
                <a:close/>
                <a:moveTo>
                  <a:pt x="850170" y="40075"/>
                </a:moveTo>
                <a:lnTo>
                  <a:pt x="850170" y="50940"/>
                </a:lnTo>
                <a:cubicBezTo>
                  <a:pt x="854445" y="46277"/>
                  <a:pt x="858542" y="42886"/>
                  <a:pt x="862460" y="40765"/>
                </a:cubicBezTo>
                <a:cubicBezTo>
                  <a:pt x="866378" y="38643"/>
                  <a:pt x="870594" y="37581"/>
                  <a:pt x="875106" y="37581"/>
                </a:cubicBezTo>
                <a:cubicBezTo>
                  <a:pt x="880508" y="37581"/>
                  <a:pt x="884991" y="39082"/>
                  <a:pt x="888553" y="42084"/>
                </a:cubicBezTo>
                <a:cubicBezTo>
                  <a:pt x="892115" y="45086"/>
                  <a:pt x="894490" y="48816"/>
                  <a:pt x="895678" y="53274"/>
                </a:cubicBezTo>
                <a:cubicBezTo>
                  <a:pt x="896627" y="56664"/>
                  <a:pt x="897102" y="63174"/>
                  <a:pt x="897102" y="72805"/>
                </a:cubicBezTo>
                <a:lnTo>
                  <a:pt x="897102" y="105263"/>
                </a:lnTo>
                <a:cubicBezTo>
                  <a:pt x="897102" y="111675"/>
                  <a:pt x="897681" y="115668"/>
                  <a:pt x="898839" y="117241"/>
                </a:cubicBezTo>
                <a:cubicBezTo>
                  <a:pt x="899997" y="118814"/>
                  <a:pt x="902416" y="119809"/>
                  <a:pt x="906097" y="120225"/>
                </a:cubicBezTo>
                <a:lnTo>
                  <a:pt x="906097" y="123431"/>
                </a:lnTo>
                <a:lnTo>
                  <a:pt x="863974" y="123431"/>
                </a:lnTo>
                <a:lnTo>
                  <a:pt x="863974" y="120225"/>
                </a:lnTo>
                <a:cubicBezTo>
                  <a:pt x="867121" y="119809"/>
                  <a:pt x="869377" y="118503"/>
                  <a:pt x="870742" y="116306"/>
                </a:cubicBezTo>
                <a:cubicBezTo>
                  <a:pt x="871692" y="114822"/>
                  <a:pt x="872167" y="111141"/>
                  <a:pt x="872167" y="105263"/>
                </a:cubicBezTo>
                <a:lnTo>
                  <a:pt x="872167" y="68216"/>
                </a:lnTo>
                <a:cubicBezTo>
                  <a:pt x="872167" y="61389"/>
                  <a:pt x="871900" y="57084"/>
                  <a:pt x="871365" y="55303"/>
                </a:cubicBezTo>
                <a:cubicBezTo>
                  <a:pt x="870831" y="53522"/>
                  <a:pt x="869926" y="52142"/>
                  <a:pt x="868649" y="51162"/>
                </a:cubicBezTo>
                <a:cubicBezTo>
                  <a:pt x="867373" y="50183"/>
                  <a:pt x="865963" y="49693"/>
                  <a:pt x="864419" y="49693"/>
                </a:cubicBezTo>
                <a:cubicBezTo>
                  <a:pt x="859313" y="49693"/>
                  <a:pt x="854564" y="53374"/>
                  <a:pt x="850170" y="60736"/>
                </a:cubicBezTo>
                <a:lnTo>
                  <a:pt x="850170" y="105263"/>
                </a:lnTo>
                <a:cubicBezTo>
                  <a:pt x="850170" y="111497"/>
                  <a:pt x="850749" y="115445"/>
                  <a:pt x="851907" y="117108"/>
                </a:cubicBezTo>
                <a:cubicBezTo>
                  <a:pt x="853065" y="118770"/>
                  <a:pt x="855217" y="119809"/>
                  <a:pt x="858363" y="120225"/>
                </a:cubicBezTo>
                <a:lnTo>
                  <a:pt x="858363" y="123431"/>
                </a:lnTo>
                <a:lnTo>
                  <a:pt x="816240" y="123431"/>
                </a:lnTo>
                <a:lnTo>
                  <a:pt x="816240" y="120225"/>
                </a:lnTo>
                <a:cubicBezTo>
                  <a:pt x="819743" y="119868"/>
                  <a:pt x="822237" y="118740"/>
                  <a:pt x="823721" y="116840"/>
                </a:cubicBezTo>
                <a:cubicBezTo>
                  <a:pt x="824730" y="115534"/>
                  <a:pt x="825235" y="111675"/>
                  <a:pt x="825235" y="105263"/>
                </a:cubicBezTo>
                <a:lnTo>
                  <a:pt x="825235" y="58242"/>
                </a:lnTo>
                <a:cubicBezTo>
                  <a:pt x="825235" y="51873"/>
                  <a:pt x="824656" y="47907"/>
                  <a:pt x="823498" y="46345"/>
                </a:cubicBezTo>
                <a:cubicBezTo>
                  <a:pt x="822341" y="44783"/>
                  <a:pt x="819921" y="43761"/>
                  <a:pt x="816240" y="43281"/>
                </a:cubicBezTo>
                <a:lnTo>
                  <a:pt x="816240" y="40075"/>
                </a:lnTo>
                <a:lnTo>
                  <a:pt x="850170" y="40075"/>
                </a:lnTo>
                <a:close/>
                <a:moveTo>
                  <a:pt x="970553" y="37938"/>
                </a:moveTo>
                <a:lnTo>
                  <a:pt x="971889" y="66435"/>
                </a:lnTo>
                <a:lnTo>
                  <a:pt x="968861" y="66435"/>
                </a:lnTo>
                <a:cubicBezTo>
                  <a:pt x="965240" y="57936"/>
                  <a:pt x="961485" y="52131"/>
                  <a:pt x="957596" y="49019"/>
                </a:cubicBezTo>
                <a:cubicBezTo>
                  <a:pt x="953707" y="45906"/>
                  <a:pt x="949833" y="44349"/>
                  <a:pt x="945974" y="44349"/>
                </a:cubicBezTo>
                <a:cubicBezTo>
                  <a:pt x="943540" y="44349"/>
                  <a:pt x="941462" y="45166"/>
                  <a:pt x="939740" y="46799"/>
                </a:cubicBezTo>
                <a:cubicBezTo>
                  <a:pt x="938019" y="48431"/>
                  <a:pt x="937158" y="50316"/>
                  <a:pt x="937158" y="52454"/>
                </a:cubicBezTo>
                <a:cubicBezTo>
                  <a:pt x="937158" y="54057"/>
                  <a:pt x="937751" y="55600"/>
                  <a:pt x="938939" y="57084"/>
                </a:cubicBezTo>
                <a:cubicBezTo>
                  <a:pt x="940839" y="59519"/>
                  <a:pt x="946152" y="63689"/>
                  <a:pt x="954880" y="69597"/>
                </a:cubicBezTo>
                <a:cubicBezTo>
                  <a:pt x="963607" y="75504"/>
                  <a:pt x="969351" y="80521"/>
                  <a:pt x="972112" y="84647"/>
                </a:cubicBezTo>
                <a:cubicBezTo>
                  <a:pt x="974873" y="88773"/>
                  <a:pt x="976253" y="93389"/>
                  <a:pt x="976253" y="98495"/>
                </a:cubicBezTo>
                <a:cubicBezTo>
                  <a:pt x="976253" y="103126"/>
                  <a:pt x="975095" y="107668"/>
                  <a:pt x="972780" y="112121"/>
                </a:cubicBezTo>
                <a:cubicBezTo>
                  <a:pt x="970464" y="116573"/>
                  <a:pt x="967199" y="119987"/>
                  <a:pt x="962984" y="122362"/>
                </a:cubicBezTo>
                <a:cubicBezTo>
                  <a:pt x="958768" y="124737"/>
                  <a:pt x="954108" y="125924"/>
                  <a:pt x="949002" y="125924"/>
                </a:cubicBezTo>
                <a:cubicBezTo>
                  <a:pt x="945024" y="125924"/>
                  <a:pt x="939711" y="124654"/>
                  <a:pt x="933061" y="122114"/>
                </a:cubicBezTo>
                <a:cubicBezTo>
                  <a:pt x="931280" y="121448"/>
                  <a:pt x="930063" y="121115"/>
                  <a:pt x="929410" y="121115"/>
                </a:cubicBezTo>
                <a:cubicBezTo>
                  <a:pt x="927451" y="121115"/>
                  <a:pt x="925818" y="122599"/>
                  <a:pt x="924512" y="125568"/>
                </a:cubicBezTo>
                <a:lnTo>
                  <a:pt x="921573" y="125568"/>
                </a:lnTo>
                <a:lnTo>
                  <a:pt x="920148" y="95645"/>
                </a:lnTo>
                <a:lnTo>
                  <a:pt x="923176" y="95645"/>
                </a:lnTo>
                <a:cubicBezTo>
                  <a:pt x="925848" y="103482"/>
                  <a:pt x="929514" y="109360"/>
                  <a:pt x="934174" y="113278"/>
                </a:cubicBezTo>
                <a:cubicBezTo>
                  <a:pt x="938835" y="117197"/>
                  <a:pt x="943243" y="119156"/>
                  <a:pt x="947399" y="119156"/>
                </a:cubicBezTo>
                <a:cubicBezTo>
                  <a:pt x="950249" y="119156"/>
                  <a:pt x="952579" y="118280"/>
                  <a:pt x="954390" y="116529"/>
                </a:cubicBezTo>
                <a:cubicBezTo>
                  <a:pt x="956201" y="114777"/>
                  <a:pt x="957106" y="112655"/>
                  <a:pt x="957106" y="110161"/>
                </a:cubicBezTo>
                <a:cubicBezTo>
                  <a:pt x="957106" y="107312"/>
                  <a:pt x="956216" y="104848"/>
                  <a:pt x="954434" y="102770"/>
                </a:cubicBezTo>
                <a:cubicBezTo>
                  <a:pt x="952653" y="100692"/>
                  <a:pt x="948676" y="97545"/>
                  <a:pt x="942501" y="93330"/>
                </a:cubicBezTo>
                <a:cubicBezTo>
                  <a:pt x="933417" y="87037"/>
                  <a:pt x="927540" y="82228"/>
                  <a:pt x="924868" y="78903"/>
                </a:cubicBezTo>
                <a:cubicBezTo>
                  <a:pt x="920950" y="74035"/>
                  <a:pt x="918990" y="68662"/>
                  <a:pt x="918990" y="62784"/>
                </a:cubicBezTo>
                <a:cubicBezTo>
                  <a:pt x="918990" y="56372"/>
                  <a:pt x="921202" y="50569"/>
                  <a:pt x="925625" y="45374"/>
                </a:cubicBezTo>
                <a:cubicBezTo>
                  <a:pt x="930048" y="40179"/>
                  <a:pt x="936445" y="37581"/>
                  <a:pt x="944816" y="37581"/>
                </a:cubicBezTo>
                <a:cubicBezTo>
                  <a:pt x="949329" y="37581"/>
                  <a:pt x="953692" y="38722"/>
                  <a:pt x="957908" y="41004"/>
                </a:cubicBezTo>
                <a:cubicBezTo>
                  <a:pt x="959511" y="41928"/>
                  <a:pt x="960817" y="42390"/>
                  <a:pt x="961826" y="42390"/>
                </a:cubicBezTo>
                <a:cubicBezTo>
                  <a:pt x="962895" y="42390"/>
                  <a:pt x="963756" y="42168"/>
                  <a:pt x="964409" y="41722"/>
                </a:cubicBezTo>
                <a:cubicBezTo>
                  <a:pt x="965062" y="41277"/>
                  <a:pt x="966101" y="40015"/>
                  <a:pt x="967526" y="37938"/>
                </a:cubicBezTo>
                <a:lnTo>
                  <a:pt x="970553" y="37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E7F58-A9A2-4803-9F14-6B833F7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95" y="370350"/>
            <a:ext cx="1240219" cy="362946"/>
          </a:xfrm>
          <a:custGeom xmlns:a="http://schemas.openxmlformats.org/drawingml/2006/main">
            <a:pathLst>
              <a:path w="1240219" h="362946">
                <a:moveTo>
                  <a:pt x="0" y="362946"/>
                </a:moveTo>
                <a:lnTo>
                  <a:pt x="0" y="0"/>
                </a:lnTo>
                <a:lnTo>
                  <a:pt x="1240219" y="0"/>
                </a:lnTo>
                <a:lnTo>
                  <a:pt x="1240219" y="362946"/>
                </a:lnTo>
                <a:lnTo>
                  <a:pt x="0" y="362946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2CD2D-B4D6-401A-9F48-6FD36C4F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95" y="370350"/>
            <a:ext cx="1240219" cy="362946"/>
          </a:xfrm>
          <a:custGeom xmlns:a="http://schemas.openxmlformats.org/drawingml/2006/main">
            <a:pathLst>
              <a:path w="1240219" h="362946" fill="none">
                <a:moveTo>
                  <a:pt x="0" y="362946"/>
                </a:moveTo>
                <a:lnTo>
                  <a:pt x="1240219" y="362946"/>
                </a:lnTo>
                <a:lnTo>
                  <a:pt x="1240219" y="0"/>
                </a:lnTo>
                <a:lnTo>
                  <a:pt x="0" y="0"/>
                </a:lnTo>
                <a:lnTo>
                  <a:pt x="0" y="362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10" name="Text Classif">
            <a:extLst xmlns:a="http://schemas.openxmlformats.org/drawingml/2006/main">
              <a:ext uri="{FF2B5EF4-FFF2-40B4-BE49-F238E27FC236}">
                <a16:creationId xmlns:a16="http://schemas.microsoft.com/office/drawing/2014/main" id="{3B25D3C0-BA7A-40E9-BCAE-75474EB7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84" y="492365"/>
            <a:ext cx="518965" cy="129308"/>
          </a:xfrm>
          <a:custGeom xmlns:a="http://schemas.openxmlformats.org/drawingml/2006/main">
            <a:pathLst>
              <a:path w="518965" h="129308">
                <a:moveTo>
                  <a:pt x="103215" y="3206"/>
                </a:moveTo>
                <a:lnTo>
                  <a:pt x="105976" y="44350"/>
                </a:lnTo>
                <a:lnTo>
                  <a:pt x="103215" y="44350"/>
                </a:lnTo>
                <a:cubicBezTo>
                  <a:pt x="99534" y="32028"/>
                  <a:pt x="94280" y="23160"/>
                  <a:pt x="87452" y="17744"/>
                </a:cubicBezTo>
                <a:cubicBezTo>
                  <a:pt x="80625" y="12327"/>
                  <a:pt x="72432" y="9618"/>
                  <a:pt x="62873" y="9618"/>
                </a:cubicBezTo>
                <a:cubicBezTo>
                  <a:pt x="54858" y="9618"/>
                  <a:pt x="47615" y="11649"/>
                  <a:pt x="41144" y="15710"/>
                </a:cubicBezTo>
                <a:cubicBezTo>
                  <a:pt x="34672" y="19769"/>
                  <a:pt x="29581" y="26245"/>
                  <a:pt x="25871" y="35138"/>
                </a:cubicBezTo>
                <a:cubicBezTo>
                  <a:pt x="22160" y="44029"/>
                  <a:pt x="20305" y="55083"/>
                  <a:pt x="20305" y="68300"/>
                </a:cubicBezTo>
                <a:cubicBezTo>
                  <a:pt x="20305" y="79207"/>
                  <a:pt x="22056" y="88662"/>
                  <a:pt x="25559" y="96664"/>
                </a:cubicBezTo>
                <a:cubicBezTo>
                  <a:pt x="29062" y="104666"/>
                  <a:pt x="34331" y="110801"/>
                  <a:pt x="41366" y="115070"/>
                </a:cubicBezTo>
                <a:cubicBezTo>
                  <a:pt x="48402" y="119338"/>
                  <a:pt x="56431" y="121471"/>
                  <a:pt x="65456" y="121471"/>
                </a:cubicBezTo>
                <a:cubicBezTo>
                  <a:pt x="73292" y="121471"/>
                  <a:pt x="80209" y="119789"/>
                  <a:pt x="86205" y="116423"/>
                </a:cubicBezTo>
                <a:cubicBezTo>
                  <a:pt x="92202" y="113056"/>
                  <a:pt x="98792" y="106367"/>
                  <a:pt x="105976" y="96358"/>
                </a:cubicBezTo>
                <a:lnTo>
                  <a:pt x="108736" y="98139"/>
                </a:lnTo>
                <a:cubicBezTo>
                  <a:pt x="102681" y="108916"/>
                  <a:pt x="95616" y="116806"/>
                  <a:pt x="87541" y="121808"/>
                </a:cubicBezTo>
                <a:cubicBezTo>
                  <a:pt x="79467" y="126808"/>
                  <a:pt x="69879" y="129308"/>
                  <a:pt x="58776" y="129308"/>
                </a:cubicBezTo>
                <a:cubicBezTo>
                  <a:pt x="38769" y="129308"/>
                  <a:pt x="23273" y="121897"/>
                  <a:pt x="12290" y="107075"/>
                </a:cubicBezTo>
                <a:cubicBezTo>
                  <a:pt x="4097" y="96049"/>
                  <a:pt x="0" y="83065"/>
                  <a:pt x="0" y="68124"/>
                </a:cubicBezTo>
                <a:cubicBezTo>
                  <a:pt x="0" y="56089"/>
                  <a:pt x="2701" y="45032"/>
                  <a:pt x="8104" y="34954"/>
                </a:cubicBezTo>
                <a:cubicBezTo>
                  <a:pt x="13507" y="24876"/>
                  <a:pt x="20943" y="17065"/>
                  <a:pt x="30412" y="11522"/>
                </a:cubicBezTo>
                <a:cubicBezTo>
                  <a:pt x="39882" y="5978"/>
                  <a:pt x="50227" y="3206"/>
                  <a:pt x="61448" y="3206"/>
                </a:cubicBezTo>
                <a:cubicBezTo>
                  <a:pt x="70176" y="3206"/>
                  <a:pt x="78784" y="5343"/>
                  <a:pt x="87274" y="9618"/>
                </a:cubicBezTo>
                <a:cubicBezTo>
                  <a:pt x="89768" y="10924"/>
                  <a:pt x="91549" y="11577"/>
                  <a:pt x="92617" y="11577"/>
                </a:cubicBezTo>
                <a:cubicBezTo>
                  <a:pt x="94220" y="11577"/>
                  <a:pt x="95616" y="11013"/>
                  <a:pt x="96803" y="9885"/>
                </a:cubicBezTo>
                <a:cubicBezTo>
                  <a:pt x="98347" y="8282"/>
                  <a:pt x="99445" y="6056"/>
                  <a:pt x="100098" y="3206"/>
                </a:cubicBezTo>
                <a:lnTo>
                  <a:pt x="103215" y="3206"/>
                </a:lnTo>
                <a:close/>
                <a:moveTo>
                  <a:pt x="149177" y="0"/>
                </a:moveTo>
                <a:lnTo>
                  <a:pt x="149177" y="108113"/>
                </a:lnTo>
                <a:cubicBezTo>
                  <a:pt x="149177" y="113249"/>
                  <a:pt x="149548" y="116653"/>
                  <a:pt x="150291" y="118327"/>
                </a:cubicBezTo>
                <a:cubicBezTo>
                  <a:pt x="151033" y="119998"/>
                  <a:pt x="152176" y="121267"/>
                  <a:pt x="153719" y="122134"/>
                </a:cubicBezTo>
                <a:cubicBezTo>
                  <a:pt x="155263" y="122998"/>
                  <a:pt x="158142" y="123431"/>
                  <a:pt x="162357" y="123431"/>
                </a:cubicBezTo>
                <a:lnTo>
                  <a:pt x="162357" y="126637"/>
                </a:lnTo>
                <a:lnTo>
                  <a:pt x="122372" y="126637"/>
                </a:lnTo>
                <a:lnTo>
                  <a:pt x="122372" y="123431"/>
                </a:lnTo>
                <a:cubicBezTo>
                  <a:pt x="126112" y="123431"/>
                  <a:pt x="128665" y="123043"/>
                  <a:pt x="130030" y="122267"/>
                </a:cubicBezTo>
                <a:cubicBezTo>
                  <a:pt x="131396" y="121490"/>
                  <a:pt x="132465" y="120206"/>
                  <a:pt x="133236" y="118416"/>
                </a:cubicBezTo>
                <a:cubicBezTo>
                  <a:pt x="134008" y="116623"/>
                  <a:pt x="134394" y="113189"/>
                  <a:pt x="134394" y="108113"/>
                </a:cubicBezTo>
                <a:lnTo>
                  <a:pt x="134394" y="34197"/>
                </a:lnTo>
                <a:cubicBezTo>
                  <a:pt x="134394" y="24995"/>
                  <a:pt x="134186" y="19340"/>
                  <a:pt x="133771" y="17232"/>
                </a:cubicBezTo>
                <a:cubicBezTo>
                  <a:pt x="133355" y="15125"/>
                  <a:pt x="132687" y="13685"/>
                  <a:pt x="131767" y="12913"/>
                </a:cubicBezTo>
                <a:cubicBezTo>
                  <a:pt x="130847" y="12141"/>
                  <a:pt x="129674" y="11755"/>
                  <a:pt x="128249" y="11755"/>
                </a:cubicBezTo>
                <a:cubicBezTo>
                  <a:pt x="126706" y="11755"/>
                  <a:pt x="124747" y="12230"/>
                  <a:pt x="122372" y="13180"/>
                </a:cubicBezTo>
                <a:lnTo>
                  <a:pt x="120858" y="9974"/>
                </a:lnTo>
                <a:lnTo>
                  <a:pt x="145170" y="0"/>
                </a:lnTo>
                <a:lnTo>
                  <a:pt x="149177" y="0"/>
                </a:lnTo>
                <a:close/>
                <a:moveTo>
                  <a:pt x="218048" y="114976"/>
                </a:moveTo>
                <a:cubicBezTo>
                  <a:pt x="209676" y="121445"/>
                  <a:pt x="204422" y="125184"/>
                  <a:pt x="202285" y="126191"/>
                </a:cubicBezTo>
                <a:cubicBezTo>
                  <a:pt x="199079" y="127675"/>
                  <a:pt x="195665" y="128418"/>
                  <a:pt x="192043" y="128418"/>
                </a:cubicBezTo>
                <a:cubicBezTo>
                  <a:pt x="186403" y="128418"/>
                  <a:pt x="181758" y="126488"/>
                  <a:pt x="178106" y="122629"/>
                </a:cubicBezTo>
                <a:cubicBezTo>
                  <a:pt x="174455" y="118770"/>
                  <a:pt x="172629" y="113694"/>
                  <a:pt x="172629" y="107401"/>
                </a:cubicBezTo>
                <a:cubicBezTo>
                  <a:pt x="172629" y="103423"/>
                  <a:pt x="173520" y="99979"/>
                  <a:pt x="175301" y="97070"/>
                </a:cubicBezTo>
                <a:cubicBezTo>
                  <a:pt x="177735" y="93033"/>
                  <a:pt x="181965" y="89233"/>
                  <a:pt x="187991" y="85671"/>
                </a:cubicBezTo>
                <a:cubicBezTo>
                  <a:pt x="194017" y="82109"/>
                  <a:pt x="204036" y="77775"/>
                  <a:pt x="218048" y="72669"/>
                </a:cubicBezTo>
                <a:lnTo>
                  <a:pt x="218048" y="69474"/>
                </a:lnTo>
                <a:cubicBezTo>
                  <a:pt x="218048" y="61370"/>
                  <a:pt x="216756" y="55810"/>
                  <a:pt x="214174" y="52793"/>
                </a:cubicBezTo>
                <a:cubicBezTo>
                  <a:pt x="211591" y="49776"/>
                  <a:pt x="207836" y="48268"/>
                  <a:pt x="202908" y="48268"/>
                </a:cubicBezTo>
                <a:cubicBezTo>
                  <a:pt x="199168" y="48268"/>
                  <a:pt x="196199" y="49277"/>
                  <a:pt x="194003" y="51296"/>
                </a:cubicBezTo>
                <a:cubicBezTo>
                  <a:pt x="191747" y="53314"/>
                  <a:pt x="190619" y="55630"/>
                  <a:pt x="190619" y="58242"/>
                </a:cubicBezTo>
                <a:lnTo>
                  <a:pt x="190797" y="63407"/>
                </a:lnTo>
                <a:cubicBezTo>
                  <a:pt x="190797" y="66138"/>
                  <a:pt x="190099" y="68246"/>
                  <a:pt x="188704" y="69730"/>
                </a:cubicBezTo>
                <a:cubicBezTo>
                  <a:pt x="187309" y="71214"/>
                  <a:pt x="185483" y="71957"/>
                  <a:pt x="183227" y="71957"/>
                </a:cubicBezTo>
                <a:cubicBezTo>
                  <a:pt x="181030" y="71957"/>
                  <a:pt x="179234" y="71183"/>
                  <a:pt x="177839" y="69636"/>
                </a:cubicBezTo>
                <a:cubicBezTo>
                  <a:pt x="176444" y="68086"/>
                  <a:pt x="175746" y="65972"/>
                  <a:pt x="175746" y="63293"/>
                </a:cubicBezTo>
                <a:cubicBezTo>
                  <a:pt x="175746" y="58171"/>
                  <a:pt x="178359" y="53466"/>
                  <a:pt x="183583" y="49178"/>
                </a:cubicBezTo>
                <a:cubicBezTo>
                  <a:pt x="188808" y="44890"/>
                  <a:pt x="196140" y="42747"/>
                  <a:pt x="205580" y="42747"/>
                </a:cubicBezTo>
                <a:cubicBezTo>
                  <a:pt x="212823" y="42747"/>
                  <a:pt x="218760" y="43962"/>
                  <a:pt x="223391" y="46392"/>
                </a:cubicBezTo>
                <a:cubicBezTo>
                  <a:pt x="226894" y="48231"/>
                  <a:pt x="229476" y="51107"/>
                  <a:pt x="231139" y="55022"/>
                </a:cubicBezTo>
                <a:cubicBezTo>
                  <a:pt x="232207" y="57571"/>
                  <a:pt x="232742" y="62789"/>
                  <a:pt x="232742" y="70676"/>
                </a:cubicBezTo>
                <a:lnTo>
                  <a:pt x="232742" y="98339"/>
                </a:lnTo>
                <a:cubicBezTo>
                  <a:pt x="232742" y="106107"/>
                  <a:pt x="232890" y="110866"/>
                  <a:pt x="233187" y="112616"/>
                </a:cubicBezTo>
                <a:cubicBezTo>
                  <a:pt x="233484" y="114365"/>
                  <a:pt x="233974" y="115537"/>
                  <a:pt x="234656" y="116131"/>
                </a:cubicBezTo>
                <a:cubicBezTo>
                  <a:pt x="235339" y="116723"/>
                  <a:pt x="236126" y="117019"/>
                  <a:pt x="237016" y="117019"/>
                </a:cubicBezTo>
                <a:cubicBezTo>
                  <a:pt x="237966" y="117019"/>
                  <a:pt x="238797" y="116811"/>
                  <a:pt x="239510" y="116395"/>
                </a:cubicBezTo>
                <a:cubicBezTo>
                  <a:pt x="240757" y="115623"/>
                  <a:pt x="243161" y="113456"/>
                  <a:pt x="246723" y="109894"/>
                </a:cubicBezTo>
                <a:lnTo>
                  <a:pt x="246723" y="114881"/>
                </a:lnTo>
                <a:cubicBezTo>
                  <a:pt x="240074" y="123787"/>
                  <a:pt x="233721" y="128240"/>
                  <a:pt x="227666" y="128240"/>
                </a:cubicBezTo>
                <a:cubicBezTo>
                  <a:pt x="224756" y="128240"/>
                  <a:pt x="222441" y="127238"/>
                  <a:pt x="220719" y="125234"/>
                </a:cubicBezTo>
                <a:cubicBezTo>
                  <a:pt x="218997" y="123228"/>
                  <a:pt x="218107" y="119809"/>
                  <a:pt x="218048" y="114976"/>
                </a:cubicBezTo>
                <a:moveTo>
                  <a:pt x="218048" y="109201"/>
                </a:moveTo>
                <a:lnTo>
                  <a:pt x="218048" y="78190"/>
                </a:lnTo>
                <a:cubicBezTo>
                  <a:pt x="209083" y="81745"/>
                  <a:pt x="203294" y="84263"/>
                  <a:pt x="200682" y="85743"/>
                </a:cubicBezTo>
                <a:cubicBezTo>
                  <a:pt x="195992" y="88350"/>
                  <a:pt x="192637" y="91076"/>
                  <a:pt x="190619" y="93920"/>
                </a:cubicBezTo>
                <a:cubicBezTo>
                  <a:pt x="188600" y="96762"/>
                  <a:pt x="187591" y="99872"/>
                  <a:pt x="187591" y="103248"/>
                </a:cubicBezTo>
                <a:cubicBezTo>
                  <a:pt x="187591" y="107514"/>
                  <a:pt x="188867" y="111054"/>
                  <a:pt x="191420" y="113868"/>
                </a:cubicBezTo>
                <a:cubicBezTo>
                  <a:pt x="193973" y="116681"/>
                  <a:pt x="196912" y="118087"/>
                  <a:pt x="200237" y="118087"/>
                </a:cubicBezTo>
                <a:cubicBezTo>
                  <a:pt x="204749" y="118087"/>
                  <a:pt x="210686" y="115125"/>
                  <a:pt x="218048" y="109201"/>
                </a:cubicBezTo>
                <a:close/>
                <a:moveTo>
                  <a:pt x="305528" y="42747"/>
                </a:moveTo>
                <a:lnTo>
                  <a:pt x="305528" y="70532"/>
                </a:lnTo>
                <a:lnTo>
                  <a:pt x="302589" y="70532"/>
                </a:lnTo>
                <a:cubicBezTo>
                  <a:pt x="300333" y="61840"/>
                  <a:pt x="297438" y="55927"/>
                  <a:pt x="293906" y="52793"/>
                </a:cubicBezTo>
                <a:cubicBezTo>
                  <a:pt x="290373" y="49658"/>
                  <a:pt x="285876" y="48090"/>
                  <a:pt x="280414" y="48090"/>
                </a:cubicBezTo>
                <a:cubicBezTo>
                  <a:pt x="276258" y="48090"/>
                  <a:pt x="272904" y="49184"/>
                  <a:pt x="270351" y="51374"/>
                </a:cubicBezTo>
                <a:cubicBezTo>
                  <a:pt x="267798" y="53563"/>
                  <a:pt x="266521" y="55989"/>
                  <a:pt x="266521" y="58651"/>
                </a:cubicBezTo>
                <a:cubicBezTo>
                  <a:pt x="266521" y="61963"/>
                  <a:pt x="267471" y="64803"/>
                  <a:pt x="269371" y="67170"/>
                </a:cubicBezTo>
                <a:cubicBezTo>
                  <a:pt x="271212" y="69595"/>
                  <a:pt x="274952" y="72168"/>
                  <a:pt x="280592" y="74890"/>
                </a:cubicBezTo>
                <a:lnTo>
                  <a:pt x="293594" y="81191"/>
                </a:lnTo>
                <a:cubicBezTo>
                  <a:pt x="305646" y="87061"/>
                  <a:pt x="311672" y="94798"/>
                  <a:pt x="311672" y="104403"/>
                </a:cubicBezTo>
                <a:cubicBezTo>
                  <a:pt x="311672" y="111815"/>
                  <a:pt x="308867" y="117789"/>
                  <a:pt x="303257" y="122326"/>
                </a:cubicBezTo>
                <a:cubicBezTo>
                  <a:pt x="297646" y="126862"/>
                  <a:pt x="291368" y="129130"/>
                  <a:pt x="284421" y="129130"/>
                </a:cubicBezTo>
                <a:cubicBezTo>
                  <a:pt x="279434" y="129130"/>
                  <a:pt x="273735" y="128284"/>
                  <a:pt x="267323" y="126592"/>
                </a:cubicBezTo>
                <a:cubicBezTo>
                  <a:pt x="265364" y="126028"/>
                  <a:pt x="263761" y="125746"/>
                  <a:pt x="262514" y="125746"/>
                </a:cubicBezTo>
                <a:cubicBezTo>
                  <a:pt x="261148" y="125746"/>
                  <a:pt x="260080" y="126458"/>
                  <a:pt x="259308" y="127883"/>
                </a:cubicBezTo>
                <a:lnTo>
                  <a:pt x="256369" y="127883"/>
                </a:lnTo>
                <a:lnTo>
                  <a:pt x="256369" y="98673"/>
                </a:lnTo>
                <a:lnTo>
                  <a:pt x="259308" y="98673"/>
                </a:lnTo>
                <a:cubicBezTo>
                  <a:pt x="260970" y="106985"/>
                  <a:pt x="264147" y="113249"/>
                  <a:pt x="268837" y="117464"/>
                </a:cubicBezTo>
                <a:cubicBezTo>
                  <a:pt x="273527" y="121679"/>
                  <a:pt x="278781" y="123787"/>
                  <a:pt x="284600" y="123787"/>
                </a:cubicBezTo>
                <a:cubicBezTo>
                  <a:pt x="288696" y="123787"/>
                  <a:pt x="292036" y="122591"/>
                  <a:pt x="294618" y="120199"/>
                </a:cubicBezTo>
                <a:cubicBezTo>
                  <a:pt x="297201" y="117806"/>
                  <a:pt x="298492" y="114926"/>
                  <a:pt x="298492" y="111558"/>
                </a:cubicBezTo>
                <a:cubicBezTo>
                  <a:pt x="298492" y="107482"/>
                  <a:pt x="297052" y="104056"/>
                  <a:pt x="294173" y="101281"/>
                </a:cubicBezTo>
                <a:cubicBezTo>
                  <a:pt x="291294" y="98503"/>
                  <a:pt x="285549" y="94996"/>
                  <a:pt x="276941" y="90758"/>
                </a:cubicBezTo>
                <a:cubicBezTo>
                  <a:pt x="268332" y="86519"/>
                  <a:pt x="262692" y="82675"/>
                  <a:pt x="260020" y="79226"/>
                </a:cubicBezTo>
                <a:cubicBezTo>
                  <a:pt x="257349" y="75836"/>
                  <a:pt x="256013" y="71555"/>
                  <a:pt x="256013" y="66382"/>
                </a:cubicBezTo>
                <a:cubicBezTo>
                  <a:pt x="256013" y="59662"/>
                  <a:pt x="258313" y="54044"/>
                  <a:pt x="262915" y="49526"/>
                </a:cubicBezTo>
                <a:cubicBezTo>
                  <a:pt x="267516" y="45006"/>
                  <a:pt x="273468" y="42747"/>
                  <a:pt x="280770" y="42747"/>
                </a:cubicBezTo>
                <a:cubicBezTo>
                  <a:pt x="283976" y="42747"/>
                  <a:pt x="287865" y="43429"/>
                  <a:pt x="292436" y="44795"/>
                </a:cubicBezTo>
                <a:cubicBezTo>
                  <a:pt x="295464" y="45685"/>
                  <a:pt x="297483" y="46131"/>
                  <a:pt x="298492" y="46131"/>
                </a:cubicBezTo>
                <a:cubicBezTo>
                  <a:pt x="299442" y="46131"/>
                  <a:pt x="300184" y="45923"/>
                  <a:pt x="300719" y="45507"/>
                </a:cubicBezTo>
                <a:cubicBezTo>
                  <a:pt x="301253" y="45092"/>
                  <a:pt x="301876" y="44171"/>
                  <a:pt x="302589" y="42747"/>
                </a:cubicBezTo>
                <a:lnTo>
                  <a:pt x="305528" y="42747"/>
                </a:lnTo>
                <a:close/>
                <a:moveTo>
                  <a:pt x="376475" y="42747"/>
                </a:moveTo>
                <a:lnTo>
                  <a:pt x="376475" y="70532"/>
                </a:lnTo>
                <a:lnTo>
                  <a:pt x="373536" y="70532"/>
                </a:lnTo>
                <a:cubicBezTo>
                  <a:pt x="371280" y="61840"/>
                  <a:pt x="368386" y="55927"/>
                  <a:pt x="364854" y="52793"/>
                </a:cubicBezTo>
                <a:cubicBezTo>
                  <a:pt x="361321" y="49658"/>
                  <a:pt x="356824" y="48090"/>
                  <a:pt x="351362" y="48090"/>
                </a:cubicBezTo>
                <a:cubicBezTo>
                  <a:pt x="347206" y="48090"/>
                  <a:pt x="343851" y="49184"/>
                  <a:pt x="341298" y="51374"/>
                </a:cubicBezTo>
                <a:cubicBezTo>
                  <a:pt x="338746" y="53563"/>
                  <a:pt x="337469" y="55989"/>
                  <a:pt x="337469" y="58651"/>
                </a:cubicBezTo>
                <a:cubicBezTo>
                  <a:pt x="337469" y="61963"/>
                  <a:pt x="338419" y="64803"/>
                  <a:pt x="340319" y="67170"/>
                </a:cubicBezTo>
                <a:cubicBezTo>
                  <a:pt x="342159" y="69595"/>
                  <a:pt x="345900" y="72168"/>
                  <a:pt x="351540" y="74890"/>
                </a:cubicBezTo>
                <a:lnTo>
                  <a:pt x="364542" y="81191"/>
                </a:lnTo>
                <a:cubicBezTo>
                  <a:pt x="376594" y="87061"/>
                  <a:pt x="382620" y="94798"/>
                  <a:pt x="382620" y="104403"/>
                </a:cubicBezTo>
                <a:cubicBezTo>
                  <a:pt x="382620" y="111815"/>
                  <a:pt x="379815" y="117789"/>
                  <a:pt x="374204" y="122326"/>
                </a:cubicBezTo>
                <a:cubicBezTo>
                  <a:pt x="368594" y="126862"/>
                  <a:pt x="362316" y="129130"/>
                  <a:pt x="355369" y="129130"/>
                </a:cubicBezTo>
                <a:cubicBezTo>
                  <a:pt x="350382" y="129130"/>
                  <a:pt x="344683" y="128284"/>
                  <a:pt x="338271" y="126592"/>
                </a:cubicBezTo>
                <a:cubicBezTo>
                  <a:pt x="336311" y="126028"/>
                  <a:pt x="334708" y="125746"/>
                  <a:pt x="333462" y="125746"/>
                </a:cubicBezTo>
                <a:cubicBezTo>
                  <a:pt x="332096" y="125746"/>
                  <a:pt x="331027" y="126458"/>
                  <a:pt x="330256" y="127883"/>
                </a:cubicBezTo>
                <a:lnTo>
                  <a:pt x="327317" y="127883"/>
                </a:lnTo>
                <a:lnTo>
                  <a:pt x="327317" y="98673"/>
                </a:lnTo>
                <a:lnTo>
                  <a:pt x="330256" y="98673"/>
                </a:lnTo>
                <a:cubicBezTo>
                  <a:pt x="331918" y="106985"/>
                  <a:pt x="335094" y="113249"/>
                  <a:pt x="339785" y="117464"/>
                </a:cubicBezTo>
                <a:cubicBezTo>
                  <a:pt x="344475" y="121679"/>
                  <a:pt x="349729" y="123787"/>
                  <a:pt x="355547" y="123787"/>
                </a:cubicBezTo>
                <a:cubicBezTo>
                  <a:pt x="359644" y="123787"/>
                  <a:pt x="362983" y="122591"/>
                  <a:pt x="365566" y="120199"/>
                </a:cubicBezTo>
                <a:cubicBezTo>
                  <a:pt x="368149" y="117806"/>
                  <a:pt x="369440" y="114926"/>
                  <a:pt x="369440" y="111558"/>
                </a:cubicBezTo>
                <a:cubicBezTo>
                  <a:pt x="369440" y="107482"/>
                  <a:pt x="368000" y="104056"/>
                  <a:pt x="365121" y="101281"/>
                </a:cubicBezTo>
                <a:cubicBezTo>
                  <a:pt x="362241" y="98503"/>
                  <a:pt x="356497" y="94996"/>
                  <a:pt x="347889" y="90758"/>
                </a:cubicBezTo>
                <a:cubicBezTo>
                  <a:pt x="339280" y="86519"/>
                  <a:pt x="333640" y="82675"/>
                  <a:pt x="330968" y="79226"/>
                </a:cubicBezTo>
                <a:cubicBezTo>
                  <a:pt x="328296" y="75836"/>
                  <a:pt x="326961" y="71555"/>
                  <a:pt x="326961" y="66382"/>
                </a:cubicBezTo>
                <a:cubicBezTo>
                  <a:pt x="326961" y="59662"/>
                  <a:pt x="329261" y="54044"/>
                  <a:pt x="333862" y="49526"/>
                </a:cubicBezTo>
                <a:cubicBezTo>
                  <a:pt x="338464" y="45006"/>
                  <a:pt x="344415" y="42747"/>
                  <a:pt x="351718" y="42747"/>
                </a:cubicBezTo>
                <a:cubicBezTo>
                  <a:pt x="354924" y="42747"/>
                  <a:pt x="358813" y="43429"/>
                  <a:pt x="363384" y="44795"/>
                </a:cubicBezTo>
                <a:cubicBezTo>
                  <a:pt x="366412" y="45685"/>
                  <a:pt x="368431" y="46131"/>
                  <a:pt x="369440" y="46131"/>
                </a:cubicBezTo>
                <a:cubicBezTo>
                  <a:pt x="370390" y="46131"/>
                  <a:pt x="371132" y="45923"/>
                  <a:pt x="371666" y="45507"/>
                </a:cubicBezTo>
                <a:cubicBezTo>
                  <a:pt x="372201" y="45092"/>
                  <a:pt x="372824" y="44171"/>
                  <a:pt x="373536" y="42747"/>
                </a:cubicBezTo>
                <a:lnTo>
                  <a:pt x="376475" y="42747"/>
                </a:lnTo>
                <a:close/>
                <a:moveTo>
                  <a:pt x="415452" y="0"/>
                </a:moveTo>
                <a:cubicBezTo>
                  <a:pt x="417946" y="0"/>
                  <a:pt x="420068" y="880"/>
                  <a:pt x="421820" y="2641"/>
                </a:cubicBezTo>
                <a:cubicBezTo>
                  <a:pt x="423571" y="4400"/>
                  <a:pt x="424447" y="6533"/>
                  <a:pt x="424447" y="9039"/>
                </a:cubicBezTo>
                <a:cubicBezTo>
                  <a:pt x="424447" y="11546"/>
                  <a:pt x="423571" y="13694"/>
                  <a:pt x="421820" y="15484"/>
                </a:cubicBezTo>
                <a:cubicBezTo>
                  <a:pt x="420068" y="17273"/>
                  <a:pt x="417946" y="18167"/>
                  <a:pt x="415452" y="18167"/>
                </a:cubicBezTo>
                <a:cubicBezTo>
                  <a:pt x="412959" y="18167"/>
                  <a:pt x="410822" y="17273"/>
                  <a:pt x="409040" y="15484"/>
                </a:cubicBezTo>
                <a:cubicBezTo>
                  <a:pt x="407259" y="13694"/>
                  <a:pt x="406369" y="11546"/>
                  <a:pt x="406369" y="9039"/>
                </a:cubicBezTo>
                <a:cubicBezTo>
                  <a:pt x="406369" y="6533"/>
                  <a:pt x="407244" y="4400"/>
                  <a:pt x="408996" y="2641"/>
                </a:cubicBezTo>
                <a:cubicBezTo>
                  <a:pt x="410747" y="880"/>
                  <a:pt x="412899" y="0"/>
                  <a:pt x="415452" y="0"/>
                </a:cubicBezTo>
                <a:moveTo>
                  <a:pt x="422844" y="42747"/>
                </a:moveTo>
                <a:lnTo>
                  <a:pt x="422844" y="108113"/>
                </a:lnTo>
                <a:cubicBezTo>
                  <a:pt x="422844" y="113249"/>
                  <a:pt x="423215" y="116668"/>
                  <a:pt x="423957" y="118371"/>
                </a:cubicBezTo>
                <a:cubicBezTo>
                  <a:pt x="424699" y="120072"/>
                  <a:pt x="425798" y="121341"/>
                  <a:pt x="427252" y="122178"/>
                </a:cubicBezTo>
                <a:cubicBezTo>
                  <a:pt x="428707" y="123013"/>
                  <a:pt x="431364" y="123431"/>
                  <a:pt x="435223" y="123431"/>
                </a:cubicBezTo>
                <a:lnTo>
                  <a:pt x="435223" y="126637"/>
                </a:lnTo>
                <a:lnTo>
                  <a:pt x="395593" y="126637"/>
                </a:lnTo>
                <a:lnTo>
                  <a:pt x="395593" y="123431"/>
                </a:lnTo>
                <a:cubicBezTo>
                  <a:pt x="399571" y="123431"/>
                  <a:pt x="402243" y="123043"/>
                  <a:pt x="403608" y="122267"/>
                </a:cubicBezTo>
                <a:cubicBezTo>
                  <a:pt x="404974" y="121490"/>
                  <a:pt x="406057" y="120206"/>
                  <a:pt x="406859" y="118416"/>
                </a:cubicBezTo>
                <a:cubicBezTo>
                  <a:pt x="407660" y="116623"/>
                  <a:pt x="408061" y="113189"/>
                  <a:pt x="408061" y="108113"/>
                </a:cubicBezTo>
                <a:lnTo>
                  <a:pt x="408061" y="76944"/>
                </a:lnTo>
                <a:cubicBezTo>
                  <a:pt x="408061" y="68060"/>
                  <a:pt x="407794" y="62307"/>
                  <a:pt x="407259" y="59684"/>
                </a:cubicBezTo>
                <a:cubicBezTo>
                  <a:pt x="406844" y="57775"/>
                  <a:pt x="406191" y="56449"/>
                  <a:pt x="405300" y="55707"/>
                </a:cubicBezTo>
                <a:cubicBezTo>
                  <a:pt x="404410" y="54963"/>
                  <a:pt x="403192" y="54591"/>
                  <a:pt x="401649" y="54591"/>
                </a:cubicBezTo>
                <a:cubicBezTo>
                  <a:pt x="399986" y="54591"/>
                  <a:pt x="397968" y="55036"/>
                  <a:pt x="395593" y="55927"/>
                </a:cubicBezTo>
                <a:lnTo>
                  <a:pt x="394346" y="52721"/>
                </a:lnTo>
                <a:lnTo>
                  <a:pt x="418926" y="42747"/>
                </a:lnTo>
                <a:lnTo>
                  <a:pt x="422844" y="42747"/>
                </a:lnTo>
                <a:close/>
                <a:moveTo>
                  <a:pt x="477287" y="51474"/>
                </a:moveTo>
                <a:lnTo>
                  <a:pt x="477287" y="105085"/>
                </a:lnTo>
                <a:cubicBezTo>
                  <a:pt x="477287" y="112685"/>
                  <a:pt x="478118" y="117494"/>
                  <a:pt x="479781" y="119512"/>
                </a:cubicBezTo>
                <a:cubicBezTo>
                  <a:pt x="481978" y="122124"/>
                  <a:pt x="484916" y="123431"/>
                  <a:pt x="488597" y="123431"/>
                </a:cubicBezTo>
                <a:lnTo>
                  <a:pt x="495989" y="123431"/>
                </a:lnTo>
                <a:lnTo>
                  <a:pt x="495989" y="126637"/>
                </a:lnTo>
                <a:lnTo>
                  <a:pt x="447276" y="126637"/>
                </a:lnTo>
                <a:lnTo>
                  <a:pt x="447276" y="123431"/>
                </a:lnTo>
                <a:lnTo>
                  <a:pt x="450927" y="123431"/>
                </a:lnTo>
                <a:cubicBezTo>
                  <a:pt x="453302" y="123431"/>
                  <a:pt x="455469" y="122837"/>
                  <a:pt x="457428" y="121649"/>
                </a:cubicBezTo>
                <a:cubicBezTo>
                  <a:pt x="459387" y="120462"/>
                  <a:pt x="460738" y="118859"/>
                  <a:pt x="461480" y="116840"/>
                </a:cubicBezTo>
                <a:cubicBezTo>
                  <a:pt x="462222" y="114822"/>
                  <a:pt x="462593" y="110903"/>
                  <a:pt x="462593" y="105085"/>
                </a:cubicBezTo>
                <a:lnTo>
                  <a:pt x="462593" y="51474"/>
                </a:lnTo>
                <a:lnTo>
                  <a:pt x="446741" y="51474"/>
                </a:lnTo>
                <a:lnTo>
                  <a:pt x="446741" y="45062"/>
                </a:lnTo>
                <a:lnTo>
                  <a:pt x="462593" y="45062"/>
                </a:lnTo>
                <a:lnTo>
                  <a:pt x="462593" y="39696"/>
                </a:lnTo>
                <a:cubicBezTo>
                  <a:pt x="462593" y="31531"/>
                  <a:pt x="463899" y="24617"/>
                  <a:pt x="466512" y="18955"/>
                </a:cubicBezTo>
                <a:cubicBezTo>
                  <a:pt x="469124" y="13292"/>
                  <a:pt x="473117" y="8718"/>
                  <a:pt x="478490" y="5232"/>
                </a:cubicBezTo>
                <a:cubicBezTo>
                  <a:pt x="483863" y="1744"/>
                  <a:pt x="489903" y="0"/>
                  <a:pt x="496612" y="0"/>
                </a:cubicBezTo>
                <a:cubicBezTo>
                  <a:pt x="502846" y="0"/>
                  <a:pt x="508575" y="2019"/>
                  <a:pt x="513800" y="6056"/>
                </a:cubicBezTo>
                <a:cubicBezTo>
                  <a:pt x="517243" y="8727"/>
                  <a:pt x="518965" y="11726"/>
                  <a:pt x="518965" y="15050"/>
                </a:cubicBezTo>
                <a:cubicBezTo>
                  <a:pt x="518965" y="16831"/>
                  <a:pt x="518193" y="18509"/>
                  <a:pt x="516650" y="20082"/>
                </a:cubicBezTo>
                <a:cubicBezTo>
                  <a:pt x="515106" y="21655"/>
                  <a:pt x="513444" y="22442"/>
                  <a:pt x="511663" y="22442"/>
                </a:cubicBezTo>
                <a:cubicBezTo>
                  <a:pt x="510297" y="22442"/>
                  <a:pt x="508857" y="21952"/>
                  <a:pt x="507343" y="20973"/>
                </a:cubicBezTo>
                <a:cubicBezTo>
                  <a:pt x="505829" y="19993"/>
                  <a:pt x="503974" y="17885"/>
                  <a:pt x="501777" y="14650"/>
                </a:cubicBezTo>
                <a:cubicBezTo>
                  <a:pt x="499581" y="11414"/>
                  <a:pt x="497562" y="9232"/>
                  <a:pt x="495722" y="8104"/>
                </a:cubicBezTo>
                <a:cubicBezTo>
                  <a:pt x="493881" y="6976"/>
                  <a:pt x="491833" y="6412"/>
                  <a:pt x="489577" y="6412"/>
                </a:cubicBezTo>
                <a:cubicBezTo>
                  <a:pt x="486846" y="6412"/>
                  <a:pt x="484530" y="7143"/>
                  <a:pt x="482631" y="8605"/>
                </a:cubicBezTo>
                <a:cubicBezTo>
                  <a:pt x="480731" y="10065"/>
                  <a:pt x="479365" y="12331"/>
                  <a:pt x="478534" y="15404"/>
                </a:cubicBezTo>
                <a:cubicBezTo>
                  <a:pt x="477703" y="18476"/>
                  <a:pt x="477287" y="26394"/>
                  <a:pt x="477287" y="39156"/>
                </a:cubicBezTo>
                <a:lnTo>
                  <a:pt x="477287" y="45062"/>
                </a:lnTo>
                <a:lnTo>
                  <a:pt x="498304" y="45062"/>
                </a:lnTo>
                <a:lnTo>
                  <a:pt x="498304" y="51474"/>
                </a:lnTo>
                <a:lnTo>
                  <a:pt x="477287" y="514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2203A648-35E1-4236-AD31-88FBB4EB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67" y="492365"/>
            <a:ext cx="489578" cy="129130"/>
          </a:xfrm>
          <a:custGeom xmlns:a="http://schemas.openxmlformats.org/drawingml/2006/main">
            <a:pathLst>
              <a:path w="489578" h="129130">
                <a:moveTo>
                  <a:pt x="21106" y="0"/>
                </a:moveTo>
                <a:cubicBezTo>
                  <a:pt x="23600" y="0"/>
                  <a:pt x="25722" y="880"/>
                  <a:pt x="27474" y="2641"/>
                </a:cubicBezTo>
                <a:cubicBezTo>
                  <a:pt x="29225" y="4400"/>
                  <a:pt x="30101" y="6533"/>
                  <a:pt x="30101" y="9039"/>
                </a:cubicBezTo>
                <a:cubicBezTo>
                  <a:pt x="30101" y="11546"/>
                  <a:pt x="29225" y="13694"/>
                  <a:pt x="27474" y="15484"/>
                </a:cubicBezTo>
                <a:cubicBezTo>
                  <a:pt x="25722" y="17273"/>
                  <a:pt x="23600" y="18167"/>
                  <a:pt x="21106" y="18167"/>
                </a:cubicBezTo>
                <a:cubicBezTo>
                  <a:pt x="18613" y="18167"/>
                  <a:pt x="16475" y="17273"/>
                  <a:pt x="14694" y="15484"/>
                </a:cubicBezTo>
                <a:cubicBezTo>
                  <a:pt x="12913" y="13694"/>
                  <a:pt x="12022" y="11546"/>
                  <a:pt x="12022" y="9039"/>
                </a:cubicBezTo>
                <a:cubicBezTo>
                  <a:pt x="12022" y="6533"/>
                  <a:pt x="12898" y="4400"/>
                  <a:pt x="14650" y="2641"/>
                </a:cubicBezTo>
                <a:cubicBezTo>
                  <a:pt x="16401" y="880"/>
                  <a:pt x="18553" y="0"/>
                  <a:pt x="21106" y="0"/>
                </a:cubicBezTo>
                <a:moveTo>
                  <a:pt x="28498" y="42747"/>
                </a:moveTo>
                <a:lnTo>
                  <a:pt x="28498" y="108113"/>
                </a:lnTo>
                <a:cubicBezTo>
                  <a:pt x="28498" y="113249"/>
                  <a:pt x="28869" y="116668"/>
                  <a:pt x="29611" y="118371"/>
                </a:cubicBezTo>
                <a:cubicBezTo>
                  <a:pt x="30353" y="120072"/>
                  <a:pt x="31451" y="121341"/>
                  <a:pt x="32906" y="122178"/>
                </a:cubicBezTo>
                <a:cubicBezTo>
                  <a:pt x="34360" y="123013"/>
                  <a:pt x="37017" y="123431"/>
                  <a:pt x="40876" y="123431"/>
                </a:cubicBezTo>
                <a:lnTo>
                  <a:pt x="40876" y="126637"/>
                </a:lnTo>
                <a:lnTo>
                  <a:pt x="1247" y="126637"/>
                </a:lnTo>
                <a:lnTo>
                  <a:pt x="1247" y="123431"/>
                </a:lnTo>
                <a:cubicBezTo>
                  <a:pt x="5225" y="123431"/>
                  <a:pt x="7896" y="123043"/>
                  <a:pt x="9262" y="122267"/>
                </a:cubicBezTo>
                <a:cubicBezTo>
                  <a:pt x="10627" y="121490"/>
                  <a:pt x="11711" y="120206"/>
                  <a:pt x="12512" y="118416"/>
                </a:cubicBezTo>
                <a:cubicBezTo>
                  <a:pt x="13314" y="116623"/>
                  <a:pt x="13715" y="113189"/>
                  <a:pt x="13715" y="108113"/>
                </a:cubicBezTo>
                <a:lnTo>
                  <a:pt x="13715" y="76944"/>
                </a:lnTo>
                <a:cubicBezTo>
                  <a:pt x="13715" y="68060"/>
                  <a:pt x="13447" y="62307"/>
                  <a:pt x="12913" y="59684"/>
                </a:cubicBezTo>
                <a:cubicBezTo>
                  <a:pt x="12497" y="57775"/>
                  <a:pt x="11844" y="56449"/>
                  <a:pt x="10954" y="55707"/>
                </a:cubicBezTo>
                <a:cubicBezTo>
                  <a:pt x="10063" y="54963"/>
                  <a:pt x="8846" y="54591"/>
                  <a:pt x="7303" y="54591"/>
                </a:cubicBezTo>
                <a:cubicBezTo>
                  <a:pt x="5640" y="54591"/>
                  <a:pt x="3622" y="55036"/>
                  <a:pt x="1247" y="55927"/>
                </a:cubicBezTo>
                <a:lnTo>
                  <a:pt x="0" y="52721"/>
                </a:lnTo>
                <a:lnTo>
                  <a:pt x="24579" y="42747"/>
                </a:lnTo>
                <a:lnTo>
                  <a:pt x="28498" y="42747"/>
                </a:lnTo>
                <a:close/>
                <a:moveTo>
                  <a:pt x="120344" y="95645"/>
                </a:moveTo>
                <a:cubicBezTo>
                  <a:pt x="118147" y="106391"/>
                  <a:pt x="113843" y="114659"/>
                  <a:pt x="107431" y="120447"/>
                </a:cubicBezTo>
                <a:cubicBezTo>
                  <a:pt x="101019" y="126236"/>
                  <a:pt x="93924" y="129130"/>
                  <a:pt x="86147" y="129130"/>
                </a:cubicBezTo>
                <a:cubicBezTo>
                  <a:pt x="76885" y="129130"/>
                  <a:pt x="68811" y="125246"/>
                  <a:pt x="61924" y="117478"/>
                </a:cubicBezTo>
                <a:cubicBezTo>
                  <a:pt x="55037" y="109708"/>
                  <a:pt x="51593" y="99209"/>
                  <a:pt x="51593" y="85983"/>
                </a:cubicBezTo>
                <a:cubicBezTo>
                  <a:pt x="51593" y="73172"/>
                  <a:pt x="55408" y="62764"/>
                  <a:pt x="63037" y="54758"/>
                </a:cubicBezTo>
                <a:cubicBezTo>
                  <a:pt x="70666" y="46750"/>
                  <a:pt x="79824" y="42747"/>
                  <a:pt x="90511" y="42747"/>
                </a:cubicBezTo>
                <a:cubicBezTo>
                  <a:pt x="98526" y="42747"/>
                  <a:pt x="105116" y="44876"/>
                  <a:pt x="110281" y="49136"/>
                </a:cubicBezTo>
                <a:cubicBezTo>
                  <a:pt x="115446" y="53394"/>
                  <a:pt x="118029" y="57816"/>
                  <a:pt x="118029" y="62403"/>
                </a:cubicBezTo>
                <a:cubicBezTo>
                  <a:pt x="118029" y="64666"/>
                  <a:pt x="117301" y="66498"/>
                  <a:pt x="115847" y="67899"/>
                </a:cubicBezTo>
                <a:cubicBezTo>
                  <a:pt x="114392" y="69298"/>
                  <a:pt x="112359" y="69997"/>
                  <a:pt x="109747" y="69997"/>
                </a:cubicBezTo>
                <a:cubicBezTo>
                  <a:pt x="106244" y="69997"/>
                  <a:pt x="103602" y="68860"/>
                  <a:pt x="101821" y="66585"/>
                </a:cubicBezTo>
                <a:cubicBezTo>
                  <a:pt x="100811" y="65328"/>
                  <a:pt x="100143" y="62932"/>
                  <a:pt x="99817" y="59400"/>
                </a:cubicBezTo>
                <a:cubicBezTo>
                  <a:pt x="99490" y="55867"/>
                  <a:pt x="98288" y="53173"/>
                  <a:pt x="96210" y="51318"/>
                </a:cubicBezTo>
                <a:cubicBezTo>
                  <a:pt x="94132" y="49522"/>
                  <a:pt x="91253" y="48624"/>
                  <a:pt x="87572" y="48624"/>
                </a:cubicBezTo>
                <a:cubicBezTo>
                  <a:pt x="81635" y="48624"/>
                  <a:pt x="76855" y="50821"/>
                  <a:pt x="73234" y="55214"/>
                </a:cubicBezTo>
                <a:cubicBezTo>
                  <a:pt x="68425" y="61033"/>
                  <a:pt x="66020" y="68721"/>
                  <a:pt x="66020" y="78280"/>
                </a:cubicBezTo>
                <a:cubicBezTo>
                  <a:pt x="66020" y="88016"/>
                  <a:pt x="68410" y="96610"/>
                  <a:pt x="73189" y="104061"/>
                </a:cubicBezTo>
                <a:cubicBezTo>
                  <a:pt x="77969" y="111512"/>
                  <a:pt x="84425" y="115237"/>
                  <a:pt x="92559" y="115237"/>
                </a:cubicBezTo>
                <a:cubicBezTo>
                  <a:pt x="98377" y="115237"/>
                  <a:pt x="103602" y="113249"/>
                  <a:pt x="108233" y="109271"/>
                </a:cubicBezTo>
                <a:cubicBezTo>
                  <a:pt x="111498" y="106540"/>
                  <a:pt x="114674" y="101582"/>
                  <a:pt x="117762" y="94399"/>
                </a:cubicBezTo>
                <a:lnTo>
                  <a:pt x="120344" y="95645"/>
                </a:lnTo>
                <a:close/>
                <a:moveTo>
                  <a:pt x="177711" y="114976"/>
                </a:moveTo>
                <a:cubicBezTo>
                  <a:pt x="169339" y="121445"/>
                  <a:pt x="164085" y="125184"/>
                  <a:pt x="161948" y="126191"/>
                </a:cubicBezTo>
                <a:cubicBezTo>
                  <a:pt x="158742" y="127675"/>
                  <a:pt x="155328" y="128418"/>
                  <a:pt x="151706" y="128418"/>
                </a:cubicBezTo>
                <a:cubicBezTo>
                  <a:pt x="146066" y="128418"/>
                  <a:pt x="141421" y="126488"/>
                  <a:pt x="137769" y="122629"/>
                </a:cubicBezTo>
                <a:cubicBezTo>
                  <a:pt x="134118" y="118770"/>
                  <a:pt x="132292" y="113694"/>
                  <a:pt x="132292" y="107401"/>
                </a:cubicBezTo>
                <a:cubicBezTo>
                  <a:pt x="132292" y="103423"/>
                  <a:pt x="133183" y="99979"/>
                  <a:pt x="134964" y="97070"/>
                </a:cubicBezTo>
                <a:cubicBezTo>
                  <a:pt x="137398" y="93033"/>
                  <a:pt x="141628" y="89233"/>
                  <a:pt x="147654" y="85671"/>
                </a:cubicBezTo>
                <a:cubicBezTo>
                  <a:pt x="153681" y="82109"/>
                  <a:pt x="163699" y="77775"/>
                  <a:pt x="177711" y="72669"/>
                </a:cubicBezTo>
                <a:lnTo>
                  <a:pt x="177711" y="69474"/>
                </a:lnTo>
                <a:cubicBezTo>
                  <a:pt x="177711" y="61370"/>
                  <a:pt x="176419" y="55810"/>
                  <a:pt x="173837" y="52793"/>
                </a:cubicBezTo>
                <a:cubicBezTo>
                  <a:pt x="171254" y="49776"/>
                  <a:pt x="167499" y="48268"/>
                  <a:pt x="162571" y="48268"/>
                </a:cubicBezTo>
                <a:cubicBezTo>
                  <a:pt x="158831" y="48268"/>
                  <a:pt x="155862" y="49277"/>
                  <a:pt x="153666" y="51296"/>
                </a:cubicBezTo>
                <a:cubicBezTo>
                  <a:pt x="151410" y="53314"/>
                  <a:pt x="150282" y="55630"/>
                  <a:pt x="150282" y="58242"/>
                </a:cubicBezTo>
                <a:lnTo>
                  <a:pt x="150460" y="63407"/>
                </a:lnTo>
                <a:cubicBezTo>
                  <a:pt x="150460" y="66138"/>
                  <a:pt x="149762" y="68246"/>
                  <a:pt x="148367" y="69730"/>
                </a:cubicBezTo>
                <a:cubicBezTo>
                  <a:pt x="146972" y="71214"/>
                  <a:pt x="145146" y="71957"/>
                  <a:pt x="142890" y="71957"/>
                </a:cubicBezTo>
                <a:cubicBezTo>
                  <a:pt x="140693" y="71957"/>
                  <a:pt x="138897" y="71183"/>
                  <a:pt x="137502" y="69636"/>
                </a:cubicBezTo>
                <a:cubicBezTo>
                  <a:pt x="136107" y="68086"/>
                  <a:pt x="135409" y="65972"/>
                  <a:pt x="135409" y="63293"/>
                </a:cubicBezTo>
                <a:cubicBezTo>
                  <a:pt x="135409" y="58171"/>
                  <a:pt x="138022" y="53466"/>
                  <a:pt x="143246" y="49178"/>
                </a:cubicBezTo>
                <a:cubicBezTo>
                  <a:pt x="148471" y="44890"/>
                  <a:pt x="155803" y="42747"/>
                  <a:pt x="165243" y="42747"/>
                </a:cubicBezTo>
                <a:cubicBezTo>
                  <a:pt x="172486" y="42747"/>
                  <a:pt x="178423" y="43962"/>
                  <a:pt x="183054" y="46392"/>
                </a:cubicBezTo>
                <a:cubicBezTo>
                  <a:pt x="186557" y="48231"/>
                  <a:pt x="189139" y="51107"/>
                  <a:pt x="190802" y="55022"/>
                </a:cubicBezTo>
                <a:cubicBezTo>
                  <a:pt x="191870" y="57571"/>
                  <a:pt x="192405" y="62789"/>
                  <a:pt x="192405" y="70676"/>
                </a:cubicBezTo>
                <a:lnTo>
                  <a:pt x="192405" y="98339"/>
                </a:lnTo>
                <a:cubicBezTo>
                  <a:pt x="192405" y="106107"/>
                  <a:pt x="192553" y="110866"/>
                  <a:pt x="192850" y="112616"/>
                </a:cubicBezTo>
                <a:cubicBezTo>
                  <a:pt x="193147" y="114365"/>
                  <a:pt x="193637" y="115537"/>
                  <a:pt x="194319" y="116131"/>
                </a:cubicBezTo>
                <a:cubicBezTo>
                  <a:pt x="195002" y="116723"/>
                  <a:pt x="195789" y="117019"/>
                  <a:pt x="196679" y="117019"/>
                </a:cubicBezTo>
                <a:cubicBezTo>
                  <a:pt x="197629" y="117019"/>
                  <a:pt x="198460" y="116811"/>
                  <a:pt x="199173" y="116395"/>
                </a:cubicBezTo>
                <a:cubicBezTo>
                  <a:pt x="200420" y="115623"/>
                  <a:pt x="202824" y="113456"/>
                  <a:pt x="206386" y="109894"/>
                </a:cubicBezTo>
                <a:lnTo>
                  <a:pt x="206386" y="114881"/>
                </a:lnTo>
                <a:cubicBezTo>
                  <a:pt x="199737" y="123787"/>
                  <a:pt x="193384" y="128240"/>
                  <a:pt x="187329" y="128240"/>
                </a:cubicBezTo>
                <a:cubicBezTo>
                  <a:pt x="184419" y="128240"/>
                  <a:pt x="182104" y="127238"/>
                  <a:pt x="180382" y="125234"/>
                </a:cubicBezTo>
                <a:cubicBezTo>
                  <a:pt x="178661" y="123228"/>
                  <a:pt x="177770" y="119809"/>
                  <a:pt x="177711" y="114976"/>
                </a:cubicBezTo>
                <a:moveTo>
                  <a:pt x="177711" y="109201"/>
                </a:moveTo>
                <a:lnTo>
                  <a:pt x="177711" y="78190"/>
                </a:lnTo>
                <a:cubicBezTo>
                  <a:pt x="168746" y="81745"/>
                  <a:pt x="162957" y="84263"/>
                  <a:pt x="160345" y="85743"/>
                </a:cubicBezTo>
                <a:cubicBezTo>
                  <a:pt x="155655" y="88350"/>
                  <a:pt x="152300" y="91076"/>
                  <a:pt x="150282" y="93920"/>
                </a:cubicBezTo>
                <a:cubicBezTo>
                  <a:pt x="148263" y="96762"/>
                  <a:pt x="147254" y="99872"/>
                  <a:pt x="147254" y="103248"/>
                </a:cubicBezTo>
                <a:cubicBezTo>
                  <a:pt x="147254" y="107514"/>
                  <a:pt x="148530" y="111054"/>
                  <a:pt x="151083" y="113868"/>
                </a:cubicBezTo>
                <a:cubicBezTo>
                  <a:pt x="153636" y="116681"/>
                  <a:pt x="156575" y="118087"/>
                  <a:pt x="159900" y="118087"/>
                </a:cubicBezTo>
                <a:cubicBezTo>
                  <a:pt x="164412" y="118087"/>
                  <a:pt x="170349" y="115125"/>
                  <a:pt x="177711" y="109201"/>
                </a:cubicBezTo>
                <a:close/>
                <a:moveTo>
                  <a:pt x="235429" y="18167"/>
                </a:moveTo>
                <a:lnTo>
                  <a:pt x="235429" y="45062"/>
                </a:lnTo>
                <a:lnTo>
                  <a:pt x="254487" y="45062"/>
                </a:lnTo>
                <a:lnTo>
                  <a:pt x="254487" y="51118"/>
                </a:lnTo>
                <a:lnTo>
                  <a:pt x="235429" y="51296"/>
                </a:lnTo>
                <a:lnTo>
                  <a:pt x="235429" y="104267"/>
                </a:lnTo>
                <a:cubicBezTo>
                  <a:pt x="235429" y="109556"/>
                  <a:pt x="236186" y="113123"/>
                  <a:pt x="237700" y="114968"/>
                </a:cubicBezTo>
                <a:cubicBezTo>
                  <a:pt x="239214" y="116810"/>
                  <a:pt x="241158" y="117731"/>
                  <a:pt x="243533" y="117731"/>
                </a:cubicBezTo>
                <a:cubicBezTo>
                  <a:pt x="245492" y="117731"/>
                  <a:pt x="247392" y="117115"/>
                  <a:pt x="249233" y="115883"/>
                </a:cubicBezTo>
                <a:cubicBezTo>
                  <a:pt x="251073" y="114651"/>
                  <a:pt x="252498" y="112833"/>
                  <a:pt x="253507" y="110428"/>
                </a:cubicBezTo>
                <a:lnTo>
                  <a:pt x="256980" y="110428"/>
                </a:lnTo>
                <a:cubicBezTo>
                  <a:pt x="254902" y="116276"/>
                  <a:pt x="251964" y="120677"/>
                  <a:pt x="248164" y="123631"/>
                </a:cubicBezTo>
                <a:cubicBezTo>
                  <a:pt x="244364" y="126585"/>
                  <a:pt x="240446" y="128061"/>
                  <a:pt x="236409" y="128061"/>
                </a:cubicBezTo>
                <a:cubicBezTo>
                  <a:pt x="233678" y="128061"/>
                  <a:pt x="231006" y="127302"/>
                  <a:pt x="228394" y="125782"/>
                </a:cubicBezTo>
                <a:cubicBezTo>
                  <a:pt x="225781" y="124263"/>
                  <a:pt x="223852" y="122088"/>
                  <a:pt x="222605" y="119259"/>
                </a:cubicBezTo>
                <a:cubicBezTo>
                  <a:pt x="221358" y="116429"/>
                  <a:pt x="220735" y="112066"/>
                  <a:pt x="220735" y="106168"/>
                </a:cubicBezTo>
                <a:lnTo>
                  <a:pt x="220735" y="51118"/>
                </a:lnTo>
                <a:lnTo>
                  <a:pt x="207822" y="51118"/>
                </a:lnTo>
                <a:lnTo>
                  <a:pt x="207822" y="48262"/>
                </a:lnTo>
                <a:cubicBezTo>
                  <a:pt x="211087" y="46964"/>
                  <a:pt x="214427" y="44765"/>
                  <a:pt x="217841" y="41667"/>
                </a:cubicBezTo>
                <a:cubicBezTo>
                  <a:pt x="221254" y="38568"/>
                  <a:pt x="224297" y="34875"/>
                  <a:pt x="226969" y="30588"/>
                </a:cubicBezTo>
                <a:cubicBezTo>
                  <a:pt x="228334" y="28324"/>
                  <a:pt x="230234" y="24184"/>
                  <a:pt x="232668" y="18167"/>
                </a:cubicBezTo>
                <a:lnTo>
                  <a:pt x="235429" y="18167"/>
                </a:lnTo>
                <a:close/>
                <a:moveTo>
                  <a:pt x="283193" y="0"/>
                </a:moveTo>
                <a:cubicBezTo>
                  <a:pt x="285687" y="0"/>
                  <a:pt x="287809" y="880"/>
                  <a:pt x="289561" y="2641"/>
                </a:cubicBezTo>
                <a:cubicBezTo>
                  <a:pt x="291312" y="4400"/>
                  <a:pt x="292188" y="6533"/>
                  <a:pt x="292188" y="9039"/>
                </a:cubicBezTo>
                <a:cubicBezTo>
                  <a:pt x="292188" y="11546"/>
                  <a:pt x="291312" y="13694"/>
                  <a:pt x="289561" y="15484"/>
                </a:cubicBezTo>
                <a:cubicBezTo>
                  <a:pt x="287809" y="17273"/>
                  <a:pt x="285687" y="18167"/>
                  <a:pt x="283193" y="18167"/>
                </a:cubicBezTo>
                <a:cubicBezTo>
                  <a:pt x="280700" y="18167"/>
                  <a:pt x="278562" y="17273"/>
                  <a:pt x="276781" y="15484"/>
                </a:cubicBezTo>
                <a:cubicBezTo>
                  <a:pt x="275000" y="13694"/>
                  <a:pt x="274110" y="11546"/>
                  <a:pt x="274110" y="9039"/>
                </a:cubicBezTo>
                <a:cubicBezTo>
                  <a:pt x="274110" y="6533"/>
                  <a:pt x="274985" y="4400"/>
                  <a:pt x="276737" y="2641"/>
                </a:cubicBezTo>
                <a:cubicBezTo>
                  <a:pt x="278488" y="880"/>
                  <a:pt x="280640" y="0"/>
                  <a:pt x="283193" y="0"/>
                </a:cubicBezTo>
                <a:moveTo>
                  <a:pt x="290585" y="42747"/>
                </a:moveTo>
                <a:lnTo>
                  <a:pt x="290585" y="108113"/>
                </a:lnTo>
                <a:cubicBezTo>
                  <a:pt x="290585" y="113249"/>
                  <a:pt x="290956" y="116668"/>
                  <a:pt x="291698" y="118371"/>
                </a:cubicBezTo>
                <a:cubicBezTo>
                  <a:pt x="292440" y="120072"/>
                  <a:pt x="293538" y="121341"/>
                  <a:pt x="294993" y="122178"/>
                </a:cubicBezTo>
                <a:cubicBezTo>
                  <a:pt x="296448" y="123013"/>
                  <a:pt x="299104" y="123431"/>
                  <a:pt x="302963" y="123431"/>
                </a:cubicBezTo>
                <a:lnTo>
                  <a:pt x="302963" y="126637"/>
                </a:lnTo>
                <a:lnTo>
                  <a:pt x="263334" y="126637"/>
                </a:lnTo>
                <a:lnTo>
                  <a:pt x="263334" y="123431"/>
                </a:lnTo>
                <a:cubicBezTo>
                  <a:pt x="267312" y="123431"/>
                  <a:pt x="269983" y="123043"/>
                  <a:pt x="271349" y="122267"/>
                </a:cubicBezTo>
                <a:cubicBezTo>
                  <a:pt x="272714" y="121490"/>
                  <a:pt x="273798" y="120206"/>
                  <a:pt x="274599" y="118416"/>
                </a:cubicBezTo>
                <a:cubicBezTo>
                  <a:pt x="275401" y="116623"/>
                  <a:pt x="275802" y="113189"/>
                  <a:pt x="275802" y="108113"/>
                </a:cubicBezTo>
                <a:lnTo>
                  <a:pt x="275802" y="76944"/>
                </a:lnTo>
                <a:cubicBezTo>
                  <a:pt x="275802" y="68060"/>
                  <a:pt x="275534" y="62307"/>
                  <a:pt x="275000" y="59684"/>
                </a:cubicBezTo>
                <a:cubicBezTo>
                  <a:pt x="274584" y="57775"/>
                  <a:pt x="273931" y="56449"/>
                  <a:pt x="273041" y="55707"/>
                </a:cubicBezTo>
                <a:cubicBezTo>
                  <a:pt x="272150" y="54963"/>
                  <a:pt x="270933" y="54591"/>
                  <a:pt x="269390" y="54591"/>
                </a:cubicBezTo>
                <a:cubicBezTo>
                  <a:pt x="267727" y="54591"/>
                  <a:pt x="265709" y="55036"/>
                  <a:pt x="263334" y="55927"/>
                </a:cubicBezTo>
                <a:lnTo>
                  <a:pt x="262087" y="52721"/>
                </a:lnTo>
                <a:lnTo>
                  <a:pt x="286666" y="42747"/>
                </a:lnTo>
                <a:lnTo>
                  <a:pt x="290585" y="42747"/>
                </a:lnTo>
                <a:close/>
                <a:moveTo>
                  <a:pt x="353591" y="42747"/>
                </a:moveTo>
                <a:cubicBezTo>
                  <a:pt x="365940" y="42747"/>
                  <a:pt x="375855" y="47432"/>
                  <a:pt x="383335" y="56803"/>
                </a:cubicBezTo>
                <a:cubicBezTo>
                  <a:pt x="389688" y="64809"/>
                  <a:pt x="392864" y="74002"/>
                  <a:pt x="392864" y="84383"/>
                </a:cubicBezTo>
                <a:cubicBezTo>
                  <a:pt x="392864" y="91678"/>
                  <a:pt x="391113" y="99062"/>
                  <a:pt x="387610" y="106535"/>
                </a:cubicBezTo>
                <a:cubicBezTo>
                  <a:pt x="384107" y="114006"/>
                  <a:pt x="379283" y="119640"/>
                  <a:pt x="373138" y="123436"/>
                </a:cubicBezTo>
                <a:cubicBezTo>
                  <a:pt x="366994" y="127232"/>
                  <a:pt x="360151" y="129130"/>
                  <a:pt x="352611" y="129130"/>
                </a:cubicBezTo>
                <a:cubicBezTo>
                  <a:pt x="340321" y="129130"/>
                  <a:pt x="330555" y="124237"/>
                  <a:pt x="323312" y="114450"/>
                </a:cubicBezTo>
                <a:cubicBezTo>
                  <a:pt x="317197" y="106207"/>
                  <a:pt x="314139" y="96955"/>
                  <a:pt x="314139" y="86695"/>
                </a:cubicBezTo>
                <a:cubicBezTo>
                  <a:pt x="314139" y="79222"/>
                  <a:pt x="315995" y="71793"/>
                  <a:pt x="319705" y="64409"/>
                </a:cubicBezTo>
                <a:cubicBezTo>
                  <a:pt x="323416" y="57025"/>
                  <a:pt x="328299" y="51569"/>
                  <a:pt x="334355" y="48040"/>
                </a:cubicBezTo>
                <a:cubicBezTo>
                  <a:pt x="340411" y="44511"/>
                  <a:pt x="346823" y="42747"/>
                  <a:pt x="353591" y="42747"/>
                </a:cubicBezTo>
                <a:moveTo>
                  <a:pt x="350830" y="48624"/>
                </a:moveTo>
                <a:cubicBezTo>
                  <a:pt x="347683" y="48624"/>
                  <a:pt x="344522" y="49556"/>
                  <a:pt x="341346" y="51421"/>
                </a:cubicBezTo>
                <a:cubicBezTo>
                  <a:pt x="338169" y="53284"/>
                  <a:pt x="335602" y="56552"/>
                  <a:pt x="333642" y="61225"/>
                </a:cubicBezTo>
                <a:cubicBezTo>
                  <a:pt x="331683" y="65899"/>
                  <a:pt x="330704" y="71903"/>
                  <a:pt x="330704" y="79237"/>
                </a:cubicBezTo>
                <a:cubicBezTo>
                  <a:pt x="330704" y="91068"/>
                  <a:pt x="333063" y="101273"/>
                  <a:pt x="337783" y="109852"/>
                </a:cubicBezTo>
                <a:cubicBezTo>
                  <a:pt x="342503" y="118430"/>
                  <a:pt x="348722" y="122718"/>
                  <a:pt x="356440" y="122718"/>
                </a:cubicBezTo>
                <a:cubicBezTo>
                  <a:pt x="362199" y="122718"/>
                  <a:pt x="366949" y="120352"/>
                  <a:pt x="370689" y="115619"/>
                </a:cubicBezTo>
                <a:cubicBezTo>
                  <a:pt x="374430" y="110886"/>
                  <a:pt x="376300" y="102752"/>
                  <a:pt x="376300" y="91218"/>
                </a:cubicBezTo>
                <a:cubicBezTo>
                  <a:pt x="376300" y="76783"/>
                  <a:pt x="373183" y="65425"/>
                  <a:pt x="366949" y="57143"/>
                </a:cubicBezTo>
                <a:cubicBezTo>
                  <a:pt x="362734" y="51464"/>
                  <a:pt x="357361" y="48624"/>
                  <a:pt x="350830" y="48624"/>
                </a:cubicBezTo>
                <a:close/>
                <a:moveTo>
                  <a:pt x="428664" y="59934"/>
                </a:moveTo>
                <a:cubicBezTo>
                  <a:pt x="438223" y="48476"/>
                  <a:pt x="447336" y="42747"/>
                  <a:pt x="456004" y="42747"/>
                </a:cubicBezTo>
                <a:cubicBezTo>
                  <a:pt x="460457" y="42747"/>
                  <a:pt x="464286" y="43857"/>
                  <a:pt x="467492" y="46078"/>
                </a:cubicBezTo>
                <a:cubicBezTo>
                  <a:pt x="470698" y="48297"/>
                  <a:pt x="473251" y="51953"/>
                  <a:pt x="475151" y="57045"/>
                </a:cubicBezTo>
                <a:cubicBezTo>
                  <a:pt x="476457" y="60598"/>
                  <a:pt x="477110" y="66046"/>
                  <a:pt x="477110" y="73387"/>
                </a:cubicBezTo>
                <a:lnTo>
                  <a:pt x="477110" y="108113"/>
                </a:lnTo>
                <a:cubicBezTo>
                  <a:pt x="477110" y="113308"/>
                  <a:pt x="477526" y="116831"/>
                  <a:pt x="478357" y="118683"/>
                </a:cubicBezTo>
                <a:cubicBezTo>
                  <a:pt x="479010" y="120176"/>
                  <a:pt x="480064" y="121341"/>
                  <a:pt x="481518" y="122178"/>
                </a:cubicBezTo>
                <a:cubicBezTo>
                  <a:pt x="482973" y="123013"/>
                  <a:pt x="485659" y="123431"/>
                  <a:pt x="489578" y="123431"/>
                </a:cubicBezTo>
                <a:lnTo>
                  <a:pt x="489578" y="126637"/>
                </a:lnTo>
                <a:lnTo>
                  <a:pt x="449236" y="126637"/>
                </a:lnTo>
                <a:lnTo>
                  <a:pt x="449236" y="123431"/>
                </a:lnTo>
                <a:lnTo>
                  <a:pt x="450928" y="123431"/>
                </a:lnTo>
                <a:cubicBezTo>
                  <a:pt x="454727" y="123431"/>
                  <a:pt x="457384" y="122849"/>
                  <a:pt x="458898" y="121686"/>
                </a:cubicBezTo>
                <a:cubicBezTo>
                  <a:pt x="460412" y="120520"/>
                  <a:pt x="461466" y="118803"/>
                  <a:pt x="462060" y="116534"/>
                </a:cubicBezTo>
                <a:cubicBezTo>
                  <a:pt x="462297" y="115638"/>
                  <a:pt x="462416" y="112831"/>
                  <a:pt x="462416" y="108113"/>
                </a:cubicBezTo>
                <a:lnTo>
                  <a:pt x="462416" y="74773"/>
                </a:lnTo>
                <a:cubicBezTo>
                  <a:pt x="462416" y="67363"/>
                  <a:pt x="461451" y="61983"/>
                  <a:pt x="459522" y="58635"/>
                </a:cubicBezTo>
                <a:cubicBezTo>
                  <a:pt x="457592" y="55286"/>
                  <a:pt x="454342" y="53611"/>
                  <a:pt x="449770" y="53611"/>
                </a:cubicBezTo>
                <a:cubicBezTo>
                  <a:pt x="442705" y="53611"/>
                  <a:pt x="435670" y="57470"/>
                  <a:pt x="428664" y="65188"/>
                </a:cubicBezTo>
                <a:lnTo>
                  <a:pt x="428664" y="108113"/>
                </a:lnTo>
                <a:cubicBezTo>
                  <a:pt x="428664" y="113666"/>
                  <a:pt x="428991" y="117100"/>
                  <a:pt x="429644" y="118416"/>
                </a:cubicBezTo>
                <a:cubicBezTo>
                  <a:pt x="430475" y="120147"/>
                  <a:pt x="431618" y="121416"/>
                  <a:pt x="433072" y="122223"/>
                </a:cubicBezTo>
                <a:cubicBezTo>
                  <a:pt x="434527" y="123028"/>
                  <a:pt x="437480" y="123431"/>
                  <a:pt x="441933" y="123431"/>
                </a:cubicBezTo>
                <a:lnTo>
                  <a:pt x="441933" y="126637"/>
                </a:lnTo>
                <a:lnTo>
                  <a:pt x="401591" y="126637"/>
                </a:lnTo>
                <a:lnTo>
                  <a:pt x="401591" y="123431"/>
                </a:lnTo>
                <a:lnTo>
                  <a:pt x="403372" y="123431"/>
                </a:lnTo>
                <a:cubicBezTo>
                  <a:pt x="407528" y="123431"/>
                  <a:pt x="410333" y="122371"/>
                  <a:pt x="411788" y="120252"/>
                </a:cubicBezTo>
                <a:cubicBezTo>
                  <a:pt x="413243" y="118132"/>
                  <a:pt x="413970" y="114085"/>
                  <a:pt x="413970" y="108113"/>
                </a:cubicBezTo>
                <a:lnTo>
                  <a:pt x="413970" y="78012"/>
                </a:lnTo>
                <a:cubicBezTo>
                  <a:pt x="413970" y="68216"/>
                  <a:pt x="413747" y="62250"/>
                  <a:pt x="413302" y="60112"/>
                </a:cubicBezTo>
                <a:cubicBezTo>
                  <a:pt x="412857" y="57975"/>
                  <a:pt x="412174" y="56520"/>
                  <a:pt x="411254" y="55749"/>
                </a:cubicBezTo>
                <a:cubicBezTo>
                  <a:pt x="410333" y="54977"/>
                  <a:pt x="409102" y="54591"/>
                  <a:pt x="407558" y="54591"/>
                </a:cubicBezTo>
                <a:cubicBezTo>
                  <a:pt x="405896" y="54591"/>
                  <a:pt x="403907" y="55036"/>
                  <a:pt x="401591" y="55927"/>
                </a:cubicBezTo>
                <a:lnTo>
                  <a:pt x="400255" y="52721"/>
                </a:lnTo>
                <a:lnTo>
                  <a:pt x="424835" y="42747"/>
                </a:lnTo>
                <a:lnTo>
                  <a:pt x="428664" y="42747"/>
                </a:lnTo>
                <a:lnTo>
                  <a:pt x="428664" y="59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F9A26-6F47-4F9B-8D6F-7F3AE37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1" y="1054295"/>
            <a:ext cx="4468434" cy="638348"/>
          </a:xfrm>
          <a:custGeom xmlns:a="http://schemas.openxmlformats.org/drawingml/2006/main">
            <a:pathLst>
              <a:path w="4468434" h="638348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4CCBF-A6D9-4778-ACEE-8CFE28A4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1" y="1054295"/>
            <a:ext cx="4468434" cy="638348"/>
          </a:xfrm>
          <a:custGeom xmlns:a="http://schemas.openxmlformats.org/drawingml/2006/main">
            <a:pathLst>
              <a:path w="4468434" h="638348" fill="none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14" name="Text ML">
            <a:extLst xmlns:a="http://schemas.openxmlformats.org/drawingml/2006/main">
              <a:ext uri="{FF2B5EF4-FFF2-40B4-BE49-F238E27FC236}">
                <a16:creationId xmlns:a16="http://schemas.microsoft.com/office/drawing/2014/main" id="{7CC8A9D4-E05E-427B-906A-7FFB331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89" y="1222920"/>
            <a:ext cx="282939" cy="120759"/>
          </a:xfrm>
          <a:custGeom xmlns:a="http://schemas.openxmlformats.org/drawingml/2006/main">
            <a:pathLst>
              <a:path w="282939" h="120759">
                <a:moveTo>
                  <a:pt x="83267" y="79510"/>
                </a:moveTo>
                <a:lnTo>
                  <a:pt x="116039" y="0"/>
                </a:lnTo>
                <a:lnTo>
                  <a:pt x="165197" y="0"/>
                </a:lnTo>
                <a:lnTo>
                  <a:pt x="165197" y="3206"/>
                </a:lnTo>
                <a:lnTo>
                  <a:pt x="161279" y="3206"/>
                </a:lnTo>
                <a:cubicBezTo>
                  <a:pt x="157717" y="3206"/>
                  <a:pt x="154867" y="3839"/>
                  <a:pt x="152730" y="5104"/>
                </a:cubicBezTo>
                <a:cubicBezTo>
                  <a:pt x="151245" y="5948"/>
                  <a:pt x="150058" y="7366"/>
                  <a:pt x="149167" y="9356"/>
                </a:cubicBezTo>
                <a:cubicBezTo>
                  <a:pt x="148514" y="10804"/>
                  <a:pt x="148188" y="14572"/>
                  <a:pt x="148188" y="20661"/>
                </a:cubicBezTo>
                <a:lnTo>
                  <a:pt x="148188" y="100098"/>
                </a:lnTo>
                <a:cubicBezTo>
                  <a:pt x="148188" y="106304"/>
                  <a:pt x="148514" y="110184"/>
                  <a:pt x="149167" y="111736"/>
                </a:cubicBezTo>
                <a:cubicBezTo>
                  <a:pt x="149821" y="113288"/>
                  <a:pt x="151156" y="114645"/>
                  <a:pt x="153175" y="115808"/>
                </a:cubicBezTo>
                <a:cubicBezTo>
                  <a:pt x="155194" y="116971"/>
                  <a:pt x="157895" y="117553"/>
                  <a:pt x="161279" y="117553"/>
                </a:cubicBezTo>
                <a:lnTo>
                  <a:pt x="165197" y="117553"/>
                </a:lnTo>
                <a:lnTo>
                  <a:pt x="165197" y="120759"/>
                </a:lnTo>
                <a:lnTo>
                  <a:pt x="102146" y="120759"/>
                </a:lnTo>
                <a:lnTo>
                  <a:pt x="102146" y="117553"/>
                </a:lnTo>
                <a:lnTo>
                  <a:pt x="106065" y="117553"/>
                </a:lnTo>
                <a:cubicBezTo>
                  <a:pt x="109627" y="117553"/>
                  <a:pt x="112477" y="116927"/>
                  <a:pt x="114614" y="115674"/>
                </a:cubicBezTo>
                <a:cubicBezTo>
                  <a:pt x="116098" y="114838"/>
                  <a:pt x="117286" y="113405"/>
                  <a:pt x="118176" y="111377"/>
                </a:cubicBezTo>
                <a:cubicBezTo>
                  <a:pt x="118829" y="109945"/>
                  <a:pt x="119156" y="106185"/>
                  <a:pt x="119156" y="100098"/>
                </a:cubicBezTo>
                <a:lnTo>
                  <a:pt x="119156" y="10598"/>
                </a:lnTo>
                <a:lnTo>
                  <a:pt x="72847" y="120759"/>
                </a:lnTo>
                <a:lnTo>
                  <a:pt x="70710" y="120759"/>
                </a:lnTo>
                <a:lnTo>
                  <a:pt x="23689" y="11310"/>
                </a:lnTo>
                <a:lnTo>
                  <a:pt x="23689" y="96358"/>
                </a:lnTo>
                <a:cubicBezTo>
                  <a:pt x="23689" y="102345"/>
                  <a:pt x="23837" y="106027"/>
                  <a:pt x="24134" y="107403"/>
                </a:cubicBezTo>
                <a:cubicBezTo>
                  <a:pt x="24906" y="110398"/>
                  <a:pt x="26583" y="112839"/>
                  <a:pt x="29166" y="114725"/>
                </a:cubicBezTo>
                <a:cubicBezTo>
                  <a:pt x="31748" y="116610"/>
                  <a:pt x="35800" y="117553"/>
                  <a:pt x="41322" y="117553"/>
                </a:cubicBezTo>
                <a:lnTo>
                  <a:pt x="41322" y="120759"/>
                </a:lnTo>
                <a:lnTo>
                  <a:pt x="0" y="120759"/>
                </a:lnTo>
                <a:lnTo>
                  <a:pt x="0" y="117553"/>
                </a:lnTo>
                <a:lnTo>
                  <a:pt x="1247" y="117553"/>
                </a:lnTo>
                <a:cubicBezTo>
                  <a:pt x="3918" y="117612"/>
                  <a:pt x="6412" y="117176"/>
                  <a:pt x="8727" y="116245"/>
                </a:cubicBezTo>
                <a:cubicBezTo>
                  <a:pt x="11043" y="115314"/>
                  <a:pt x="12794" y="114066"/>
                  <a:pt x="13982" y="112502"/>
                </a:cubicBezTo>
                <a:cubicBezTo>
                  <a:pt x="15169" y="110938"/>
                  <a:pt x="16089" y="108742"/>
                  <a:pt x="16742" y="105914"/>
                </a:cubicBezTo>
                <a:cubicBezTo>
                  <a:pt x="16861" y="105254"/>
                  <a:pt x="16920" y="102187"/>
                  <a:pt x="16920" y="96714"/>
                </a:cubicBezTo>
                <a:lnTo>
                  <a:pt x="16920" y="20661"/>
                </a:lnTo>
                <a:cubicBezTo>
                  <a:pt x="16920" y="14451"/>
                  <a:pt x="16594" y="10577"/>
                  <a:pt x="15941" y="9039"/>
                </a:cubicBezTo>
                <a:cubicBezTo>
                  <a:pt x="15288" y="7501"/>
                  <a:pt x="13952" y="6145"/>
                  <a:pt x="11933" y="4970"/>
                </a:cubicBezTo>
                <a:cubicBezTo>
                  <a:pt x="9915" y="3794"/>
                  <a:pt x="7213" y="3206"/>
                  <a:pt x="3829" y="3206"/>
                </a:cubicBezTo>
                <a:lnTo>
                  <a:pt x="0" y="3206"/>
                </a:lnTo>
                <a:lnTo>
                  <a:pt x="0" y="0"/>
                </a:lnTo>
                <a:lnTo>
                  <a:pt x="49337" y="0"/>
                </a:lnTo>
                <a:lnTo>
                  <a:pt x="83267" y="79510"/>
                </a:lnTo>
                <a:close/>
                <a:moveTo>
                  <a:pt x="282939" y="78369"/>
                </a:moveTo>
                <a:lnTo>
                  <a:pt x="278397" y="120759"/>
                </a:lnTo>
                <a:lnTo>
                  <a:pt x="171175" y="120759"/>
                </a:lnTo>
                <a:lnTo>
                  <a:pt x="171175" y="117553"/>
                </a:lnTo>
                <a:lnTo>
                  <a:pt x="175182" y="117553"/>
                </a:lnTo>
                <a:cubicBezTo>
                  <a:pt x="178685" y="117553"/>
                  <a:pt x="181505" y="116927"/>
                  <a:pt x="183642" y="115674"/>
                </a:cubicBezTo>
                <a:cubicBezTo>
                  <a:pt x="185186" y="114838"/>
                  <a:pt x="186373" y="113405"/>
                  <a:pt x="187204" y="111377"/>
                </a:cubicBezTo>
                <a:cubicBezTo>
                  <a:pt x="187858" y="109945"/>
                  <a:pt x="188184" y="106185"/>
                  <a:pt x="188184" y="100098"/>
                </a:cubicBezTo>
                <a:lnTo>
                  <a:pt x="188184" y="20661"/>
                </a:lnTo>
                <a:cubicBezTo>
                  <a:pt x="188184" y="14455"/>
                  <a:pt x="187858" y="10576"/>
                  <a:pt x="187204" y="9025"/>
                </a:cubicBezTo>
                <a:cubicBezTo>
                  <a:pt x="186551" y="7472"/>
                  <a:pt x="185230" y="6114"/>
                  <a:pt x="183242" y="4951"/>
                </a:cubicBezTo>
                <a:cubicBezTo>
                  <a:pt x="181253" y="3788"/>
                  <a:pt x="178566" y="3206"/>
                  <a:pt x="175182" y="3206"/>
                </a:cubicBezTo>
                <a:lnTo>
                  <a:pt x="171175" y="3206"/>
                </a:lnTo>
                <a:lnTo>
                  <a:pt x="171175" y="0"/>
                </a:lnTo>
                <a:lnTo>
                  <a:pt x="235561" y="0"/>
                </a:lnTo>
                <a:lnTo>
                  <a:pt x="235561" y="3206"/>
                </a:lnTo>
                <a:lnTo>
                  <a:pt x="230307" y="3206"/>
                </a:lnTo>
                <a:cubicBezTo>
                  <a:pt x="226804" y="3206"/>
                  <a:pt x="223984" y="3832"/>
                  <a:pt x="221847" y="5084"/>
                </a:cubicBezTo>
                <a:cubicBezTo>
                  <a:pt x="220303" y="5921"/>
                  <a:pt x="219086" y="7354"/>
                  <a:pt x="218196" y="9381"/>
                </a:cubicBezTo>
                <a:cubicBezTo>
                  <a:pt x="217543" y="10814"/>
                  <a:pt x="217216" y="14574"/>
                  <a:pt x="217216" y="20661"/>
                </a:cubicBezTo>
                <a:lnTo>
                  <a:pt x="217216" y="97605"/>
                </a:lnTo>
                <a:cubicBezTo>
                  <a:pt x="217216" y="103779"/>
                  <a:pt x="217572" y="107712"/>
                  <a:pt x="218285" y="109404"/>
                </a:cubicBezTo>
                <a:cubicBezTo>
                  <a:pt x="218997" y="111096"/>
                  <a:pt x="220392" y="112358"/>
                  <a:pt x="222470" y="113189"/>
                </a:cubicBezTo>
                <a:cubicBezTo>
                  <a:pt x="223955" y="113724"/>
                  <a:pt x="227547" y="113991"/>
                  <a:pt x="233246" y="113991"/>
                </a:cubicBezTo>
                <a:lnTo>
                  <a:pt x="243309" y="113991"/>
                </a:lnTo>
                <a:cubicBezTo>
                  <a:pt x="249721" y="113991"/>
                  <a:pt x="255065" y="112863"/>
                  <a:pt x="259339" y="110607"/>
                </a:cubicBezTo>
                <a:cubicBezTo>
                  <a:pt x="263614" y="108351"/>
                  <a:pt x="267310" y="104788"/>
                  <a:pt x="270427" y="99920"/>
                </a:cubicBezTo>
                <a:cubicBezTo>
                  <a:pt x="273544" y="95052"/>
                  <a:pt x="276497" y="87868"/>
                  <a:pt x="279288" y="78369"/>
                </a:cubicBezTo>
                <a:lnTo>
                  <a:pt x="282939" y="78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Inf">
            <a:extLst xmlns:a="http://schemas.openxmlformats.org/drawingml/2006/main">
              <a:ext uri="{FF2B5EF4-FFF2-40B4-BE49-F238E27FC236}">
                <a16:creationId xmlns:a16="http://schemas.microsoft.com/office/drawing/2014/main" id="{5DE92D59-4162-4222-8027-C5A5F9D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89" y="1439110"/>
            <a:ext cx="243704" cy="123431"/>
          </a:xfrm>
          <a:custGeom xmlns:a="http://schemas.openxmlformats.org/drawingml/2006/main">
            <a:pathLst>
              <a:path w="243704" h="123431">
                <a:moveTo>
                  <a:pt x="63140" y="120225"/>
                </a:moveTo>
                <a:lnTo>
                  <a:pt x="63140" y="123431"/>
                </a:lnTo>
                <a:lnTo>
                  <a:pt x="0" y="123431"/>
                </a:lnTo>
                <a:lnTo>
                  <a:pt x="0" y="120225"/>
                </a:lnTo>
                <a:lnTo>
                  <a:pt x="4007" y="120225"/>
                </a:lnTo>
                <a:cubicBezTo>
                  <a:pt x="7510" y="120225"/>
                  <a:pt x="10330" y="119598"/>
                  <a:pt x="12468" y="118346"/>
                </a:cubicBezTo>
                <a:cubicBezTo>
                  <a:pt x="14011" y="117509"/>
                  <a:pt x="15199" y="116077"/>
                  <a:pt x="16030" y="114049"/>
                </a:cubicBezTo>
                <a:cubicBezTo>
                  <a:pt x="16683" y="112617"/>
                  <a:pt x="17010" y="108857"/>
                  <a:pt x="17010" y="102770"/>
                </a:cubicBezTo>
                <a:lnTo>
                  <a:pt x="17010" y="23332"/>
                </a:lnTo>
                <a:cubicBezTo>
                  <a:pt x="17010" y="17126"/>
                  <a:pt x="16683" y="13248"/>
                  <a:pt x="16030" y="11697"/>
                </a:cubicBezTo>
                <a:cubicBezTo>
                  <a:pt x="15377" y="10144"/>
                  <a:pt x="14056" y="8786"/>
                  <a:pt x="12067" y="7623"/>
                </a:cubicBezTo>
                <a:cubicBezTo>
                  <a:pt x="10078" y="6459"/>
                  <a:pt x="7392" y="5878"/>
                  <a:pt x="4007" y="5878"/>
                </a:cubicBezTo>
                <a:lnTo>
                  <a:pt x="0" y="5878"/>
                </a:lnTo>
                <a:lnTo>
                  <a:pt x="0" y="2672"/>
                </a:lnTo>
                <a:lnTo>
                  <a:pt x="63140" y="2672"/>
                </a:lnTo>
                <a:lnTo>
                  <a:pt x="63140" y="5878"/>
                </a:lnTo>
                <a:lnTo>
                  <a:pt x="59133" y="5878"/>
                </a:lnTo>
                <a:cubicBezTo>
                  <a:pt x="55630" y="5878"/>
                  <a:pt x="52810" y="6504"/>
                  <a:pt x="50672" y="7756"/>
                </a:cubicBezTo>
                <a:cubicBezTo>
                  <a:pt x="49129" y="8593"/>
                  <a:pt x="47912" y="10025"/>
                  <a:pt x="47021" y="12053"/>
                </a:cubicBezTo>
                <a:cubicBezTo>
                  <a:pt x="46368" y="13485"/>
                  <a:pt x="46042" y="17245"/>
                  <a:pt x="46042" y="23332"/>
                </a:cubicBezTo>
                <a:lnTo>
                  <a:pt x="46042" y="102770"/>
                </a:lnTo>
                <a:cubicBezTo>
                  <a:pt x="46042" y="108976"/>
                  <a:pt x="46383" y="112855"/>
                  <a:pt x="47066" y="114408"/>
                </a:cubicBezTo>
                <a:cubicBezTo>
                  <a:pt x="47748" y="115959"/>
                  <a:pt x="49084" y="117316"/>
                  <a:pt x="51073" y="118480"/>
                </a:cubicBezTo>
                <a:cubicBezTo>
                  <a:pt x="53062" y="119643"/>
                  <a:pt x="55749" y="120225"/>
                  <a:pt x="59133" y="120225"/>
                </a:cubicBezTo>
                <a:lnTo>
                  <a:pt x="63140" y="120225"/>
                </a:lnTo>
                <a:close/>
                <a:moveTo>
                  <a:pt x="107460" y="40075"/>
                </a:moveTo>
                <a:lnTo>
                  <a:pt x="107460" y="50940"/>
                </a:lnTo>
                <a:cubicBezTo>
                  <a:pt x="111735" y="46277"/>
                  <a:pt x="115832" y="42886"/>
                  <a:pt x="119750" y="40765"/>
                </a:cubicBezTo>
                <a:cubicBezTo>
                  <a:pt x="123669" y="38643"/>
                  <a:pt x="127884" y="37581"/>
                  <a:pt x="132396" y="37581"/>
                </a:cubicBezTo>
                <a:cubicBezTo>
                  <a:pt x="137799" y="37581"/>
                  <a:pt x="142281" y="39082"/>
                  <a:pt x="145843" y="42084"/>
                </a:cubicBezTo>
                <a:cubicBezTo>
                  <a:pt x="149405" y="45086"/>
                  <a:pt x="151780" y="48816"/>
                  <a:pt x="152968" y="53274"/>
                </a:cubicBezTo>
                <a:cubicBezTo>
                  <a:pt x="153918" y="56664"/>
                  <a:pt x="154393" y="63174"/>
                  <a:pt x="154393" y="72805"/>
                </a:cubicBezTo>
                <a:lnTo>
                  <a:pt x="154393" y="105263"/>
                </a:lnTo>
                <a:cubicBezTo>
                  <a:pt x="154393" y="111675"/>
                  <a:pt x="154971" y="115668"/>
                  <a:pt x="156129" y="117241"/>
                </a:cubicBezTo>
                <a:cubicBezTo>
                  <a:pt x="157287" y="118814"/>
                  <a:pt x="159706" y="119809"/>
                  <a:pt x="163387" y="120225"/>
                </a:cubicBezTo>
                <a:lnTo>
                  <a:pt x="163387" y="123431"/>
                </a:lnTo>
                <a:lnTo>
                  <a:pt x="121264" y="123431"/>
                </a:lnTo>
                <a:lnTo>
                  <a:pt x="121264" y="120225"/>
                </a:lnTo>
                <a:cubicBezTo>
                  <a:pt x="124411" y="119809"/>
                  <a:pt x="126667" y="118503"/>
                  <a:pt x="128032" y="116306"/>
                </a:cubicBezTo>
                <a:cubicBezTo>
                  <a:pt x="128982" y="114822"/>
                  <a:pt x="129457" y="111141"/>
                  <a:pt x="129457" y="105263"/>
                </a:cubicBezTo>
                <a:lnTo>
                  <a:pt x="129457" y="68216"/>
                </a:lnTo>
                <a:cubicBezTo>
                  <a:pt x="129457" y="61389"/>
                  <a:pt x="129190" y="57084"/>
                  <a:pt x="128656" y="55303"/>
                </a:cubicBezTo>
                <a:cubicBezTo>
                  <a:pt x="128121" y="53522"/>
                  <a:pt x="127216" y="52142"/>
                  <a:pt x="125939" y="51162"/>
                </a:cubicBezTo>
                <a:cubicBezTo>
                  <a:pt x="124663" y="50183"/>
                  <a:pt x="123253" y="49693"/>
                  <a:pt x="121709" y="49693"/>
                </a:cubicBezTo>
                <a:cubicBezTo>
                  <a:pt x="116603" y="49693"/>
                  <a:pt x="111854" y="53374"/>
                  <a:pt x="107460" y="60736"/>
                </a:cubicBezTo>
                <a:lnTo>
                  <a:pt x="107460" y="105263"/>
                </a:lnTo>
                <a:cubicBezTo>
                  <a:pt x="107460" y="111497"/>
                  <a:pt x="108039" y="115445"/>
                  <a:pt x="109197" y="117108"/>
                </a:cubicBezTo>
                <a:cubicBezTo>
                  <a:pt x="110355" y="118770"/>
                  <a:pt x="112507" y="119809"/>
                  <a:pt x="115654" y="120225"/>
                </a:cubicBezTo>
                <a:lnTo>
                  <a:pt x="115654" y="123431"/>
                </a:lnTo>
                <a:lnTo>
                  <a:pt x="73530" y="123431"/>
                </a:lnTo>
                <a:lnTo>
                  <a:pt x="73530" y="120225"/>
                </a:lnTo>
                <a:cubicBezTo>
                  <a:pt x="77033" y="119868"/>
                  <a:pt x="79527" y="118740"/>
                  <a:pt x="81011" y="116840"/>
                </a:cubicBezTo>
                <a:cubicBezTo>
                  <a:pt x="82020" y="115534"/>
                  <a:pt x="82525" y="111675"/>
                  <a:pt x="82525" y="105263"/>
                </a:cubicBezTo>
                <a:lnTo>
                  <a:pt x="82525" y="58242"/>
                </a:lnTo>
                <a:cubicBezTo>
                  <a:pt x="82525" y="51873"/>
                  <a:pt x="81946" y="47907"/>
                  <a:pt x="80788" y="46345"/>
                </a:cubicBezTo>
                <a:cubicBezTo>
                  <a:pt x="79631" y="44783"/>
                  <a:pt x="77211" y="43761"/>
                  <a:pt x="73530" y="43281"/>
                </a:cubicBezTo>
                <a:lnTo>
                  <a:pt x="73530" y="40075"/>
                </a:lnTo>
                <a:lnTo>
                  <a:pt x="107460" y="40075"/>
                </a:lnTo>
                <a:close/>
                <a:moveTo>
                  <a:pt x="212090" y="48802"/>
                </a:moveTo>
                <a:lnTo>
                  <a:pt x="212090" y="106688"/>
                </a:lnTo>
                <a:cubicBezTo>
                  <a:pt x="212090" y="112269"/>
                  <a:pt x="212683" y="115772"/>
                  <a:pt x="213871" y="117197"/>
                </a:cubicBezTo>
                <a:cubicBezTo>
                  <a:pt x="215770" y="119393"/>
                  <a:pt x="219273" y="120403"/>
                  <a:pt x="224379" y="120225"/>
                </a:cubicBezTo>
                <a:lnTo>
                  <a:pt x="224379" y="123431"/>
                </a:lnTo>
                <a:lnTo>
                  <a:pt x="175310" y="123431"/>
                </a:lnTo>
                <a:lnTo>
                  <a:pt x="175310" y="120225"/>
                </a:lnTo>
                <a:cubicBezTo>
                  <a:pt x="179050" y="120165"/>
                  <a:pt x="181707" y="119735"/>
                  <a:pt x="183280" y="118933"/>
                </a:cubicBezTo>
                <a:cubicBezTo>
                  <a:pt x="184853" y="118132"/>
                  <a:pt x="185937" y="117019"/>
                  <a:pt x="186531" y="115594"/>
                </a:cubicBezTo>
                <a:cubicBezTo>
                  <a:pt x="187124" y="114169"/>
                  <a:pt x="187421" y="111200"/>
                  <a:pt x="187421" y="106688"/>
                </a:cubicBezTo>
                <a:lnTo>
                  <a:pt x="187421" y="48802"/>
                </a:lnTo>
                <a:lnTo>
                  <a:pt x="175310" y="48802"/>
                </a:lnTo>
                <a:lnTo>
                  <a:pt x="175310" y="40075"/>
                </a:lnTo>
                <a:lnTo>
                  <a:pt x="187421" y="40075"/>
                </a:lnTo>
                <a:lnTo>
                  <a:pt x="187421" y="33958"/>
                </a:lnTo>
                <a:lnTo>
                  <a:pt x="187332" y="29789"/>
                </a:lnTo>
                <a:cubicBezTo>
                  <a:pt x="187332" y="21279"/>
                  <a:pt x="190464" y="14187"/>
                  <a:pt x="196728" y="8513"/>
                </a:cubicBezTo>
                <a:cubicBezTo>
                  <a:pt x="202991" y="2838"/>
                  <a:pt x="211466" y="0"/>
                  <a:pt x="222153" y="0"/>
                </a:cubicBezTo>
                <a:cubicBezTo>
                  <a:pt x="229455" y="0"/>
                  <a:pt x="234873" y="1371"/>
                  <a:pt x="238405" y="4113"/>
                </a:cubicBezTo>
                <a:cubicBezTo>
                  <a:pt x="241938" y="6854"/>
                  <a:pt x="243704" y="9893"/>
                  <a:pt x="243704" y="13230"/>
                </a:cubicBezTo>
                <a:cubicBezTo>
                  <a:pt x="243704" y="15913"/>
                  <a:pt x="242606" y="18238"/>
                  <a:pt x="240409" y="20204"/>
                </a:cubicBezTo>
                <a:cubicBezTo>
                  <a:pt x="238212" y="22171"/>
                  <a:pt x="235303" y="23154"/>
                  <a:pt x="231682" y="23154"/>
                </a:cubicBezTo>
                <a:cubicBezTo>
                  <a:pt x="228594" y="23154"/>
                  <a:pt x="226145" y="22353"/>
                  <a:pt x="224335" y="20750"/>
                </a:cubicBezTo>
                <a:cubicBezTo>
                  <a:pt x="222524" y="19147"/>
                  <a:pt x="221618" y="17366"/>
                  <a:pt x="221618" y="15407"/>
                </a:cubicBezTo>
                <a:cubicBezTo>
                  <a:pt x="221618" y="14872"/>
                  <a:pt x="221797" y="13774"/>
                  <a:pt x="222153" y="12112"/>
                </a:cubicBezTo>
                <a:cubicBezTo>
                  <a:pt x="222390" y="11102"/>
                  <a:pt x="222509" y="10152"/>
                  <a:pt x="222509" y="9262"/>
                </a:cubicBezTo>
                <a:cubicBezTo>
                  <a:pt x="222509" y="8015"/>
                  <a:pt x="222153" y="7095"/>
                  <a:pt x="221440" y="6501"/>
                </a:cubicBezTo>
                <a:cubicBezTo>
                  <a:pt x="220490" y="5610"/>
                  <a:pt x="219333" y="5165"/>
                  <a:pt x="217967" y="5165"/>
                </a:cubicBezTo>
                <a:cubicBezTo>
                  <a:pt x="216245" y="5165"/>
                  <a:pt x="214806" y="5872"/>
                  <a:pt x="213648" y="7286"/>
                </a:cubicBezTo>
                <a:cubicBezTo>
                  <a:pt x="212490" y="8700"/>
                  <a:pt x="211911" y="10968"/>
                  <a:pt x="211911" y="14090"/>
                </a:cubicBezTo>
                <a:lnTo>
                  <a:pt x="212090" y="29558"/>
                </a:lnTo>
                <a:lnTo>
                  <a:pt x="212090" y="40075"/>
                </a:lnTo>
                <a:lnTo>
                  <a:pt x="224379" y="40075"/>
                </a:lnTo>
                <a:lnTo>
                  <a:pt x="224379" y="48802"/>
                </a:lnTo>
                <a:lnTo>
                  <a:pt x="212090" y="48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rastructure">
            <a:extLst xmlns:a="http://schemas.openxmlformats.org/drawingml/2006/main">
              <a:ext uri="{FF2B5EF4-FFF2-40B4-BE49-F238E27FC236}">
                <a16:creationId xmlns:a16="http://schemas.microsoft.com/office/drawing/2014/main" id="{4EFE1E8F-FD9F-4D52-81B1-618A8713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29" y="1448550"/>
            <a:ext cx="874134" cy="116484"/>
          </a:xfrm>
          <a:custGeom xmlns:a="http://schemas.openxmlformats.org/drawingml/2006/main">
            <a:pathLst>
              <a:path w="874134" h="116484">
                <a:moveTo>
                  <a:pt x="34019" y="30635"/>
                </a:moveTo>
                <a:lnTo>
                  <a:pt x="34019" y="49515"/>
                </a:lnTo>
                <a:cubicBezTo>
                  <a:pt x="39541" y="40906"/>
                  <a:pt x="44379" y="35192"/>
                  <a:pt x="48535" y="32372"/>
                </a:cubicBezTo>
                <a:cubicBezTo>
                  <a:pt x="52691" y="29551"/>
                  <a:pt x="56698" y="28141"/>
                  <a:pt x="60558" y="28141"/>
                </a:cubicBezTo>
                <a:cubicBezTo>
                  <a:pt x="63882" y="28141"/>
                  <a:pt x="66539" y="29169"/>
                  <a:pt x="68528" y="31225"/>
                </a:cubicBezTo>
                <a:cubicBezTo>
                  <a:pt x="70517" y="33281"/>
                  <a:pt x="71511" y="36185"/>
                  <a:pt x="71511" y="39938"/>
                </a:cubicBezTo>
                <a:cubicBezTo>
                  <a:pt x="71511" y="43931"/>
                  <a:pt x="70547" y="47030"/>
                  <a:pt x="68617" y="49236"/>
                </a:cubicBezTo>
                <a:cubicBezTo>
                  <a:pt x="66688" y="51441"/>
                  <a:pt x="64357" y="52543"/>
                  <a:pt x="61626" y="52543"/>
                </a:cubicBezTo>
                <a:cubicBezTo>
                  <a:pt x="58480" y="52543"/>
                  <a:pt x="55749" y="51533"/>
                  <a:pt x="53433" y="49515"/>
                </a:cubicBezTo>
                <a:cubicBezTo>
                  <a:pt x="51118" y="47496"/>
                  <a:pt x="49752" y="46368"/>
                  <a:pt x="49337" y="46131"/>
                </a:cubicBezTo>
                <a:cubicBezTo>
                  <a:pt x="48743" y="45774"/>
                  <a:pt x="48060" y="45596"/>
                  <a:pt x="47288" y="45596"/>
                </a:cubicBezTo>
                <a:cubicBezTo>
                  <a:pt x="45567" y="45596"/>
                  <a:pt x="43934" y="46249"/>
                  <a:pt x="42390" y="47555"/>
                </a:cubicBezTo>
                <a:cubicBezTo>
                  <a:pt x="39956" y="49574"/>
                  <a:pt x="38116" y="52454"/>
                  <a:pt x="36869" y="56194"/>
                </a:cubicBezTo>
                <a:cubicBezTo>
                  <a:pt x="34969" y="61953"/>
                  <a:pt x="34019" y="68305"/>
                  <a:pt x="34019" y="75252"/>
                </a:cubicBezTo>
                <a:lnTo>
                  <a:pt x="34019" y="94399"/>
                </a:lnTo>
                <a:lnTo>
                  <a:pt x="34108" y="99386"/>
                </a:lnTo>
                <a:cubicBezTo>
                  <a:pt x="34108" y="102770"/>
                  <a:pt x="34316" y="104937"/>
                  <a:pt x="34732" y="105887"/>
                </a:cubicBezTo>
                <a:cubicBezTo>
                  <a:pt x="35444" y="107490"/>
                  <a:pt x="36498" y="108662"/>
                  <a:pt x="37893" y="109404"/>
                </a:cubicBezTo>
                <a:cubicBezTo>
                  <a:pt x="39288" y="110146"/>
                  <a:pt x="41648" y="110607"/>
                  <a:pt x="44973" y="110785"/>
                </a:cubicBezTo>
                <a:lnTo>
                  <a:pt x="44973" y="113991"/>
                </a:lnTo>
                <a:lnTo>
                  <a:pt x="0" y="113991"/>
                </a:lnTo>
                <a:lnTo>
                  <a:pt x="0" y="110785"/>
                </a:lnTo>
                <a:cubicBezTo>
                  <a:pt x="3622" y="110488"/>
                  <a:pt x="6071" y="109493"/>
                  <a:pt x="7347" y="107801"/>
                </a:cubicBezTo>
                <a:cubicBezTo>
                  <a:pt x="8624" y="106109"/>
                  <a:pt x="9262" y="101642"/>
                  <a:pt x="9262" y="94399"/>
                </a:cubicBezTo>
                <a:lnTo>
                  <a:pt x="9262" y="48268"/>
                </a:lnTo>
                <a:cubicBezTo>
                  <a:pt x="9262" y="43489"/>
                  <a:pt x="9024" y="40442"/>
                  <a:pt x="8549" y="39129"/>
                </a:cubicBezTo>
                <a:cubicBezTo>
                  <a:pt x="7956" y="37455"/>
                  <a:pt x="7095" y="36231"/>
                  <a:pt x="5967" y="35455"/>
                </a:cubicBezTo>
                <a:cubicBezTo>
                  <a:pt x="4839" y="34678"/>
                  <a:pt x="2850" y="34140"/>
                  <a:pt x="0" y="33841"/>
                </a:cubicBezTo>
                <a:lnTo>
                  <a:pt x="0" y="30635"/>
                </a:lnTo>
                <a:lnTo>
                  <a:pt x="34019" y="30635"/>
                </a:lnTo>
                <a:close/>
                <a:moveTo>
                  <a:pt x="125668" y="101701"/>
                </a:moveTo>
                <a:cubicBezTo>
                  <a:pt x="115515" y="110725"/>
                  <a:pt x="106402" y="115237"/>
                  <a:pt x="98328" y="115237"/>
                </a:cubicBezTo>
                <a:cubicBezTo>
                  <a:pt x="93578" y="115237"/>
                  <a:pt x="89630" y="113674"/>
                  <a:pt x="86483" y="110548"/>
                </a:cubicBezTo>
                <a:cubicBezTo>
                  <a:pt x="83337" y="107420"/>
                  <a:pt x="81763" y="103503"/>
                  <a:pt x="81763" y="98798"/>
                </a:cubicBezTo>
                <a:cubicBezTo>
                  <a:pt x="81763" y="92424"/>
                  <a:pt x="84494" y="86690"/>
                  <a:pt x="89956" y="81597"/>
                </a:cubicBezTo>
                <a:cubicBezTo>
                  <a:pt x="95419" y="76504"/>
                  <a:pt x="107322" y="69728"/>
                  <a:pt x="125668" y="61270"/>
                </a:cubicBezTo>
                <a:lnTo>
                  <a:pt x="125668" y="52899"/>
                </a:lnTo>
                <a:cubicBezTo>
                  <a:pt x="125668" y="46606"/>
                  <a:pt x="125326" y="42643"/>
                  <a:pt x="124643" y="41010"/>
                </a:cubicBezTo>
                <a:cubicBezTo>
                  <a:pt x="123961" y="39377"/>
                  <a:pt x="122669" y="37952"/>
                  <a:pt x="120770" y="36735"/>
                </a:cubicBezTo>
                <a:cubicBezTo>
                  <a:pt x="118870" y="35518"/>
                  <a:pt x="116732" y="34910"/>
                  <a:pt x="114358" y="34910"/>
                </a:cubicBezTo>
                <a:cubicBezTo>
                  <a:pt x="110499" y="34910"/>
                  <a:pt x="107322" y="35771"/>
                  <a:pt x="104829" y="37492"/>
                </a:cubicBezTo>
                <a:cubicBezTo>
                  <a:pt x="103285" y="38561"/>
                  <a:pt x="102513" y="39808"/>
                  <a:pt x="102513" y="41233"/>
                </a:cubicBezTo>
                <a:cubicBezTo>
                  <a:pt x="102513" y="42479"/>
                  <a:pt x="103344" y="44023"/>
                  <a:pt x="105007" y="45863"/>
                </a:cubicBezTo>
                <a:cubicBezTo>
                  <a:pt x="107263" y="48416"/>
                  <a:pt x="108391" y="50880"/>
                  <a:pt x="108391" y="53255"/>
                </a:cubicBezTo>
                <a:cubicBezTo>
                  <a:pt x="108391" y="56164"/>
                  <a:pt x="107307" y="58643"/>
                  <a:pt x="105140" y="60691"/>
                </a:cubicBezTo>
                <a:cubicBezTo>
                  <a:pt x="102973" y="62739"/>
                  <a:pt x="100138" y="63764"/>
                  <a:pt x="96636" y="63764"/>
                </a:cubicBezTo>
                <a:cubicBezTo>
                  <a:pt x="92895" y="63764"/>
                  <a:pt x="89764" y="62635"/>
                  <a:pt x="87240" y="60379"/>
                </a:cubicBezTo>
                <a:cubicBezTo>
                  <a:pt x="84717" y="58123"/>
                  <a:pt x="83455" y="55481"/>
                  <a:pt x="83455" y="52454"/>
                </a:cubicBezTo>
                <a:cubicBezTo>
                  <a:pt x="83455" y="48179"/>
                  <a:pt x="85147" y="44097"/>
                  <a:pt x="88532" y="40208"/>
                </a:cubicBezTo>
                <a:cubicBezTo>
                  <a:pt x="91916" y="36320"/>
                  <a:pt x="96636" y="33336"/>
                  <a:pt x="102691" y="31258"/>
                </a:cubicBezTo>
                <a:cubicBezTo>
                  <a:pt x="108747" y="29180"/>
                  <a:pt x="115040" y="28141"/>
                  <a:pt x="121571" y="28141"/>
                </a:cubicBezTo>
                <a:cubicBezTo>
                  <a:pt x="129467" y="28141"/>
                  <a:pt x="135716" y="29823"/>
                  <a:pt x="140317" y="33187"/>
                </a:cubicBezTo>
                <a:cubicBezTo>
                  <a:pt x="144918" y="36549"/>
                  <a:pt x="147902" y="40194"/>
                  <a:pt x="149267" y="44121"/>
                </a:cubicBezTo>
                <a:cubicBezTo>
                  <a:pt x="150098" y="46620"/>
                  <a:pt x="150514" y="52363"/>
                  <a:pt x="150514" y="61348"/>
                </a:cubicBezTo>
                <a:lnTo>
                  <a:pt x="150514" y="93750"/>
                </a:lnTo>
                <a:cubicBezTo>
                  <a:pt x="150514" y="97559"/>
                  <a:pt x="150662" y="99955"/>
                  <a:pt x="150959" y="100939"/>
                </a:cubicBezTo>
                <a:cubicBezTo>
                  <a:pt x="151256" y="101920"/>
                  <a:pt x="151701" y="102649"/>
                  <a:pt x="152295" y="103126"/>
                </a:cubicBezTo>
                <a:cubicBezTo>
                  <a:pt x="152889" y="103601"/>
                  <a:pt x="153572" y="103838"/>
                  <a:pt x="154343" y="103838"/>
                </a:cubicBezTo>
                <a:cubicBezTo>
                  <a:pt x="155887" y="103838"/>
                  <a:pt x="157460" y="102740"/>
                  <a:pt x="159063" y="100543"/>
                </a:cubicBezTo>
                <a:lnTo>
                  <a:pt x="161735" y="102681"/>
                </a:lnTo>
                <a:cubicBezTo>
                  <a:pt x="158766" y="107074"/>
                  <a:pt x="155694" y="110265"/>
                  <a:pt x="152518" y="112254"/>
                </a:cubicBezTo>
                <a:cubicBezTo>
                  <a:pt x="149341" y="114243"/>
                  <a:pt x="145735" y="115237"/>
                  <a:pt x="141698" y="115237"/>
                </a:cubicBezTo>
                <a:cubicBezTo>
                  <a:pt x="136948" y="115237"/>
                  <a:pt x="133237" y="114117"/>
                  <a:pt x="130566" y="111876"/>
                </a:cubicBezTo>
                <a:cubicBezTo>
                  <a:pt x="127894" y="109634"/>
                  <a:pt x="126261" y="106243"/>
                  <a:pt x="125668" y="101701"/>
                </a:cubicBezTo>
                <a:moveTo>
                  <a:pt x="125668" y="95111"/>
                </a:moveTo>
                <a:lnTo>
                  <a:pt x="125668" y="67253"/>
                </a:lnTo>
                <a:cubicBezTo>
                  <a:pt x="118484" y="71489"/>
                  <a:pt x="113141" y="76023"/>
                  <a:pt x="109638" y="80857"/>
                </a:cubicBezTo>
                <a:cubicBezTo>
                  <a:pt x="107322" y="84077"/>
                  <a:pt x="106165" y="87329"/>
                  <a:pt x="106165" y="90611"/>
                </a:cubicBezTo>
                <a:cubicBezTo>
                  <a:pt x="106165" y="93355"/>
                  <a:pt x="107144" y="95771"/>
                  <a:pt x="109103" y="97861"/>
                </a:cubicBezTo>
                <a:cubicBezTo>
                  <a:pt x="110588" y="99471"/>
                  <a:pt x="112666" y="100276"/>
                  <a:pt x="115337" y="100276"/>
                </a:cubicBezTo>
                <a:cubicBezTo>
                  <a:pt x="118306" y="100276"/>
                  <a:pt x="121749" y="98554"/>
                  <a:pt x="125668" y="95111"/>
                </a:cubicBezTo>
                <a:close/>
                <a:moveTo>
                  <a:pt x="223539" y="28498"/>
                </a:moveTo>
                <a:lnTo>
                  <a:pt x="224875" y="56995"/>
                </a:lnTo>
                <a:lnTo>
                  <a:pt x="221847" y="56995"/>
                </a:lnTo>
                <a:cubicBezTo>
                  <a:pt x="218225" y="48496"/>
                  <a:pt x="214470" y="42691"/>
                  <a:pt x="210581" y="39579"/>
                </a:cubicBezTo>
                <a:cubicBezTo>
                  <a:pt x="206693" y="36466"/>
                  <a:pt x="202819" y="34910"/>
                  <a:pt x="198960" y="34910"/>
                </a:cubicBezTo>
                <a:cubicBezTo>
                  <a:pt x="196526" y="34910"/>
                  <a:pt x="194448" y="35726"/>
                  <a:pt x="192726" y="37359"/>
                </a:cubicBezTo>
                <a:cubicBezTo>
                  <a:pt x="191004" y="38991"/>
                  <a:pt x="190143" y="40876"/>
                  <a:pt x="190143" y="43014"/>
                </a:cubicBezTo>
                <a:cubicBezTo>
                  <a:pt x="190143" y="44617"/>
                  <a:pt x="190737" y="46160"/>
                  <a:pt x="191924" y="47645"/>
                </a:cubicBezTo>
                <a:cubicBezTo>
                  <a:pt x="193824" y="50079"/>
                  <a:pt x="199138" y="54249"/>
                  <a:pt x="207865" y="60157"/>
                </a:cubicBezTo>
                <a:cubicBezTo>
                  <a:pt x="216593" y="66064"/>
                  <a:pt x="222337" y="71081"/>
                  <a:pt x="225097" y="75207"/>
                </a:cubicBezTo>
                <a:cubicBezTo>
                  <a:pt x="227858" y="79333"/>
                  <a:pt x="229239" y="83949"/>
                  <a:pt x="229239" y="89055"/>
                </a:cubicBezTo>
                <a:cubicBezTo>
                  <a:pt x="229239" y="93686"/>
                  <a:pt x="228081" y="98228"/>
                  <a:pt x="225765" y="102681"/>
                </a:cubicBezTo>
                <a:cubicBezTo>
                  <a:pt x="223450" y="107133"/>
                  <a:pt x="220185" y="110547"/>
                  <a:pt x="215969" y="112922"/>
                </a:cubicBezTo>
                <a:cubicBezTo>
                  <a:pt x="211754" y="115297"/>
                  <a:pt x="207093" y="116484"/>
                  <a:pt x="201988" y="116484"/>
                </a:cubicBezTo>
                <a:cubicBezTo>
                  <a:pt x="198010" y="116484"/>
                  <a:pt x="192696" y="115214"/>
                  <a:pt x="186047" y="112674"/>
                </a:cubicBezTo>
                <a:cubicBezTo>
                  <a:pt x="184266" y="112008"/>
                  <a:pt x="183049" y="111675"/>
                  <a:pt x="182396" y="111675"/>
                </a:cubicBezTo>
                <a:cubicBezTo>
                  <a:pt x="180436" y="111675"/>
                  <a:pt x="178804" y="113159"/>
                  <a:pt x="177497" y="116128"/>
                </a:cubicBezTo>
                <a:lnTo>
                  <a:pt x="174559" y="116128"/>
                </a:lnTo>
                <a:lnTo>
                  <a:pt x="173134" y="86205"/>
                </a:lnTo>
                <a:lnTo>
                  <a:pt x="176162" y="86205"/>
                </a:lnTo>
                <a:cubicBezTo>
                  <a:pt x="178833" y="94042"/>
                  <a:pt x="182499" y="99920"/>
                  <a:pt x="187160" y="103838"/>
                </a:cubicBezTo>
                <a:cubicBezTo>
                  <a:pt x="191821" y="107757"/>
                  <a:pt x="196229" y="109716"/>
                  <a:pt x="200385" y="109716"/>
                </a:cubicBezTo>
                <a:cubicBezTo>
                  <a:pt x="203234" y="109716"/>
                  <a:pt x="205565" y="108840"/>
                  <a:pt x="207375" y="107089"/>
                </a:cubicBezTo>
                <a:cubicBezTo>
                  <a:pt x="209186" y="105337"/>
                  <a:pt x="210092" y="103215"/>
                  <a:pt x="210092" y="100721"/>
                </a:cubicBezTo>
                <a:cubicBezTo>
                  <a:pt x="210092" y="97872"/>
                  <a:pt x="209201" y="95408"/>
                  <a:pt x="207420" y="93330"/>
                </a:cubicBezTo>
                <a:cubicBezTo>
                  <a:pt x="205639" y="91252"/>
                  <a:pt x="201661" y="88105"/>
                  <a:pt x="195487" y="83890"/>
                </a:cubicBezTo>
                <a:cubicBezTo>
                  <a:pt x="186403" y="77597"/>
                  <a:pt x="180525" y="72788"/>
                  <a:pt x="177854" y="69463"/>
                </a:cubicBezTo>
                <a:cubicBezTo>
                  <a:pt x="173935" y="64595"/>
                  <a:pt x="171976" y="59222"/>
                  <a:pt x="171976" y="53344"/>
                </a:cubicBezTo>
                <a:cubicBezTo>
                  <a:pt x="171976" y="46932"/>
                  <a:pt x="174188" y="41129"/>
                  <a:pt x="178611" y="35934"/>
                </a:cubicBezTo>
                <a:cubicBezTo>
                  <a:pt x="183034" y="30739"/>
                  <a:pt x="189431" y="28141"/>
                  <a:pt x="197802" y="28141"/>
                </a:cubicBezTo>
                <a:cubicBezTo>
                  <a:pt x="202314" y="28141"/>
                  <a:pt x="206678" y="29282"/>
                  <a:pt x="210893" y="31565"/>
                </a:cubicBezTo>
                <a:cubicBezTo>
                  <a:pt x="212496" y="32488"/>
                  <a:pt x="213802" y="32950"/>
                  <a:pt x="214812" y="32950"/>
                </a:cubicBezTo>
                <a:cubicBezTo>
                  <a:pt x="215880" y="32950"/>
                  <a:pt x="216741" y="32728"/>
                  <a:pt x="217394" y="32283"/>
                </a:cubicBezTo>
                <a:cubicBezTo>
                  <a:pt x="218047" y="31837"/>
                  <a:pt x="219086" y="30576"/>
                  <a:pt x="220511" y="28498"/>
                </a:cubicBezTo>
                <a:lnTo>
                  <a:pt x="223539" y="28498"/>
                </a:lnTo>
                <a:close/>
                <a:moveTo>
                  <a:pt x="274895" y="0"/>
                </a:moveTo>
                <a:lnTo>
                  <a:pt x="274895" y="30635"/>
                </a:lnTo>
                <a:lnTo>
                  <a:pt x="294665" y="30635"/>
                </a:lnTo>
                <a:lnTo>
                  <a:pt x="294665" y="39362"/>
                </a:lnTo>
                <a:lnTo>
                  <a:pt x="274895" y="39362"/>
                </a:lnTo>
                <a:lnTo>
                  <a:pt x="274895" y="90886"/>
                </a:lnTo>
                <a:cubicBezTo>
                  <a:pt x="274895" y="95708"/>
                  <a:pt x="275117" y="98819"/>
                  <a:pt x="275563" y="100218"/>
                </a:cubicBezTo>
                <a:cubicBezTo>
                  <a:pt x="276008" y="101617"/>
                  <a:pt x="276795" y="102748"/>
                  <a:pt x="277923" y="103613"/>
                </a:cubicBezTo>
                <a:cubicBezTo>
                  <a:pt x="279051" y="104476"/>
                  <a:pt x="280090" y="104907"/>
                  <a:pt x="281039" y="104907"/>
                </a:cubicBezTo>
                <a:cubicBezTo>
                  <a:pt x="284899" y="104907"/>
                  <a:pt x="288550" y="101939"/>
                  <a:pt x="291993" y="96002"/>
                </a:cubicBezTo>
                <a:lnTo>
                  <a:pt x="294665" y="97980"/>
                </a:lnTo>
                <a:cubicBezTo>
                  <a:pt x="289856" y="109485"/>
                  <a:pt x="282049" y="115237"/>
                  <a:pt x="271243" y="115237"/>
                </a:cubicBezTo>
                <a:cubicBezTo>
                  <a:pt x="265959" y="115237"/>
                  <a:pt x="261492" y="113763"/>
                  <a:pt x="257841" y="110815"/>
                </a:cubicBezTo>
                <a:cubicBezTo>
                  <a:pt x="254189" y="107865"/>
                  <a:pt x="251859" y="104573"/>
                  <a:pt x="250850" y="100939"/>
                </a:cubicBezTo>
                <a:cubicBezTo>
                  <a:pt x="250256" y="98913"/>
                  <a:pt x="249959" y="93431"/>
                  <a:pt x="249959" y="84494"/>
                </a:cubicBezTo>
                <a:lnTo>
                  <a:pt x="249959" y="39362"/>
                </a:lnTo>
                <a:lnTo>
                  <a:pt x="239094" y="39362"/>
                </a:lnTo>
                <a:lnTo>
                  <a:pt x="239094" y="36237"/>
                </a:lnTo>
                <a:cubicBezTo>
                  <a:pt x="246575" y="30942"/>
                  <a:pt x="252943" y="25379"/>
                  <a:pt x="258197" y="19548"/>
                </a:cubicBezTo>
                <a:cubicBezTo>
                  <a:pt x="263451" y="13716"/>
                  <a:pt x="268037" y="7200"/>
                  <a:pt x="271956" y="0"/>
                </a:cubicBezTo>
                <a:lnTo>
                  <a:pt x="274895" y="0"/>
                </a:lnTo>
                <a:close/>
                <a:moveTo>
                  <a:pt x="337143" y="30635"/>
                </a:moveTo>
                <a:lnTo>
                  <a:pt x="337143" y="49515"/>
                </a:lnTo>
                <a:cubicBezTo>
                  <a:pt x="342665" y="40906"/>
                  <a:pt x="347503" y="35192"/>
                  <a:pt x="351659" y="32372"/>
                </a:cubicBezTo>
                <a:cubicBezTo>
                  <a:pt x="355815" y="29551"/>
                  <a:pt x="359823" y="28141"/>
                  <a:pt x="363682" y="28141"/>
                </a:cubicBezTo>
                <a:cubicBezTo>
                  <a:pt x="367006" y="28141"/>
                  <a:pt x="369663" y="29169"/>
                  <a:pt x="371652" y="31225"/>
                </a:cubicBezTo>
                <a:cubicBezTo>
                  <a:pt x="373641" y="33281"/>
                  <a:pt x="374635" y="36185"/>
                  <a:pt x="374635" y="39938"/>
                </a:cubicBezTo>
                <a:cubicBezTo>
                  <a:pt x="374635" y="43931"/>
                  <a:pt x="373671" y="47030"/>
                  <a:pt x="371741" y="49236"/>
                </a:cubicBezTo>
                <a:cubicBezTo>
                  <a:pt x="369812" y="51441"/>
                  <a:pt x="367481" y="52543"/>
                  <a:pt x="364750" y="52543"/>
                </a:cubicBezTo>
                <a:cubicBezTo>
                  <a:pt x="361604" y="52543"/>
                  <a:pt x="358873" y="51533"/>
                  <a:pt x="356557" y="49515"/>
                </a:cubicBezTo>
                <a:cubicBezTo>
                  <a:pt x="354242" y="47496"/>
                  <a:pt x="352876" y="46368"/>
                  <a:pt x="352461" y="46131"/>
                </a:cubicBezTo>
                <a:cubicBezTo>
                  <a:pt x="351867" y="45774"/>
                  <a:pt x="351184" y="45596"/>
                  <a:pt x="350412" y="45596"/>
                </a:cubicBezTo>
                <a:cubicBezTo>
                  <a:pt x="348691" y="45596"/>
                  <a:pt x="347058" y="46249"/>
                  <a:pt x="345514" y="47555"/>
                </a:cubicBezTo>
                <a:cubicBezTo>
                  <a:pt x="343080" y="49574"/>
                  <a:pt x="341240" y="52454"/>
                  <a:pt x="339993" y="56194"/>
                </a:cubicBezTo>
                <a:cubicBezTo>
                  <a:pt x="338093" y="61953"/>
                  <a:pt x="337143" y="68305"/>
                  <a:pt x="337143" y="75252"/>
                </a:cubicBezTo>
                <a:lnTo>
                  <a:pt x="337143" y="94399"/>
                </a:lnTo>
                <a:lnTo>
                  <a:pt x="337232" y="99386"/>
                </a:lnTo>
                <a:cubicBezTo>
                  <a:pt x="337232" y="102770"/>
                  <a:pt x="337440" y="104937"/>
                  <a:pt x="337856" y="105887"/>
                </a:cubicBezTo>
                <a:cubicBezTo>
                  <a:pt x="338568" y="107490"/>
                  <a:pt x="339622" y="108662"/>
                  <a:pt x="341017" y="109404"/>
                </a:cubicBezTo>
                <a:cubicBezTo>
                  <a:pt x="342412" y="110146"/>
                  <a:pt x="344772" y="110607"/>
                  <a:pt x="348097" y="110785"/>
                </a:cubicBezTo>
                <a:lnTo>
                  <a:pt x="348097" y="113991"/>
                </a:lnTo>
                <a:lnTo>
                  <a:pt x="303124" y="113991"/>
                </a:lnTo>
                <a:lnTo>
                  <a:pt x="303124" y="110785"/>
                </a:lnTo>
                <a:cubicBezTo>
                  <a:pt x="306746" y="110488"/>
                  <a:pt x="309195" y="109493"/>
                  <a:pt x="310471" y="107801"/>
                </a:cubicBezTo>
                <a:cubicBezTo>
                  <a:pt x="311748" y="106109"/>
                  <a:pt x="312386" y="101642"/>
                  <a:pt x="312386" y="94399"/>
                </a:cubicBezTo>
                <a:lnTo>
                  <a:pt x="312386" y="48268"/>
                </a:lnTo>
                <a:cubicBezTo>
                  <a:pt x="312386" y="43489"/>
                  <a:pt x="312148" y="40442"/>
                  <a:pt x="311673" y="39129"/>
                </a:cubicBezTo>
                <a:cubicBezTo>
                  <a:pt x="311080" y="37455"/>
                  <a:pt x="310219" y="36231"/>
                  <a:pt x="309091" y="35455"/>
                </a:cubicBezTo>
                <a:cubicBezTo>
                  <a:pt x="307963" y="34678"/>
                  <a:pt x="305974" y="34140"/>
                  <a:pt x="303124" y="33841"/>
                </a:cubicBezTo>
                <a:lnTo>
                  <a:pt x="303124" y="30635"/>
                </a:lnTo>
                <a:lnTo>
                  <a:pt x="337143" y="30635"/>
                </a:lnTo>
                <a:close/>
                <a:moveTo>
                  <a:pt x="462891" y="30635"/>
                </a:moveTo>
                <a:lnTo>
                  <a:pt x="462891" y="95823"/>
                </a:lnTo>
                <a:cubicBezTo>
                  <a:pt x="462891" y="102215"/>
                  <a:pt x="463485" y="106202"/>
                  <a:pt x="464672" y="107785"/>
                </a:cubicBezTo>
                <a:cubicBezTo>
                  <a:pt x="465860" y="109367"/>
                  <a:pt x="468264" y="110367"/>
                  <a:pt x="471886" y="110785"/>
                </a:cubicBezTo>
                <a:lnTo>
                  <a:pt x="471886" y="113991"/>
                </a:lnTo>
                <a:lnTo>
                  <a:pt x="437956" y="113991"/>
                </a:lnTo>
                <a:lnTo>
                  <a:pt x="437956" y="102859"/>
                </a:lnTo>
                <a:cubicBezTo>
                  <a:pt x="433978" y="107608"/>
                  <a:pt x="430000" y="111067"/>
                  <a:pt x="426022" y="113234"/>
                </a:cubicBezTo>
                <a:cubicBezTo>
                  <a:pt x="422044" y="115401"/>
                  <a:pt x="417592" y="116484"/>
                  <a:pt x="412664" y="116484"/>
                </a:cubicBezTo>
                <a:cubicBezTo>
                  <a:pt x="407974" y="116484"/>
                  <a:pt x="403803" y="115044"/>
                  <a:pt x="400152" y="112165"/>
                </a:cubicBezTo>
                <a:cubicBezTo>
                  <a:pt x="396500" y="109286"/>
                  <a:pt x="394051" y="105916"/>
                  <a:pt x="392805" y="102057"/>
                </a:cubicBezTo>
                <a:cubicBezTo>
                  <a:pt x="391558" y="98198"/>
                  <a:pt x="390934" y="91460"/>
                  <a:pt x="390934" y="81842"/>
                </a:cubicBezTo>
                <a:lnTo>
                  <a:pt x="390934" y="48802"/>
                </a:lnTo>
                <a:cubicBezTo>
                  <a:pt x="390934" y="42433"/>
                  <a:pt x="390356" y="38467"/>
                  <a:pt x="389198" y="36905"/>
                </a:cubicBezTo>
                <a:cubicBezTo>
                  <a:pt x="388040" y="35343"/>
                  <a:pt x="385621" y="34322"/>
                  <a:pt x="381940" y="33841"/>
                </a:cubicBezTo>
                <a:lnTo>
                  <a:pt x="381940" y="30635"/>
                </a:lnTo>
                <a:lnTo>
                  <a:pt x="415870" y="30635"/>
                </a:lnTo>
                <a:lnTo>
                  <a:pt x="415870" y="87611"/>
                </a:lnTo>
                <a:cubicBezTo>
                  <a:pt x="415870" y="93555"/>
                  <a:pt x="416152" y="97389"/>
                  <a:pt x="416716" y="99113"/>
                </a:cubicBezTo>
                <a:cubicBezTo>
                  <a:pt x="417280" y="100836"/>
                  <a:pt x="418170" y="102144"/>
                  <a:pt x="419388" y="103037"/>
                </a:cubicBezTo>
                <a:cubicBezTo>
                  <a:pt x="420605" y="103927"/>
                  <a:pt x="422015" y="104373"/>
                  <a:pt x="423618" y="104373"/>
                </a:cubicBezTo>
                <a:cubicBezTo>
                  <a:pt x="425755" y="104373"/>
                  <a:pt x="427685" y="103809"/>
                  <a:pt x="429406" y="102681"/>
                </a:cubicBezTo>
                <a:cubicBezTo>
                  <a:pt x="431781" y="101137"/>
                  <a:pt x="434631" y="98020"/>
                  <a:pt x="437956" y="93330"/>
                </a:cubicBezTo>
                <a:lnTo>
                  <a:pt x="437956" y="48802"/>
                </a:lnTo>
                <a:cubicBezTo>
                  <a:pt x="437956" y="42433"/>
                  <a:pt x="437377" y="38467"/>
                  <a:pt x="436219" y="36905"/>
                </a:cubicBezTo>
                <a:cubicBezTo>
                  <a:pt x="435061" y="35343"/>
                  <a:pt x="432642" y="34322"/>
                  <a:pt x="428961" y="33841"/>
                </a:cubicBezTo>
                <a:lnTo>
                  <a:pt x="428961" y="30635"/>
                </a:lnTo>
                <a:lnTo>
                  <a:pt x="462891" y="30635"/>
                </a:lnTo>
                <a:close/>
                <a:moveTo>
                  <a:pt x="552377" y="92459"/>
                </a:moveTo>
                <a:lnTo>
                  <a:pt x="555138" y="94593"/>
                </a:lnTo>
                <a:cubicBezTo>
                  <a:pt x="551219" y="101979"/>
                  <a:pt x="546336" y="107475"/>
                  <a:pt x="540488" y="111080"/>
                </a:cubicBezTo>
                <a:cubicBezTo>
                  <a:pt x="534640" y="114683"/>
                  <a:pt x="528421" y="116484"/>
                  <a:pt x="521831" y="116484"/>
                </a:cubicBezTo>
                <a:cubicBezTo>
                  <a:pt x="510729" y="116484"/>
                  <a:pt x="501853" y="112295"/>
                  <a:pt x="495204" y="103916"/>
                </a:cubicBezTo>
                <a:cubicBezTo>
                  <a:pt x="488554" y="95536"/>
                  <a:pt x="485229" y="85462"/>
                  <a:pt x="485229" y="73696"/>
                </a:cubicBezTo>
                <a:cubicBezTo>
                  <a:pt x="485229" y="62343"/>
                  <a:pt x="488257" y="52359"/>
                  <a:pt x="494313" y="43743"/>
                </a:cubicBezTo>
                <a:cubicBezTo>
                  <a:pt x="501616" y="33342"/>
                  <a:pt x="511679" y="28141"/>
                  <a:pt x="524503" y="28141"/>
                </a:cubicBezTo>
                <a:cubicBezTo>
                  <a:pt x="533111" y="28141"/>
                  <a:pt x="539954" y="30315"/>
                  <a:pt x="545030" y="34662"/>
                </a:cubicBezTo>
                <a:cubicBezTo>
                  <a:pt x="550106" y="39007"/>
                  <a:pt x="552644" y="43859"/>
                  <a:pt x="552644" y="49217"/>
                </a:cubicBezTo>
                <a:cubicBezTo>
                  <a:pt x="552644" y="52610"/>
                  <a:pt x="551620" y="55319"/>
                  <a:pt x="549572" y="57343"/>
                </a:cubicBezTo>
                <a:cubicBezTo>
                  <a:pt x="547524" y="59367"/>
                  <a:pt x="544837" y="60379"/>
                  <a:pt x="541512" y="60379"/>
                </a:cubicBezTo>
                <a:cubicBezTo>
                  <a:pt x="538009" y="60379"/>
                  <a:pt x="535115" y="59218"/>
                  <a:pt x="532829" y="56895"/>
                </a:cubicBezTo>
                <a:cubicBezTo>
                  <a:pt x="530544" y="54570"/>
                  <a:pt x="529134" y="50429"/>
                  <a:pt x="528599" y="44472"/>
                </a:cubicBezTo>
                <a:cubicBezTo>
                  <a:pt x="528243" y="40719"/>
                  <a:pt x="527382" y="38097"/>
                  <a:pt x="526017" y="36607"/>
                </a:cubicBezTo>
                <a:cubicBezTo>
                  <a:pt x="524651" y="35119"/>
                  <a:pt x="523048" y="34375"/>
                  <a:pt x="521208" y="34375"/>
                </a:cubicBezTo>
                <a:cubicBezTo>
                  <a:pt x="518358" y="34375"/>
                  <a:pt x="515924" y="35889"/>
                  <a:pt x="513905" y="38917"/>
                </a:cubicBezTo>
                <a:cubicBezTo>
                  <a:pt x="510818" y="43489"/>
                  <a:pt x="509274" y="50494"/>
                  <a:pt x="509274" y="59934"/>
                </a:cubicBezTo>
                <a:cubicBezTo>
                  <a:pt x="509274" y="67771"/>
                  <a:pt x="510521" y="75266"/>
                  <a:pt x="513015" y="82421"/>
                </a:cubicBezTo>
                <a:cubicBezTo>
                  <a:pt x="515508" y="89575"/>
                  <a:pt x="518922" y="94903"/>
                  <a:pt x="523256" y="98406"/>
                </a:cubicBezTo>
                <a:cubicBezTo>
                  <a:pt x="526521" y="100959"/>
                  <a:pt x="530380" y="102235"/>
                  <a:pt x="534833" y="102235"/>
                </a:cubicBezTo>
                <a:cubicBezTo>
                  <a:pt x="537742" y="102235"/>
                  <a:pt x="540503" y="101554"/>
                  <a:pt x="543115" y="100193"/>
                </a:cubicBezTo>
                <a:cubicBezTo>
                  <a:pt x="545728" y="98829"/>
                  <a:pt x="548815" y="96251"/>
                  <a:pt x="552377" y="92459"/>
                </a:cubicBezTo>
                <a:close/>
                <a:moveTo>
                  <a:pt x="597717" y="0"/>
                </a:moveTo>
                <a:lnTo>
                  <a:pt x="597717" y="30635"/>
                </a:lnTo>
                <a:lnTo>
                  <a:pt x="617487" y="30635"/>
                </a:lnTo>
                <a:lnTo>
                  <a:pt x="617487" y="39362"/>
                </a:lnTo>
                <a:lnTo>
                  <a:pt x="597717" y="39362"/>
                </a:lnTo>
                <a:lnTo>
                  <a:pt x="597717" y="90886"/>
                </a:lnTo>
                <a:cubicBezTo>
                  <a:pt x="597717" y="95708"/>
                  <a:pt x="597940" y="98819"/>
                  <a:pt x="598385" y="100218"/>
                </a:cubicBezTo>
                <a:cubicBezTo>
                  <a:pt x="598830" y="101617"/>
                  <a:pt x="599617" y="102748"/>
                  <a:pt x="600745" y="103613"/>
                </a:cubicBezTo>
                <a:cubicBezTo>
                  <a:pt x="601873" y="104476"/>
                  <a:pt x="602912" y="104907"/>
                  <a:pt x="603862" y="104907"/>
                </a:cubicBezTo>
                <a:cubicBezTo>
                  <a:pt x="607721" y="104907"/>
                  <a:pt x="611372" y="101939"/>
                  <a:pt x="614815" y="96002"/>
                </a:cubicBezTo>
                <a:lnTo>
                  <a:pt x="617487" y="97980"/>
                </a:lnTo>
                <a:cubicBezTo>
                  <a:pt x="612678" y="109485"/>
                  <a:pt x="604871" y="115237"/>
                  <a:pt x="594066" y="115237"/>
                </a:cubicBezTo>
                <a:cubicBezTo>
                  <a:pt x="588782" y="115237"/>
                  <a:pt x="584314" y="113763"/>
                  <a:pt x="580663" y="110815"/>
                </a:cubicBezTo>
                <a:cubicBezTo>
                  <a:pt x="577012" y="107865"/>
                  <a:pt x="574681" y="104573"/>
                  <a:pt x="573672" y="100939"/>
                </a:cubicBezTo>
                <a:cubicBezTo>
                  <a:pt x="573078" y="98913"/>
                  <a:pt x="572781" y="93431"/>
                  <a:pt x="572781" y="84494"/>
                </a:cubicBezTo>
                <a:lnTo>
                  <a:pt x="572781" y="39362"/>
                </a:lnTo>
                <a:lnTo>
                  <a:pt x="561917" y="39362"/>
                </a:lnTo>
                <a:lnTo>
                  <a:pt x="561917" y="36237"/>
                </a:lnTo>
                <a:cubicBezTo>
                  <a:pt x="569397" y="30942"/>
                  <a:pt x="575765" y="25379"/>
                  <a:pt x="581019" y="19548"/>
                </a:cubicBezTo>
                <a:cubicBezTo>
                  <a:pt x="586273" y="13716"/>
                  <a:pt x="590860" y="7200"/>
                  <a:pt x="594778" y="0"/>
                </a:cubicBezTo>
                <a:lnTo>
                  <a:pt x="597717" y="0"/>
                </a:lnTo>
                <a:close/>
                <a:moveTo>
                  <a:pt x="705828" y="30635"/>
                </a:moveTo>
                <a:lnTo>
                  <a:pt x="705828" y="95823"/>
                </a:lnTo>
                <a:cubicBezTo>
                  <a:pt x="705828" y="102215"/>
                  <a:pt x="706422" y="106202"/>
                  <a:pt x="707609" y="107785"/>
                </a:cubicBezTo>
                <a:cubicBezTo>
                  <a:pt x="708797" y="109367"/>
                  <a:pt x="711201" y="110367"/>
                  <a:pt x="714823" y="110785"/>
                </a:cubicBezTo>
                <a:lnTo>
                  <a:pt x="714823" y="113991"/>
                </a:lnTo>
                <a:lnTo>
                  <a:pt x="680893" y="113991"/>
                </a:lnTo>
                <a:lnTo>
                  <a:pt x="680893" y="102859"/>
                </a:lnTo>
                <a:cubicBezTo>
                  <a:pt x="676915" y="107608"/>
                  <a:pt x="672937" y="111067"/>
                  <a:pt x="668959" y="113234"/>
                </a:cubicBezTo>
                <a:cubicBezTo>
                  <a:pt x="664982" y="115401"/>
                  <a:pt x="660529" y="116484"/>
                  <a:pt x="655601" y="116484"/>
                </a:cubicBezTo>
                <a:cubicBezTo>
                  <a:pt x="650911" y="116484"/>
                  <a:pt x="646740" y="115044"/>
                  <a:pt x="643089" y="112165"/>
                </a:cubicBezTo>
                <a:cubicBezTo>
                  <a:pt x="639438" y="109286"/>
                  <a:pt x="636989" y="105916"/>
                  <a:pt x="635742" y="102057"/>
                </a:cubicBezTo>
                <a:cubicBezTo>
                  <a:pt x="634495" y="98198"/>
                  <a:pt x="633872" y="91460"/>
                  <a:pt x="633872" y="81842"/>
                </a:cubicBezTo>
                <a:lnTo>
                  <a:pt x="633872" y="48802"/>
                </a:lnTo>
                <a:cubicBezTo>
                  <a:pt x="633872" y="42433"/>
                  <a:pt x="633293" y="38467"/>
                  <a:pt x="632135" y="36905"/>
                </a:cubicBezTo>
                <a:cubicBezTo>
                  <a:pt x="630977" y="35343"/>
                  <a:pt x="628558" y="34322"/>
                  <a:pt x="624877" y="33841"/>
                </a:cubicBezTo>
                <a:lnTo>
                  <a:pt x="624877" y="30635"/>
                </a:lnTo>
                <a:lnTo>
                  <a:pt x="658807" y="30635"/>
                </a:lnTo>
                <a:lnTo>
                  <a:pt x="658807" y="87611"/>
                </a:lnTo>
                <a:cubicBezTo>
                  <a:pt x="658807" y="93555"/>
                  <a:pt x="659089" y="97389"/>
                  <a:pt x="659653" y="99113"/>
                </a:cubicBezTo>
                <a:cubicBezTo>
                  <a:pt x="660217" y="100836"/>
                  <a:pt x="661108" y="102144"/>
                  <a:pt x="662325" y="103037"/>
                </a:cubicBezTo>
                <a:cubicBezTo>
                  <a:pt x="663542" y="103927"/>
                  <a:pt x="664952" y="104373"/>
                  <a:pt x="666555" y="104373"/>
                </a:cubicBezTo>
                <a:cubicBezTo>
                  <a:pt x="668692" y="104373"/>
                  <a:pt x="670622" y="103809"/>
                  <a:pt x="672344" y="102681"/>
                </a:cubicBezTo>
                <a:cubicBezTo>
                  <a:pt x="674718" y="101137"/>
                  <a:pt x="677568" y="98020"/>
                  <a:pt x="680893" y="93330"/>
                </a:cubicBezTo>
                <a:lnTo>
                  <a:pt x="680893" y="48802"/>
                </a:lnTo>
                <a:cubicBezTo>
                  <a:pt x="680893" y="42433"/>
                  <a:pt x="680314" y="38467"/>
                  <a:pt x="679156" y="36905"/>
                </a:cubicBezTo>
                <a:cubicBezTo>
                  <a:pt x="677999" y="35343"/>
                  <a:pt x="675579" y="34322"/>
                  <a:pt x="671898" y="33841"/>
                </a:cubicBezTo>
                <a:lnTo>
                  <a:pt x="671898" y="30635"/>
                </a:lnTo>
                <a:lnTo>
                  <a:pt x="705828" y="30635"/>
                </a:lnTo>
                <a:close/>
                <a:moveTo>
                  <a:pt x="761371" y="30635"/>
                </a:moveTo>
                <a:lnTo>
                  <a:pt x="761371" y="49515"/>
                </a:lnTo>
                <a:cubicBezTo>
                  <a:pt x="766892" y="40906"/>
                  <a:pt x="771731" y="35192"/>
                  <a:pt x="775887" y="32372"/>
                </a:cubicBezTo>
                <a:cubicBezTo>
                  <a:pt x="780043" y="29551"/>
                  <a:pt x="784050" y="28141"/>
                  <a:pt x="787909" y="28141"/>
                </a:cubicBezTo>
                <a:cubicBezTo>
                  <a:pt x="791234" y="28141"/>
                  <a:pt x="793891" y="29169"/>
                  <a:pt x="795880" y="31225"/>
                </a:cubicBezTo>
                <a:cubicBezTo>
                  <a:pt x="797869" y="33281"/>
                  <a:pt x="798863" y="36185"/>
                  <a:pt x="798863" y="39938"/>
                </a:cubicBezTo>
                <a:cubicBezTo>
                  <a:pt x="798863" y="43931"/>
                  <a:pt x="797898" y="47030"/>
                  <a:pt x="795969" y="49236"/>
                </a:cubicBezTo>
                <a:cubicBezTo>
                  <a:pt x="794039" y="51441"/>
                  <a:pt x="791709" y="52543"/>
                  <a:pt x="788978" y="52543"/>
                </a:cubicBezTo>
                <a:cubicBezTo>
                  <a:pt x="785831" y="52543"/>
                  <a:pt x="783100" y="51533"/>
                  <a:pt x="780785" y="49515"/>
                </a:cubicBezTo>
                <a:cubicBezTo>
                  <a:pt x="778470" y="47496"/>
                  <a:pt x="777104" y="46368"/>
                  <a:pt x="776688" y="46131"/>
                </a:cubicBezTo>
                <a:cubicBezTo>
                  <a:pt x="776095" y="45774"/>
                  <a:pt x="775412" y="45596"/>
                  <a:pt x="774640" y="45596"/>
                </a:cubicBezTo>
                <a:cubicBezTo>
                  <a:pt x="772918" y="45596"/>
                  <a:pt x="771286" y="46249"/>
                  <a:pt x="769742" y="47555"/>
                </a:cubicBezTo>
                <a:cubicBezTo>
                  <a:pt x="767308" y="49574"/>
                  <a:pt x="765467" y="52454"/>
                  <a:pt x="764221" y="56194"/>
                </a:cubicBezTo>
                <a:cubicBezTo>
                  <a:pt x="762321" y="61953"/>
                  <a:pt x="761371" y="68305"/>
                  <a:pt x="761371" y="75252"/>
                </a:cubicBezTo>
                <a:lnTo>
                  <a:pt x="761371" y="94399"/>
                </a:lnTo>
                <a:lnTo>
                  <a:pt x="761460" y="99386"/>
                </a:lnTo>
                <a:cubicBezTo>
                  <a:pt x="761460" y="102770"/>
                  <a:pt x="761668" y="104937"/>
                  <a:pt x="762083" y="105887"/>
                </a:cubicBezTo>
                <a:cubicBezTo>
                  <a:pt x="762796" y="107490"/>
                  <a:pt x="763850" y="108662"/>
                  <a:pt x="765245" y="109404"/>
                </a:cubicBezTo>
                <a:cubicBezTo>
                  <a:pt x="766640" y="110146"/>
                  <a:pt x="769000" y="110607"/>
                  <a:pt x="772325" y="110785"/>
                </a:cubicBezTo>
                <a:lnTo>
                  <a:pt x="772325" y="113991"/>
                </a:lnTo>
                <a:lnTo>
                  <a:pt x="727352" y="113991"/>
                </a:lnTo>
                <a:lnTo>
                  <a:pt x="727352" y="110785"/>
                </a:lnTo>
                <a:cubicBezTo>
                  <a:pt x="730973" y="110488"/>
                  <a:pt x="733422" y="109493"/>
                  <a:pt x="734699" y="107801"/>
                </a:cubicBezTo>
                <a:cubicBezTo>
                  <a:pt x="735975" y="106109"/>
                  <a:pt x="736614" y="101642"/>
                  <a:pt x="736614" y="94399"/>
                </a:cubicBezTo>
                <a:lnTo>
                  <a:pt x="736614" y="48268"/>
                </a:lnTo>
                <a:cubicBezTo>
                  <a:pt x="736614" y="43489"/>
                  <a:pt x="736376" y="40442"/>
                  <a:pt x="735901" y="39129"/>
                </a:cubicBezTo>
                <a:cubicBezTo>
                  <a:pt x="735307" y="37455"/>
                  <a:pt x="734447" y="36231"/>
                  <a:pt x="733319" y="35455"/>
                </a:cubicBezTo>
                <a:cubicBezTo>
                  <a:pt x="732190" y="34678"/>
                  <a:pt x="730202" y="34140"/>
                  <a:pt x="727352" y="33841"/>
                </a:cubicBezTo>
                <a:lnTo>
                  <a:pt x="727352" y="30635"/>
                </a:lnTo>
                <a:lnTo>
                  <a:pt x="761371" y="30635"/>
                </a:lnTo>
                <a:close/>
                <a:moveTo>
                  <a:pt x="874134" y="69285"/>
                </a:moveTo>
                <a:lnTo>
                  <a:pt x="828448" y="69285"/>
                </a:lnTo>
                <a:cubicBezTo>
                  <a:pt x="828983" y="80357"/>
                  <a:pt x="831921" y="89108"/>
                  <a:pt x="837265" y="95537"/>
                </a:cubicBezTo>
                <a:cubicBezTo>
                  <a:pt x="841361" y="100477"/>
                  <a:pt x="846289" y="102948"/>
                  <a:pt x="852048" y="102948"/>
                </a:cubicBezTo>
                <a:cubicBezTo>
                  <a:pt x="855610" y="102948"/>
                  <a:pt x="858846" y="101953"/>
                  <a:pt x="861755" y="99964"/>
                </a:cubicBezTo>
                <a:cubicBezTo>
                  <a:pt x="864664" y="97976"/>
                  <a:pt x="867781" y="94399"/>
                  <a:pt x="871106" y="89233"/>
                </a:cubicBezTo>
                <a:lnTo>
                  <a:pt x="874134" y="91193"/>
                </a:lnTo>
                <a:cubicBezTo>
                  <a:pt x="869622" y="100395"/>
                  <a:pt x="864634" y="106911"/>
                  <a:pt x="859172" y="110740"/>
                </a:cubicBezTo>
                <a:cubicBezTo>
                  <a:pt x="853710" y="114570"/>
                  <a:pt x="847387" y="116484"/>
                  <a:pt x="840204" y="116484"/>
                </a:cubicBezTo>
                <a:cubicBezTo>
                  <a:pt x="827855" y="116484"/>
                  <a:pt x="818504" y="111730"/>
                  <a:pt x="812151" y="102221"/>
                </a:cubicBezTo>
                <a:cubicBezTo>
                  <a:pt x="807045" y="94555"/>
                  <a:pt x="804492" y="85047"/>
                  <a:pt x="804492" y="73696"/>
                </a:cubicBezTo>
                <a:cubicBezTo>
                  <a:pt x="804492" y="59789"/>
                  <a:pt x="808248" y="48720"/>
                  <a:pt x="815758" y="40490"/>
                </a:cubicBezTo>
                <a:cubicBezTo>
                  <a:pt x="823268" y="32257"/>
                  <a:pt x="832070" y="28141"/>
                  <a:pt x="842163" y="28141"/>
                </a:cubicBezTo>
                <a:cubicBezTo>
                  <a:pt x="850593" y="28141"/>
                  <a:pt x="857911" y="31600"/>
                  <a:pt x="864115" y="38516"/>
                </a:cubicBezTo>
                <a:cubicBezTo>
                  <a:pt x="870319" y="45433"/>
                  <a:pt x="873659" y="55689"/>
                  <a:pt x="874134" y="69285"/>
                </a:cubicBezTo>
                <a:moveTo>
                  <a:pt x="852226" y="63407"/>
                </a:moveTo>
                <a:cubicBezTo>
                  <a:pt x="852226" y="53849"/>
                  <a:pt x="851707" y="47288"/>
                  <a:pt x="850668" y="43726"/>
                </a:cubicBezTo>
                <a:cubicBezTo>
                  <a:pt x="849629" y="40164"/>
                  <a:pt x="848011" y="37463"/>
                  <a:pt x="845814" y="35622"/>
                </a:cubicBezTo>
                <a:cubicBezTo>
                  <a:pt x="844567" y="34553"/>
                  <a:pt x="842905" y="34019"/>
                  <a:pt x="840827" y="34019"/>
                </a:cubicBezTo>
                <a:cubicBezTo>
                  <a:pt x="837740" y="34019"/>
                  <a:pt x="835217" y="35533"/>
                  <a:pt x="833257" y="38561"/>
                </a:cubicBezTo>
                <a:cubicBezTo>
                  <a:pt x="829754" y="43845"/>
                  <a:pt x="828003" y="51088"/>
                  <a:pt x="828003" y="60290"/>
                </a:cubicBezTo>
                <a:lnTo>
                  <a:pt x="828003" y="63407"/>
                </a:lnTo>
                <a:lnTo>
                  <a:pt x="852226" y="63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ABF84-6261-4EB4-9E3D-18A1A81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95" y="1154606"/>
            <a:ext cx="1336883" cy="468730"/>
          </a:xfrm>
          <a:custGeom xmlns:a="http://schemas.openxmlformats.org/drawingml/2006/main">
            <a:pathLst>
              <a:path w="1336883" h="468730">
                <a:moveTo>
                  <a:pt x="0" y="468730"/>
                </a:moveTo>
                <a:lnTo>
                  <a:pt x="0" y="0"/>
                </a:lnTo>
                <a:lnTo>
                  <a:pt x="1336883" y="0"/>
                </a:lnTo>
                <a:lnTo>
                  <a:pt x="1336883" y="468730"/>
                </a:lnTo>
                <a:lnTo>
                  <a:pt x="0" y="468730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4AFD6-EBDB-4C95-B9B5-0345762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95" y="1154606"/>
            <a:ext cx="1336883" cy="468730"/>
          </a:xfrm>
          <a:custGeom xmlns:a="http://schemas.openxmlformats.org/drawingml/2006/main">
            <a:pathLst>
              <a:path w="1336883" h="468730" fill="none">
                <a:moveTo>
                  <a:pt x="0" y="468730"/>
                </a:moveTo>
                <a:lnTo>
                  <a:pt x="1336883" y="468730"/>
                </a:lnTo>
                <a:lnTo>
                  <a:pt x="1336883" y="0"/>
                </a:lnTo>
                <a:lnTo>
                  <a:pt x="0" y="0"/>
                </a:lnTo>
                <a:lnTo>
                  <a:pt x="0" y="4687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19" name="Text Convolutional">
            <a:extLst xmlns:a="http://schemas.openxmlformats.org/drawingml/2006/main">
              <a:ext uri="{FF2B5EF4-FFF2-40B4-BE49-F238E27FC236}">
                <a16:creationId xmlns:a16="http://schemas.microsoft.com/office/drawing/2014/main" id="{02FCF06D-4BC0-48B6-B316-C145E98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458" y="1219373"/>
            <a:ext cx="1034400" cy="129567"/>
          </a:xfrm>
          <a:custGeom xmlns:a="http://schemas.openxmlformats.org/drawingml/2006/main">
            <a:pathLst>
              <a:path w="1034400" h="129567">
                <a:moveTo>
                  <a:pt x="103421" y="3212"/>
                </a:moveTo>
                <a:lnTo>
                  <a:pt x="106188" y="44438"/>
                </a:lnTo>
                <a:lnTo>
                  <a:pt x="103421" y="44438"/>
                </a:lnTo>
                <a:cubicBezTo>
                  <a:pt x="99733" y="32092"/>
                  <a:pt x="94468" y="23206"/>
                  <a:pt x="87627" y="17780"/>
                </a:cubicBezTo>
                <a:cubicBezTo>
                  <a:pt x="80786" y="12351"/>
                  <a:pt x="72576" y="9637"/>
                  <a:pt x="62999" y="9637"/>
                </a:cubicBezTo>
                <a:cubicBezTo>
                  <a:pt x="54968" y="9637"/>
                  <a:pt x="47710" y="11672"/>
                  <a:pt x="41226" y="15741"/>
                </a:cubicBezTo>
                <a:cubicBezTo>
                  <a:pt x="34742" y="19809"/>
                  <a:pt x="29640" y="26298"/>
                  <a:pt x="25922" y="35208"/>
                </a:cubicBezTo>
                <a:cubicBezTo>
                  <a:pt x="22204" y="44117"/>
                  <a:pt x="20345" y="55193"/>
                  <a:pt x="20345" y="68436"/>
                </a:cubicBezTo>
                <a:cubicBezTo>
                  <a:pt x="20345" y="79366"/>
                  <a:pt x="22100" y="88839"/>
                  <a:pt x="25610" y="96857"/>
                </a:cubicBezTo>
                <a:cubicBezTo>
                  <a:pt x="29120" y="104875"/>
                  <a:pt x="34399" y="111023"/>
                  <a:pt x="41449" y="115301"/>
                </a:cubicBezTo>
                <a:cubicBezTo>
                  <a:pt x="48498" y="119576"/>
                  <a:pt x="56544" y="121714"/>
                  <a:pt x="65586" y="121714"/>
                </a:cubicBezTo>
                <a:cubicBezTo>
                  <a:pt x="73439" y="121714"/>
                  <a:pt x="80369" y="120028"/>
                  <a:pt x="86378" y="116656"/>
                </a:cubicBezTo>
                <a:cubicBezTo>
                  <a:pt x="92386" y="113282"/>
                  <a:pt x="98990" y="106580"/>
                  <a:pt x="106188" y="96550"/>
                </a:cubicBezTo>
                <a:lnTo>
                  <a:pt x="108954" y="98335"/>
                </a:lnTo>
                <a:cubicBezTo>
                  <a:pt x="102886" y="109134"/>
                  <a:pt x="95807" y="117040"/>
                  <a:pt x="87716" y="122052"/>
                </a:cubicBezTo>
                <a:cubicBezTo>
                  <a:pt x="79626" y="127062"/>
                  <a:pt x="70018" y="129567"/>
                  <a:pt x="58894" y="129567"/>
                </a:cubicBezTo>
                <a:cubicBezTo>
                  <a:pt x="38846" y="129567"/>
                  <a:pt x="23320" y="122141"/>
                  <a:pt x="12314" y="107289"/>
                </a:cubicBezTo>
                <a:cubicBezTo>
                  <a:pt x="4105" y="96241"/>
                  <a:pt x="0" y="83231"/>
                  <a:pt x="0" y="68261"/>
                </a:cubicBezTo>
                <a:cubicBezTo>
                  <a:pt x="0" y="56201"/>
                  <a:pt x="2707" y="45122"/>
                  <a:pt x="8120" y="35024"/>
                </a:cubicBezTo>
                <a:cubicBezTo>
                  <a:pt x="13534" y="24926"/>
                  <a:pt x="20985" y="17099"/>
                  <a:pt x="30473" y="11545"/>
                </a:cubicBezTo>
                <a:cubicBezTo>
                  <a:pt x="39962" y="5990"/>
                  <a:pt x="50328" y="3212"/>
                  <a:pt x="61571" y="3212"/>
                </a:cubicBezTo>
                <a:cubicBezTo>
                  <a:pt x="70316" y="3212"/>
                  <a:pt x="78942" y="5354"/>
                  <a:pt x="87449" y="9637"/>
                </a:cubicBezTo>
                <a:cubicBezTo>
                  <a:pt x="89947" y="10946"/>
                  <a:pt x="91732" y="11600"/>
                  <a:pt x="92803" y="11600"/>
                </a:cubicBezTo>
                <a:cubicBezTo>
                  <a:pt x="94409" y="11600"/>
                  <a:pt x="95807" y="11035"/>
                  <a:pt x="96997" y="9905"/>
                </a:cubicBezTo>
                <a:cubicBezTo>
                  <a:pt x="98543" y="8299"/>
                  <a:pt x="99644" y="6068"/>
                  <a:pt x="100298" y="3212"/>
                </a:cubicBezTo>
                <a:lnTo>
                  <a:pt x="103421" y="3212"/>
                </a:lnTo>
                <a:close/>
                <a:moveTo>
                  <a:pt x="160979" y="42832"/>
                </a:moveTo>
                <a:cubicBezTo>
                  <a:pt x="173352" y="42832"/>
                  <a:pt x="183287" y="47527"/>
                  <a:pt x="190782" y="56917"/>
                </a:cubicBezTo>
                <a:cubicBezTo>
                  <a:pt x="197148" y="64939"/>
                  <a:pt x="200330" y="74150"/>
                  <a:pt x="200330" y="84551"/>
                </a:cubicBezTo>
                <a:cubicBezTo>
                  <a:pt x="200330" y="91861"/>
                  <a:pt x="198576" y="99260"/>
                  <a:pt x="195066" y="106748"/>
                </a:cubicBezTo>
                <a:cubicBezTo>
                  <a:pt x="191556" y="114234"/>
                  <a:pt x="186722" y="119879"/>
                  <a:pt x="180565" y="123683"/>
                </a:cubicBezTo>
                <a:cubicBezTo>
                  <a:pt x="174408" y="127487"/>
                  <a:pt x="167552" y="129388"/>
                  <a:pt x="159997" y="129388"/>
                </a:cubicBezTo>
                <a:cubicBezTo>
                  <a:pt x="147683" y="129388"/>
                  <a:pt x="137897" y="124485"/>
                  <a:pt x="130639" y="114679"/>
                </a:cubicBezTo>
                <a:cubicBezTo>
                  <a:pt x="124512" y="106419"/>
                  <a:pt x="121448" y="97149"/>
                  <a:pt x="121448" y="86869"/>
                </a:cubicBezTo>
                <a:cubicBezTo>
                  <a:pt x="121448" y="79380"/>
                  <a:pt x="123307" y="71937"/>
                  <a:pt x="127025" y="64538"/>
                </a:cubicBezTo>
                <a:cubicBezTo>
                  <a:pt x="130743" y="57139"/>
                  <a:pt x="135636" y="51672"/>
                  <a:pt x="141704" y="48136"/>
                </a:cubicBezTo>
                <a:cubicBezTo>
                  <a:pt x="147772" y="44600"/>
                  <a:pt x="154197" y="42832"/>
                  <a:pt x="160979" y="42832"/>
                </a:cubicBezTo>
                <a:moveTo>
                  <a:pt x="158212" y="48721"/>
                </a:moveTo>
                <a:cubicBezTo>
                  <a:pt x="155059" y="48721"/>
                  <a:pt x="151892" y="49656"/>
                  <a:pt x="148709" y="51524"/>
                </a:cubicBezTo>
                <a:cubicBezTo>
                  <a:pt x="145526" y="53390"/>
                  <a:pt x="142953" y="56665"/>
                  <a:pt x="140990" y="61348"/>
                </a:cubicBezTo>
                <a:cubicBezTo>
                  <a:pt x="139027" y="66031"/>
                  <a:pt x="138046" y="72047"/>
                  <a:pt x="138046" y="79395"/>
                </a:cubicBezTo>
                <a:cubicBezTo>
                  <a:pt x="138046" y="91250"/>
                  <a:pt x="140410" y="101476"/>
                  <a:pt x="145140" y="110072"/>
                </a:cubicBezTo>
                <a:cubicBezTo>
                  <a:pt x="149869" y="118666"/>
                  <a:pt x="156100" y="122964"/>
                  <a:pt x="163834" y="122964"/>
                </a:cubicBezTo>
                <a:cubicBezTo>
                  <a:pt x="169604" y="122964"/>
                  <a:pt x="174364" y="120592"/>
                  <a:pt x="178111" y="115850"/>
                </a:cubicBezTo>
                <a:cubicBezTo>
                  <a:pt x="181859" y="111108"/>
                  <a:pt x="183733" y="102958"/>
                  <a:pt x="183733" y="91400"/>
                </a:cubicBezTo>
                <a:cubicBezTo>
                  <a:pt x="183733" y="76937"/>
                  <a:pt x="180610" y="65556"/>
                  <a:pt x="174364" y="57257"/>
                </a:cubicBezTo>
                <a:cubicBezTo>
                  <a:pt x="170140" y="51567"/>
                  <a:pt x="164756" y="48721"/>
                  <a:pt x="158212" y="48721"/>
                </a:cubicBezTo>
                <a:close/>
                <a:moveTo>
                  <a:pt x="236202" y="60054"/>
                </a:moveTo>
                <a:cubicBezTo>
                  <a:pt x="245780" y="48573"/>
                  <a:pt x="254911" y="42832"/>
                  <a:pt x="263597" y="42832"/>
                </a:cubicBezTo>
                <a:cubicBezTo>
                  <a:pt x="268058" y="42832"/>
                  <a:pt x="271896" y="43945"/>
                  <a:pt x="275108" y="46170"/>
                </a:cubicBezTo>
                <a:cubicBezTo>
                  <a:pt x="278320" y="48393"/>
                  <a:pt x="280878" y="52056"/>
                  <a:pt x="282782" y="57160"/>
                </a:cubicBezTo>
                <a:cubicBezTo>
                  <a:pt x="284091" y="60720"/>
                  <a:pt x="284745" y="66178"/>
                  <a:pt x="284745" y="73534"/>
                </a:cubicBezTo>
                <a:lnTo>
                  <a:pt x="284745" y="108329"/>
                </a:lnTo>
                <a:cubicBezTo>
                  <a:pt x="284745" y="113535"/>
                  <a:pt x="285162" y="117065"/>
                  <a:pt x="285994" y="118920"/>
                </a:cubicBezTo>
                <a:cubicBezTo>
                  <a:pt x="286649" y="120417"/>
                  <a:pt x="287705" y="121584"/>
                  <a:pt x="289162" y="122423"/>
                </a:cubicBezTo>
                <a:cubicBezTo>
                  <a:pt x="290620" y="123259"/>
                  <a:pt x="293312" y="123677"/>
                  <a:pt x="297238" y="123677"/>
                </a:cubicBezTo>
                <a:lnTo>
                  <a:pt x="297238" y="126890"/>
                </a:lnTo>
                <a:lnTo>
                  <a:pt x="256815" y="126890"/>
                </a:lnTo>
                <a:lnTo>
                  <a:pt x="256815" y="123677"/>
                </a:lnTo>
                <a:lnTo>
                  <a:pt x="258511" y="123677"/>
                </a:lnTo>
                <a:cubicBezTo>
                  <a:pt x="262318" y="123677"/>
                  <a:pt x="264980" y="123095"/>
                  <a:pt x="266497" y="121929"/>
                </a:cubicBezTo>
                <a:cubicBezTo>
                  <a:pt x="268014" y="120762"/>
                  <a:pt x="269070" y="119041"/>
                  <a:pt x="269665" y="116767"/>
                </a:cubicBezTo>
                <a:cubicBezTo>
                  <a:pt x="269903" y="115869"/>
                  <a:pt x="270022" y="113057"/>
                  <a:pt x="270022" y="108329"/>
                </a:cubicBezTo>
                <a:lnTo>
                  <a:pt x="270022" y="74923"/>
                </a:lnTo>
                <a:cubicBezTo>
                  <a:pt x="270022" y="67498"/>
                  <a:pt x="269055" y="62107"/>
                  <a:pt x="267122" y="58752"/>
                </a:cubicBezTo>
                <a:cubicBezTo>
                  <a:pt x="265188" y="55396"/>
                  <a:pt x="261931" y="53718"/>
                  <a:pt x="257350" y="53718"/>
                </a:cubicBezTo>
                <a:cubicBezTo>
                  <a:pt x="250271" y="53718"/>
                  <a:pt x="243222" y="57585"/>
                  <a:pt x="236202" y="65319"/>
                </a:cubicBezTo>
                <a:lnTo>
                  <a:pt x="236202" y="108329"/>
                </a:lnTo>
                <a:cubicBezTo>
                  <a:pt x="236202" y="113893"/>
                  <a:pt x="236529" y="117334"/>
                  <a:pt x="237184" y="118652"/>
                </a:cubicBezTo>
                <a:cubicBezTo>
                  <a:pt x="238017" y="120387"/>
                  <a:pt x="239162" y="121658"/>
                  <a:pt x="240619" y="122467"/>
                </a:cubicBezTo>
                <a:cubicBezTo>
                  <a:pt x="242077" y="123274"/>
                  <a:pt x="245036" y="123677"/>
                  <a:pt x="249498" y="123677"/>
                </a:cubicBezTo>
                <a:lnTo>
                  <a:pt x="249498" y="126890"/>
                </a:lnTo>
                <a:lnTo>
                  <a:pt x="209075" y="126890"/>
                </a:lnTo>
                <a:lnTo>
                  <a:pt x="209075" y="123677"/>
                </a:lnTo>
                <a:lnTo>
                  <a:pt x="210860" y="123677"/>
                </a:lnTo>
                <a:cubicBezTo>
                  <a:pt x="215024" y="123677"/>
                  <a:pt x="217835" y="122616"/>
                  <a:pt x="219292" y="120493"/>
                </a:cubicBezTo>
                <a:cubicBezTo>
                  <a:pt x="220750" y="118368"/>
                  <a:pt x="221479" y="114313"/>
                  <a:pt x="221479" y="108329"/>
                </a:cubicBezTo>
                <a:lnTo>
                  <a:pt x="221479" y="78168"/>
                </a:lnTo>
                <a:cubicBezTo>
                  <a:pt x="221479" y="68353"/>
                  <a:pt x="221256" y="62374"/>
                  <a:pt x="220809" y="60232"/>
                </a:cubicBezTo>
                <a:cubicBezTo>
                  <a:pt x="220363" y="58091"/>
                  <a:pt x="219679" y="56633"/>
                  <a:pt x="218757" y="55860"/>
                </a:cubicBezTo>
                <a:cubicBezTo>
                  <a:pt x="217835" y="55087"/>
                  <a:pt x="216601" y="54700"/>
                  <a:pt x="215054" y="54700"/>
                </a:cubicBezTo>
                <a:cubicBezTo>
                  <a:pt x="213388" y="54700"/>
                  <a:pt x="211395" y="55146"/>
                  <a:pt x="209075" y="56039"/>
                </a:cubicBezTo>
                <a:lnTo>
                  <a:pt x="207737" y="52826"/>
                </a:lnTo>
                <a:lnTo>
                  <a:pt x="232365" y="42832"/>
                </a:lnTo>
                <a:lnTo>
                  <a:pt x="236202" y="42832"/>
                </a:lnTo>
                <a:lnTo>
                  <a:pt x="236202" y="60054"/>
                </a:lnTo>
                <a:close/>
                <a:moveTo>
                  <a:pt x="299557" y="45152"/>
                </a:moveTo>
                <a:lnTo>
                  <a:pt x="338017" y="45152"/>
                </a:lnTo>
                <a:lnTo>
                  <a:pt x="338017" y="48364"/>
                </a:lnTo>
                <a:lnTo>
                  <a:pt x="335519" y="48364"/>
                </a:lnTo>
                <a:cubicBezTo>
                  <a:pt x="333198" y="48364"/>
                  <a:pt x="331429" y="48930"/>
                  <a:pt x="330209" y="50060"/>
                </a:cubicBezTo>
                <a:cubicBezTo>
                  <a:pt x="328990" y="51190"/>
                  <a:pt x="328380" y="52707"/>
                  <a:pt x="328380" y="54611"/>
                </a:cubicBezTo>
                <a:cubicBezTo>
                  <a:pt x="328380" y="56693"/>
                  <a:pt x="329004" y="59162"/>
                  <a:pt x="330254" y="62017"/>
                </a:cubicBezTo>
                <a:lnTo>
                  <a:pt x="349260" y="107169"/>
                </a:lnTo>
                <a:lnTo>
                  <a:pt x="368356" y="60322"/>
                </a:lnTo>
                <a:cubicBezTo>
                  <a:pt x="369725" y="56990"/>
                  <a:pt x="370409" y="54462"/>
                  <a:pt x="370409" y="52737"/>
                </a:cubicBezTo>
                <a:cubicBezTo>
                  <a:pt x="370409" y="51904"/>
                  <a:pt x="370171" y="51220"/>
                  <a:pt x="369695" y="50685"/>
                </a:cubicBezTo>
                <a:cubicBezTo>
                  <a:pt x="369041" y="49792"/>
                  <a:pt x="368208" y="49182"/>
                  <a:pt x="367196" y="48855"/>
                </a:cubicBezTo>
                <a:cubicBezTo>
                  <a:pt x="366185" y="48528"/>
                  <a:pt x="364133" y="48364"/>
                  <a:pt x="361039" y="48364"/>
                </a:cubicBezTo>
                <a:lnTo>
                  <a:pt x="361039" y="45152"/>
                </a:lnTo>
                <a:lnTo>
                  <a:pt x="387720" y="45152"/>
                </a:lnTo>
                <a:lnTo>
                  <a:pt x="387720" y="48364"/>
                </a:lnTo>
                <a:cubicBezTo>
                  <a:pt x="384627" y="48604"/>
                  <a:pt x="382485" y="49234"/>
                  <a:pt x="381295" y="50252"/>
                </a:cubicBezTo>
                <a:cubicBezTo>
                  <a:pt x="379213" y="52050"/>
                  <a:pt x="377339" y="55047"/>
                  <a:pt x="375674" y="59243"/>
                </a:cubicBezTo>
                <a:lnTo>
                  <a:pt x="346673" y="129388"/>
                </a:lnTo>
                <a:lnTo>
                  <a:pt x="343014" y="129388"/>
                </a:lnTo>
                <a:lnTo>
                  <a:pt x="313835" y="60358"/>
                </a:lnTo>
                <a:cubicBezTo>
                  <a:pt x="312526" y="57136"/>
                  <a:pt x="311277" y="54825"/>
                  <a:pt x="310087" y="53423"/>
                </a:cubicBezTo>
                <a:cubicBezTo>
                  <a:pt x="308897" y="52019"/>
                  <a:pt x="307380" y="50841"/>
                  <a:pt x="305536" y="49887"/>
                </a:cubicBezTo>
                <a:cubicBezTo>
                  <a:pt x="304525" y="49350"/>
                  <a:pt x="302532" y="48842"/>
                  <a:pt x="299557" y="48364"/>
                </a:cubicBezTo>
                <a:lnTo>
                  <a:pt x="299557" y="45152"/>
                </a:lnTo>
                <a:close/>
                <a:moveTo>
                  <a:pt x="435103" y="42832"/>
                </a:moveTo>
                <a:cubicBezTo>
                  <a:pt x="447477" y="42832"/>
                  <a:pt x="457411" y="47527"/>
                  <a:pt x="464907" y="56917"/>
                </a:cubicBezTo>
                <a:cubicBezTo>
                  <a:pt x="471272" y="64939"/>
                  <a:pt x="474455" y="74150"/>
                  <a:pt x="474455" y="84551"/>
                </a:cubicBezTo>
                <a:cubicBezTo>
                  <a:pt x="474455" y="91861"/>
                  <a:pt x="472700" y="99260"/>
                  <a:pt x="469190" y="106748"/>
                </a:cubicBezTo>
                <a:cubicBezTo>
                  <a:pt x="465680" y="114234"/>
                  <a:pt x="460847" y="119879"/>
                  <a:pt x="454690" y="123683"/>
                </a:cubicBezTo>
                <a:cubicBezTo>
                  <a:pt x="448532" y="127487"/>
                  <a:pt x="441676" y="129388"/>
                  <a:pt x="434121" y="129388"/>
                </a:cubicBezTo>
                <a:cubicBezTo>
                  <a:pt x="421807" y="129388"/>
                  <a:pt x="412021" y="124485"/>
                  <a:pt x="404764" y="114679"/>
                </a:cubicBezTo>
                <a:cubicBezTo>
                  <a:pt x="398636" y="106419"/>
                  <a:pt x="395572" y="97149"/>
                  <a:pt x="395572" y="86869"/>
                </a:cubicBezTo>
                <a:cubicBezTo>
                  <a:pt x="395572" y="79380"/>
                  <a:pt x="397432" y="71937"/>
                  <a:pt x="401150" y="64538"/>
                </a:cubicBezTo>
                <a:cubicBezTo>
                  <a:pt x="404868" y="57139"/>
                  <a:pt x="409761" y="51672"/>
                  <a:pt x="415828" y="48136"/>
                </a:cubicBezTo>
                <a:cubicBezTo>
                  <a:pt x="421896" y="44600"/>
                  <a:pt x="428321" y="42832"/>
                  <a:pt x="435103" y="42832"/>
                </a:cubicBezTo>
                <a:moveTo>
                  <a:pt x="432337" y="48721"/>
                </a:moveTo>
                <a:cubicBezTo>
                  <a:pt x="429184" y="48721"/>
                  <a:pt x="426016" y="49656"/>
                  <a:pt x="422833" y="51524"/>
                </a:cubicBezTo>
                <a:cubicBezTo>
                  <a:pt x="419651" y="53390"/>
                  <a:pt x="417078" y="56665"/>
                  <a:pt x="415115" y="61348"/>
                </a:cubicBezTo>
                <a:cubicBezTo>
                  <a:pt x="413151" y="66031"/>
                  <a:pt x="412170" y="72047"/>
                  <a:pt x="412170" y="79395"/>
                </a:cubicBezTo>
                <a:cubicBezTo>
                  <a:pt x="412170" y="91250"/>
                  <a:pt x="414535" y="101476"/>
                  <a:pt x="419264" y="110072"/>
                </a:cubicBezTo>
                <a:cubicBezTo>
                  <a:pt x="423993" y="118666"/>
                  <a:pt x="430225" y="122964"/>
                  <a:pt x="437958" y="122964"/>
                </a:cubicBezTo>
                <a:cubicBezTo>
                  <a:pt x="443729" y="122964"/>
                  <a:pt x="448488" y="120592"/>
                  <a:pt x="452236" y="115850"/>
                </a:cubicBezTo>
                <a:cubicBezTo>
                  <a:pt x="455983" y="111108"/>
                  <a:pt x="457857" y="102958"/>
                  <a:pt x="457857" y="91400"/>
                </a:cubicBezTo>
                <a:cubicBezTo>
                  <a:pt x="457857" y="76937"/>
                  <a:pt x="454734" y="65556"/>
                  <a:pt x="448488" y="57257"/>
                </a:cubicBezTo>
                <a:cubicBezTo>
                  <a:pt x="444264" y="51567"/>
                  <a:pt x="438880" y="48721"/>
                  <a:pt x="432337" y="48721"/>
                </a:cubicBezTo>
                <a:close/>
                <a:moveTo>
                  <a:pt x="514610" y="0"/>
                </a:moveTo>
                <a:lnTo>
                  <a:pt x="514610" y="108329"/>
                </a:lnTo>
                <a:cubicBezTo>
                  <a:pt x="514610" y="113475"/>
                  <a:pt x="514981" y="116886"/>
                  <a:pt x="515725" y="118563"/>
                </a:cubicBezTo>
                <a:cubicBezTo>
                  <a:pt x="516469" y="120238"/>
                  <a:pt x="517614" y="121510"/>
                  <a:pt x="519161" y="122378"/>
                </a:cubicBezTo>
                <a:cubicBezTo>
                  <a:pt x="520707" y="123244"/>
                  <a:pt x="523592" y="123677"/>
                  <a:pt x="527816" y="123677"/>
                </a:cubicBezTo>
                <a:lnTo>
                  <a:pt x="527816" y="126890"/>
                </a:lnTo>
                <a:lnTo>
                  <a:pt x="487750" y="126890"/>
                </a:lnTo>
                <a:lnTo>
                  <a:pt x="487750" y="123677"/>
                </a:lnTo>
                <a:cubicBezTo>
                  <a:pt x="491498" y="123677"/>
                  <a:pt x="494056" y="123289"/>
                  <a:pt x="495424" y="122512"/>
                </a:cubicBezTo>
                <a:cubicBezTo>
                  <a:pt x="496793" y="121733"/>
                  <a:pt x="497864" y="120446"/>
                  <a:pt x="498637" y="118652"/>
                </a:cubicBezTo>
                <a:cubicBezTo>
                  <a:pt x="499410" y="116857"/>
                  <a:pt x="499797" y="113416"/>
                  <a:pt x="499797" y="108329"/>
                </a:cubicBezTo>
                <a:lnTo>
                  <a:pt x="499797" y="34266"/>
                </a:lnTo>
                <a:cubicBezTo>
                  <a:pt x="499797" y="25045"/>
                  <a:pt x="499589" y="19379"/>
                  <a:pt x="499172" y="17267"/>
                </a:cubicBezTo>
                <a:cubicBezTo>
                  <a:pt x="498756" y="15155"/>
                  <a:pt x="498087" y="13712"/>
                  <a:pt x="497165" y="12939"/>
                </a:cubicBezTo>
                <a:cubicBezTo>
                  <a:pt x="496242" y="12165"/>
                  <a:pt x="495068" y="11779"/>
                  <a:pt x="493640" y="11779"/>
                </a:cubicBezTo>
                <a:cubicBezTo>
                  <a:pt x="492093" y="11779"/>
                  <a:pt x="490130" y="12255"/>
                  <a:pt x="487750" y="13207"/>
                </a:cubicBezTo>
                <a:lnTo>
                  <a:pt x="486233" y="9994"/>
                </a:lnTo>
                <a:lnTo>
                  <a:pt x="510594" y="0"/>
                </a:lnTo>
                <a:lnTo>
                  <a:pt x="514610" y="0"/>
                </a:lnTo>
                <a:close/>
                <a:moveTo>
                  <a:pt x="608960" y="45152"/>
                </a:moveTo>
                <a:lnTo>
                  <a:pt x="608960" y="94944"/>
                </a:lnTo>
                <a:cubicBezTo>
                  <a:pt x="608960" y="104286"/>
                  <a:pt x="609183" y="110000"/>
                  <a:pt x="609629" y="112085"/>
                </a:cubicBezTo>
                <a:cubicBezTo>
                  <a:pt x="610076" y="114169"/>
                  <a:pt x="610789" y="115626"/>
                  <a:pt x="611771" y="116455"/>
                </a:cubicBezTo>
                <a:cubicBezTo>
                  <a:pt x="612753" y="117284"/>
                  <a:pt x="613898" y="117699"/>
                  <a:pt x="615206" y="117699"/>
                </a:cubicBezTo>
                <a:cubicBezTo>
                  <a:pt x="617051" y="117699"/>
                  <a:pt x="619133" y="117193"/>
                  <a:pt x="621453" y="116182"/>
                </a:cubicBezTo>
                <a:lnTo>
                  <a:pt x="622702" y="119394"/>
                </a:lnTo>
                <a:lnTo>
                  <a:pt x="598252" y="129388"/>
                </a:lnTo>
                <a:lnTo>
                  <a:pt x="594237" y="129388"/>
                </a:lnTo>
                <a:lnTo>
                  <a:pt x="594237" y="112158"/>
                </a:lnTo>
                <a:cubicBezTo>
                  <a:pt x="587217" y="119737"/>
                  <a:pt x="581863" y="124504"/>
                  <a:pt x="578175" y="126458"/>
                </a:cubicBezTo>
                <a:cubicBezTo>
                  <a:pt x="574486" y="128411"/>
                  <a:pt x="570590" y="129388"/>
                  <a:pt x="566485" y="129388"/>
                </a:cubicBezTo>
                <a:cubicBezTo>
                  <a:pt x="561904" y="129388"/>
                  <a:pt x="557934" y="128065"/>
                  <a:pt x="554572" y="125417"/>
                </a:cubicBezTo>
                <a:cubicBezTo>
                  <a:pt x="551211" y="122770"/>
                  <a:pt x="548876" y="119364"/>
                  <a:pt x="547568" y="115200"/>
                </a:cubicBezTo>
                <a:cubicBezTo>
                  <a:pt x="546259" y="111036"/>
                  <a:pt x="545604" y="105147"/>
                  <a:pt x="545604" y="97532"/>
                </a:cubicBezTo>
                <a:lnTo>
                  <a:pt x="545604" y="61036"/>
                </a:lnTo>
                <a:cubicBezTo>
                  <a:pt x="545604" y="57141"/>
                  <a:pt x="545188" y="54445"/>
                  <a:pt x="544355" y="52949"/>
                </a:cubicBezTo>
                <a:cubicBezTo>
                  <a:pt x="543522" y="51450"/>
                  <a:pt x="542288" y="50297"/>
                  <a:pt x="540652" y="49488"/>
                </a:cubicBezTo>
                <a:cubicBezTo>
                  <a:pt x="539016" y="48680"/>
                  <a:pt x="536057" y="48305"/>
                  <a:pt x="531773" y="48364"/>
                </a:cubicBezTo>
                <a:lnTo>
                  <a:pt x="531773" y="45152"/>
                </a:lnTo>
                <a:lnTo>
                  <a:pt x="560417" y="45152"/>
                </a:lnTo>
                <a:lnTo>
                  <a:pt x="560417" y="99919"/>
                </a:lnTo>
                <a:cubicBezTo>
                  <a:pt x="560417" y="107543"/>
                  <a:pt x="561741" y="112546"/>
                  <a:pt x="564388" y="114930"/>
                </a:cubicBezTo>
                <a:cubicBezTo>
                  <a:pt x="567035" y="117311"/>
                  <a:pt x="570233" y="118502"/>
                  <a:pt x="573981" y="118502"/>
                </a:cubicBezTo>
                <a:cubicBezTo>
                  <a:pt x="576539" y="118502"/>
                  <a:pt x="579439" y="117698"/>
                  <a:pt x="582681" y="116090"/>
                </a:cubicBezTo>
                <a:cubicBezTo>
                  <a:pt x="585923" y="114482"/>
                  <a:pt x="589775" y="111414"/>
                  <a:pt x="594237" y="106888"/>
                </a:cubicBezTo>
                <a:lnTo>
                  <a:pt x="594237" y="60679"/>
                </a:lnTo>
                <a:cubicBezTo>
                  <a:pt x="594237" y="55936"/>
                  <a:pt x="593389" y="52729"/>
                  <a:pt x="591694" y="51055"/>
                </a:cubicBezTo>
                <a:cubicBezTo>
                  <a:pt x="589998" y="49382"/>
                  <a:pt x="586473" y="48485"/>
                  <a:pt x="581119" y="48364"/>
                </a:cubicBezTo>
                <a:lnTo>
                  <a:pt x="581119" y="45152"/>
                </a:lnTo>
                <a:lnTo>
                  <a:pt x="608960" y="45152"/>
                </a:lnTo>
                <a:close/>
                <a:moveTo>
                  <a:pt x="652417" y="18204"/>
                </a:moveTo>
                <a:lnTo>
                  <a:pt x="652417" y="45152"/>
                </a:lnTo>
                <a:lnTo>
                  <a:pt x="671513" y="45152"/>
                </a:lnTo>
                <a:lnTo>
                  <a:pt x="671513" y="51220"/>
                </a:lnTo>
                <a:lnTo>
                  <a:pt x="652417" y="51398"/>
                </a:lnTo>
                <a:lnTo>
                  <a:pt x="652417" y="104475"/>
                </a:lnTo>
                <a:cubicBezTo>
                  <a:pt x="652417" y="109776"/>
                  <a:pt x="653175" y="113350"/>
                  <a:pt x="654692" y="115197"/>
                </a:cubicBezTo>
                <a:cubicBezTo>
                  <a:pt x="656209" y="117043"/>
                  <a:pt x="658158" y="117966"/>
                  <a:pt x="660537" y="117966"/>
                </a:cubicBezTo>
                <a:cubicBezTo>
                  <a:pt x="662500" y="117966"/>
                  <a:pt x="664404" y="117349"/>
                  <a:pt x="666248" y="116115"/>
                </a:cubicBezTo>
                <a:cubicBezTo>
                  <a:pt x="668092" y="114880"/>
                  <a:pt x="669520" y="113059"/>
                  <a:pt x="670531" y="110649"/>
                </a:cubicBezTo>
                <a:lnTo>
                  <a:pt x="674011" y="110649"/>
                </a:lnTo>
                <a:cubicBezTo>
                  <a:pt x="671929" y="116509"/>
                  <a:pt x="668985" y="120919"/>
                  <a:pt x="665177" y="123878"/>
                </a:cubicBezTo>
                <a:cubicBezTo>
                  <a:pt x="661370" y="126838"/>
                  <a:pt x="657444" y="128318"/>
                  <a:pt x="653399" y="128318"/>
                </a:cubicBezTo>
                <a:cubicBezTo>
                  <a:pt x="650662" y="128318"/>
                  <a:pt x="647985" y="127556"/>
                  <a:pt x="645368" y="126034"/>
                </a:cubicBezTo>
                <a:cubicBezTo>
                  <a:pt x="642750" y="124511"/>
                  <a:pt x="640817" y="122332"/>
                  <a:pt x="639567" y="119497"/>
                </a:cubicBezTo>
                <a:cubicBezTo>
                  <a:pt x="638318" y="116662"/>
                  <a:pt x="637693" y="112290"/>
                  <a:pt x="637693" y="106380"/>
                </a:cubicBezTo>
                <a:lnTo>
                  <a:pt x="637693" y="51220"/>
                </a:lnTo>
                <a:lnTo>
                  <a:pt x="624755" y="51220"/>
                </a:lnTo>
                <a:lnTo>
                  <a:pt x="624755" y="48359"/>
                </a:lnTo>
                <a:cubicBezTo>
                  <a:pt x="628027" y="47058"/>
                  <a:pt x="631373" y="44855"/>
                  <a:pt x="634793" y="41750"/>
                </a:cubicBezTo>
                <a:cubicBezTo>
                  <a:pt x="638214" y="38645"/>
                  <a:pt x="641263" y="34945"/>
                  <a:pt x="643940" y="30649"/>
                </a:cubicBezTo>
                <a:cubicBezTo>
                  <a:pt x="645308" y="28381"/>
                  <a:pt x="647212" y="24232"/>
                  <a:pt x="649651" y="18204"/>
                </a:cubicBezTo>
                <a:lnTo>
                  <a:pt x="652417" y="18204"/>
                </a:lnTo>
                <a:close/>
                <a:moveTo>
                  <a:pt x="700277" y="0"/>
                </a:moveTo>
                <a:cubicBezTo>
                  <a:pt x="702775" y="0"/>
                  <a:pt x="704902" y="882"/>
                  <a:pt x="706657" y="2646"/>
                </a:cubicBezTo>
                <a:cubicBezTo>
                  <a:pt x="708412" y="4409"/>
                  <a:pt x="709289" y="6546"/>
                  <a:pt x="709289" y="9057"/>
                </a:cubicBezTo>
                <a:cubicBezTo>
                  <a:pt x="709289" y="11569"/>
                  <a:pt x="708412" y="13721"/>
                  <a:pt x="706657" y="15515"/>
                </a:cubicBezTo>
                <a:cubicBezTo>
                  <a:pt x="704902" y="17308"/>
                  <a:pt x="702775" y="18204"/>
                  <a:pt x="700277" y="18204"/>
                </a:cubicBezTo>
                <a:cubicBezTo>
                  <a:pt x="697778" y="18204"/>
                  <a:pt x="695637" y="17308"/>
                  <a:pt x="693852" y="15515"/>
                </a:cubicBezTo>
                <a:cubicBezTo>
                  <a:pt x="692067" y="13721"/>
                  <a:pt x="691175" y="11569"/>
                  <a:pt x="691175" y="9057"/>
                </a:cubicBezTo>
                <a:cubicBezTo>
                  <a:pt x="691175" y="6546"/>
                  <a:pt x="692053" y="4409"/>
                  <a:pt x="693807" y="2646"/>
                </a:cubicBezTo>
                <a:cubicBezTo>
                  <a:pt x="695562" y="882"/>
                  <a:pt x="697719" y="0"/>
                  <a:pt x="700277" y="0"/>
                </a:cubicBezTo>
                <a:moveTo>
                  <a:pt x="707683" y="42832"/>
                </a:moveTo>
                <a:lnTo>
                  <a:pt x="707683" y="108329"/>
                </a:lnTo>
                <a:cubicBezTo>
                  <a:pt x="707683" y="113475"/>
                  <a:pt x="708055" y="116901"/>
                  <a:pt x="708799" y="118608"/>
                </a:cubicBezTo>
                <a:cubicBezTo>
                  <a:pt x="709542" y="120313"/>
                  <a:pt x="710643" y="121584"/>
                  <a:pt x="712100" y="122423"/>
                </a:cubicBezTo>
                <a:cubicBezTo>
                  <a:pt x="713558" y="123259"/>
                  <a:pt x="716220" y="123677"/>
                  <a:pt x="720087" y="123677"/>
                </a:cubicBezTo>
                <a:lnTo>
                  <a:pt x="720087" y="126890"/>
                </a:lnTo>
                <a:lnTo>
                  <a:pt x="680378" y="126890"/>
                </a:lnTo>
                <a:lnTo>
                  <a:pt x="680378" y="123677"/>
                </a:lnTo>
                <a:cubicBezTo>
                  <a:pt x="684364" y="123677"/>
                  <a:pt x="687041" y="123289"/>
                  <a:pt x="688409" y="122512"/>
                </a:cubicBezTo>
                <a:cubicBezTo>
                  <a:pt x="689777" y="121733"/>
                  <a:pt x="690863" y="120446"/>
                  <a:pt x="691666" y="118652"/>
                </a:cubicBezTo>
                <a:cubicBezTo>
                  <a:pt x="692469" y="116857"/>
                  <a:pt x="692871" y="113416"/>
                  <a:pt x="692871" y="108329"/>
                </a:cubicBezTo>
                <a:lnTo>
                  <a:pt x="692871" y="77098"/>
                </a:lnTo>
                <a:cubicBezTo>
                  <a:pt x="692871" y="68197"/>
                  <a:pt x="692603" y="62432"/>
                  <a:pt x="692067" y="59803"/>
                </a:cubicBezTo>
                <a:cubicBezTo>
                  <a:pt x="691651" y="57890"/>
                  <a:pt x="690997" y="56562"/>
                  <a:pt x="690104" y="55818"/>
                </a:cubicBezTo>
                <a:cubicBezTo>
                  <a:pt x="689212" y="55073"/>
                  <a:pt x="687992" y="54700"/>
                  <a:pt x="686446" y="54700"/>
                </a:cubicBezTo>
                <a:cubicBezTo>
                  <a:pt x="684780" y="54700"/>
                  <a:pt x="682757" y="55146"/>
                  <a:pt x="680378" y="56039"/>
                </a:cubicBezTo>
                <a:lnTo>
                  <a:pt x="679129" y="52826"/>
                </a:lnTo>
                <a:lnTo>
                  <a:pt x="703757" y="42832"/>
                </a:lnTo>
                <a:lnTo>
                  <a:pt x="707683" y="42832"/>
                </a:lnTo>
                <a:close/>
                <a:moveTo>
                  <a:pt x="770266" y="42832"/>
                </a:moveTo>
                <a:cubicBezTo>
                  <a:pt x="782640" y="42832"/>
                  <a:pt x="792575" y="47527"/>
                  <a:pt x="800070" y="56917"/>
                </a:cubicBezTo>
                <a:cubicBezTo>
                  <a:pt x="806436" y="64939"/>
                  <a:pt x="809618" y="74150"/>
                  <a:pt x="809618" y="84551"/>
                </a:cubicBezTo>
                <a:cubicBezTo>
                  <a:pt x="809618" y="91861"/>
                  <a:pt x="807863" y="99260"/>
                  <a:pt x="804354" y="106748"/>
                </a:cubicBezTo>
                <a:cubicBezTo>
                  <a:pt x="800844" y="114234"/>
                  <a:pt x="796010" y="119879"/>
                  <a:pt x="789853" y="123683"/>
                </a:cubicBezTo>
                <a:cubicBezTo>
                  <a:pt x="783696" y="127487"/>
                  <a:pt x="776840" y="129388"/>
                  <a:pt x="769285" y="129388"/>
                </a:cubicBezTo>
                <a:cubicBezTo>
                  <a:pt x="756971" y="129388"/>
                  <a:pt x="747185" y="124485"/>
                  <a:pt x="739927" y="114679"/>
                </a:cubicBezTo>
                <a:cubicBezTo>
                  <a:pt x="733800" y="106419"/>
                  <a:pt x="730736" y="97149"/>
                  <a:pt x="730736" y="86869"/>
                </a:cubicBezTo>
                <a:cubicBezTo>
                  <a:pt x="730736" y="79380"/>
                  <a:pt x="732595" y="71937"/>
                  <a:pt x="736313" y="64538"/>
                </a:cubicBezTo>
                <a:cubicBezTo>
                  <a:pt x="740031" y="57139"/>
                  <a:pt x="744924" y="51672"/>
                  <a:pt x="750992" y="48136"/>
                </a:cubicBezTo>
                <a:cubicBezTo>
                  <a:pt x="757060" y="44600"/>
                  <a:pt x="763485" y="42832"/>
                  <a:pt x="770266" y="42832"/>
                </a:cubicBezTo>
                <a:moveTo>
                  <a:pt x="767500" y="48721"/>
                </a:moveTo>
                <a:cubicBezTo>
                  <a:pt x="764347" y="48721"/>
                  <a:pt x="761180" y="49656"/>
                  <a:pt x="757997" y="51524"/>
                </a:cubicBezTo>
                <a:cubicBezTo>
                  <a:pt x="754814" y="53390"/>
                  <a:pt x="752241" y="56665"/>
                  <a:pt x="750278" y="61348"/>
                </a:cubicBezTo>
                <a:cubicBezTo>
                  <a:pt x="748315" y="66031"/>
                  <a:pt x="747333" y="72047"/>
                  <a:pt x="747333" y="79395"/>
                </a:cubicBezTo>
                <a:cubicBezTo>
                  <a:pt x="747333" y="91250"/>
                  <a:pt x="749698" y="101476"/>
                  <a:pt x="754428" y="110072"/>
                </a:cubicBezTo>
                <a:cubicBezTo>
                  <a:pt x="759157" y="118666"/>
                  <a:pt x="765388" y="122964"/>
                  <a:pt x="773122" y="122964"/>
                </a:cubicBezTo>
                <a:cubicBezTo>
                  <a:pt x="778892" y="122964"/>
                  <a:pt x="783651" y="120592"/>
                  <a:pt x="787399" y="115850"/>
                </a:cubicBezTo>
                <a:cubicBezTo>
                  <a:pt x="791147" y="111108"/>
                  <a:pt x="793021" y="102958"/>
                  <a:pt x="793021" y="91400"/>
                </a:cubicBezTo>
                <a:cubicBezTo>
                  <a:pt x="793021" y="76937"/>
                  <a:pt x="789898" y="65556"/>
                  <a:pt x="783651" y="57257"/>
                </a:cubicBezTo>
                <a:cubicBezTo>
                  <a:pt x="779428" y="51567"/>
                  <a:pt x="774044" y="48721"/>
                  <a:pt x="767500" y="48721"/>
                </a:cubicBezTo>
                <a:close/>
                <a:moveTo>
                  <a:pt x="845490" y="60054"/>
                </a:moveTo>
                <a:cubicBezTo>
                  <a:pt x="855067" y="48573"/>
                  <a:pt x="864199" y="42832"/>
                  <a:pt x="872884" y="42832"/>
                </a:cubicBezTo>
                <a:cubicBezTo>
                  <a:pt x="877346" y="42832"/>
                  <a:pt x="881183" y="43945"/>
                  <a:pt x="884396" y="46170"/>
                </a:cubicBezTo>
                <a:cubicBezTo>
                  <a:pt x="887608" y="48393"/>
                  <a:pt x="890166" y="52056"/>
                  <a:pt x="892070" y="57160"/>
                </a:cubicBezTo>
                <a:cubicBezTo>
                  <a:pt x="893378" y="60720"/>
                  <a:pt x="894033" y="66178"/>
                  <a:pt x="894033" y="73534"/>
                </a:cubicBezTo>
                <a:lnTo>
                  <a:pt x="894033" y="108329"/>
                </a:lnTo>
                <a:cubicBezTo>
                  <a:pt x="894033" y="113535"/>
                  <a:pt x="894449" y="117065"/>
                  <a:pt x="895282" y="118920"/>
                </a:cubicBezTo>
                <a:cubicBezTo>
                  <a:pt x="895936" y="120417"/>
                  <a:pt x="896992" y="121584"/>
                  <a:pt x="898450" y="122423"/>
                </a:cubicBezTo>
                <a:cubicBezTo>
                  <a:pt x="899907" y="123259"/>
                  <a:pt x="902599" y="123677"/>
                  <a:pt x="906525" y="123677"/>
                </a:cubicBezTo>
                <a:lnTo>
                  <a:pt x="906525" y="126890"/>
                </a:lnTo>
                <a:lnTo>
                  <a:pt x="866103" y="126890"/>
                </a:lnTo>
                <a:lnTo>
                  <a:pt x="866103" y="123677"/>
                </a:lnTo>
                <a:lnTo>
                  <a:pt x="867798" y="123677"/>
                </a:lnTo>
                <a:cubicBezTo>
                  <a:pt x="871605" y="123677"/>
                  <a:pt x="874268" y="123095"/>
                  <a:pt x="875784" y="121929"/>
                </a:cubicBezTo>
                <a:cubicBezTo>
                  <a:pt x="877301" y="120762"/>
                  <a:pt x="878357" y="119041"/>
                  <a:pt x="878952" y="116767"/>
                </a:cubicBezTo>
                <a:cubicBezTo>
                  <a:pt x="879190" y="115869"/>
                  <a:pt x="879309" y="113057"/>
                  <a:pt x="879309" y="108329"/>
                </a:cubicBezTo>
                <a:lnTo>
                  <a:pt x="879309" y="74923"/>
                </a:lnTo>
                <a:cubicBezTo>
                  <a:pt x="879309" y="67498"/>
                  <a:pt x="878343" y="62107"/>
                  <a:pt x="876409" y="58752"/>
                </a:cubicBezTo>
                <a:cubicBezTo>
                  <a:pt x="874476" y="55396"/>
                  <a:pt x="871219" y="53718"/>
                  <a:pt x="866638" y="53718"/>
                </a:cubicBezTo>
                <a:cubicBezTo>
                  <a:pt x="859559" y="53718"/>
                  <a:pt x="852509" y="57585"/>
                  <a:pt x="845490" y="65319"/>
                </a:cubicBezTo>
                <a:lnTo>
                  <a:pt x="845490" y="108329"/>
                </a:lnTo>
                <a:cubicBezTo>
                  <a:pt x="845490" y="113893"/>
                  <a:pt x="845817" y="117334"/>
                  <a:pt x="846471" y="118652"/>
                </a:cubicBezTo>
                <a:cubicBezTo>
                  <a:pt x="847304" y="120387"/>
                  <a:pt x="848449" y="121658"/>
                  <a:pt x="849907" y="122467"/>
                </a:cubicBezTo>
                <a:cubicBezTo>
                  <a:pt x="851364" y="123274"/>
                  <a:pt x="854324" y="123677"/>
                  <a:pt x="858786" y="123677"/>
                </a:cubicBezTo>
                <a:lnTo>
                  <a:pt x="858786" y="126890"/>
                </a:lnTo>
                <a:lnTo>
                  <a:pt x="818363" y="126890"/>
                </a:lnTo>
                <a:lnTo>
                  <a:pt x="818363" y="123677"/>
                </a:lnTo>
                <a:lnTo>
                  <a:pt x="820148" y="123677"/>
                </a:lnTo>
                <a:cubicBezTo>
                  <a:pt x="824312" y="123677"/>
                  <a:pt x="827123" y="122616"/>
                  <a:pt x="828580" y="120493"/>
                </a:cubicBezTo>
                <a:cubicBezTo>
                  <a:pt x="830038" y="118368"/>
                  <a:pt x="830766" y="114313"/>
                  <a:pt x="830766" y="108329"/>
                </a:cubicBezTo>
                <a:lnTo>
                  <a:pt x="830766" y="78168"/>
                </a:lnTo>
                <a:cubicBezTo>
                  <a:pt x="830766" y="68353"/>
                  <a:pt x="830543" y="62374"/>
                  <a:pt x="830097" y="60232"/>
                </a:cubicBezTo>
                <a:cubicBezTo>
                  <a:pt x="829651" y="58091"/>
                  <a:pt x="828967" y="56633"/>
                  <a:pt x="828045" y="55860"/>
                </a:cubicBezTo>
                <a:cubicBezTo>
                  <a:pt x="827123" y="55087"/>
                  <a:pt x="825888" y="54700"/>
                  <a:pt x="824341" y="54700"/>
                </a:cubicBezTo>
                <a:cubicBezTo>
                  <a:pt x="822676" y="54700"/>
                  <a:pt x="820683" y="55146"/>
                  <a:pt x="818363" y="56039"/>
                </a:cubicBezTo>
                <a:lnTo>
                  <a:pt x="817024" y="52826"/>
                </a:lnTo>
                <a:lnTo>
                  <a:pt x="841653" y="42832"/>
                </a:lnTo>
                <a:lnTo>
                  <a:pt x="845490" y="42832"/>
                </a:lnTo>
                <a:lnTo>
                  <a:pt x="845490" y="60054"/>
                </a:lnTo>
                <a:close/>
                <a:moveTo>
                  <a:pt x="959352" y="115206"/>
                </a:moveTo>
                <a:cubicBezTo>
                  <a:pt x="950964" y="121688"/>
                  <a:pt x="945699" y="125434"/>
                  <a:pt x="943557" y="126444"/>
                </a:cubicBezTo>
                <a:cubicBezTo>
                  <a:pt x="940345" y="127931"/>
                  <a:pt x="936924" y="128674"/>
                  <a:pt x="933296" y="128674"/>
                </a:cubicBezTo>
                <a:cubicBezTo>
                  <a:pt x="927644" y="128674"/>
                  <a:pt x="922989" y="126741"/>
                  <a:pt x="919331" y="122874"/>
                </a:cubicBezTo>
                <a:cubicBezTo>
                  <a:pt x="915672" y="119008"/>
                  <a:pt x="913843" y="113921"/>
                  <a:pt x="913843" y="107615"/>
                </a:cubicBezTo>
                <a:cubicBezTo>
                  <a:pt x="913843" y="103630"/>
                  <a:pt x="914735" y="100179"/>
                  <a:pt x="916520" y="97264"/>
                </a:cubicBezTo>
                <a:cubicBezTo>
                  <a:pt x="918959" y="93219"/>
                  <a:pt x="923197" y="89412"/>
                  <a:pt x="929235" y="85842"/>
                </a:cubicBezTo>
                <a:cubicBezTo>
                  <a:pt x="935274" y="82273"/>
                  <a:pt x="945312" y="77930"/>
                  <a:pt x="959352" y="72814"/>
                </a:cubicBezTo>
                <a:lnTo>
                  <a:pt x="959352" y="69613"/>
                </a:lnTo>
                <a:cubicBezTo>
                  <a:pt x="959352" y="61493"/>
                  <a:pt x="958058" y="55921"/>
                  <a:pt x="955470" y="52899"/>
                </a:cubicBezTo>
                <a:cubicBezTo>
                  <a:pt x="952882" y="49876"/>
                  <a:pt x="949120" y="48364"/>
                  <a:pt x="944182" y="48364"/>
                </a:cubicBezTo>
                <a:cubicBezTo>
                  <a:pt x="940434" y="48364"/>
                  <a:pt x="937460" y="49376"/>
                  <a:pt x="935259" y="51398"/>
                </a:cubicBezTo>
                <a:cubicBezTo>
                  <a:pt x="932998" y="53421"/>
                  <a:pt x="931868" y="55741"/>
                  <a:pt x="931868" y="58359"/>
                </a:cubicBezTo>
                <a:lnTo>
                  <a:pt x="932046" y="63534"/>
                </a:lnTo>
                <a:cubicBezTo>
                  <a:pt x="932046" y="66271"/>
                  <a:pt x="931347" y="68382"/>
                  <a:pt x="929949" y="69870"/>
                </a:cubicBezTo>
                <a:cubicBezTo>
                  <a:pt x="928551" y="71357"/>
                  <a:pt x="926722" y="72101"/>
                  <a:pt x="924461" y="72101"/>
                </a:cubicBezTo>
                <a:cubicBezTo>
                  <a:pt x="922260" y="72101"/>
                  <a:pt x="920461" y="71325"/>
                  <a:pt x="919063" y="69775"/>
                </a:cubicBezTo>
                <a:cubicBezTo>
                  <a:pt x="917665" y="68223"/>
                  <a:pt x="916966" y="66104"/>
                  <a:pt x="916966" y="63420"/>
                </a:cubicBezTo>
                <a:cubicBezTo>
                  <a:pt x="916966" y="58287"/>
                  <a:pt x="919583" y="53573"/>
                  <a:pt x="924818" y="49276"/>
                </a:cubicBezTo>
                <a:cubicBezTo>
                  <a:pt x="930053" y="44980"/>
                  <a:pt x="937400" y="42832"/>
                  <a:pt x="946859" y="42832"/>
                </a:cubicBezTo>
                <a:cubicBezTo>
                  <a:pt x="954117" y="42832"/>
                  <a:pt x="960066" y="44050"/>
                  <a:pt x="964706" y="46485"/>
                </a:cubicBezTo>
                <a:cubicBezTo>
                  <a:pt x="968215" y="48327"/>
                  <a:pt x="970803" y="51210"/>
                  <a:pt x="972469" y="55132"/>
                </a:cubicBezTo>
                <a:cubicBezTo>
                  <a:pt x="973540" y="57687"/>
                  <a:pt x="974075" y="62915"/>
                  <a:pt x="974075" y="70818"/>
                </a:cubicBezTo>
                <a:lnTo>
                  <a:pt x="974075" y="98536"/>
                </a:lnTo>
                <a:cubicBezTo>
                  <a:pt x="974075" y="106320"/>
                  <a:pt x="974224" y="111088"/>
                  <a:pt x="974521" y="112841"/>
                </a:cubicBezTo>
                <a:cubicBezTo>
                  <a:pt x="974819" y="114594"/>
                  <a:pt x="975310" y="115768"/>
                  <a:pt x="975994" y="116363"/>
                </a:cubicBezTo>
                <a:cubicBezTo>
                  <a:pt x="976678" y="116956"/>
                  <a:pt x="977466" y="117253"/>
                  <a:pt x="978358" y="117253"/>
                </a:cubicBezTo>
                <a:cubicBezTo>
                  <a:pt x="979310" y="117253"/>
                  <a:pt x="980143" y="117044"/>
                  <a:pt x="980857" y="116628"/>
                </a:cubicBezTo>
                <a:cubicBezTo>
                  <a:pt x="982106" y="115855"/>
                  <a:pt x="984515" y="113683"/>
                  <a:pt x="988085" y="110114"/>
                </a:cubicBezTo>
                <a:lnTo>
                  <a:pt x="988085" y="115111"/>
                </a:lnTo>
                <a:cubicBezTo>
                  <a:pt x="981422" y="124034"/>
                  <a:pt x="975057" y="128496"/>
                  <a:pt x="968989" y="128496"/>
                </a:cubicBezTo>
                <a:cubicBezTo>
                  <a:pt x="966074" y="128496"/>
                  <a:pt x="963754" y="127492"/>
                  <a:pt x="962029" y="125484"/>
                </a:cubicBezTo>
                <a:cubicBezTo>
                  <a:pt x="960303" y="123475"/>
                  <a:pt x="959411" y="120049"/>
                  <a:pt x="959352" y="115206"/>
                </a:cubicBezTo>
                <a:moveTo>
                  <a:pt x="959352" y="109420"/>
                </a:moveTo>
                <a:lnTo>
                  <a:pt x="959352" y="78347"/>
                </a:lnTo>
                <a:cubicBezTo>
                  <a:pt x="950369" y="81909"/>
                  <a:pt x="944569" y="84431"/>
                  <a:pt x="941951" y="85915"/>
                </a:cubicBezTo>
                <a:cubicBezTo>
                  <a:pt x="937252" y="88527"/>
                  <a:pt x="933890" y="91258"/>
                  <a:pt x="931868" y="94108"/>
                </a:cubicBezTo>
                <a:cubicBezTo>
                  <a:pt x="929845" y="96956"/>
                  <a:pt x="928834" y="100071"/>
                  <a:pt x="928834" y="103455"/>
                </a:cubicBezTo>
                <a:cubicBezTo>
                  <a:pt x="928834" y="107729"/>
                  <a:pt x="930113" y="111276"/>
                  <a:pt x="932671" y="114096"/>
                </a:cubicBezTo>
                <a:cubicBezTo>
                  <a:pt x="935229" y="116914"/>
                  <a:pt x="938174" y="118323"/>
                  <a:pt x="941505" y="118323"/>
                </a:cubicBezTo>
                <a:cubicBezTo>
                  <a:pt x="946026" y="118323"/>
                  <a:pt x="951975" y="115355"/>
                  <a:pt x="959352" y="109420"/>
                </a:cubicBezTo>
                <a:close/>
                <a:moveTo>
                  <a:pt x="1021193" y="0"/>
                </a:moveTo>
                <a:lnTo>
                  <a:pt x="1021193" y="108329"/>
                </a:lnTo>
                <a:cubicBezTo>
                  <a:pt x="1021193" y="113475"/>
                  <a:pt x="1021565" y="116886"/>
                  <a:pt x="1022309" y="118563"/>
                </a:cubicBezTo>
                <a:cubicBezTo>
                  <a:pt x="1023052" y="120238"/>
                  <a:pt x="1024198" y="121510"/>
                  <a:pt x="1025744" y="122378"/>
                </a:cubicBezTo>
                <a:cubicBezTo>
                  <a:pt x="1027291" y="123244"/>
                  <a:pt x="1030176" y="123677"/>
                  <a:pt x="1034400" y="123677"/>
                </a:cubicBezTo>
                <a:lnTo>
                  <a:pt x="1034400" y="126890"/>
                </a:lnTo>
                <a:lnTo>
                  <a:pt x="994334" y="126890"/>
                </a:lnTo>
                <a:lnTo>
                  <a:pt x="994334" y="123677"/>
                </a:lnTo>
                <a:cubicBezTo>
                  <a:pt x="998082" y="123677"/>
                  <a:pt x="1000640" y="123289"/>
                  <a:pt x="1002008" y="122512"/>
                </a:cubicBezTo>
                <a:cubicBezTo>
                  <a:pt x="1003377" y="121733"/>
                  <a:pt x="1004447" y="120446"/>
                  <a:pt x="1005221" y="118652"/>
                </a:cubicBezTo>
                <a:cubicBezTo>
                  <a:pt x="1005994" y="116857"/>
                  <a:pt x="1006381" y="113416"/>
                  <a:pt x="1006381" y="108329"/>
                </a:cubicBezTo>
                <a:lnTo>
                  <a:pt x="1006381" y="34266"/>
                </a:lnTo>
                <a:cubicBezTo>
                  <a:pt x="1006381" y="25045"/>
                  <a:pt x="1006173" y="19379"/>
                  <a:pt x="1005756" y="17267"/>
                </a:cubicBezTo>
                <a:cubicBezTo>
                  <a:pt x="1005340" y="15155"/>
                  <a:pt x="1004670" y="13712"/>
                  <a:pt x="1003748" y="12939"/>
                </a:cubicBezTo>
                <a:cubicBezTo>
                  <a:pt x="1002826" y="12165"/>
                  <a:pt x="1001651" y="11779"/>
                  <a:pt x="1000224" y="11779"/>
                </a:cubicBezTo>
                <a:cubicBezTo>
                  <a:pt x="998677" y="11779"/>
                  <a:pt x="996714" y="12255"/>
                  <a:pt x="994334" y="13207"/>
                </a:cubicBezTo>
                <a:lnTo>
                  <a:pt x="992817" y="9994"/>
                </a:lnTo>
                <a:lnTo>
                  <a:pt x="1017178" y="0"/>
                </a:lnTo>
                <a:lnTo>
                  <a:pt x="102119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Module">
            <a:extLst xmlns:a="http://schemas.openxmlformats.org/drawingml/2006/main">
              <a:ext uri="{FF2B5EF4-FFF2-40B4-BE49-F238E27FC236}">
                <a16:creationId xmlns:a16="http://schemas.microsoft.com/office/drawing/2014/main" id="{904DA483-D778-4AF3-AF2C-F920BCFF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807" y="1438944"/>
            <a:ext cx="559544" cy="129130"/>
          </a:xfrm>
          <a:custGeom xmlns:a="http://schemas.openxmlformats.org/drawingml/2006/main">
            <a:pathLst>
              <a:path w="559544" h="129130">
                <a:moveTo>
                  <a:pt x="71600" y="126637"/>
                </a:moveTo>
                <a:lnTo>
                  <a:pt x="24935" y="25025"/>
                </a:lnTo>
                <a:lnTo>
                  <a:pt x="24935" y="105619"/>
                </a:lnTo>
                <a:cubicBezTo>
                  <a:pt x="24935" y="113041"/>
                  <a:pt x="25737" y="117672"/>
                  <a:pt x="27340" y="119512"/>
                </a:cubicBezTo>
                <a:cubicBezTo>
                  <a:pt x="29537" y="122006"/>
                  <a:pt x="33010" y="123252"/>
                  <a:pt x="37759" y="123252"/>
                </a:cubicBezTo>
                <a:lnTo>
                  <a:pt x="42034" y="123252"/>
                </a:lnTo>
                <a:lnTo>
                  <a:pt x="42034" y="126637"/>
                </a:lnTo>
                <a:lnTo>
                  <a:pt x="0" y="126637"/>
                </a:lnTo>
                <a:lnTo>
                  <a:pt x="0" y="123252"/>
                </a:lnTo>
                <a:lnTo>
                  <a:pt x="4275" y="123252"/>
                </a:lnTo>
                <a:cubicBezTo>
                  <a:pt x="9380" y="123252"/>
                  <a:pt x="13002" y="121709"/>
                  <a:pt x="15139" y="118622"/>
                </a:cubicBezTo>
                <a:cubicBezTo>
                  <a:pt x="16446" y="116722"/>
                  <a:pt x="17099" y="112388"/>
                  <a:pt x="17099" y="105619"/>
                </a:cubicBezTo>
                <a:lnTo>
                  <a:pt x="17099" y="26895"/>
                </a:lnTo>
                <a:cubicBezTo>
                  <a:pt x="17099" y="21551"/>
                  <a:pt x="16505" y="17692"/>
                  <a:pt x="15317" y="15317"/>
                </a:cubicBezTo>
                <a:cubicBezTo>
                  <a:pt x="14486" y="13596"/>
                  <a:pt x="12958" y="12156"/>
                  <a:pt x="10731" y="10998"/>
                </a:cubicBezTo>
                <a:cubicBezTo>
                  <a:pt x="8505" y="9841"/>
                  <a:pt x="4928" y="9262"/>
                  <a:pt x="0" y="9262"/>
                </a:cubicBezTo>
                <a:lnTo>
                  <a:pt x="0" y="5878"/>
                </a:lnTo>
                <a:lnTo>
                  <a:pt x="34197" y="5878"/>
                </a:lnTo>
                <a:lnTo>
                  <a:pt x="78012" y="100346"/>
                </a:lnTo>
                <a:lnTo>
                  <a:pt x="121115" y="5878"/>
                </a:lnTo>
                <a:lnTo>
                  <a:pt x="155312" y="5878"/>
                </a:lnTo>
                <a:lnTo>
                  <a:pt x="155312" y="9262"/>
                </a:lnTo>
                <a:lnTo>
                  <a:pt x="151127" y="9262"/>
                </a:lnTo>
                <a:cubicBezTo>
                  <a:pt x="145962" y="9262"/>
                  <a:pt x="142310" y="10805"/>
                  <a:pt x="140173" y="13893"/>
                </a:cubicBezTo>
                <a:cubicBezTo>
                  <a:pt x="138867" y="15792"/>
                  <a:pt x="138214" y="20126"/>
                  <a:pt x="138214" y="26895"/>
                </a:cubicBezTo>
                <a:lnTo>
                  <a:pt x="138214" y="105619"/>
                </a:lnTo>
                <a:cubicBezTo>
                  <a:pt x="138214" y="113041"/>
                  <a:pt x="139045" y="117672"/>
                  <a:pt x="140707" y="119512"/>
                </a:cubicBezTo>
                <a:cubicBezTo>
                  <a:pt x="142904" y="122006"/>
                  <a:pt x="146377" y="123252"/>
                  <a:pt x="151127" y="123252"/>
                </a:cubicBezTo>
                <a:lnTo>
                  <a:pt x="155312" y="123252"/>
                </a:lnTo>
                <a:lnTo>
                  <a:pt x="155312" y="126637"/>
                </a:lnTo>
                <a:lnTo>
                  <a:pt x="104016" y="126637"/>
                </a:lnTo>
                <a:lnTo>
                  <a:pt x="104016" y="123252"/>
                </a:lnTo>
                <a:lnTo>
                  <a:pt x="108291" y="123252"/>
                </a:lnTo>
                <a:cubicBezTo>
                  <a:pt x="113456" y="123252"/>
                  <a:pt x="117078" y="121709"/>
                  <a:pt x="119156" y="118622"/>
                </a:cubicBezTo>
                <a:cubicBezTo>
                  <a:pt x="120462" y="116722"/>
                  <a:pt x="121115" y="112388"/>
                  <a:pt x="121115" y="105619"/>
                </a:cubicBezTo>
                <a:lnTo>
                  <a:pt x="121115" y="25025"/>
                </a:lnTo>
                <a:lnTo>
                  <a:pt x="74539" y="126637"/>
                </a:lnTo>
                <a:lnTo>
                  <a:pt x="71600" y="126637"/>
                </a:lnTo>
                <a:close/>
                <a:moveTo>
                  <a:pt x="204709" y="42747"/>
                </a:moveTo>
                <a:cubicBezTo>
                  <a:pt x="217058" y="42747"/>
                  <a:pt x="226973" y="47432"/>
                  <a:pt x="234453" y="56803"/>
                </a:cubicBezTo>
                <a:cubicBezTo>
                  <a:pt x="240806" y="64809"/>
                  <a:pt x="243982" y="74002"/>
                  <a:pt x="243982" y="84383"/>
                </a:cubicBezTo>
                <a:cubicBezTo>
                  <a:pt x="243982" y="91678"/>
                  <a:pt x="242231" y="99062"/>
                  <a:pt x="238728" y="106535"/>
                </a:cubicBezTo>
                <a:cubicBezTo>
                  <a:pt x="235225" y="114006"/>
                  <a:pt x="230401" y="119640"/>
                  <a:pt x="224257" y="123436"/>
                </a:cubicBezTo>
                <a:cubicBezTo>
                  <a:pt x="218112" y="127232"/>
                  <a:pt x="211269" y="129130"/>
                  <a:pt x="203729" y="129130"/>
                </a:cubicBezTo>
                <a:cubicBezTo>
                  <a:pt x="191440" y="129130"/>
                  <a:pt x="181673" y="124237"/>
                  <a:pt x="174430" y="114450"/>
                </a:cubicBezTo>
                <a:cubicBezTo>
                  <a:pt x="168315" y="106207"/>
                  <a:pt x="165257" y="96955"/>
                  <a:pt x="165257" y="86695"/>
                </a:cubicBezTo>
                <a:cubicBezTo>
                  <a:pt x="165257" y="79222"/>
                  <a:pt x="167113" y="71793"/>
                  <a:pt x="170823" y="64409"/>
                </a:cubicBezTo>
                <a:cubicBezTo>
                  <a:pt x="174534" y="57025"/>
                  <a:pt x="179417" y="51569"/>
                  <a:pt x="185473" y="48040"/>
                </a:cubicBezTo>
                <a:cubicBezTo>
                  <a:pt x="191529" y="44511"/>
                  <a:pt x="197941" y="42747"/>
                  <a:pt x="204709" y="42747"/>
                </a:cubicBezTo>
                <a:moveTo>
                  <a:pt x="201948" y="48624"/>
                </a:moveTo>
                <a:cubicBezTo>
                  <a:pt x="198802" y="48624"/>
                  <a:pt x="195640" y="49556"/>
                  <a:pt x="192464" y="51421"/>
                </a:cubicBezTo>
                <a:cubicBezTo>
                  <a:pt x="189288" y="53284"/>
                  <a:pt x="186720" y="56552"/>
                  <a:pt x="184761" y="61225"/>
                </a:cubicBezTo>
                <a:cubicBezTo>
                  <a:pt x="182801" y="65899"/>
                  <a:pt x="181822" y="71903"/>
                  <a:pt x="181822" y="79237"/>
                </a:cubicBezTo>
                <a:cubicBezTo>
                  <a:pt x="181822" y="91068"/>
                  <a:pt x="184182" y="101273"/>
                  <a:pt x="188902" y="109852"/>
                </a:cubicBezTo>
                <a:cubicBezTo>
                  <a:pt x="193622" y="118430"/>
                  <a:pt x="199841" y="122718"/>
                  <a:pt x="207559" y="122718"/>
                </a:cubicBezTo>
                <a:cubicBezTo>
                  <a:pt x="213318" y="122718"/>
                  <a:pt x="218067" y="120352"/>
                  <a:pt x="221808" y="115619"/>
                </a:cubicBezTo>
                <a:cubicBezTo>
                  <a:pt x="225548" y="110886"/>
                  <a:pt x="227418" y="102752"/>
                  <a:pt x="227418" y="91218"/>
                </a:cubicBezTo>
                <a:cubicBezTo>
                  <a:pt x="227418" y="76783"/>
                  <a:pt x="224301" y="65425"/>
                  <a:pt x="218067" y="57143"/>
                </a:cubicBezTo>
                <a:cubicBezTo>
                  <a:pt x="213852" y="51464"/>
                  <a:pt x="208479" y="48624"/>
                  <a:pt x="201948" y="48624"/>
                </a:cubicBezTo>
                <a:close/>
                <a:moveTo>
                  <a:pt x="313624" y="117469"/>
                </a:moveTo>
                <a:cubicBezTo>
                  <a:pt x="309646" y="121623"/>
                  <a:pt x="305757" y="124606"/>
                  <a:pt x="301957" y="126417"/>
                </a:cubicBezTo>
                <a:cubicBezTo>
                  <a:pt x="298158" y="128226"/>
                  <a:pt x="294061" y="129130"/>
                  <a:pt x="289668" y="129130"/>
                </a:cubicBezTo>
                <a:cubicBezTo>
                  <a:pt x="280762" y="129130"/>
                  <a:pt x="272985" y="125413"/>
                  <a:pt x="266335" y="117979"/>
                </a:cubicBezTo>
                <a:cubicBezTo>
                  <a:pt x="259686" y="110543"/>
                  <a:pt x="256361" y="100988"/>
                  <a:pt x="256361" y="89314"/>
                </a:cubicBezTo>
                <a:cubicBezTo>
                  <a:pt x="256361" y="77642"/>
                  <a:pt x="260042" y="66963"/>
                  <a:pt x="267404" y="57276"/>
                </a:cubicBezTo>
                <a:cubicBezTo>
                  <a:pt x="274766" y="47590"/>
                  <a:pt x="284236" y="42747"/>
                  <a:pt x="295813" y="42747"/>
                </a:cubicBezTo>
                <a:cubicBezTo>
                  <a:pt x="302996" y="42747"/>
                  <a:pt x="308933" y="45031"/>
                  <a:pt x="313624" y="49601"/>
                </a:cubicBezTo>
                <a:lnTo>
                  <a:pt x="313624" y="34375"/>
                </a:lnTo>
                <a:cubicBezTo>
                  <a:pt x="313624" y="25093"/>
                  <a:pt x="313401" y="19388"/>
                  <a:pt x="312956" y="17260"/>
                </a:cubicBezTo>
                <a:cubicBezTo>
                  <a:pt x="312511" y="15132"/>
                  <a:pt x="311813" y="13683"/>
                  <a:pt x="310863" y="12913"/>
                </a:cubicBezTo>
                <a:cubicBezTo>
                  <a:pt x="309913" y="12141"/>
                  <a:pt x="308726" y="11755"/>
                  <a:pt x="307301" y="11755"/>
                </a:cubicBezTo>
                <a:cubicBezTo>
                  <a:pt x="305757" y="11755"/>
                  <a:pt x="303709" y="12230"/>
                  <a:pt x="301156" y="13180"/>
                </a:cubicBezTo>
                <a:lnTo>
                  <a:pt x="299998" y="9974"/>
                </a:lnTo>
                <a:lnTo>
                  <a:pt x="324310" y="0"/>
                </a:lnTo>
                <a:lnTo>
                  <a:pt x="328318" y="0"/>
                </a:lnTo>
                <a:lnTo>
                  <a:pt x="328318" y="94399"/>
                </a:lnTo>
                <a:cubicBezTo>
                  <a:pt x="328318" y="103918"/>
                  <a:pt x="328540" y="109727"/>
                  <a:pt x="328986" y="111826"/>
                </a:cubicBezTo>
                <a:cubicBezTo>
                  <a:pt x="329431" y="113924"/>
                  <a:pt x="330143" y="115389"/>
                  <a:pt x="331123" y="116220"/>
                </a:cubicBezTo>
                <a:cubicBezTo>
                  <a:pt x="332103" y="117049"/>
                  <a:pt x="333246" y="117464"/>
                  <a:pt x="334552" y="117464"/>
                </a:cubicBezTo>
                <a:cubicBezTo>
                  <a:pt x="336155" y="117464"/>
                  <a:pt x="338292" y="116959"/>
                  <a:pt x="340964" y="115950"/>
                </a:cubicBezTo>
                <a:lnTo>
                  <a:pt x="341943" y="119156"/>
                </a:lnTo>
                <a:lnTo>
                  <a:pt x="317720" y="129130"/>
                </a:lnTo>
                <a:lnTo>
                  <a:pt x="313624" y="129130"/>
                </a:lnTo>
                <a:lnTo>
                  <a:pt x="313624" y="117469"/>
                </a:lnTo>
                <a:moveTo>
                  <a:pt x="313624" y="111249"/>
                </a:moveTo>
                <a:lnTo>
                  <a:pt x="313624" y="69321"/>
                </a:lnTo>
                <a:cubicBezTo>
                  <a:pt x="313268" y="65293"/>
                  <a:pt x="312199" y="61622"/>
                  <a:pt x="310418" y="58306"/>
                </a:cubicBezTo>
                <a:cubicBezTo>
                  <a:pt x="308637" y="54989"/>
                  <a:pt x="306277" y="52487"/>
                  <a:pt x="303338" y="50800"/>
                </a:cubicBezTo>
                <a:cubicBezTo>
                  <a:pt x="300399" y="49112"/>
                  <a:pt x="297534" y="48268"/>
                  <a:pt x="294744" y="48268"/>
                </a:cubicBezTo>
                <a:cubicBezTo>
                  <a:pt x="289519" y="48268"/>
                  <a:pt x="284859" y="50607"/>
                  <a:pt x="280762" y="55287"/>
                </a:cubicBezTo>
                <a:cubicBezTo>
                  <a:pt x="275360" y="61444"/>
                  <a:pt x="272658" y="70445"/>
                  <a:pt x="272658" y="82290"/>
                </a:cubicBezTo>
                <a:cubicBezTo>
                  <a:pt x="272658" y="94253"/>
                  <a:pt x="275271" y="103418"/>
                  <a:pt x="280495" y="109786"/>
                </a:cubicBezTo>
                <a:cubicBezTo>
                  <a:pt x="285720" y="116151"/>
                  <a:pt x="291538" y="119334"/>
                  <a:pt x="297950" y="119334"/>
                </a:cubicBezTo>
                <a:cubicBezTo>
                  <a:pt x="303353" y="119334"/>
                  <a:pt x="308577" y="116639"/>
                  <a:pt x="313624" y="111249"/>
                </a:cubicBezTo>
                <a:close/>
                <a:moveTo>
                  <a:pt x="418709" y="45062"/>
                </a:moveTo>
                <a:lnTo>
                  <a:pt x="418709" y="94755"/>
                </a:lnTo>
                <a:cubicBezTo>
                  <a:pt x="418709" y="104078"/>
                  <a:pt x="418931" y="109780"/>
                  <a:pt x="419377" y="111862"/>
                </a:cubicBezTo>
                <a:cubicBezTo>
                  <a:pt x="419822" y="113942"/>
                  <a:pt x="420534" y="115395"/>
                  <a:pt x="421514" y="116223"/>
                </a:cubicBezTo>
                <a:cubicBezTo>
                  <a:pt x="422493" y="117050"/>
                  <a:pt x="423636" y="117464"/>
                  <a:pt x="424942" y="117464"/>
                </a:cubicBezTo>
                <a:cubicBezTo>
                  <a:pt x="426783" y="117464"/>
                  <a:pt x="428861" y="116959"/>
                  <a:pt x="431176" y="115950"/>
                </a:cubicBezTo>
                <a:lnTo>
                  <a:pt x="432423" y="119156"/>
                </a:lnTo>
                <a:lnTo>
                  <a:pt x="408022" y="129130"/>
                </a:lnTo>
                <a:lnTo>
                  <a:pt x="404014" y="129130"/>
                </a:lnTo>
                <a:lnTo>
                  <a:pt x="404014" y="111934"/>
                </a:lnTo>
                <a:cubicBezTo>
                  <a:pt x="397009" y="119498"/>
                  <a:pt x="391665" y="124255"/>
                  <a:pt x="387985" y="126205"/>
                </a:cubicBezTo>
                <a:cubicBezTo>
                  <a:pt x="384304" y="128155"/>
                  <a:pt x="380415" y="129130"/>
                  <a:pt x="376318" y="129130"/>
                </a:cubicBezTo>
                <a:cubicBezTo>
                  <a:pt x="371747" y="129130"/>
                  <a:pt x="367784" y="127809"/>
                  <a:pt x="364429" y="125167"/>
                </a:cubicBezTo>
                <a:cubicBezTo>
                  <a:pt x="361075" y="122525"/>
                  <a:pt x="358745" y="119126"/>
                  <a:pt x="357439" y="114970"/>
                </a:cubicBezTo>
                <a:cubicBezTo>
                  <a:pt x="356132" y="110814"/>
                  <a:pt x="355479" y="104937"/>
                  <a:pt x="355479" y="97337"/>
                </a:cubicBezTo>
                <a:lnTo>
                  <a:pt x="355479" y="60914"/>
                </a:lnTo>
                <a:cubicBezTo>
                  <a:pt x="355479" y="57027"/>
                  <a:pt x="355064" y="54337"/>
                  <a:pt x="354233" y="52843"/>
                </a:cubicBezTo>
                <a:cubicBezTo>
                  <a:pt x="353401" y="51348"/>
                  <a:pt x="352170" y="50197"/>
                  <a:pt x="350537" y="49389"/>
                </a:cubicBezTo>
                <a:cubicBezTo>
                  <a:pt x="348904" y="48582"/>
                  <a:pt x="345950" y="48209"/>
                  <a:pt x="341676" y="48268"/>
                </a:cubicBezTo>
                <a:lnTo>
                  <a:pt x="341676" y="45062"/>
                </a:lnTo>
                <a:lnTo>
                  <a:pt x="370263" y="45062"/>
                </a:lnTo>
                <a:lnTo>
                  <a:pt x="370263" y="99720"/>
                </a:lnTo>
                <a:cubicBezTo>
                  <a:pt x="370263" y="107328"/>
                  <a:pt x="371584" y="112322"/>
                  <a:pt x="374226" y="114700"/>
                </a:cubicBezTo>
                <a:cubicBezTo>
                  <a:pt x="376867" y="117077"/>
                  <a:pt x="380059" y="118265"/>
                  <a:pt x="383799" y="118265"/>
                </a:cubicBezTo>
                <a:cubicBezTo>
                  <a:pt x="386352" y="118265"/>
                  <a:pt x="389246" y="117463"/>
                  <a:pt x="392482" y="115858"/>
                </a:cubicBezTo>
                <a:cubicBezTo>
                  <a:pt x="395718" y="114253"/>
                  <a:pt x="399562" y="111192"/>
                  <a:pt x="404014" y="106674"/>
                </a:cubicBezTo>
                <a:lnTo>
                  <a:pt x="404014" y="60558"/>
                </a:lnTo>
                <a:cubicBezTo>
                  <a:pt x="404014" y="55825"/>
                  <a:pt x="403168" y="52623"/>
                  <a:pt x="401476" y="50954"/>
                </a:cubicBezTo>
                <a:cubicBezTo>
                  <a:pt x="399784" y="49284"/>
                  <a:pt x="396267" y="48389"/>
                  <a:pt x="390923" y="48268"/>
                </a:cubicBezTo>
                <a:lnTo>
                  <a:pt x="390923" y="45062"/>
                </a:lnTo>
                <a:lnTo>
                  <a:pt x="418709" y="45062"/>
                </a:lnTo>
                <a:close/>
                <a:moveTo>
                  <a:pt x="466442" y="0"/>
                </a:moveTo>
                <a:lnTo>
                  <a:pt x="466442" y="108113"/>
                </a:lnTo>
                <a:cubicBezTo>
                  <a:pt x="466442" y="113249"/>
                  <a:pt x="466813" y="116653"/>
                  <a:pt x="467555" y="118327"/>
                </a:cubicBezTo>
                <a:cubicBezTo>
                  <a:pt x="468298" y="119998"/>
                  <a:pt x="469440" y="121267"/>
                  <a:pt x="470984" y="122134"/>
                </a:cubicBezTo>
                <a:cubicBezTo>
                  <a:pt x="472528" y="122998"/>
                  <a:pt x="475407" y="123431"/>
                  <a:pt x="479622" y="123431"/>
                </a:cubicBezTo>
                <a:lnTo>
                  <a:pt x="479622" y="126637"/>
                </a:lnTo>
                <a:lnTo>
                  <a:pt x="439637" y="126637"/>
                </a:lnTo>
                <a:lnTo>
                  <a:pt x="439637" y="123431"/>
                </a:lnTo>
                <a:cubicBezTo>
                  <a:pt x="443377" y="123431"/>
                  <a:pt x="445930" y="123043"/>
                  <a:pt x="447295" y="122267"/>
                </a:cubicBezTo>
                <a:cubicBezTo>
                  <a:pt x="448661" y="121490"/>
                  <a:pt x="449730" y="120206"/>
                  <a:pt x="450501" y="118416"/>
                </a:cubicBezTo>
                <a:cubicBezTo>
                  <a:pt x="451273" y="116623"/>
                  <a:pt x="451659" y="113189"/>
                  <a:pt x="451659" y="108113"/>
                </a:cubicBezTo>
                <a:lnTo>
                  <a:pt x="451659" y="34197"/>
                </a:lnTo>
                <a:cubicBezTo>
                  <a:pt x="451659" y="24995"/>
                  <a:pt x="451451" y="19340"/>
                  <a:pt x="451036" y="17232"/>
                </a:cubicBezTo>
                <a:cubicBezTo>
                  <a:pt x="450620" y="15125"/>
                  <a:pt x="449952" y="13685"/>
                  <a:pt x="449032" y="12913"/>
                </a:cubicBezTo>
                <a:cubicBezTo>
                  <a:pt x="448112" y="12141"/>
                  <a:pt x="446939" y="11755"/>
                  <a:pt x="445514" y="11755"/>
                </a:cubicBezTo>
                <a:cubicBezTo>
                  <a:pt x="443971" y="11755"/>
                  <a:pt x="442011" y="12230"/>
                  <a:pt x="439637" y="13180"/>
                </a:cubicBezTo>
                <a:lnTo>
                  <a:pt x="438123" y="9974"/>
                </a:lnTo>
                <a:lnTo>
                  <a:pt x="462435" y="0"/>
                </a:lnTo>
                <a:lnTo>
                  <a:pt x="466442" y="0"/>
                </a:lnTo>
                <a:close/>
                <a:moveTo>
                  <a:pt x="503172" y="75875"/>
                </a:moveTo>
                <a:cubicBezTo>
                  <a:pt x="503112" y="87931"/>
                  <a:pt x="506051" y="97387"/>
                  <a:pt x="511988" y="104242"/>
                </a:cubicBezTo>
                <a:cubicBezTo>
                  <a:pt x="517925" y="111097"/>
                  <a:pt x="524901" y="114525"/>
                  <a:pt x="532916" y="114525"/>
                </a:cubicBezTo>
                <a:cubicBezTo>
                  <a:pt x="538260" y="114525"/>
                  <a:pt x="542905" y="113049"/>
                  <a:pt x="546853" y="110097"/>
                </a:cubicBezTo>
                <a:cubicBezTo>
                  <a:pt x="550802" y="107145"/>
                  <a:pt x="554111" y="102091"/>
                  <a:pt x="556783" y="94933"/>
                </a:cubicBezTo>
                <a:lnTo>
                  <a:pt x="559544" y="96722"/>
                </a:lnTo>
                <a:cubicBezTo>
                  <a:pt x="558297" y="104899"/>
                  <a:pt x="554675" y="112344"/>
                  <a:pt x="548679" y="119058"/>
                </a:cubicBezTo>
                <a:cubicBezTo>
                  <a:pt x="542683" y="125773"/>
                  <a:pt x="535172" y="129130"/>
                  <a:pt x="526148" y="129130"/>
                </a:cubicBezTo>
                <a:cubicBezTo>
                  <a:pt x="516352" y="129130"/>
                  <a:pt x="507966" y="125324"/>
                  <a:pt x="500990" y="117712"/>
                </a:cubicBezTo>
                <a:cubicBezTo>
                  <a:pt x="494014" y="110097"/>
                  <a:pt x="490526" y="99862"/>
                  <a:pt x="490526" y="87004"/>
                </a:cubicBezTo>
                <a:cubicBezTo>
                  <a:pt x="490526" y="73082"/>
                  <a:pt x="494103" y="62225"/>
                  <a:pt x="501257" y="54435"/>
                </a:cubicBezTo>
                <a:cubicBezTo>
                  <a:pt x="508411" y="46643"/>
                  <a:pt x="517391" y="42747"/>
                  <a:pt x="528196" y="42747"/>
                </a:cubicBezTo>
                <a:cubicBezTo>
                  <a:pt x="537339" y="42747"/>
                  <a:pt x="544850" y="45752"/>
                  <a:pt x="550727" y="51763"/>
                </a:cubicBezTo>
                <a:cubicBezTo>
                  <a:pt x="556605" y="57773"/>
                  <a:pt x="559544" y="65810"/>
                  <a:pt x="559544" y="75875"/>
                </a:cubicBezTo>
                <a:lnTo>
                  <a:pt x="503172" y="75875"/>
                </a:lnTo>
                <a:moveTo>
                  <a:pt x="503172" y="70710"/>
                </a:moveTo>
                <a:lnTo>
                  <a:pt x="540931" y="70710"/>
                </a:lnTo>
                <a:cubicBezTo>
                  <a:pt x="540634" y="65528"/>
                  <a:pt x="540011" y="61878"/>
                  <a:pt x="539061" y="59759"/>
                </a:cubicBezTo>
                <a:cubicBezTo>
                  <a:pt x="537577" y="56460"/>
                  <a:pt x="535365" y="53869"/>
                  <a:pt x="532426" y="51986"/>
                </a:cubicBezTo>
                <a:cubicBezTo>
                  <a:pt x="529488" y="50101"/>
                  <a:pt x="526415" y="49158"/>
                  <a:pt x="523209" y="49158"/>
                </a:cubicBezTo>
                <a:cubicBezTo>
                  <a:pt x="518282" y="49158"/>
                  <a:pt x="513873" y="51057"/>
                  <a:pt x="509985" y="54855"/>
                </a:cubicBezTo>
                <a:cubicBezTo>
                  <a:pt x="506096" y="58653"/>
                  <a:pt x="503825" y="63938"/>
                  <a:pt x="503172" y="7071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014DE-CCD0-480A-B5CA-1FFCFBFF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1" y="1858612"/>
            <a:ext cx="4468434" cy="638348"/>
          </a:xfrm>
          <a:custGeom xmlns:a="http://schemas.openxmlformats.org/drawingml/2006/main">
            <a:pathLst>
              <a:path w="4468434" h="638348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31AD7-BC74-4435-8236-C77F304A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1" y="1858612"/>
            <a:ext cx="4468434" cy="638348"/>
          </a:xfrm>
          <a:custGeom xmlns:a="http://schemas.openxmlformats.org/drawingml/2006/main">
            <a:pathLst>
              <a:path w="4468434" h="638348" fill="none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23" name="Text Shared">
            <a:extLst xmlns:a="http://schemas.openxmlformats.org/drawingml/2006/main">
              <a:ext uri="{FF2B5EF4-FFF2-40B4-BE49-F238E27FC236}">
                <a16:creationId xmlns:a16="http://schemas.microsoft.com/office/drawing/2014/main" id="{1DC0678B-B137-4D5C-AAD9-C78B4F28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81" y="2005720"/>
            <a:ext cx="539848" cy="126102"/>
          </a:xfrm>
          <a:custGeom xmlns:a="http://schemas.openxmlformats.org/drawingml/2006/main">
            <a:pathLst>
              <a:path w="539848" h="126102">
                <a:moveTo>
                  <a:pt x="76231" y="0"/>
                </a:moveTo>
                <a:lnTo>
                  <a:pt x="77211" y="40253"/>
                </a:lnTo>
                <a:lnTo>
                  <a:pt x="73560" y="40253"/>
                </a:lnTo>
                <a:cubicBezTo>
                  <a:pt x="71838" y="30186"/>
                  <a:pt x="67608" y="22088"/>
                  <a:pt x="60869" y="15960"/>
                </a:cubicBezTo>
                <a:cubicBezTo>
                  <a:pt x="54131" y="9832"/>
                  <a:pt x="46843" y="6768"/>
                  <a:pt x="39006" y="6768"/>
                </a:cubicBezTo>
                <a:cubicBezTo>
                  <a:pt x="32950" y="6768"/>
                  <a:pt x="28156" y="8381"/>
                  <a:pt x="24624" y="11608"/>
                </a:cubicBezTo>
                <a:cubicBezTo>
                  <a:pt x="21091" y="14832"/>
                  <a:pt x="19325" y="18546"/>
                  <a:pt x="19325" y="22748"/>
                </a:cubicBezTo>
                <a:cubicBezTo>
                  <a:pt x="19325" y="25410"/>
                  <a:pt x="19948" y="27778"/>
                  <a:pt x="21195" y="29850"/>
                </a:cubicBezTo>
                <a:cubicBezTo>
                  <a:pt x="22917" y="32631"/>
                  <a:pt x="25678" y="35383"/>
                  <a:pt x="29477" y="38104"/>
                </a:cubicBezTo>
                <a:cubicBezTo>
                  <a:pt x="32268" y="40058"/>
                  <a:pt x="38709" y="43521"/>
                  <a:pt x="48802" y="48493"/>
                </a:cubicBezTo>
                <a:cubicBezTo>
                  <a:pt x="62932" y="55417"/>
                  <a:pt x="72461" y="61958"/>
                  <a:pt x="77389" y="68116"/>
                </a:cubicBezTo>
                <a:cubicBezTo>
                  <a:pt x="82257" y="74272"/>
                  <a:pt x="84692" y="81317"/>
                  <a:pt x="84692" y="89250"/>
                </a:cubicBezTo>
                <a:cubicBezTo>
                  <a:pt x="84692" y="99313"/>
                  <a:pt x="80758" y="107971"/>
                  <a:pt x="72892" y="115224"/>
                </a:cubicBezTo>
                <a:cubicBezTo>
                  <a:pt x="65025" y="122476"/>
                  <a:pt x="55036" y="126102"/>
                  <a:pt x="42925" y="126102"/>
                </a:cubicBezTo>
                <a:cubicBezTo>
                  <a:pt x="39125" y="126102"/>
                  <a:pt x="35533" y="125716"/>
                  <a:pt x="32149" y="124944"/>
                </a:cubicBezTo>
                <a:cubicBezTo>
                  <a:pt x="28765" y="124173"/>
                  <a:pt x="24520" y="122718"/>
                  <a:pt x="19414" y="120581"/>
                </a:cubicBezTo>
                <a:cubicBezTo>
                  <a:pt x="16564" y="119393"/>
                  <a:pt x="14219" y="118800"/>
                  <a:pt x="12379" y="118800"/>
                </a:cubicBezTo>
                <a:cubicBezTo>
                  <a:pt x="10835" y="118800"/>
                  <a:pt x="9202" y="119401"/>
                  <a:pt x="7481" y="120603"/>
                </a:cubicBezTo>
                <a:cubicBezTo>
                  <a:pt x="5759" y="121805"/>
                  <a:pt x="4364" y="123638"/>
                  <a:pt x="3295" y="126102"/>
                </a:cubicBezTo>
                <a:lnTo>
                  <a:pt x="0" y="126102"/>
                </a:lnTo>
                <a:lnTo>
                  <a:pt x="0" y="80506"/>
                </a:lnTo>
                <a:lnTo>
                  <a:pt x="3295" y="80506"/>
                </a:lnTo>
                <a:cubicBezTo>
                  <a:pt x="5907" y="93300"/>
                  <a:pt x="10939" y="103059"/>
                  <a:pt x="18390" y="109783"/>
                </a:cubicBezTo>
                <a:cubicBezTo>
                  <a:pt x="25841" y="116506"/>
                  <a:pt x="33871" y="119868"/>
                  <a:pt x="42479" y="119868"/>
                </a:cubicBezTo>
                <a:cubicBezTo>
                  <a:pt x="49129" y="119868"/>
                  <a:pt x="54428" y="118063"/>
                  <a:pt x="58376" y="114453"/>
                </a:cubicBezTo>
                <a:cubicBezTo>
                  <a:pt x="62324" y="110842"/>
                  <a:pt x="64298" y="106640"/>
                  <a:pt x="64298" y="101846"/>
                </a:cubicBezTo>
                <a:cubicBezTo>
                  <a:pt x="64298" y="99005"/>
                  <a:pt x="63541" y="96254"/>
                  <a:pt x="62027" y="93591"/>
                </a:cubicBezTo>
                <a:cubicBezTo>
                  <a:pt x="60513" y="90927"/>
                  <a:pt x="58212" y="88397"/>
                  <a:pt x="55125" y="86000"/>
                </a:cubicBezTo>
                <a:cubicBezTo>
                  <a:pt x="52038" y="83602"/>
                  <a:pt x="46576" y="80481"/>
                  <a:pt x="38739" y="76635"/>
                </a:cubicBezTo>
                <a:cubicBezTo>
                  <a:pt x="27756" y="71249"/>
                  <a:pt x="19859" y="66659"/>
                  <a:pt x="15050" y="62865"/>
                </a:cubicBezTo>
                <a:cubicBezTo>
                  <a:pt x="10241" y="59071"/>
                  <a:pt x="6546" y="54832"/>
                  <a:pt x="3963" y="50149"/>
                </a:cubicBezTo>
                <a:cubicBezTo>
                  <a:pt x="1380" y="45466"/>
                  <a:pt x="89" y="40310"/>
                  <a:pt x="89" y="34679"/>
                </a:cubicBezTo>
                <a:cubicBezTo>
                  <a:pt x="89" y="25076"/>
                  <a:pt x="3622" y="16895"/>
                  <a:pt x="10687" y="10138"/>
                </a:cubicBezTo>
                <a:cubicBezTo>
                  <a:pt x="17752" y="3379"/>
                  <a:pt x="26657" y="0"/>
                  <a:pt x="37403" y="0"/>
                </a:cubicBezTo>
                <a:cubicBezTo>
                  <a:pt x="41322" y="0"/>
                  <a:pt x="45121" y="481"/>
                  <a:pt x="48802" y="1442"/>
                </a:cubicBezTo>
                <a:cubicBezTo>
                  <a:pt x="51593" y="2161"/>
                  <a:pt x="54992" y="3496"/>
                  <a:pt x="58999" y="5446"/>
                </a:cubicBezTo>
                <a:cubicBezTo>
                  <a:pt x="63007" y="7396"/>
                  <a:pt x="65812" y="8371"/>
                  <a:pt x="67415" y="8371"/>
                </a:cubicBezTo>
                <a:cubicBezTo>
                  <a:pt x="68958" y="8371"/>
                  <a:pt x="70176" y="7892"/>
                  <a:pt x="71066" y="6932"/>
                </a:cubicBezTo>
                <a:cubicBezTo>
                  <a:pt x="71957" y="5971"/>
                  <a:pt x="72788" y="3661"/>
                  <a:pt x="73560" y="0"/>
                </a:cubicBezTo>
                <a:lnTo>
                  <a:pt x="76231" y="0"/>
                </a:lnTo>
                <a:close/>
                <a:moveTo>
                  <a:pt x="132678" y="2672"/>
                </a:moveTo>
                <a:lnTo>
                  <a:pt x="132678" y="50851"/>
                </a:lnTo>
                <a:cubicBezTo>
                  <a:pt x="137249" y="46008"/>
                  <a:pt x="141435" y="42586"/>
                  <a:pt x="145235" y="40584"/>
                </a:cubicBezTo>
                <a:cubicBezTo>
                  <a:pt x="149034" y="38582"/>
                  <a:pt x="152982" y="37581"/>
                  <a:pt x="157079" y="37581"/>
                </a:cubicBezTo>
                <a:cubicBezTo>
                  <a:pt x="162303" y="37581"/>
                  <a:pt x="166771" y="39066"/>
                  <a:pt x="170482" y="42034"/>
                </a:cubicBezTo>
                <a:cubicBezTo>
                  <a:pt x="174192" y="45003"/>
                  <a:pt x="176656" y="48491"/>
                  <a:pt x="177873" y="52498"/>
                </a:cubicBezTo>
                <a:cubicBezTo>
                  <a:pt x="179090" y="56506"/>
                  <a:pt x="179699" y="63259"/>
                  <a:pt x="179699" y="72758"/>
                </a:cubicBezTo>
                <a:lnTo>
                  <a:pt x="179699" y="105263"/>
                </a:lnTo>
                <a:cubicBezTo>
                  <a:pt x="179699" y="111655"/>
                  <a:pt x="180293" y="115642"/>
                  <a:pt x="181480" y="117224"/>
                </a:cubicBezTo>
                <a:cubicBezTo>
                  <a:pt x="182667" y="118807"/>
                  <a:pt x="185072" y="119807"/>
                  <a:pt x="188693" y="120225"/>
                </a:cubicBezTo>
                <a:lnTo>
                  <a:pt x="188693" y="123431"/>
                </a:lnTo>
                <a:lnTo>
                  <a:pt x="146481" y="123431"/>
                </a:lnTo>
                <a:lnTo>
                  <a:pt x="146481" y="120225"/>
                </a:lnTo>
                <a:cubicBezTo>
                  <a:pt x="149450" y="119807"/>
                  <a:pt x="151676" y="118612"/>
                  <a:pt x="153160" y="116640"/>
                </a:cubicBezTo>
                <a:cubicBezTo>
                  <a:pt x="154229" y="115087"/>
                  <a:pt x="154763" y="111295"/>
                  <a:pt x="154763" y="105263"/>
                </a:cubicBezTo>
                <a:lnTo>
                  <a:pt x="154763" y="68186"/>
                </a:lnTo>
                <a:cubicBezTo>
                  <a:pt x="154763" y="61310"/>
                  <a:pt x="154496" y="56998"/>
                  <a:pt x="153962" y="55250"/>
                </a:cubicBezTo>
                <a:cubicBezTo>
                  <a:pt x="153428" y="53501"/>
                  <a:pt x="152522" y="52137"/>
                  <a:pt x="151246" y="51159"/>
                </a:cubicBezTo>
                <a:cubicBezTo>
                  <a:pt x="149969" y="50182"/>
                  <a:pt x="148530" y="49693"/>
                  <a:pt x="146927" y="49693"/>
                </a:cubicBezTo>
                <a:cubicBezTo>
                  <a:pt x="144552" y="49693"/>
                  <a:pt x="142236" y="50509"/>
                  <a:pt x="139980" y="52142"/>
                </a:cubicBezTo>
                <a:cubicBezTo>
                  <a:pt x="137724" y="53775"/>
                  <a:pt x="135290" y="56639"/>
                  <a:pt x="132678" y="60736"/>
                </a:cubicBezTo>
                <a:lnTo>
                  <a:pt x="132678" y="105263"/>
                </a:lnTo>
                <a:cubicBezTo>
                  <a:pt x="132678" y="111236"/>
                  <a:pt x="133123" y="114968"/>
                  <a:pt x="134014" y="116462"/>
                </a:cubicBezTo>
                <a:cubicBezTo>
                  <a:pt x="135142" y="118492"/>
                  <a:pt x="137457" y="119746"/>
                  <a:pt x="140960" y="120225"/>
                </a:cubicBezTo>
                <a:lnTo>
                  <a:pt x="140960" y="123431"/>
                </a:lnTo>
                <a:lnTo>
                  <a:pt x="98748" y="123431"/>
                </a:lnTo>
                <a:lnTo>
                  <a:pt x="98748" y="120225"/>
                </a:lnTo>
                <a:cubicBezTo>
                  <a:pt x="102251" y="119866"/>
                  <a:pt x="104744" y="118732"/>
                  <a:pt x="106228" y="116821"/>
                </a:cubicBezTo>
                <a:cubicBezTo>
                  <a:pt x="107238" y="115507"/>
                  <a:pt x="107742" y="111655"/>
                  <a:pt x="107742" y="105263"/>
                </a:cubicBezTo>
                <a:lnTo>
                  <a:pt x="107742" y="20839"/>
                </a:lnTo>
                <a:cubicBezTo>
                  <a:pt x="107742" y="14470"/>
                  <a:pt x="107163" y="10504"/>
                  <a:pt x="106006" y="8942"/>
                </a:cubicBezTo>
                <a:cubicBezTo>
                  <a:pt x="104848" y="7380"/>
                  <a:pt x="102429" y="6358"/>
                  <a:pt x="98748" y="5878"/>
                </a:cubicBezTo>
                <a:lnTo>
                  <a:pt x="98748" y="2672"/>
                </a:lnTo>
                <a:lnTo>
                  <a:pt x="132678" y="2672"/>
                </a:lnTo>
                <a:close/>
                <a:moveTo>
                  <a:pt x="246564" y="111141"/>
                </a:moveTo>
                <a:cubicBezTo>
                  <a:pt x="236412" y="120165"/>
                  <a:pt x="227299" y="124677"/>
                  <a:pt x="219224" y="124677"/>
                </a:cubicBezTo>
                <a:cubicBezTo>
                  <a:pt x="214475" y="124677"/>
                  <a:pt x="210527" y="123114"/>
                  <a:pt x="207380" y="119988"/>
                </a:cubicBezTo>
                <a:cubicBezTo>
                  <a:pt x="204233" y="116860"/>
                  <a:pt x="202660" y="112943"/>
                  <a:pt x="202660" y="108238"/>
                </a:cubicBezTo>
                <a:cubicBezTo>
                  <a:pt x="202660" y="101863"/>
                  <a:pt x="205391" y="96130"/>
                  <a:pt x="210853" y="91037"/>
                </a:cubicBezTo>
                <a:cubicBezTo>
                  <a:pt x="216315" y="85944"/>
                  <a:pt x="228219" y="79168"/>
                  <a:pt x="246564" y="70710"/>
                </a:cubicBezTo>
                <a:lnTo>
                  <a:pt x="246564" y="62339"/>
                </a:lnTo>
                <a:cubicBezTo>
                  <a:pt x="246564" y="56045"/>
                  <a:pt x="246223" y="52082"/>
                  <a:pt x="245540" y="50450"/>
                </a:cubicBezTo>
                <a:cubicBezTo>
                  <a:pt x="244857" y="48817"/>
                  <a:pt x="243566" y="47392"/>
                  <a:pt x="241666" y="46175"/>
                </a:cubicBezTo>
                <a:cubicBezTo>
                  <a:pt x="239766" y="44958"/>
                  <a:pt x="237629" y="44349"/>
                  <a:pt x="235254" y="44349"/>
                </a:cubicBezTo>
                <a:cubicBezTo>
                  <a:pt x="231395" y="44349"/>
                  <a:pt x="228219" y="45210"/>
                  <a:pt x="225725" y="46932"/>
                </a:cubicBezTo>
                <a:cubicBezTo>
                  <a:pt x="224182" y="48001"/>
                  <a:pt x="223410" y="49248"/>
                  <a:pt x="223410" y="50672"/>
                </a:cubicBezTo>
                <a:cubicBezTo>
                  <a:pt x="223410" y="51919"/>
                  <a:pt x="224241" y="53463"/>
                  <a:pt x="225904" y="55303"/>
                </a:cubicBezTo>
                <a:cubicBezTo>
                  <a:pt x="228160" y="57856"/>
                  <a:pt x="229288" y="60320"/>
                  <a:pt x="229288" y="62695"/>
                </a:cubicBezTo>
                <a:cubicBezTo>
                  <a:pt x="229288" y="65604"/>
                  <a:pt x="228204" y="68083"/>
                  <a:pt x="226037" y="70131"/>
                </a:cubicBezTo>
                <a:cubicBezTo>
                  <a:pt x="223870" y="72179"/>
                  <a:pt x="221035" y="73203"/>
                  <a:pt x="217532" y="73203"/>
                </a:cubicBezTo>
                <a:cubicBezTo>
                  <a:pt x="213792" y="73203"/>
                  <a:pt x="210660" y="72075"/>
                  <a:pt x="208137" y="69819"/>
                </a:cubicBezTo>
                <a:cubicBezTo>
                  <a:pt x="205614" y="67563"/>
                  <a:pt x="204352" y="64921"/>
                  <a:pt x="204352" y="61893"/>
                </a:cubicBezTo>
                <a:cubicBezTo>
                  <a:pt x="204352" y="57619"/>
                  <a:pt x="206044" y="53537"/>
                  <a:pt x="209428" y="49648"/>
                </a:cubicBezTo>
                <a:cubicBezTo>
                  <a:pt x="212812" y="45760"/>
                  <a:pt x="217532" y="42776"/>
                  <a:pt x="223588" y="40698"/>
                </a:cubicBezTo>
                <a:cubicBezTo>
                  <a:pt x="229644" y="38620"/>
                  <a:pt x="235937" y="37581"/>
                  <a:pt x="242468" y="37581"/>
                </a:cubicBezTo>
                <a:cubicBezTo>
                  <a:pt x="250364" y="37581"/>
                  <a:pt x="256613" y="39263"/>
                  <a:pt x="261214" y="42627"/>
                </a:cubicBezTo>
                <a:cubicBezTo>
                  <a:pt x="265815" y="45989"/>
                  <a:pt x="268798" y="49633"/>
                  <a:pt x="270164" y="53561"/>
                </a:cubicBezTo>
                <a:cubicBezTo>
                  <a:pt x="270995" y="56060"/>
                  <a:pt x="271411" y="61802"/>
                  <a:pt x="271411" y="70788"/>
                </a:cubicBezTo>
                <a:lnTo>
                  <a:pt x="271411" y="103190"/>
                </a:lnTo>
                <a:cubicBezTo>
                  <a:pt x="271411" y="106999"/>
                  <a:pt x="271559" y="109395"/>
                  <a:pt x="271856" y="110378"/>
                </a:cubicBezTo>
                <a:cubicBezTo>
                  <a:pt x="272153" y="111360"/>
                  <a:pt x="272598" y="112089"/>
                  <a:pt x="273192" y="112566"/>
                </a:cubicBezTo>
                <a:cubicBezTo>
                  <a:pt x="273786" y="113041"/>
                  <a:pt x="274468" y="113278"/>
                  <a:pt x="275240" y="113278"/>
                </a:cubicBezTo>
                <a:cubicBezTo>
                  <a:pt x="276784" y="113278"/>
                  <a:pt x="278357" y="112180"/>
                  <a:pt x="279960" y="109983"/>
                </a:cubicBezTo>
                <a:lnTo>
                  <a:pt x="282632" y="112121"/>
                </a:lnTo>
                <a:cubicBezTo>
                  <a:pt x="279663" y="116514"/>
                  <a:pt x="276591" y="119705"/>
                  <a:pt x="273415" y="121694"/>
                </a:cubicBezTo>
                <a:cubicBezTo>
                  <a:pt x="270238" y="123683"/>
                  <a:pt x="266631" y="124677"/>
                  <a:pt x="262594" y="124677"/>
                </a:cubicBezTo>
                <a:cubicBezTo>
                  <a:pt x="257845" y="124677"/>
                  <a:pt x="254134" y="123557"/>
                  <a:pt x="251462" y="121315"/>
                </a:cubicBezTo>
                <a:cubicBezTo>
                  <a:pt x="248791" y="119074"/>
                  <a:pt x="247158" y="115683"/>
                  <a:pt x="246564" y="111141"/>
                </a:cubicBezTo>
                <a:moveTo>
                  <a:pt x="246564" y="104551"/>
                </a:moveTo>
                <a:lnTo>
                  <a:pt x="246564" y="76693"/>
                </a:lnTo>
                <a:cubicBezTo>
                  <a:pt x="239381" y="80929"/>
                  <a:pt x="234037" y="85463"/>
                  <a:pt x="230534" y="90296"/>
                </a:cubicBezTo>
                <a:cubicBezTo>
                  <a:pt x="228219" y="93517"/>
                  <a:pt x="227061" y="96769"/>
                  <a:pt x="227061" y="100051"/>
                </a:cubicBezTo>
                <a:cubicBezTo>
                  <a:pt x="227061" y="102795"/>
                  <a:pt x="228041" y="105211"/>
                  <a:pt x="230000" y="107300"/>
                </a:cubicBezTo>
                <a:cubicBezTo>
                  <a:pt x="231484" y="108911"/>
                  <a:pt x="233562" y="109716"/>
                  <a:pt x="236234" y="109716"/>
                </a:cubicBezTo>
                <a:cubicBezTo>
                  <a:pt x="239202" y="109716"/>
                  <a:pt x="242646" y="107994"/>
                  <a:pt x="246564" y="104551"/>
                </a:cubicBezTo>
                <a:close/>
                <a:moveTo>
                  <a:pt x="326358" y="40075"/>
                </a:moveTo>
                <a:lnTo>
                  <a:pt x="326358" y="58955"/>
                </a:lnTo>
                <a:cubicBezTo>
                  <a:pt x="331879" y="50346"/>
                  <a:pt x="336718" y="44632"/>
                  <a:pt x="340874" y="41811"/>
                </a:cubicBezTo>
                <a:cubicBezTo>
                  <a:pt x="345030" y="38991"/>
                  <a:pt x="349037" y="37581"/>
                  <a:pt x="352896" y="37581"/>
                </a:cubicBezTo>
                <a:cubicBezTo>
                  <a:pt x="356221" y="37581"/>
                  <a:pt x="358878" y="38609"/>
                  <a:pt x="360867" y="40665"/>
                </a:cubicBezTo>
                <a:cubicBezTo>
                  <a:pt x="362856" y="42721"/>
                  <a:pt x="363850" y="45625"/>
                  <a:pt x="363850" y="49378"/>
                </a:cubicBezTo>
                <a:cubicBezTo>
                  <a:pt x="363850" y="53371"/>
                  <a:pt x="362885" y="56470"/>
                  <a:pt x="360956" y="58676"/>
                </a:cubicBezTo>
                <a:cubicBezTo>
                  <a:pt x="359026" y="60880"/>
                  <a:pt x="356696" y="61982"/>
                  <a:pt x="353965" y="61982"/>
                </a:cubicBezTo>
                <a:cubicBezTo>
                  <a:pt x="350818" y="61982"/>
                  <a:pt x="348087" y="60973"/>
                  <a:pt x="345772" y="58955"/>
                </a:cubicBezTo>
                <a:cubicBezTo>
                  <a:pt x="343457" y="56936"/>
                  <a:pt x="342091" y="55808"/>
                  <a:pt x="341675" y="55570"/>
                </a:cubicBezTo>
                <a:cubicBezTo>
                  <a:pt x="341082" y="55214"/>
                  <a:pt x="340399" y="55036"/>
                  <a:pt x="339627" y="55036"/>
                </a:cubicBezTo>
                <a:cubicBezTo>
                  <a:pt x="337905" y="55036"/>
                  <a:pt x="336273" y="55689"/>
                  <a:pt x="334729" y="56995"/>
                </a:cubicBezTo>
                <a:cubicBezTo>
                  <a:pt x="332295" y="59014"/>
                  <a:pt x="330455" y="61893"/>
                  <a:pt x="329208" y="65634"/>
                </a:cubicBezTo>
                <a:cubicBezTo>
                  <a:pt x="327308" y="71393"/>
                  <a:pt x="326358" y="77745"/>
                  <a:pt x="326358" y="84692"/>
                </a:cubicBezTo>
                <a:lnTo>
                  <a:pt x="326358" y="103838"/>
                </a:lnTo>
                <a:lnTo>
                  <a:pt x="326447" y="108825"/>
                </a:lnTo>
                <a:cubicBezTo>
                  <a:pt x="326447" y="112210"/>
                  <a:pt x="326655" y="114377"/>
                  <a:pt x="327070" y="115327"/>
                </a:cubicBezTo>
                <a:cubicBezTo>
                  <a:pt x="327783" y="116929"/>
                  <a:pt x="328837" y="118102"/>
                  <a:pt x="330232" y="118844"/>
                </a:cubicBezTo>
                <a:cubicBezTo>
                  <a:pt x="331627" y="119586"/>
                  <a:pt x="333987" y="120046"/>
                  <a:pt x="337312" y="120225"/>
                </a:cubicBezTo>
                <a:lnTo>
                  <a:pt x="337312" y="123431"/>
                </a:lnTo>
                <a:lnTo>
                  <a:pt x="292339" y="123431"/>
                </a:lnTo>
                <a:lnTo>
                  <a:pt x="292339" y="120225"/>
                </a:lnTo>
                <a:cubicBezTo>
                  <a:pt x="295960" y="119928"/>
                  <a:pt x="298409" y="118933"/>
                  <a:pt x="299686" y="117241"/>
                </a:cubicBezTo>
                <a:cubicBezTo>
                  <a:pt x="300962" y="115549"/>
                  <a:pt x="301601" y="111082"/>
                  <a:pt x="301601" y="103838"/>
                </a:cubicBezTo>
                <a:lnTo>
                  <a:pt x="301601" y="57708"/>
                </a:lnTo>
                <a:cubicBezTo>
                  <a:pt x="301601" y="52928"/>
                  <a:pt x="301363" y="49882"/>
                  <a:pt x="300888" y="48568"/>
                </a:cubicBezTo>
                <a:cubicBezTo>
                  <a:pt x="300294" y="46895"/>
                  <a:pt x="299434" y="45670"/>
                  <a:pt x="298306" y="44895"/>
                </a:cubicBezTo>
                <a:cubicBezTo>
                  <a:pt x="297178" y="44118"/>
                  <a:pt x="295189" y="43580"/>
                  <a:pt x="292339" y="43281"/>
                </a:cubicBezTo>
                <a:lnTo>
                  <a:pt x="292339" y="40075"/>
                </a:lnTo>
                <a:lnTo>
                  <a:pt x="326358" y="40075"/>
                </a:lnTo>
                <a:close/>
                <a:moveTo>
                  <a:pt x="438938" y="78725"/>
                </a:moveTo>
                <a:lnTo>
                  <a:pt x="393253" y="78725"/>
                </a:lnTo>
                <a:cubicBezTo>
                  <a:pt x="393787" y="89797"/>
                  <a:pt x="396726" y="98548"/>
                  <a:pt x="402069" y="104977"/>
                </a:cubicBezTo>
                <a:cubicBezTo>
                  <a:pt x="406166" y="109917"/>
                  <a:pt x="411093" y="112388"/>
                  <a:pt x="416852" y="112388"/>
                </a:cubicBezTo>
                <a:cubicBezTo>
                  <a:pt x="420415" y="112388"/>
                  <a:pt x="423650" y="111393"/>
                  <a:pt x="426559" y="109404"/>
                </a:cubicBezTo>
                <a:cubicBezTo>
                  <a:pt x="429468" y="107415"/>
                  <a:pt x="432585" y="103838"/>
                  <a:pt x="435910" y="98673"/>
                </a:cubicBezTo>
                <a:lnTo>
                  <a:pt x="438938" y="100632"/>
                </a:lnTo>
                <a:cubicBezTo>
                  <a:pt x="434426" y="109835"/>
                  <a:pt x="429439" y="116351"/>
                  <a:pt x="423977" y="120180"/>
                </a:cubicBezTo>
                <a:cubicBezTo>
                  <a:pt x="418515" y="124009"/>
                  <a:pt x="412192" y="125924"/>
                  <a:pt x="405008" y="125924"/>
                </a:cubicBezTo>
                <a:cubicBezTo>
                  <a:pt x="392659" y="125924"/>
                  <a:pt x="383308" y="121170"/>
                  <a:pt x="376956" y="111661"/>
                </a:cubicBezTo>
                <a:cubicBezTo>
                  <a:pt x="371850" y="103995"/>
                  <a:pt x="369297" y="94487"/>
                  <a:pt x="369297" y="83136"/>
                </a:cubicBezTo>
                <a:cubicBezTo>
                  <a:pt x="369297" y="69228"/>
                  <a:pt x="373052" y="58160"/>
                  <a:pt x="380562" y="49929"/>
                </a:cubicBezTo>
                <a:cubicBezTo>
                  <a:pt x="388073" y="41697"/>
                  <a:pt x="396874" y="37581"/>
                  <a:pt x="406967" y="37581"/>
                </a:cubicBezTo>
                <a:cubicBezTo>
                  <a:pt x="415398" y="37581"/>
                  <a:pt x="422715" y="41040"/>
                  <a:pt x="428919" y="47956"/>
                </a:cubicBezTo>
                <a:cubicBezTo>
                  <a:pt x="435124" y="54873"/>
                  <a:pt x="438463" y="65129"/>
                  <a:pt x="438938" y="78725"/>
                </a:cubicBezTo>
                <a:moveTo>
                  <a:pt x="417030" y="72847"/>
                </a:moveTo>
                <a:cubicBezTo>
                  <a:pt x="417030" y="63289"/>
                  <a:pt x="416511" y="56728"/>
                  <a:pt x="415472" y="53166"/>
                </a:cubicBezTo>
                <a:cubicBezTo>
                  <a:pt x="414433" y="49604"/>
                  <a:pt x="412815" y="46902"/>
                  <a:pt x="410618" y="45062"/>
                </a:cubicBezTo>
                <a:cubicBezTo>
                  <a:pt x="409372" y="43993"/>
                  <a:pt x="407709" y="43459"/>
                  <a:pt x="405631" y="43459"/>
                </a:cubicBezTo>
                <a:cubicBezTo>
                  <a:pt x="402544" y="43459"/>
                  <a:pt x="400021" y="44973"/>
                  <a:pt x="398062" y="48001"/>
                </a:cubicBezTo>
                <a:cubicBezTo>
                  <a:pt x="394559" y="53285"/>
                  <a:pt x="392807" y="60528"/>
                  <a:pt x="392807" y="69730"/>
                </a:cubicBezTo>
                <a:lnTo>
                  <a:pt x="392807" y="72847"/>
                </a:lnTo>
                <a:lnTo>
                  <a:pt x="417030" y="72847"/>
                </a:lnTo>
                <a:close/>
                <a:moveTo>
                  <a:pt x="529607" y="2672"/>
                </a:moveTo>
                <a:lnTo>
                  <a:pt x="529607" y="98495"/>
                </a:lnTo>
                <a:cubicBezTo>
                  <a:pt x="529607" y="104901"/>
                  <a:pt x="529785" y="108692"/>
                  <a:pt x="530141" y="109866"/>
                </a:cubicBezTo>
                <a:cubicBezTo>
                  <a:pt x="530616" y="111807"/>
                  <a:pt x="531522" y="113248"/>
                  <a:pt x="532857" y="114188"/>
                </a:cubicBezTo>
                <a:cubicBezTo>
                  <a:pt x="534193" y="115127"/>
                  <a:pt x="536524" y="115714"/>
                  <a:pt x="539848" y="115950"/>
                </a:cubicBezTo>
                <a:lnTo>
                  <a:pt x="539848" y="119156"/>
                </a:lnTo>
                <a:lnTo>
                  <a:pt x="504671" y="125924"/>
                </a:lnTo>
                <a:lnTo>
                  <a:pt x="504671" y="112744"/>
                </a:lnTo>
                <a:cubicBezTo>
                  <a:pt x="500456" y="117850"/>
                  <a:pt x="496701" y="121323"/>
                  <a:pt x="493406" y="123163"/>
                </a:cubicBezTo>
                <a:cubicBezTo>
                  <a:pt x="490111" y="125004"/>
                  <a:pt x="486385" y="125924"/>
                  <a:pt x="482230" y="125924"/>
                </a:cubicBezTo>
                <a:cubicBezTo>
                  <a:pt x="471602" y="125924"/>
                  <a:pt x="463201" y="121170"/>
                  <a:pt x="457027" y="111661"/>
                </a:cubicBezTo>
                <a:cubicBezTo>
                  <a:pt x="452040" y="103936"/>
                  <a:pt x="449546" y="94457"/>
                  <a:pt x="449546" y="83225"/>
                </a:cubicBezTo>
                <a:cubicBezTo>
                  <a:pt x="449546" y="74251"/>
                  <a:pt x="451090" y="66213"/>
                  <a:pt x="454177" y="59110"/>
                </a:cubicBezTo>
                <a:cubicBezTo>
                  <a:pt x="457264" y="52008"/>
                  <a:pt x="461495" y="46645"/>
                  <a:pt x="466868" y="43019"/>
                </a:cubicBezTo>
                <a:cubicBezTo>
                  <a:pt x="472241" y="39394"/>
                  <a:pt x="478014" y="37581"/>
                  <a:pt x="484189" y="37581"/>
                </a:cubicBezTo>
                <a:cubicBezTo>
                  <a:pt x="488167" y="37581"/>
                  <a:pt x="491699" y="38360"/>
                  <a:pt x="494786" y="39916"/>
                </a:cubicBezTo>
                <a:cubicBezTo>
                  <a:pt x="497874" y="41473"/>
                  <a:pt x="501169" y="44197"/>
                  <a:pt x="504671" y="48090"/>
                </a:cubicBezTo>
                <a:lnTo>
                  <a:pt x="504671" y="22976"/>
                </a:lnTo>
                <a:cubicBezTo>
                  <a:pt x="504671" y="16624"/>
                  <a:pt x="504404" y="12794"/>
                  <a:pt x="503870" y="11488"/>
                </a:cubicBezTo>
                <a:cubicBezTo>
                  <a:pt x="503158" y="9766"/>
                  <a:pt x="502089" y="8490"/>
                  <a:pt x="500664" y="7659"/>
                </a:cubicBezTo>
                <a:cubicBezTo>
                  <a:pt x="499239" y="6828"/>
                  <a:pt x="496567" y="6412"/>
                  <a:pt x="492649" y="6412"/>
                </a:cubicBezTo>
                <a:lnTo>
                  <a:pt x="492649" y="2672"/>
                </a:lnTo>
                <a:lnTo>
                  <a:pt x="529607" y="2672"/>
                </a:lnTo>
                <a:moveTo>
                  <a:pt x="504671" y="58955"/>
                </a:moveTo>
                <a:cubicBezTo>
                  <a:pt x="500278" y="50643"/>
                  <a:pt x="494905" y="46487"/>
                  <a:pt x="488552" y="46487"/>
                </a:cubicBezTo>
                <a:cubicBezTo>
                  <a:pt x="486356" y="46487"/>
                  <a:pt x="484545" y="47081"/>
                  <a:pt x="483120" y="48268"/>
                </a:cubicBezTo>
                <a:cubicBezTo>
                  <a:pt x="480923" y="50108"/>
                  <a:pt x="479127" y="53344"/>
                  <a:pt x="477732" y="57975"/>
                </a:cubicBezTo>
                <a:cubicBezTo>
                  <a:pt x="476337" y="62606"/>
                  <a:pt x="475639" y="69701"/>
                  <a:pt x="475639" y="79259"/>
                </a:cubicBezTo>
                <a:cubicBezTo>
                  <a:pt x="475639" y="89768"/>
                  <a:pt x="476411" y="97545"/>
                  <a:pt x="477955" y="102592"/>
                </a:cubicBezTo>
                <a:cubicBezTo>
                  <a:pt x="479499" y="107638"/>
                  <a:pt x="481606" y="111289"/>
                  <a:pt x="484278" y="113545"/>
                </a:cubicBezTo>
                <a:cubicBezTo>
                  <a:pt x="485643" y="114673"/>
                  <a:pt x="487514" y="115237"/>
                  <a:pt x="489888" y="115237"/>
                </a:cubicBezTo>
                <a:cubicBezTo>
                  <a:pt x="495113" y="115237"/>
                  <a:pt x="500041" y="111128"/>
                  <a:pt x="504671" y="102909"/>
                </a:cubicBezTo>
                <a:lnTo>
                  <a:pt x="504671" y="58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Library">
            <a:extLst xmlns:a="http://schemas.openxmlformats.org/drawingml/2006/main">
              <a:ext uri="{FF2B5EF4-FFF2-40B4-BE49-F238E27FC236}">
                <a16:creationId xmlns:a16="http://schemas.microsoft.com/office/drawing/2014/main" id="{1E4C130A-D23E-4D46-82FD-FED4A6C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25" y="2224582"/>
            <a:ext cx="612844" cy="162793"/>
          </a:xfrm>
          <a:custGeom xmlns:a="http://schemas.openxmlformats.org/drawingml/2006/main">
            <a:pathLst>
              <a:path w="612844" h="162793">
                <a:moveTo>
                  <a:pt x="111764" y="81040"/>
                </a:moveTo>
                <a:lnTo>
                  <a:pt x="107222" y="123431"/>
                </a:lnTo>
                <a:lnTo>
                  <a:pt x="0" y="123431"/>
                </a:lnTo>
                <a:lnTo>
                  <a:pt x="0" y="120225"/>
                </a:lnTo>
                <a:lnTo>
                  <a:pt x="4007" y="120225"/>
                </a:lnTo>
                <a:cubicBezTo>
                  <a:pt x="7510" y="120225"/>
                  <a:pt x="10330" y="119598"/>
                  <a:pt x="12468" y="118346"/>
                </a:cubicBezTo>
                <a:cubicBezTo>
                  <a:pt x="14011" y="117509"/>
                  <a:pt x="15199" y="116077"/>
                  <a:pt x="16030" y="114049"/>
                </a:cubicBezTo>
                <a:cubicBezTo>
                  <a:pt x="16683" y="112617"/>
                  <a:pt x="17010" y="108857"/>
                  <a:pt x="17010" y="102770"/>
                </a:cubicBezTo>
                <a:lnTo>
                  <a:pt x="17010" y="23332"/>
                </a:lnTo>
                <a:cubicBezTo>
                  <a:pt x="17010" y="17126"/>
                  <a:pt x="16683" y="13248"/>
                  <a:pt x="16030" y="11697"/>
                </a:cubicBezTo>
                <a:cubicBezTo>
                  <a:pt x="15377" y="10144"/>
                  <a:pt x="14056" y="8786"/>
                  <a:pt x="12067" y="7623"/>
                </a:cubicBezTo>
                <a:cubicBezTo>
                  <a:pt x="10078" y="6459"/>
                  <a:pt x="7392" y="5878"/>
                  <a:pt x="4007" y="5878"/>
                </a:cubicBezTo>
                <a:lnTo>
                  <a:pt x="0" y="5878"/>
                </a:lnTo>
                <a:lnTo>
                  <a:pt x="0" y="2672"/>
                </a:lnTo>
                <a:lnTo>
                  <a:pt x="64387" y="2672"/>
                </a:lnTo>
                <a:lnTo>
                  <a:pt x="64387" y="5878"/>
                </a:lnTo>
                <a:lnTo>
                  <a:pt x="59133" y="5878"/>
                </a:lnTo>
                <a:cubicBezTo>
                  <a:pt x="55630" y="5878"/>
                  <a:pt x="52810" y="6504"/>
                  <a:pt x="50672" y="7756"/>
                </a:cubicBezTo>
                <a:cubicBezTo>
                  <a:pt x="49129" y="8593"/>
                  <a:pt x="47912" y="10025"/>
                  <a:pt x="47021" y="12053"/>
                </a:cubicBezTo>
                <a:cubicBezTo>
                  <a:pt x="46368" y="13485"/>
                  <a:pt x="46042" y="17245"/>
                  <a:pt x="46042" y="23332"/>
                </a:cubicBezTo>
                <a:lnTo>
                  <a:pt x="46042" y="100276"/>
                </a:lnTo>
                <a:cubicBezTo>
                  <a:pt x="46042" y="106451"/>
                  <a:pt x="46398" y="110384"/>
                  <a:pt x="47110" y="112076"/>
                </a:cubicBezTo>
                <a:cubicBezTo>
                  <a:pt x="47823" y="113768"/>
                  <a:pt x="49218" y="115030"/>
                  <a:pt x="51296" y="115861"/>
                </a:cubicBezTo>
                <a:cubicBezTo>
                  <a:pt x="52780" y="116395"/>
                  <a:pt x="56372" y="116662"/>
                  <a:pt x="62071" y="116662"/>
                </a:cubicBezTo>
                <a:lnTo>
                  <a:pt x="72135" y="116662"/>
                </a:lnTo>
                <a:cubicBezTo>
                  <a:pt x="78547" y="116662"/>
                  <a:pt x="83890" y="115534"/>
                  <a:pt x="88165" y="113278"/>
                </a:cubicBezTo>
                <a:cubicBezTo>
                  <a:pt x="92439" y="111022"/>
                  <a:pt x="96135" y="107460"/>
                  <a:pt x="99252" y="102592"/>
                </a:cubicBezTo>
                <a:cubicBezTo>
                  <a:pt x="102369" y="97723"/>
                  <a:pt x="105323" y="90539"/>
                  <a:pt x="108113" y="81040"/>
                </a:cubicBezTo>
                <a:lnTo>
                  <a:pt x="111764" y="81040"/>
                </a:lnTo>
                <a:close/>
                <a:moveTo>
                  <a:pt x="144814" y="0"/>
                </a:moveTo>
                <a:cubicBezTo>
                  <a:pt x="148673" y="0"/>
                  <a:pt x="151938" y="1355"/>
                  <a:pt x="154610" y="4066"/>
                </a:cubicBezTo>
                <a:cubicBezTo>
                  <a:pt x="157281" y="6775"/>
                  <a:pt x="158617" y="10035"/>
                  <a:pt x="158617" y="13848"/>
                </a:cubicBezTo>
                <a:cubicBezTo>
                  <a:pt x="158617" y="17661"/>
                  <a:pt x="157266" y="20908"/>
                  <a:pt x="154565" y="23589"/>
                </a:cubicBezTo>
                <a:cubicBezTo>
                  <a:pt x="151864" y="26268"/>
                  <a:pt x="148613" y="27607"/>
                  <a:pt x="144814" y="27607"/>
                </a:cubicBezTo>
                <a:cubicBezTo>
                  <a:pt x="141014" y="27607"/>
                  <a:pt x="137778" y="26268"/>
                  <a:pt x="135107" y="23589"/>
                </a:cubicBezTo>
                <a:cubicBezTo>
                  <a:pt x="132435" y="20908"/>
                  <a:pt x="131099" y="17661"/>
                  <a:pt x="131099" y="13848"/>
                </a:cubicBezTo>
                <a:cubicBezTo>
                  <a:pt x="131099" y="10035"/>
                  <a:pt x="132435" y="6775"/>
                  <a:pt x="135107" y="4066"/>
                </a:cubicBezTo>
                <a:cubicBezTo>
                  <a:pt x="137778" y="1355"/>
                  <a:pt x="141014" y="0"/>
                  <a:pt x="144814" y="0"/>
                </a:cubicBezTo>
                <a:moveTo>
                  <a:pt x="157281" y="40075"/>
                </a:moveTo>
                <a:lnTo>
                  <a:pt x="157281" y="106154"/>
                </a:lnTo>
                <a:cubicBezTo>
                  <a:pt x="157281" y="112031"/>
                  <a:pt x="157964" y="115787"/>
                  <a:pt x="159330" y="117419"/>
                </a:cubicBezTo>
                <a:cubicBezTo>
                  <a:pt x="160695" y="119052"/>
                  <a:pt x="163367" y="119987"/>
                  <a:pt x="167344" y="120225"/>
                </a:cubicBezTo>
                <a:lnTo>
                  <a:pt x="167344" y="123431"/>
                </a:lnTo>
                <a:lnTo>
                  <a:pt x="122372" y="123431"/>
                </a:lnTo>
                <a:lnTo>
                  <a:pt x="122372" y="120225"/>
                </a:lnTo>
                <a:cubicBezTo>
                  <a:pt x="126053" y="120106"/>
                  <a:pt x="128784" y="119037"/>
                  <a:pt x="130565" y="117019"/>
                </a:cubicBezTo>
                <a:cubicBezTo>
                  <a:pt x="131752" y="115653"/>
                  <a:pt x="132346" y="112031"/>
                  <a:pt x="132346" y="106154"/>
                </a:cubicBezTo>
                <a:lnTo>
                  <a:pt x="132346" y="57530"/>
                </a:lnTo>
                <a:cubicBezTo>
                  <a:pt x="132346" y="51578"/>
                  <a:pt x="131663" y="47775"/>
                  <a:pt x="130298" y="46122"/>
                </a:cubicBezTo>
                <a:cubicBezTo>
                  <a:pt x="128932" y="44469"/>
                  <a:pt x="126290" y="43522"/>
                  <a:pt x="122372" y="43281"/>
                </a:cubicBezTo>
                <a:lnTo>
                  <a:pt x="122372" y="40075"/>
                </a:lnTo>
                <a:lnTo>
                  <a:pt x="157281" y="40075"/>
                </a:lnTo>
                <a:close/>
                <a:moveTo>
                  <a:pt x="207718" y="2672"/>
                </a:moveTo>
                <a:lnTo>
                  <a:pt x="207718" y="48446"/>
                </a:lnTo>
                <a:cubicBezTo>
                  <a:pt x="214723" y="41203"/>
                  <a:pt x="222382" y="37581"/>
                  <a:pt x="230694" y="37581"/>
                </a:cubicBezTo>
                <a:cubicBezTo>
                  <a:pt x="236393" y="37581"/>
                  <a:pt x="241766" y="39260"/>
                  <a:pt x="246813" y="42618"/>
                </a:cubicBezTo>
                <a:cubicBezTo>
                  <a:pt x="251859" y="45977"/>
                  <a:pt x="255807" y="50746"/>
                  <a:pt x="258657" y="56926"/>
                </a:cubicBezTo>
                <a:cubicBezTo>
                  <a:pt x="261507" y="63106"/>
                  <a:pt x="262932" y="70238"/>
                  <a:pt x="262932" y="78321"/>
                </a:cubicBezTo>
                <a:cubicBezTo>
                  <a:pt x="262932" y="87414"/>
                  <a:pt x="261121" y="95675"/>
                  <a:pt x="257499" y="103104"/>
                </a:cubicBezTo>
                <a:cubicBezTo>
                  <a:pt x="253878" y="110532"/>
                  <a:pt x="249039" y="116193"/>
                  <a:pt x="242983" y="120085"/>
                </a:cubicBezTo>
                <a:cubicBezTo>
                  <a:pt x="236928" y="123978"/>
                  <a:pt x="230011" y="125924"/>
                  <a:pt x="222234" y="125924"/>
                </a:cubicBezTo>
                <a:cubicBezTo>
                  <a:pt x="217721" y="125924"/>
                  <a:pt x="213714" y="125212"/>
                  <a:pt x="210211" y="123787"/>
                </a:cubicBezTo>
                <a:cubicBezTo>
                  <a:pt x="206708" y="122362"/>
                  <a:pt x="203265" y="120046"/>
                  <a:pt x="199881" y="116840"/>
                </a:cubicBezTo>
                <a:lnTo>
                  <a:pt x="186077" y="125924"/>
                </a:lnTo>
                <a:lnTo>
                  <a:pt x="183049" y="125924"/>
                </a:lnTo>
                <a:lnTo>
                  <a:pt x="183049" y="19948"/>
                </a:lnTo>
                <a:cubicBezTo>
                  <a:pt x="183049" y="15108"/>
                  <a:pt x="182841" y="12121"/>
                  <a:pt x="182426" y="10987"/>
                </a:cubicBezTo>
                <a:cubicBezTo>
                  <a:pt x="181832" y="9314"/>
                  <a:pt x="180897" y="8073"/>
                  <a:pt x="179621" y="7266"/>
                </a:cubicBezTo>
                <a:cubicBezTo>
                  <a:pt x="178344" y="6459"/>
                  <a:pt x="176192" y="5996"/>
                  <a:pt x="173164" y="5878"/>
                </a:cubicBezTo>
                <a:lnTo>
                  <a:pt x="173164" y="2672"/>
                </a:lnTo>
                <a:lnTo>
                  <a:pt x="207718" y="2672"/>
                </a:lnTo>
                <a:moveTo>
                  <a:pt x="207718" y="56383"/>
                </a:moveTo>
                <a:lnTo>
                  <a:pt x="207718" y="93475"/>
                </a:lnTo>
                <a:cubicBezTo>
                  <a:pt x="207718" y="101024"/>
                  <a:pt x="207896" y="105839"/>
                  <a:pt x="208252" y="107921"/>
                </a:cubicBezTo>
                <a:cubicBezTo>
                  <a:pt x="208846" y="111428"/>
                  <a:pt x="210270" y="114266"/>
                  <a:pt x="212527" y="116437"/>
                </a:cubicBezTo>
                <a:cubicBezTo>
                  <a:pt x="214783" y="118606"/>
                  <a:pt x="217662" y="119690"/>
                  <a:pt x="221165" y="119690"/>
                </a:cubicBezTo>
                <a:cubicBezTo>
                  <a:pt x="224193" y="119690"/>
                  <a:pt x="226790" y="118828"/>
                  <a:pt x="228957" y="117105"/>
                </a:cubicBezTo>
                <a:cubicBezTo>
                  <a:pt x="231124" y="115381"/>
                  <a:pt x="232935" y="111964"/>
                  <a:pt x="234390" y="106852"/>
                </a:cubicBezTo>
                <a:cubicBezTo>
                  <a:pt x="235844" y="101739"/>
                  <a:pt x="236571" y="92525"/>
                  <a:pt x="236571" y="79209"/>
                </a:cubicBezTo>
                <a:cubicBezTo>
                  <a:pt x="236571" y="66428"/>
                  <a:pt x="234968" y="57660"/>
                  <a:pt x="231762" y="52904"/>
                </a:cubicBezTo>
                <a:cubicBezTo>
                  <a:pt x="229447" y="49457"/>
                  <a:pt x="226330" y="47734"/>
                  <a:pt x="222412" y="47734"/>
                </a:cubicBezTo>
                <a:cubicBezTo>
                  <a:pt x="217306" y="47734"/>
                  <a:pt x="212408" y="50617"/>
                  <a:pt x="207718" y="56383"/>
                </a:cubicBezTo>
                <a:close/>
                <a:moveTo>
                  <a:pt x="312351" y="40075"/>
                </a:moveTo>
                <a:lnTo>
                  <a:pt x="312351" y="58955"/>
                </a:lnTo>
                <a:cubicBezTo>
                  <a:pt x="317872" y="50346"/>
                  <a:pt x="322711" y="44632"/>
                  <a:pt x="326867" y="41811"/>
                </a:cubicBezTo>
                <a:cubicBezTo>
                  <a:pt x="331023" y="38991"/>
                  <a:pt x="335030" y="37581"/>
                  <a:pt x="338889" y="37581"/>
                </a:cubicBezTo>
                <a:cubicBezTo>
                  <a:pt x="342214" y="37581"/>
                  <a:pt x="344871" y="38609"/>
                  <a:pt x="346860" y="40665"/>
                </a:cubicBezTo>
                <a:cubicBezTo>
                  <a:pt x="348848" y="42721"/>
                  <a:pt x="349843" y="45625"/>
                  <a:pt x="349843" y="49378"/>
                </a:cubicBezTo>
                <a:cubicBezTo>
                  <a:pt x="349843" y="53371"/>
                  <a:pt x="348878" y="56470"/>
                  <a:pt x="346949" y="58676"/>
                </a:cubicBezTo>
                <a:cubicBezTo>
                  <a:pt x="345019" y="60880"/>
                  <a:pt x="342689" y="61982"/>
                  <a:pt x="339958" y="61982"/>
                </a:cubicBezTo>
                <a:cubicBezTo>
                  <a:pt x="336811" y="61982"/>
                  <a:pt x="334080" y="60973"/>
                  <a:pt x="331765" y="58955"/>
                </a:cubicBezTo>
                <a:cubicBezTo>
                  <a:pt x="329449" y="56936"/>
                  <a:pt x="328084" y="55808"/>
                  <a:pt x="327668" y="55570"/>
                </a:cubicBezTo>
                <a:cubicBezTo>
                  <a:pt x="327074" y="55214"/>
                  <a:pt x="326392" y="55036"/>
                  <a:pt x="325620" y="55036"/>
                </a:cubicBezTo>
                <a:cubicBezTo>
                  <a:pt x="323898" y="55036"/>
                  <a:pt x="322265" y="55689"/>
                  <a:pt x="320722" y="56995"/>
                </a:cubicBezTo>
                <a:cubicBezTo>
                  <a:pt x="318288" y="59014"/>
                  <a:pt x="316447" y="61893"/>
                  <a:pt x="315200" y="65634"/>
                </a:cubicBezTo>
                <a:cubicBezTo>
                  <a:pt x="313301" y="71393"/>
                  <a:pt x="312351" y="77745"/>
                  <a:pt x="312351" y="84692"/>
                </a:cubicBezTo>
                <a:lnTo>
                  <a:pt x="312351" y="103838"/>
                </a:lnTo>
                <a:lnTo>
                  <a:pt x="312440" y="108825"/>
                </a:lnTo>
                <a:cubicBezTo>
                  <a:pt x="312440" y="112210"/>
                  <a:pt x="312648" y="114377"/>
                  <a:pt x="313063" y="115327"/>
                </a:cubicBezTo>
                <a:cubicBezTo>
                  <a:pt x="313776" y="116929"/>
                  <a:pt x="314829" y="118102"/>
                  <a:pt x="316225" y="118844"/>
                </a:cubicBezTo>
                <a:cubicBezTo>
                  <a:pt x="317620" y="119586"/>
                  <a:pt x="319980" y="120046"/>
                  <a:pt x="323304" y="120225"/>
                </a:cubicBezTo>
                <a:lnTo>
                  <a:pt x="323304" y="123431"/>
                </a:lnTo>
                <a:lnTo>
                  <a:pt x="278332" y="123431"/>
                </a:lnTo>
                <a:lnTo>
                  <a:pt x="278332" y="120225"/>
                </a:lnTo>
                <a:cubicBezTo>
                  <a:pt x="281953" y="119928"/>
                  <a:pt x="284402" y="118933"/>
                  <a:pt x="285679" y="117241"/>
                </a:cubicBezTo>
                <a:cubicBezTo>
                  <a:pt x="286955" y="115549"/>
                  <a:pt x="287593" y="111082"/>
                  <a:pt x="287593" y="103838"/>
                </a:cubicBezTo>
                <a:lnTo>
                  <a:pt x="287593" y="57708"/>
                </a:lnTo>
                <a:cubicBezTo>
                  <a:pt x="287593" y="52928"/>
                  <a:pt x="287356" y="49882"/>
                  <a:pt x="286881" y="48568"/>
                </a:cubicBezTo>
                <a:cubicBezTo>
                  <a:pt x="286287" y="46895"/>
                  <a:pt x="285426" y="45670"/>
                  <a:pt x="284298" y="44895"/>
                </a:cubicBezTo>
                <a:cubicBezTo>
                  <a:pt x="283170" y="44118"/>
                  <a:pt x="281181" y="43580"/>
                  <a:pt x="278332" y="43281"/>
                </a:cubicBezTo>
                <a:lnTo>
                  <a:pt x="278332" y="40075"/>
                </a:lnTo>
                <a:lnTo>
                  <a:pt x="312351" y="40075"/>
                </a:lnTo>
                <a:close/>
                <a:moveTo>
                  <a:pt x="403999" y="111141"/>
                </a:moveTo>
                <a:cubicBezTo>
                  <a:pt x="393847" y="120165"/>
                  <a:pt x="384734" y="124677"/>
                  <a:pt x="376659" y="124677"/>
                </a:cubicBezTo>
                <a:cubicBezTo>
                  <a:pt x="371910" y="124677"/>
                  <a:pt x="367962" y="123114"/>
                  <a:pt x="364815" y="119988"/>
                </a:cubicBezTo>
                <a:cubicBezTo>
                  <a:pt x="361668" y="116860"/>
                  <a:pt x="360095" y="112943"/>
                  <a:pt x="360095" y="108238"/>
                </a:cubicBezTo>
                <a:cubicBezTo>
                  <a:pt x="360095" y="101863"/>
                  <a:pt x="362826" y="96130"/>
                  <a:pt x="368288" y="91037"/>
                </a:cubicBezTo>
                <a:cubicBezTo>
                  <a:pt x="373750" y="85944"/>
                  <a:pt x="385654" y="79168"/>
                  <a:pt x="403999" y="70710"/>
                </a:cubicBezTo>
                <a:lnTo>
                  <a:pt x="403999" y="62339"/>
                </a:lnTo>
                <a:cubicBezTo>
                  <a:pt x="403999" y="56045"/>
                  <a:pt x="403658" y="52082"/>
                  <a:pt x="402975" y="50450"/>
                </a:cubicBezTo>
                <a:cubicBezTo>
                  <a:pt x="402292" y="48817"/>
                  <a:pt x="401001" y="47392"/>
                  <a:pt x="399101" y="46175"/>
                </a:cubicBezTo>
                <a:cubicBezTo>
                  <a:pt x="397201" y="44958"/>
                  <a:pt x="395064" y="44349"/>
                  <a:pt x="392689" y="44349"/>
                </a:cubicBezTo>
                <a:cubicBezTo>
                  <a:pt x="388830" y="44349"/>
                  <a:pt x="385654" y="45210"/>
                  <a:pt x="383160" y="46932"/>
                </a:cubicBezTo>
                <a:cubicBezTo>
                  <a:pt x="381617" y="48001"/>
                  <a:pt x="380845" y="49248"/>
                  <a:pt x="380845" y="50672"/>
                </a:cubicBezTo>
                <a:cubicBezTo>
                  <a:pt x="380845" y="51919"/>
                  <a:pt x="381676" y="53463"/>
                  <a:pt x="383338" y="55303"/>
                </a:cubicBezTo>
                <a:cubicBezTo>
                  <a:pt x="385594" y="57856"/>
                  <a:pt x="386722" y="60320"/>
                  <a:pt x="386722" y="62695"/>
                </a:cubicBezTo>
                <a:cubicBezTo>
                  <a:pt x="386722" y="65604"/>
                  <a:pt x="385639" y="68083"/>
                  <a:pt x="383472" y="70131"/>
                </a:cubicBezTo>
                <a:cubicBezTo>
                  <a:pt x="381305" y="72179"/>
                  <a:pt x="378470" y="73203"/>
                  <a:pt x="374967" y="73203"/>
                </a:cubicBezTo>
                <a:cubicBezTo>
                  <a:pt x="371227" y="73203"/>
                  <a:pt x="368095" y="72075"/>
                  <a:pt x="365572" y="69819"/>
                </a:cubicBezTo>
                <a:cubicBezTo>
                  <a:pt x="363049" y="67563"/>
                  <a:pt x="361787" y="64921"/>
                  <a:pt x="361787" y="61893"/>
                </a:cubicBezTo>
                <a:cubicBezTo>
                  <a:pt x="361787" y="57619"/>
                  <a:pt x="363479" y="53537"/>
                  <a:pt x="366863" y="49648"/>
                </a:cubicBezTo>
                <a:cubicBezTo>
                  <a:pt x="370247" y="45760"/>
                  <a:pt x="374967" y="42776"/>
                  <a:pt x="381023" y="40698"/>
                </a:cubicBezTo>
                <a:cubicBezTo>
                  <a:pt x="387079" y="38620"/>
                  <a:pt x="393372" y="37581"/>
                  <a:pt x="399903" y="37581"/>
                </a:cubicBezTo>
                <a:cubicBezTo>
                  <a:pt x="407799" y="37581"/>
                  <a:pt x="414048" y="39263"/>
                  <a:pt x="418649" y="42627"/>
                </a:cubicBezTo>
                <a:cubicBezTo>
                  <a:pt x="423250" y="45989"/>
                  <a:pt x="426233" y="49633"/>
                  <a:pt x="427599" y="53561"/>
                </a:cubicBezTo>
                <a:cubicBezTo>
                  <a:pt x="428430" y="56060"/>
                  <a:pt x="428846" y="61802"/>
                  <a:pt x="428846" y="70788"/>
                </a:cubicBezTo>
                <a:lnTo>
                  <a:pt x="428846" y="103190"/>
                </a:lnTo>
                <a:cubicBezTo>
                  <a:pt x="428846" y="106999"/>
                  <a:pt x="428994" y="109395"/>
                  <a:pt x="429291" y="110378"/>
                </a:cubicBezTo>
                <a:cubicBezTo>
                  <a:pt x="429588" y="111360"/>
                  <a:pt x="430033" y="112089"/>
                  <a:pt x="430627" y="112566"/>
                </a:cubicBezTo>
                <a:cubicBezTo>
                  <a:pt x="431220" y="113041"/>
                  <a:pt x="431903" y="113278"/>
                  <a:pt x="432675" y="113278"/>
                </a:cubicBezTo>
                <a:cubicBezTo>
                  <a:pt x="434219" y="113278"/>
                  <a:pt x="435792" y="112180"/>
                  <a:pt x="437395" y="109983"/>
                </a:cubicBezTo>
                <a:lnTo>
                  <a:pt x="440067" y="112121"/>
                </a:lnTo>
                <a:cubicBezTo>
                  <a:pt x="437098" y="116514"/>
                  <a:pt x="434026" y="119705"/>
                  <a:pt x="430849" y="121694"/>
                </a:cubicBezTo>
                <a:cubicBezTo>
                  <a:pt x="427673" y="123683"/>
                  <a:pt x="424066" y="124677"/>
                  <a:pt x="420029" y="124677"/>
                </a:cubicBezTo>
                <a:cubicBezTo>
                  <a:pt x="415280" y="124677"/>
                  <a:pt x="411569" y="123557"/>
                  <a:pt x="408897" y="121315"/>
                </a:cubicBezTo>
                <a:cubicBezTo>
                  <a:pt x="406226" y="119074"/>
                  <a:pt x="404593" y="115683"/>
                  <a:pt x="403999" y="111141"/>
                </a:cubicBezTo>
                <a:moveTo>
                  <a:pt x="403999" y="104551"/>
                </a:moveTo>
                <a:lnTo>
                  <a:pt x="403999" y="76693"/>
                </a:lnTo>
                <a:cubicBezTo>
                  <a:pt x="396815" y="80929"/>
                  <a:pt x="391472" y="85463"/>
                  <a:pt x="387969" y="90296"/>
                </a:cubicBezTo>
                <a:cubicBezTo>
                  <a:pt x="385654" y="93517"/>
                  <a:pt x="384496" y="96769"/>
                  <a:pt x="384496" y="100051"/>
                </a:cubicBezTo>
                <a:cubicBezTo>
                  <a:pt x="384496" y="102795"/>
                  <a:pt x="385476" y="105211"/>
                  <a:pt x="387435" y="107300"/>
                </a:cubicBezTo>
                <a:cubicBezTo>
                  <a:pt x="388919" y="108911"/>
                  <a:pt x="390997" y="109716"/>
                  <a:pt x="393669" y="109716"/>
                </a:cubicBezTo>
                <a:cubicBezTo>
                  <a:pt x="396637" y="109716"/>
                  <a:pt x="400081" y="107994"/>
                  <a:pt x="403999" y="104551"/>
                </a:cubicBezTo>
                <a:close/>
                <a:moveTo>
                  <a:pt x="483793" y="40075"/>
                </a:moveTo>
                <a:lnTo>
                  <a:pt x="483793" y="58955"/>
                </a:lnTo>
                <a:cubicBezTo>
                  <a:pt x="489314" y="50346"/>
                  <a:pt x="494153" y="44632"/>
                  <a:pt x="498309" y="41811"/>
                </a:cubicBezTo>
                <a:cubicBezTo>
                  <a:pt x="502465" y="38991"/>
                  <a:pt x="506472" y="37581"/>
                  <a:pt x="510331" y="37581"/>
                </a:cubicBezTo>
                <a:cubicBezTo>
                  <a:pt x="513656" y="37581"/>
                  <a:pt x="516313" y="38609"/>
                  <a:pt x="518302" y="40665"/>
                </a:cubicBezTo>
                <a:cubicBezTo>
                  <a:pt x="520291" y="42721"/>
                  <a:pt x="521285" y="45625"/>
                  <a:pt x="521285" y="49378"/>
                </a:cubicBezTo>
                <a:cubicBezTo>
                  <a:pt x="521285" y="53371"/>
                  <a:pt x="520320" y="56470"/>
                  <a:pt x="518391" y="58676"/>
                </a:cubicBezTo>
                <a:cubicBezTo>
                  <a:pt x="516461" y="60880"/>
                  <a:pt x="514131" y="61982"/>
                  <a:pt x="511400" y="61982"/>
                </a:cubicBezTo>
                <a:cubicBezTo>
                  <a:pt x="508253" y="61982"/>
                  <a:pt x="505522" y="60973"/>
                  <a:pt x="503207" y="58955"/>
                </a:cubicBezTo>
                <a:cubicBezTo>
                  <a:pt x="500891" y="56936"/>
                  <a:pt x="499526" y="55808"/>
                  <a:pt x="499110" y="55570"/>
                </a:cubicBezTo>
                <a:cubicBezTo>
                  <a:pt x="498517" y="55214"/>
                  <a:pt x="497834" y="55036"/>
                  <a:pt x="497062" y="55036"/>
                </a:cubicBezTo>
                <a:cubicBezTo>
                  <a:pt x="495340" y="55036"/>
                  <a:pt x="493708" y="55689"/>
                  <a:pt x="492164" y="56995"/>
                </a:cubicBezTo>
                <a:cubicBezTo>
                  <a:pt x="489730" y="59014"/>
                  <a:pt x="487889" y="61893"/>
                  <a:pt x="486643" y="65634"/>
                </a:cubicBezTo>
                <a:cubicBezTo>
                  <a:pt x="484743" y="71393"/>
                  <a:pt x="483793" y="77745"/>
                  <a:pt x="483793" y="84692"/>
                </a:cubicBezTo>
                <a:lnTo>
                  <a:pt x="483793" y="103838"/>
                </a:lnTo>
                <a:lnTo>
                  <a:pt x="483882" y="108825"/>
                </a:lnTo>
                <a:cubicBezTo>
                  <a:pt x="483882" y="112210"/>
                  <a:pt x="484090" y="114377"/>
                  <a:pt x="484505" y="115327"/>
                </a:cubicBezTo>
                <a:cubicBezTo>
                  <a:pt x="485218" y="116929"/>
                  <a:pt x="486272" y="118102"/>
                  <a:pt x="487667" y="118844"/>
                </a:cubicBezTo>
                <a:cubicBezTo>
                  <a:pt x="489062" y="119586"/>
                  <a:pt x="491422" y="120046"/>
                  <a:pt x="494747" y="120225"/>
                </a:cubicBezTo>
                <a:lnTo>
                  <a:pt x="494747" y="123431"/>
                </a:lnTo>
                <a:lnTo>
                  <a:pt x="449774" y="123431"/>
                </a:lnTo>
                <a:lnTo>
                  <a:pt x="449774" y="120225"/>
                </a:lnTo>
                <a:cubicBezTo>
                  <a:pt x="453395" y="119928"/>
                  <a:pt x="455844" y="118933"/>
                  <a:pt x="457121" y="117241"/>
                </a:cubicBezTo>
                <a:cubicBezTo>
                  <a:pt x="458397" y="115549"/>
                  <a:pt x="459036" y="111082"/>
                  <a:pt x="459036" y="103838"/>
                </a:cubicBezTo>
                <a:lnTo>
                  <a:pt x="459036" y="57708"/>
                </a:lnTo>
                <a:cubicBezTo>
                  <a:pt x="459036" y="52928"/>
                  <a:pt x="458798" y="49882"/>
                  <a:pt x="458323" y="48568"/>
                </a:cubicBezTo>
                <a:cubicBezTo>
                  <a:pt x="457729" y="46895"/>
                  <a:pt x="456869" y="45670"/>
                  <a:pt x="455740" y="44895"/>
                </a:cubicBezTo>
                <a:cubicBezTo>
                  <a:pt x="454612" y="44118"/>
                  <a:pt x="452624" y="43580"/>
                  <a:pt x="449774" y="43281"/>
                </a:cubicBezTo>
                <a:lnTo>
                  <a:pt x="449774" y="40075"/>
                </a:lnTo>
                <a:lnTo>
                  <a:pt x="483793" y="40075"/>
                </a:lnTo>
                <a:close/>
                <a:moveTo>
                  <a:pt x="567693" y="126895"/>
                </a:moveTo>
                <a:lnTo>
                  <a:pt x="540798" y="65035"/>
                </a:lnTo>
                <a:cubicBezTo>
                  <a:pt x="536761" y="55666"/>
                  <a:pt x="533778" y="49907"/>
                  <a:pt x="531848" y="47759"/>
                </a:cubicBezTo>
                <a:cubicBezTo>
                  <a:pt x="529919" y="45608"/>
                  <a:pt x="527589" y="44116"/>
                  <a:pt x="524858" y="43281"/>
                </a:cubicBezTo>
                <a:lnTo>
                  <a:pt x="524858" y="40075"/>
                </a:lnTo>
                <a:lnTo>
                  <a:pt x="569118" y="40075"/>
                </a:lnTo>
                <a:lnTo>
                  <a:pt x="569118" y="43281"/>
                </a:lnTo>
                <a:cubicBezTo>
                  <a:pt x="566209" y="43400"/>
                  <a:pt x="564161" y="43966"/>
                  <a:pt x="562973" y="44981"/>
                </a:cubicBezTo>
                <a:cubicBezTo>
                  <a:pt x="561786" y="45994"/>
                  <a:pt x="561192" y="47217"/>
                  <a:pt x="561192" y="48649"/>
                </a:cubicBezTo>
                <a:cubicBezTo>
                  <a:pt x="561192" y="50915"/>
                  <a:pt x="562676" y="55388"/>
                  <a:pt x="565645" y="62069"/>
                </a:cubicBezTo>
                <a:lnTo>
                  <a:pt x="579894" y="94816"/>
                </a:lnTo>
                <a:lnTo>
                  <a:pt x="589601" y="69510"/>
                </a:lnTo>
                <a:cubicBezTo>
                  <a:pt x="593104" y="60499"/>
                  <a:pt x="594855" y="54233"/>
                  <a:pt x="594855" y="50711"/>
                </a:cubicBezTo>
                <a:cubicBezTo>
                  <a:pt x="594855" y="48504"/>
                  <a:pt x="594128" y="46743"/>
                  <a:pt x="592673" y="45429"/>
                </a:cubicBezTo>
                <a:cubicBezTo>
                  <a:pt x="591219" y="44116"/>
                  <a:pt x="588651" y="43400"/>
                  <a:pt x="584970" y="43281"/>
                </a:cubicBezTo>
                <a:lnTo>
                  <a:pt x="584970" y="40075"/>
                </a:lnTo>
                <a:lnTo>
                  <a:pt x="612844" y="40075"/>
                </a:lnTo>
                <a:lnTo>
                  <a:pt x="612844" y="43281"/>
                </a:lnTo>
                <a:cubicBezTo>
                  <a:pt x="610113" y="43580"/>
                  <a:pt x="607887" y="44639"/>
                  <a:pt x="606165" y="46459"/>
                </a:cubicBezTo>
                <a:cubicBezTo>
                  <a:pt x="604443" y="48279"/>
                  <a:pt x="601564" y="54471"/>
                  <a:pt x="597527" y="65035"/>
                </a:cubicBezTo>
                <a:lnTo>
                  <a:pt x="573749" y="126815"/>
                </a:lnTo>
                <a:cubicBezTo>
                  <a:pt x="567752" y="142251"/>
                  <a:pt x="563300" y="151750"/>
                  <a:pt x="560391" y="155312"/>
                </a:cubicBezTo>
                <a:cubicBezTo>
                  <a:pt x="556294" y="160299"/>
                  <a:pt x="551159" y="162793"/>
                  <a:pt x="544984" y="162793"/>
                </a:cubicBezTo>
                <a:cubicBezTo>
                  <a:pt x="540056" y="162793"/>
                  <a:pt x="536064" y="161383"/>
                  <a:pt x="533006" y="158563"/>
                </a:cubicBezTo>
                <a:cubicBezTo>
                  <a:pt x="529949" y="155743"/>
                  <a:pt x="528420" y="152344"/>
                  <a:pt x="528420" y="148366"/>
                </a:cubicBezTo>
                <a:cubicBezTo>
                  <a:pt x="528420" y="144923"/>
                  <a:pt x="529474" y="142073"/>
                  <a:pt x="531581" y="139817"/>
                </a:cubicBezTo>
                <a:cubicBezTo>
                  <a:pt x="533689" y="137561"/>
                  <a:pt x="536286" y="136433"/>
                  <a:pt x="539374" y="136433"/>
                </a:cubicBezTo>
                <a:cubicBezTo>
                  <a:pt x="542342" y="136433"/>
                  <a:pt x="544732" y="137377"/>
                  <a:pt x="546542" y="139266"/>
                </a:cubicBezTo>
                <a:cubicBezTo>
                  <a:pt x="548353" y="141156"/>
                  <a:pt x="549288" y="144080"/>
                  <a:pt x="549348" y="148038"/>
                </a:cubicBezTo>
                <a:cubicBezTo>
                  <a:pt x="549407" y="150283"/>
                  <a:pt x="549674" y="151730"/>
                  <a:pt x="550149" y="152379"/>
                </a:cubicBezTo>
                <a:cubicBezTo>
                  <a:pt x="550624" y="153028"/>
                  <a:pt x="551307" y="153353"/>
                  <a:pt x="552197" y="153353"/>
                </a:cubicBezTo>
                <a:cubicBezTo>
                  <a:pt x="553622" y="153353"/>
                  <a:pt x="555136" y="152496"/>
                  <a:pt x="556739" y="150782"/>
                </a:cubicBezTo>
                <a:cubicBezTo>
                  <a:pt x="559114" y="148299"/>
                  <a:pt x="561904" y="142626"/>
                  <a:pt x="565110" y="133761"/>
                </a:cubicBezTo>
                <a:lnTo>
                  <a:pt x="567693" y="1268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OS">
            <a:extLst xmlns:a="http://schemas.openxmlformats.org/drawingml/2006/main">
              <a:ext uri="{FF2B5EF4-FFF2-40B4-BE49-F238E27FC236}">
                <a16:creationId xmlns:a16="http://schemas.microsoft.com/office/drawing/2014/main" id="{A2EDFBA9-26EA-4193-B8A1-D8B5029D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93" y="2780857"/>
            <a:ext cx="229267" cy="126102"/>
          </a:xfrm>
          <a:custGeom xmlns:a="http://schemas.openxmlformats.org/drawingml/2006/main">
            <a:pathLst>
              <a:path w="229267" h="126102">
                <a:moveTo>
                  <a:pt x="63318" y="891"/>
                </a:moveTo>
                <a:cubicBezTo>
                  <a:pt x="82554" y="178"/>
                  <a:pt x="98183" y="5789"/>
                  <a:pt x="110206" y="17722"/>
                </a:cubicBezTo>
                <a:cubicBezTo>
                  <a:pt x="122228" y="29655"/>
                  <a:pt x="128240" y="44587"/>
                  <a:pt x="128240" y="62517"/>
                </a:cubicBezTo>
                <a:cubicBezTo>
                  <a:pt x="128240" y="77834"/>
                  <a:pt x="123757" y="91311"/>
                  <a:pt x="114792" y="102948"/>
                </a:cubicBezTo>
                <a:cubicBezTo>
                  <a:pt x="102918" y="118384"/>
                  <a:pt x="86146" y="126102"/>
                  <a:pt x="64476" y="126102"/>
                </a:cubicBezTo>
                <a:cubicBezTo>
                  <a:pt x="42747" y="126102"/>
                  <a:pt x="25945" y="118740"/>
                  <a:pt x="14071" y="104016"/>
                </a:cubicBezTo>
                <a:cubicBezTo>
                  <a:pt x="4690" y="92380"/>
                  <a:pt x="0" y="78576"/>
                  <a:pt x="0" y="62606"/>
                </a:cubicBezTo>
                <a:cubicBezTo>
                  <a:pt x="0" y="44676"/>
                  <a:pt x="6100" y="29730"/>
                  <a:pt x="18301" y="17767"/>
                </a:cubicBezTo>
                <a:cubicBezTo>
                  <a:pt x="30501" y="5803"/>
                  <a:pt x="45507" y="178"/>
                  <a:pt x="63318" y="891"/>
                </a:cubicBezTo>
                <a:moveTo>
                  <a:pt x="64387" y="6590"/>
                </a:moveTo>
                <a:cubicBezTo>
                  <a:pt x="53344" y="6590"/>
                  <a:pt x="44943" y="12226"/>
                  <a:pt x="39184" y="23497"/>
                </a:cubicBezTo>
                <a:cubicBezTo>
                  <a:pt x="34494" y="32751"/>
                  <a:pt x="32149" y="46040"/>
                  <a:pt x="32149" y="63363"/>
                </a:cubicBezTo>
                <a:cubicBezTo>
                  <a:pt x="32149" y="83948"/>
                  <a:pt x="35771" y="99164"/>
                  <a:pt x="43014" y="109012"/>
                </a:cubicBezTo>
                <a:cubicBezTo>
                  <a:pt x="48060" y="115893"/>
                  <a:pt x="55125" y="119334"/>
                  <a:pt x="64209" y="119334"/>
                </a:cubicBezTo>
                <a:cubicBezTo>
                  <a:pt x="70324" y="119334"/>
                  <a:pt x="75430" y="117851"/>
                  <a:pt x="79526" y="114884"/>
                </a:cubicBezTo>
                <a:cubicBezTo>
                  <a:pt x="84751" y="111088"/>
                  <a:pt x="88818" y="105023"/>
                  <a:pt x="91727" y="96689"/>
                </a:cubicBezTo>
                <a:cubicBezTo>
                  <a:pt x="94636" y="88353"/>
                  <a:pt x="96091" y="77482"/>
                  <a:pt x="96091" y="64075"/>
                </a:cubicBezTo>
                <a:cubicBezTo>
                  <a:pt x="96091" y="48116"/>
                  <a:pt x="94606" y="36177"/>
                  <a:pt x="91638" y="28258"/>
                </a:cubicBezTo>
                <a:cubicBezTo>
                  <a:pt x="88669" y="20338"/>
                  <a:pt x="84884" y="14747"/>
                  <a:pt x="80283" y="11485"/>
                </a:cubicBezTo>
                <a:cubicBezTo>
                  <a:pt x="75682" y="8222"/>
                  <a:pt x="70383" y="6590"/>
                  <a:pt x="64387" y="6590"/>
                </a:cubicBezTo>
                <a:close/>
                <a:moveTo>
                  <a:pt x="220807" y="0"/>
                </a:moveTo>
                <a:lnTo>
                  <a:pt x="221786" y="40253"/>
                </a:lnTo>
                <a:lnTo>
                  <a:pt x="218135" y="40253"/>
                </a:lnTo>
                <a:cubicBezTo>
                  <a:pt x="216413" y="30186"/>
                  <a:pt x="212183" y="22088"/>
                  <a:pt x="205444" y="15960"/>
                </a:cubicBezTo>
                <a:cubicBezTo>
                  <a:pt x="198706" y="9832"/>
                  <a:pt x="191418" y="6768"/>
                  <a:pt x="183581" y="6768"/>
                </a:cubicBezTo>
                <a:cubicBezTo>
                  <a:pt x="177526" y="6768"/>
                  <a:pt x="172732" y="8381"/>
                  <a:pt x="169199" y="11608"/>
                </a:cubicBezTo>
                <a:cubicBezTo>
                  <a:pt x="165666" y="14832"/>
                  <a:pt x="163900" y="18546"/>
                  <a:pt x="163900" y="22748"/>
                </a:cubicBezTo>
                <a:cubicBezTo>
                  <a:pt x="163900" y="25410"/>
                  <a:pt x="164524" y="27778"/>
                  <a:pt x="165770" y="29850"/>
                </a:cubicBezTo>
                <a:cubicBezTo>
                  <a:pt x="167492" y="32631"/>
                  <a:pt x="170253" y="35383"/>
                  <a:pt x="174053" y="38104"/>
                </a:cubicBezTo>
                <a:cubicBezTo>
                  <a:pt x="176843" y="40058"/>
                  <a:pt x="183285" y="43521"/>
                  <a:pt x="193378" y="48493"/>
                </a:cubicBezTo>
                <a:cubicBezTo>
                  <a:pt x="207508" y="55417"/>
                  <a:pt x="217037" y="61958"/>
                  <a:pt x="221964" y="68116"/>
                </a:cubicBezTo>
                <a:cubicBezTo>
                  <a:pt x="226833" y="74272"/>
                  <a:pt x="229267" y="81317"/>
                  <a:pt x="229267" y="89250"/>
                </a:cubicBezTo>
                <a:cubicBezTo>
                  <a:pt x="229267" y="99313"/>
                  <a:pt x="225333" y="107971"/>
                  <a:pt x="217467" y="115224"/>
                </a:cubicBezTo>
                <a:cubicBezTo>
                  <a:pt x="209600" y="122476"/>
                  <a:pt x="199611" y="126102"/>
                  <a:pt x="187500" y="126102"/>
                </a:cubicBezTo>
                <a:cubicBezTo>
                  <a:pt x="183700" y="126102"/>
                  <a:pt x="180108" y="125716"/>
                  <a:pt x="176724" y="124944"/>
                </a:cubicBezTo>
                <a:cubicBezTo>
                  <a:pt x="173340" y="124173"/>
                  <a:pt x="169095" y="122718"/>
                  <a:pt x="163989" y="120581"/>
                </a:cubicBezTo>
                <a:cubicBezTo>
                  <a:pt x="161140" y="119393"/>
                  <a:pt x="158794" y="118800"/>
                  <a:pt x="156954" y="118800"/>
                </a:cubicBezTo>
                <a:cubicBezTo>
                  <a:pt x="155410" y="118800"/>
                  <a:pt x="153778" y="119401"/>
                  <a:pt x="152056" y="120603"/>
                </a:cubicBezTo>
                <a:cubicBezTo>
                  <a:pt x="150334" y="121805"/>
                  <a:pt x="148939" y="123638"/>
                  <a:pt x="147870" y="126102"/>
                </a:cubicBezTo>
                <a:lnTo>
                  <a:pt x="144575" y="126102"/>
                </a:lnTo>
                <a:lnTo>
                  <a:pt x="144575" y="80506"/>
                </a:lnTo>
                <a:lnTo>
                  <a:pt x="147870" y="80506"/>
                </a:lnTo>
                <a:cubicBezTo>
                  <a:pt x="150483" y="93300"/>
                  <a:pt x="155514" y="103059"/>
                  <a:pt x="162965" y="109783"/>
                </a:cubicBezTo>
                <a:cubicBezTo>
                  <a:pt x="170416" y="116506"/>
                  <a:pt x="178446" y="119868"/>
                  <a:pt x="187055" y="119868"/>
                </a:cubicBezTo>
                <a:cubicBezTo>
                  <a:pt x="193704" y="119868"/>
                  <a:pt x="199003" y="118063"/>
                  <a:pt x="202951" y="114453"/>
                </a:cubicBezTo>
                <a:cubicBezTo>
                  <a:pt x="206899" y="110842"/>
                  <a:pt x="208873" y="106640"/>
                  <a:pt x="208873" y="101846"/>
                </a:cubicBezTo>
                <a:cubicBezTo>
                  <a:pt x="208873" y="99005"/>
                  <a:pt x="208116" y="96254"/>
                  <a:pt x="206602" y="93591"/>
                </a:cubicBezTo>
                <a:cubicBezTo>
                  <a:pt x="205088" y="90927"/>
                  <a:pt x="202788" y="88397"/>
                  <a:pt x="199700" y="86000"/>
                </a:cubicBezTo>
                <a:cubicBezTo>
                  <a:pt x="196613" y="83602"/>
                  <a:pt x="191151" y="80481"/>
                  <a:pt x="183314" y="76635"/>
                </a:cubicBezTo>
                <a:cubicBezTo>
                  <a:pt x="172331" y="71249"/>
                  <a:pt x="164435" y="66659"/>
                  <a:pt x="159626" y="62865"/>
                </a:cubicBezTo>
                <a:cubicBezTo>
                  <a:pt x="154817" y="59071"/>
                  <a:pt x="151121" y="54832"/>
                  <a:pt x="148538" y="50149"/>
                </a:cubicBezTo>
                <a:cubicBezTo>
                  <a:pt x="145956" y="45466"/>
                  <a:pt x="144664" y="40310"/>
                  <a:pt x="144664" y="34679"/>
                </a:cubicBezTo>
                <a:cubicBezTo>
                  <a:pt x="144664" y="25076"/>
                  <a:pt x="148197" y="16895"/>
                  <a:pt x="155262" y="10138"/>
                </a:cubicBezTo>
                <a:cubicBezTo>
                  <a:pt x="162327" y="3379"/>
                  <a:pt x="171232" y="0"/>
                  <a:pt x="181978" y="0"/>
                </a:cubicBezTo>
                <a:cubicBezTo>
                  <a:pt x="185897" y="0"/>
                  <a:pt x="189697" y="481"/>
                  <a:pt x="193378" y="1442"/>
                </a:cubicBezTo>
                <a:cubicBezTo>
                  <a:pt x="196168" y="2161"/>
                  <a:pt x="199567" y="3496"/>
                  <a:pt x="203574" y="5446"/>
                </a:cubicBezTo>
                <a:cubicBezTo>
                  <a:pt x="207582" y="7396"/>
                  <a:pt x="210387" y="8371"/>
                  <a:pt x="211990" y="8371"/>
                </a:cubicBezTo>
                <a:cubicBezTo>
                  <a:pt x="213534" y="8371"/>
                  <a:pt x="214751" y="7892"/>
                  <a:pt x="215641" y="6932"/>
                </a:cubicBezTo>
                <a:cubicBezTo>
                  <a:pt x="216532" y="5971"/>
                  <a:pt x="217363" y="3661"/>
                  <a:pt x="218135" y="0"/>
                </a:cubicBezTo>
                <a:lnTo>
                  <a:pt x="2208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FF464-9DBE-48CF-B6B2-299FC16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858" y="2655635"/>
            <a:ext cx="1035947" cy="362946"/>
          </a:xfrm>
          <a:custGeom xmlns:a="http://schemas.openxmlformats.org/drawingml/2006/main">
            <a:pathLst>
              <a:path w="1035947" h="362946">
                <a:moveTo>
                  <a:pt x="0" y="362946"/>
                </a:moveTo>
                <a:lnTo>
                  <a:pt x="0" y="0"/>
                </a:lnTo>
                <a:lnTo>
                  <a:pt x="1035947" y="0"/>
                </a:lnTo>
                <a:lnTo>
                  <a:pt x="1035947" y="362946"/>
                </a:lnTo>
                <a:lnTo>
                  <a:pt x="0" y="362946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7AE76-8911-4445-A1F8-FD62AC9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858" y="2655635"/>
            <a:ext cx="1035947" cy="362946"/>
          </a:xfrm>
          <a:custGeom xmlns:a="http://schemas.openxmlformats.org/drawingml/2006/main">
            <a:pathLst>
              <a:path w="1035947" h="362946" fill="none">
                <a:moveTo>
                  <a:pt x="0" y="362946"/>
                </a:moveTo>
                <a:lnTo>
                  <a:pt x="1035947" y="362946"/>
                </a:lnTo>
                <a:lnTo>
                  <a:pt x="1035947" y="0"/>
                </a:lnTo>
                <a:lnTo>
                  <a:pt x="0" y="0"/>
                </a:lnTo>
                <a:lnTo>
                  <a:pt x="0" y="362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28" name="Text OSKernel">
            <a:extLst xmlns:a="http://schemas.openxmlformats.org/drawingml/2006/main">
              <a:ext uri="{FF2B5EF4-FFF2-40B4-BE49-F238E27FC236}">
                <a16:creationId xmlns:a16="http://schemas.microsoft.com/office/drawing/2014/main" id="{9449D29B-BE71-4799-8BA9-857ACB7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195" y="2777651"/>
            <a:ext cx="760941" cy="129308"/>
          </a:xfrm>
          <a:custGeom xmlns:a="http://schemas.openxmlformats.org/drawingml/2006/main">
            <a:pathLst>
              <a:path w="760941" h="129308">
                <a:moveTo>
                  <a:pt x="720955" y="13180"/>
                </a:moveTo>
                <a:lnTo>
                  <a:pt x="721250" y="13064"/>
                </a:lnTo>
                <a:lnTo>
                  <a:pt x="721540" y="12953"/>
                </a:lnTo>
                <a:lnTo>
                  <a:pt x="721826" y="12846"/>
                </a:lnTo>
                <a:lnTo>
                  <a:pt x="722108" y="12745"/>
                </a:lnTo>
                <a:lnTo>
                  <a:pt x="722385" y="12648"/>
                </a:lnTo>
                <a:lnTo>
                  <a:pt x="722658" y="12557"/>
                </a:lnTo>
                <a:lnTo>
                  <a:pt x="722927" y="12470"/>
                </a:lnTo>
                <a:lnTo>
                  <a:pt x="723191" y="12389"/>
                </a:lnTo>
                <a:lnTo>
                  <a:pt x="723452" y="12312"/>
                </a:lnTo>
                <a:lnTo>
                  <a:pt x="723707" y="12240"/>
                </a:lnTo>
                <a:lnTo>
                  <a:pt x="723959" y="12173"/>
                </a:lnTo>
                <a:lnTo>
                  <a:pt x="724206" y="12112"/>
                </a:lnTo>
                <a:lnTo>
                  <a:pt x="724448" y="12055"/>
                </a:lnTo>
                <a:lnTo>
                  <a:pt x="724687" y="12003"/>
                </a:lnTo>
                <a:lnTo>
                  <a:pt x="724921" y="11956"/>
                </a:lnTo>
                <a:lnTo>
                  <a:pt x="725151" y="11914"/>
                </a:lnTo>
                <a:lnTo>
                  <a:pt x="725376" y="11877"/>
                </a:lnTo>
                <a:lnTo>
                  <a:pt x="725597" y="11844"/>
                </a:lnTo>
                <a:lnTo>
                  <a:pt x="725814" y="11817"/>
                </a:lnTo>
                <a:lnTo>
                  <a:pt x="726026" y="11795"/>
                </a:lnTo>
                <a:lnTo>
                  <a:pt x="726234" y="11778"/>
                </a:lnTo>
                <a:lnTo>
                  <a:pt x="726438" y="11765"/>
                </a:lnTo>
                <a:lnTo>
                  <a:pt x="726638" y="11758"/>
                </a:lnTo>
                <a:lnTo>
                  <a:pt x="726833" y="11755"/>
                </a:lnTo>
                <a:lnTo>
                  <a:pt x="727010" y="11757"/>
                </a:lnTo>
                <a:lnTo>
                  <a:pt x="727184" y="11763"/>
                </a:lnTo>
                <a:lnTo>
                  <a:pt x="727355" y="11773"/>
                </a:lnTo>
                <a:lnTo>
                  <a:pt x="727524" y="11787"/>
                </a:lnTo>
                <a:lnTo>
                  <a:pt x="727691" y="11806"/>
                </a:lnTo>
                <a:lnTo>
                  <a:pt x="727854" y="11828"/>
                </a:lnTo>
                <a:lnTo>
                  <a:pt x="728015" y="11854"/>
                </a:lnTo>
                <a:lnTo>
                  <a:pt x="728174" y="11884"/>
                </a:lnTo>
                <a:lnTo>
                  <a:pt x="728329" y="11918"/>
                </a:lnTo>
                <a:lnTo>
                  <a:pt x="728483" y="11956"/>
                </a:lnTo>
                <a:lnTo>
                  <a:pt x="728633" y="11998"/>
                </a:lnTo>
                <a:lnTo>
                  <a:pt x="728781" y="12045"/>
                </a:lnTo>
                <a:lnTo>
                  <a:pt x="728926" y="12095"/>
                </a:lnTo>
                <a:lnTo>
                  <a:pt x="729069" y="12149"/>
                </a:lnTo>
                <a:lnTo>
                  <a:pt x="729209" y="12208"/>
                </a:lnTo>
                <a:lnTo>
                  <a:pt x="729346" y="12270"/>
                </a:lnTo>
                <a:lnTo>
                  <a:pt x="729481" y="12336"/>
                </a:lnTo>
                <a:lnTo>
                  <a:pt x="729613" y="12407"/>
                </a:lnTo>
                <a:lnTo>
                  <a:pt x="729742" y="12481"/>
                </a:lnTo>
                <a:lnTo>
                  <a:pt x="729869" y="12559"/>
                </a:lnTo>
                <a:lnTo>
                  <a:pt x="729994" y="12642"/>
                </a:lnTo>
                <a:lnTo>
                  <a:pt x="730115" y="12728"/>
                </a:lnTo>
                <a:lnTo>
                  <a:pt x="730234" y="12819"/>
                </a:lnTo>
                <a:lnTo>
                  <a:pt x="730350" y="12913"/>
                </a:lnTo>
                <a:lnTo>
                  <a:pt x="730464" y="13013"/>
                </a:lnTo>
                <a:lnTo>
                  <a:pt x="730575" y="13120"/>
                </a:lnTo>
                <a:lnTo>
                  <a:pt x="730684" y="13234"/>
                </a:lnTo>
                <a:lnTo>
                  <a:pt x="730790" y="13355"/>
                </a:lnTo>
                <a:lnTo>
                  <a:pt x="730893" y="13482"/>
                </a:lnTo>
                <a:lnTo>
                  <a:pt x="730993" y="13617"/>
                </a:lnTo>
                <a:lnTo>
                  <a:pt x="731091" y="13759"/>
                </a:lnTo>
                <a:lnTo>
                  <a:pt x="731187" y="13907"/>
                </a:lnTo>
                <a:lnTo>
                  <a:pt x="731279" y="14063"/>
                </a:lnTo>
                <a:lnTo>
                  <a:pt x="731369" y="14226"/>
                </a:lnTo>
                <a:lnTo>
                  <a:pt x="731457" y="14395"/>
                </a:lnTo>
                <a:lnTo>
                  <a:pt x="731542" y="14572"/>
                </a:lnTo>
                <a:lnTo>
                  <a:pt x="731624" y="14755"/>
                </a:lnTo>
                <a:lnTo>
                  <a:pt x="731703" y="14946"/>
                </a:lnTo>
                <a:lnTo>
                  <a:pt x="731780" y="15143"/>
                </a:lnTo>
                <a:lnTo>
                  <a:pt x="731855" y="15347"/>
                </a:lnTo>
                <a:lnTo>
                  <a:pt x="731926" y="15558"/>
                </a:lnTo>
                <a:lnTo>
                  <a:pt x="731995" y="15777"/>
                </a:lnTo>
                <a:lnTo>
                  <a:pt x="732062" y="16002"/>
                </a:lnTo>
                <a:lnTo>
                  <a:pt x="732125" y="16234"/>
                </a:lnTo>
                <a:lnTo>
                  <a:pt x="732187" y="16473"/>
                </a:lnTo>
                <a:lnTo>
                  <a:pt x="732245" y="16719"/>
                </a:lnTo>
                <a:lnTo>
                  <a:pt x="732301" y="16972"/>
                </a:lnTo>
                <a:lnTo>
                  <a:pt x="732354" y="17232"/>
                </a:lnTo>
                <a:lnTo>
                  <a:pt x="732405" y="17514"/>
                </a:lnTo>
                <a:lnTo>
                  <a:pt x="732454" y="17833"/>
                </a:lnTo>
                <a:lnTo>
                  <a:pt x="732500" y="18189"/>
                </a:lnTo>
                <a:lnTo>
                  <a:pt x="732545" y="18582"/>
                </a:lnTo>
                <a:lnTo>
                  <a:pt x="732587" y="19011"/>
                </a:lnTo>
                <a:lnTo>
                  <a:pt x="732627" y="19478"/>
                </a:lnTo>
                <a:lnTo>
                  <a:pt x="732665" y="19982"/>
                </a:lnTo>
                <a:lnTo>
                  <a:pt x="732701" y="20522"/>
                </a:lnTo>
                <a:lnTo>
                  <a:pt x="732734" y="21100"/>
                </a:lnTo>
                <a:lnTo>
                  <a:pt x="732766" y="21714"/>
                </a:lnTo>
                <a:lnTo>
                  <a:pt x="732795" y="22366"/>
                </a:lnTo>
                <a:lnTo>
                  <a:pt x="732822" y="23054"/>
                </a:lnTo>
                <a:lnTo>
                  <a:pt x="732847" y="23780"/>
                </a:lnTo>
                <a:lnTo>
                  <a:pt x="732869" y="24542"/>
                </a:lnTo>
                <a:lnTo>
                  <a:pt x="732890" y="25341"/>
                </a:lnTo>
                <a:lnTo>
                  <a:pt x="732908" y="26177"/>
                </a:lnTo>
                <a:lnTo>
                  <a:pt x="732925" y="27050"/>
                </a:lnTo>
                <a:lnTo>
                  <a:pt x="732939" y="27961"/>
                </a:lnTo>
                <a:lnTo>
                  <a:pt x="732951" y="28908"/>
                </a:lnTo>
                <a:lnTo>
                  <a:pt x="732960" y="29892"/>
                </a:lnTo>
                <a:lnTo>
                  <a:pt x="732968" y="30913"/>
                </a:lnTo>
                <a:lnTo>
                  <a:pt x="732973" y="31971"/>
                </a:lnTo>
                <a:lnTo>
                  <a:pt x="732977" y="33065"/>
                </a:lnTo>
                <a:lnTo>
                  <a:pt x="732978" y="34197"/>
                </a:lnTo>
                <a:lnTo>
                  <a:pt x="732978" y="108113"/>
                </a:lnTo>
                <a:lnTo>
                  <a:pt x="732976" y="108739"/>
                </a:lnTo>
                <a:lnTo>
                  <a:pt x="732970" y="109348"/>
                </a:lnTo>
                <a:lnTo>
                  <a:pt x="732960" y="109940"/>
                </a:lnTo>
                <a:lnTo>
                  <a:pt x="732945" y="110514"/>
                </a:lnTo>
                <a:lnTo>
                  <a:pt x="732927" y="111072"/>
                </a:lnTo>
                <a:lnTo>
                  <a:pt x="732905" y="111612"/>
                </a:lnTo>
                <a:lnTo>
                  <a:pt x="732879" y="112136"/>
                </a:lnTo>
                <a:lnTo>
                  <a:pt x="732849" y="112642"/>
                </a:lnTo>
                <a:lnTo>
                  <a:pt x="732815" y="113131"/>
                </a:lnTo>
                <a:lnTo>
                  <a:pt x="732777" y="113603"/>
                </a:lnTo>
                <a:lnTo>
                  <a:pt x="732734" y="114058"/>
                </a:lnTo>
                <a:lnTo>
                  <a:pt x="732688" y="114496"/>
                </a:lnTo>
                <a:lnTo>
                  <a:pt x="732638" y="114917"/>
                </a:lnTo>
                <a:lnTo>
                  <a:pt x="732584" y="115320"/>
                </a:lnTo>
                <a:lnTo>
                  <a:pt x="732525" y="115707"/>
                </a:lnTo>
                <a:lnTo>
                  <a:pt x="732463" y="116076"/>
                </a:lnTo>
                <a:lnTo>
                  <a:pt x="732397" y="116428"/>
                </a:lnTo>
                <a:lnTo>
                  <a:pt x="732326" y="116764"/>
                </a:lnTo>
                <a:lnTo>
                  <a:pt x="732252" y="117082"/>
                </a:lnTo>
                <a:lnTo>
                  <a:pt x="732174" y="117383"/>
                </a:lnTo>
                <a:lnTo>
                  <a:pt x="732091" y="117667"/>
                </a:lnTo>
                <a:lnTo>
                  <a:pt x="732005" y="117933"/>
                </a:lnTo>
                <a:lnTo>
                  <a:pt x="731914" y="118183"/>
                </a:lnTo>
                <a:lnTo>
                  <a:pt x="731820" y="118416"/>
                </a:lnTo>
                <a:lnTo>
                  <a:pt x="731722" y="118637"/>
                </a:lnTo>
                <a:lnTo>
                  <a:pt x="731621" y="118853"/>
                </a:lnTo>
                <a:lnTo>
                  <a:pt x="731517" y="119063"/>
                </a:lnTo>
                <a:lnTo>
                  <a:pt x="731409" y="119269"/>
                </a:lnTo>
                <a:lnTo>
                  <a:pt x="731299" y="119469"/>
                </a:lnTo>
                <a:lnTo>
                  <a:pt x="731185" y="119663"/>
                </a:lnTo>
                <a:lnTo>
                  <a:pt x="731069" y="119853"/>
                </a:lnTo>
                <a:lnTo>
                  <a:pt x="730949" y="120037"/>
                </a:lnTo>
                <a:lnTo>
                  <a:pt x="730826" y="120216"/>
                </a:lnTo>
                <a:lnTo>
                  <a:pt x="730701" y="120390"/>
                </a:lnTo>
                <a:lnTo>
                  <a:pt x="730572" y="120558"/>
                </a:lnTo>
                <a:lnTo>
                  <a:pt x="730440" y="120721"/>
                </a:lnTo>
                <a:lnTo>
                  <a:pt x="730304" y="120879"/>
                </a:lnTo>
                <a:lnTo>
                  <a:pt x="730166" y="121032"/>
                </a:lnTo>
                <a:lnTo>
                  <a:pt x="730025" y="121179"/>
                </a:lnTo>
                <a:lnTo>
                  <a:pt x="729880" y="121321"/>
                </a:lnTo>
                <a:lnTo>
                  <a:pt x="729733" y="121458"/>
                </a:lnTo>
                <a:lnTo>
                  <a:pt x="729582" y="121589"/>
                </a:lnTo>
                <a:lnTo>
                  <a:pt x="729429" y="121715"/>
                </a:lnTo>
                <a:lnTo>
                  <a:pt x="729272" y="121836"/>
                </a:lnTo>
                <a:lnTo>
                  <a:pt x="729112" y="121952"/>
                </a:lnTo>
                <a:lnTo>
                  <a:pt x="728949" y="122062"/>
                </a:lnTo>
                <a:lnTo>
                  <a:pt x="728783" y="122167"/>
                </a:lnTo>
                <a:lnTo>
                  <a:pt x="728614" y="122267"/>
                </a:lnTo>
                <a:lnTo>
                  <a:pt x="728437" y="122362"/>
                </a:lnTo>
                <a:lnTo>
                  <a:pt x="728248" y="122453"/>
                </a:lnTo>
                <a:lnTo>
                  <a:pt x="728046" y="122540"/>
                </a:lnTo>
                <a:lnTo>
                  <a:pt x="727832" y="122623"/>
                </a:lnTo>
                <a:lnTo>
                  <a:pt x="727606" y="122701"/>
                </a:lnTo>
                <a:lnTo>
                  <a:pt x="727367" y="122776"/>
                </a:lnTo>
                <a:lnTo>
                  <a:pt x="727116" y="122847"/>
                </a:lnTo>
                <a:lnTo>
                  <a:pt x="726853" y="122914"/>
                </a:lnTo>
                <a:lnTo>
                  <a:pt x="726577" y="122976"/>
                </a:lnTo>
                <a:lnTo>
                  <a:pt x="726289" y="123035"/>
                </a:lnTo>
                <a:lnTo>
                  <a:pt x="725988" y="123089"/>
                </a:lnTo>
                <a:lnTo>
                  <a:pt x="725675" y="123140"/>
                </a:lnTo>
                <a:lnTo>
                  <a:pt x="725350" y="123186"/>
                </a:lnTo>
                <a:lnTo>
                  <a:pt x="725012" y="123229"/>
                </a:lnTo>
                <a:lnTo>
                  <a:pt x="724662" y="123267"/>
                </a:lnTo>
                <a:lnTo>
                  <a:pt x="724300" y="123301"/>
                </a:lnTo>
                <a:lnTo>
                  <a:pt x="723925" y="123332"/>
                </a:lnTo>
                <a:lnTo>
                  <a:pt x="723538" y="123358"/>
                </a:lnTo>
                <a:lnTo>
                  <a:pt x="723138" y="123380"/>
                </a:lnTo>
                <a:lnTo>
                  <a:pt x="722726" y="123398"/>
                </a:lnTo>
                <a:lnTo>
                  <a:pt x="722302" y="123412"/>
                </a:lnTo>
                <a:lnTo>
                  <a:pt x="721866" y="123422"/>
                </a:lnTo>
                <a:lnTo>
                  <a:pt x="721417" y="123429"/>
                </a:lnTo>
                <a:lnTo>
                  <a:pt x="720955" y="123431"/>
                </a:lnTo>
                <a:lnTo>
                  <a:pt x="720955" y="126637"/>
                </a:lnTo>
                <a:lnTo>
                  <a:pt x="760941" y="126637"/>
                </a:lnTo>
                <a:lnTo>
                  <a:pt x="760941" y="123431"/>
                </a:lnTo>
                <a:lnTo>
                  <a:pt x="760421" y="123428"/>
                </a:lnTo>
                <a:lnTo>
                  <a:pt x="759915" y="123422"/>
                </a:lnTo>
                <a:lnTo>
                  <a:pt x="759423" y="123410"/>
                </a:lnTo>
                <a:lnTo>
                  <a:pt x="758945" y="123395"/>
                </a:lnTo>
                <a:lnTo>
                  <a:pt x="758480" y="123374"/>
                </a:lnTo>
                <a:lnTo>
                  <a:pt x="758030" y="123349"/>
                </a:lnTo>
                <a:lnTo>
                  <a:pt x="757594" y="123320"/>
                </a:lnTo>
                <a:lnTo>
                  <a:pt x="757171" y="123286"/>
                </a:lnTo>
                <a:lnTo>
                  <a:pt x="756762" y="123248"/>
                </a:lnTo>
                <a:lnTo>
                  <a:pt x="756368" y="123205"/>
                </a:lnTo>
                <a:lnTo>
                  <a:pt x="755987" y="123158"/>
                </a:lnTo>
                <a:lnTo>
                  <a:pt x="755620" y="123106"/>
                </a:lnTo>
                <a:lnTo>
                  <a:pt x="755267" y="123050"/>
                </a:lnTo>
                <a:lnTo>
                  <a:pt x="754928" y="122989"/>
                </a:lnTo>
                <a:lnTo>
                  <a:pt x="754603" y="122924"/>
                </a:lnTo>
                <a:lnTo>
                  <a:pt x="754292" y="122854"/>
                </a:lnTo>
                <a:lnTo>
                  <a:pt x="753994" y="122780"/>
                </a:lnTo>
                <a:lnTo>
                  <a:pt x="753711" y="122701"/>
                </a:lnTo>
                <a:lnTo>
                  <a:pt x="753441" y="122618"/>
                </a:lnTo>
                <a:lnTo>
                  <a:pt x="753186" y="122530"/>
                </a:lnTo>
                <a:lnTo>
                  <a:pt x="752944" y="122438"/>
                </a:lnTo>
                <a:lnTo>
                  <a:pt x="752716" y="122341"/>
                </a:lnTo>
                <a:lnTo>
                  <a:pt x="752503" y="122239"/>
                </a:lnTo>
                <a:lnTo>
                  <a:pt x="752303" y="122134"/>
                </a:lnTo>
                <a:lnTo>
                  <a:pt x="752112" y="122023"/>
                </a:lnTo>
                <a:lnTo>
                  <a:pt x="751925" y="121909"/>
                </a:lnTo>
                <a:lnTo>
                  <a:pt x="751743" y="121790"/>
                </a:lnTo>
                <a:lnTo>
                  <a:pt x="751564" y="121667"/>
                </a:lnTo>
                <a:lnTo>
                  <a:pt x="751390" y="121540"/>
                </a:lnTo>
                <a:lnTo>
                  <a:pt x="751220" y="121408"/>
                </a:lnTo>
                <a:lnTo>
                  <a:pt x="751054" y="121273"/>
                </a:lnTo>
                <a:lnTo>
                  <a:pt x="750893" y="121133"/>
                </a:lnTo>
                <a:lnTo>
                  <a:pt x="750735" y="120989"/>
                </a:lnTo>
                <a:lnTo>
                  <a:pt x="750582" y="120841"/>
                </a:lnTo>
                <a:lnTo>
                  <a:pt x="750433" y="120689"/>
                </a:lnTo>
                <a:lnTo>
                  <a:pt x="750288" y="120532"/>
                </a:lnTo>
                <a:lnTo>
                  <a:pt x="750147" y="120371"/>
                </a:lnTo>
                <a:lnTo>
                  <a:pt x="750010" y="120206"/>
                </a:lnTo>
                <a:lnTo>
                  <a:pt x="749878" y="120037"/>
                </a:lnTo>
                <a:lnTo>
                  <a:pt x="749750" y="119864"/>
                </a:lnTo>
                <a:lnTo>
                  <a:pt x="749626" y="119686"/>
                </a:lnTo>
                <a:lnTo>
                  <a:pt x="749506" y="119505"/>
                </a:lnTo>
                <a:lnTo>
                  <a:pt x="749390" y="119319"/>
                </a:lnTo>
                <a:lnTo>
                  <a:pt x="749278" y="119129"/>
                </a:lnTo>
                <a:lnTo>
                  <a:pt x="749171" y="118935"/>
                </a:lnTo>
                <a:lnTo>
                  <a:pt x="749068" y="118736"/>
                </a:lnTo>
                <a:lnTo>
                  <a:pt x="748969" y="118533"/>
                </a:lnTo>
                <a:lnTo>
                  <a:pt x="748874" y="118327"/>
                </a:lnTo>
                <a:lnTo>
                  <a:pt x="748783" y="118108"/>
                </a:lnTo>
                <a:lnTo>
                  <a:pt x="748696" y="117872"/>
                </a:lnTo>
                <a:lnTo>
                  <a:pt x="748613" y="117618"/>
                </a:lnTo>
                <a:lnTo>
                  <a:pt x="748534" y="117346"/>
                </a:lnTo>
                <a:lnTo>
                  <a:pt x="748458" y="117055"/>
                </a:lnTo>
                <a:lnTo>
                  <a:pt x="748387" y="116747"/>
                </a:lnTo>
                <a:lnTo>
                  <a:pt x="748319" y="116420"/>
                </a:lnTo>
                <a:lnTo>
                  <a:pt x="748256" y="116076"/>
                </a:lnTo>
                <a:lnTo>
                  <a:pt x="748196" y="115714"/>
                </a:lnTo>
                <a:lnTo>
                  <a:pt x="748140" y="115333"/>
                </a:lnTo>
                <a:lnTo>
                  <a:pt x="748087" y="114935"/>
                </a:lnTo>
                <a:lnTo>
                  <a:pt x="748039" y="114518"/>
                </a:lnTo>
                <a:lnTo>
                  <a:pt x="747995" y="114083"/>
                </a:lnTo>
                <a:lnTo>
                  <a:pt x="747954" y="113631"/>
                </a:lnTo>
                <a:lnTo>
                  <a:pt x="747917" y="113160"/>
                </a:lnTo>
                <a:lnTo>
                  <a:pt x="747884" y="112672"/>
                </a:lnTo>
                <a:lnTo>
                  <a:pt x="747855" y="112165"/>
                </a:lnTo>
                <a:lnTo>
                  <a:pt x="747830" y="111640"/>
                </a:lnTo>
                <a:lnTo>
                  <a:pt x="747809" y="111097"/>
                </a:lnTo>
                <a:lnTo>
                  <a:pt x="747792" y="110537"/>
                </a:lnTo>
                <a:lnTo>
                  <a:pt x="747778" y="109958"/>
                </a:lnTo>
                <a:lnTo>
                  <a:pt x="747769" y="109361"/>
                </a:lnTo>
                <a:lnTo>
                  <a:pt x="747763" y="108746"/>
                </a:lnTo>
                <a:lnTo>
                  <a:pt x="747761" y="108113"/>
                </a:lnTo>
                <a:lnTo>
                  <a:pt x="747761" y="0"/>
                </a:lnTo>
                <a:lnTo>
                  <a:pt x="743753" y="0"/>
                </a:lnTo>
                <a:lnTo>
                  <a:pt x="719441" y="9974"/>
                </a:lnTo>
                <a:lnTo>
                  <a:pt x="720955" y="13180"/>
                </a:lnTo>
                <a:close/>
                <a:moveTo>
                  <a:pt x="346337" y="38682"/>
                </a:moveTo>
                <a:lnTo>
                  <a:pt x="347558" y="37442"/>
                </a:lnTo>
                <a:lnTo>
                  <a:pt x="348729" y="36252"/>
                </a:lnTo>
                <a:lnTo>
                  <a:pt x="349851" y="35113"/>
                </a:lnTo>
                <a:lnTo>
                  <a:pt x="350924" y="34025"/>
                </a:lnTo>
                <a:lnTo>
                  <a:pt x="351947" y="32988"/>
                </a:lnTo>
                <a:lnTo>
                  <a:pt x="352922" y="32001"/>
                </a:lnTo>
                <a:lnTo>
                  <a:pt x="353847" y="31066"/>
                </a:lnTo>
                <a:lnTo>
                  <a:pt x="354723" y="30181"/>
                </a:lnTo>
                <a:lnTo>
                  <a:pt x="355550" y="29347"/>
                </a:lnTo>
                <a:lnTo>
                  <a:pt x="356328" y="28564"/>
                </a:lnTo>
                <a:lnTo>
                  <a:pt x="357057" y="27831"/>
                </a:lnTo>
                <a:lnTo>
                  <a:pt x="357736" y="27150"/>
                </a:lnTo>
                <a:lnTo>
                  <a:pt x="358367" y="26519"/>
                </a:lnTo>
                <a:lnTo>
                  <a:pt x="358948" y="25939"/>
                </a:lnTo>
                <a:lnTo>
                  <a:pt x="359480" y="25410"/>
                </a:lnTo>
                <a:lnTo>
                  <a:pt x="359963" y="24932"/>
                </a:lnTo>
                <a:lnTo>
                  <a:pt x="360396" y="24504"/>
                </a:lnTo>
                <a:lnTo>
                  <a:pt x="360781" y="24128"/>
                </a:lnTo>
                <a:lnTo>
                  <a:pt x="361116" y="23802"/>
                </a:lnTo>
                <a:lnTo>
                  <a:pt x="361403" y="23527"/>
                </a:lnTo>
                <a:lnTo>
                  <a:pt x="361640" y="23303"/>
                </a:lnTo>
                <a:lnTo>
                  <a:pt x="361827" y="23129"/>
                </a:lnTo>
                <a:lnTo>
                  <a:pt x="362388" y="22617"/>
                </a:lnTo>
                <a:lnTo>
                  <a:pt x="362941" y="22116"/>
                </a:lnTo>
                <a:lnTo>
                  <a:pt x="363486" y="21627"/>
                </a:lnTo>
                <a:lnTo>
                  <a:pt x="364024" y="21150"/>
                </a:lnTo>
                <a:lnTo>
                  <a:pt x="364555" y="20685"/>
                </a:lnTo>
                <a:lnTo>
                  <a:pt x="365078" y="20232"/>
                </a:lnTo>
                <a:lnTo>
                  <a:pt x="365594" y="19791"/>
                </a:lnTo>
                <a:lnTo>
                  <a:pt x="366102" y="19361"/>
                </a:lnTo>
                <a:lnTo>
                  <a:pt x="366603" y="18944"/>
                </a:lnTo>
                <a:lnTo>
                  <a:pt x="367096" y="18538"/>
                </a:lnTo>
                <a:lnTo>
                  <a:pt x="367583" y="18144"/>
                </a:lnTo>
                <a:lnTo>
                  <a:pt x="368061" y="17762"/>
                </a:lnTo>
                <a:lnTo>
                  <a:pt x="368533" y="17392"/>
                </a:lnTo>
                <a:lnTo>
                  <a:pt x="368996" y="17034"/>
                </a:lnTo>
                <a:lnTo>
                  <a:pt x="369453" y="16688"/>
                </a:lnTo>
                <a:lnTo>
                  <a:pt x="369902" y="16354"/>
                </a:lnTo>
                <a:lnTo>
                  <a:pt x="370343" y="16031"/>
                </a:lnTo>
                <a:lnTo>
                  <a:pt x="370777" y="15721"/>
                </a:lnTo>
                <a:lnTo>
                  <a:pt x="371204" y="15422"/>
                </a:lnTo>
                <a:lnTo>
                  <a:pt x="371623" y="15135"/>
                </a:lnTo>
                <a:lnTo>
                  <a:pt x="372035" y="14860"/>
                </a:lnTo>
                <a:lnTo>
                  <a:pt x="372440" y="14597"/>
                </a:lnTo>
                <a:lnTo>
                  <a:pt x="372837" y="14346"/>
                </a:lnTo>
                <a:lnTo>
                  <a:pt x="373226" y="14107"/>
                </a:lnTo>
                <a:lnTo>
                  <a:pt x="373610" y="13877"/>
                </a:lnTo>
                <a:lnTo>
                  <a:pt x="373988" y="13653"/>
                </a:lnTo>
                <a:lnTo>
                  <a:pt x="374362" y="13435"/>
                </a:lnTo>
                <a:lnTo>
                  <a:pt x="374731" y="13224"/>
                </a:lnTo>
                <a:lnTo>
                  <a:pt x="375094" y="13019"/>
                </a:lnTo>
                <a:lnTo>
                  <a:pt x="375453" y="12821"/>
                </a:lnTo>
                <a:lnTo>
                  <a:pt x="375807" y="12629"/>
                </a:lnTo>
                <a:lnTo>
                  <a:pt x="376155" y="12443"/>
                </a:lnTo>
                <a:lnTo>
                  <a:pt x="376499" y="12263"/>
                </a:lnTo>
                <a:lnTo>
                  <a:pt x="376838" y="12090"/>
                </a:lnTo>
                <a:lnTo>
                  <a:pt x="377172" y="11923"/>
                </a:lnTo>
                <a:lnTo>
                  <a:pt x="377501" y="11763"/>
                </a:lnTo>
                <a:lnTo>
                  <a:pt x="377825" y="11609"/>
                </a:lnTo>
                <a:lnTo>
                  <a:pt x="378144" y="11461"/>
                </a:lnTo>
                <a:lnTo>
                  <a:pt x="378458" y="11319"/>
                </a:lnTo>
                <a:lnTo>
                  <a:pt x="378768" y="11184"/>
                </a:lnTo>
                <a:lnTo>
                  <a:pt x="379072" y="11055"/>
                </a:lnTo>
                <a:lnTo>
                  <a:pt x="379371" y="10933"/>
                </a:lnTo>
                <a:lnTo>
                  <a:pt x="379666" y="10817"/>
                </a:lnTo>
                <a:lnTo>
                  <a:pt x="379955" y="10707"/>
                </a:lnTo>
                <a:lnTo>
                  <a:pt x="380240" y="10603"/>
                </a:lnTo>
                <a:lnTo>
                  <a:pt x="380519" y="10506"/>
                </a:lnTo>
                <a:lnTo>
                  <a:pt x="380794" y="10415"/>
                </a:lnTo>
                <a:lnTo>
                  <a:pt x="381063" y="10330"/>
                </a:lnTo>
                <a:lnTo>
                  <a:pt x="381332" y="10250"/>
                </a:lnTo>
                <a:lnTo>
                  <a:pt x="381603" y="10173"/>
                </a:lnTo>
                <a:lnTo>
                  <a:pt x="381876" y="10099"/>
                </a:lnTo>
                <a:lnTo>
                  <a:pt x="382152" y="10029"/>
                </a:lnTo>
                <a:lnTo>
                  <a:pt x="382430" y="9961"/>
                </a:lnTo>
                <a:lnTo>
                  <a:pt x="382711" y="9896"/>
                </a:lnTo>
                <a:lnTo>
                  <a:pt x="382994" y="9835"/>
                </a:lnTo>
                <a:lnTo>
                  <a:pt x="383280" y="9776"/>
                </a:lnTo>
                <a:lnTo>
                  <a:pt x="383568" y="9721"/>
                </a:lnTo>
                <a:lnTo>
                  <a:pt x="383859" y="9669"/>
                </a:lnTo>
                <a:lnTo>
                  <a:pt x="384152" y="9620"/>
                </a:lnTo>
                <a:lnTo>
                  <a:pt x="384447" y="9573"/>
                </a:lnTo>
                <a:lnTo>
                  <a:pt x="384746" y="9530"/>
                </a:lnTo>
                <a:lnTo>
                  <a:pt x="385046" y="9491"/>
                </a:lnTo>
                <a:lnTo>
                  <a:pt x="385349" y="9454"/>
                </a:lnTo>
                <a:lnTo>
                  <a:pt x="385655" y="9420"/>
                </a:lnTo>
                <a:lnTo>
                  <a:pt x="385963" y="9389"/>
                </a:lnTo>
                <a:lnTo>
                  <a:pt x="386273" y="9362"/>
                </a:lnTo>
                <a:lnTo>
                  <a:pt x="386586" y="9338"/>
                </a:lnTo>
                <a:lnTo>
                  <a:pt x="386901" y="9316"/>
                </a:lnTo>
                <a:lnTo>
                  <a:pt x="387219" y="9298"/>
                </a:lnTo>
                <a:lnTo>
                  <a:pt x="387540" y="9283"/>
                </a:lnTo>
                <a:lnTo>
                  <a:pt x="387862" y="9271"/>
                </a:lnTo>
                <a:lnTo>
                  <a:pt x="388188" y="9262"/>
                </a:lnTo>
                <a:lnTo>
                  <a:pt x="388188" y="5878"/>
                </a:lnTo>
                <a:lnTo>
                  <a:pt x="343838" y="5878"/>
                </a:lnTo>
                <a:lnTo>
                  <a:pt x="343838" y="9262"/>
                </a:lnTo>
                <a:lnTo>
                  <a:pt x="346599" y="9262"/>
                </a:lnTo>
                <a:lnTo>
                  <a:pt x="346966" y="9264"/>
                </a:lnTo>
                <a:lnTo>
                  <a:pt x="347323" y="9273"/>
                </a:lnTo>
                <a:lnTo>
                  <a:pt x="347672" y="9286"/>
                </a:lnTo>
                <a:lnTo>
                  <a:pt x="348011" y="9305"/>
                </a:lnTo>
                <a:lnTo>
                  <a:pt x="348342" y="9329"/>
                </a:lnTo>
                <a:lnTo>
                  <a:pt x="348664" y="9359"/>
                </a:lnTo>
                <a:lnTo>
                  <a:pt x="348977" y="9394"/>
                </a:lnTo>
                <a:lnTo>
                  <a:pt x="349280" y="9434"/>
                </a:lnTo>
                <a:lnTo>
                  <a:pt x="349575" y="9480"/>
                </a:lnTo>
                <a:lnTo>
                  <a:pt x="349861" y="9531"/>
                </a:lnTo>
                <a:lnTo>
                  <a:pt x="350138" y="9588"/>
                </a:lnTo>
                <a:lnTo>
                  <a:pt x="350406" y="9650"/>
                </a:lnTo>
                <a:lnTo>
                  <a:pt x="350665" y="9717"/>
                </a:lnTo>
                <a:lnTo>
                  <a:pt x="350915" y="9790"/>
                </a:lnTo>
                <a:lnTo>
                  <a:pt x="351156" y="9868"/>
                </a:lnTo>
                <a:lnTo>
                  <a:pt x="351388" y="9952"/>
                </a:lnTo>
                <a:lnTo>
                  <a:pt x="351611" y="10041"/>
                </a:lnTo>
                <a:lnTo>
                  <a:pt x="351825" y="10135"/>
                </a:lnTo>
                <a:lnTo>
                  <a:pt x="352031" y="10235"/>
                </a:lnTo>
                <a:lnTo>
                  <a:pt x="352227" y="10340"/>
                </a:lnTo>
                <a:lnTo>
                  <a:pt x="352414" y="10451"/>
                </a:lnTo>
                <a:lnTo>
                  <a:pt x="352592" y="10567"/>
                </a:lnTo>
                <a:lnTo>
                  <a:pt x="352762" y="10688"/>
                </a:lnTo>
                <a:lnTo>
                  <a:pt x="352922" y="10815"/>
                </a:lnTo>
                <a:lnTo>
                  <a:pt x="353074" y="10945"/>
                </a:lnTo>
                <a:lnTo>
                  <a:pt x="353221" y="11077"/>
                </a:lnTo>
                <a:lnTo>
                  <a:pt x="353360" y="11211"/>
                </a:lnTo>
                <a:lnTo>
                  <a:pt x="353493" y="11346"/>
                </a:lnTo>
                <a:lnTo>
                  <a:pt x="353620" y="11483"/>
                </a:lnTo>
                <a:lnTo>
                  <a:pt x="353740" y="11622"/>
                </a:lnTo>
                <a:lnTo>
                  <a:pt x="353854" y="11762"/>
                </a:lnTo>
                <a:lnTo>
                  <a:pt x="353961" y="11904"/>
                </a:lnTo>
                <a:lnTo>
                  <a:pt x="354061" y="12048"/>
                </a:lnTo>
                <a:lnTo>
                  <a:pt x="354156" y="12194"/>
                </a:lnTo>
                <a:lnTo>
                  <a:pt x="354243" y="12341"/>
                </a:lnTo>
                <a:lnTo>
                  <a:pt x="354324" y="12490"/>
                </a:lnTo>
                <a:lnTo>
                  <a:pt x="354399" y="12641"/>
                </a:lnTo>
                <a:lnTo>
                  <a:pt x="354467" y="12793"/>
                </a:lnTo>
                <a:lnTo>
                  <a:pt x="354529" y="12947"/>
                </a:lnTo>
                <a:lnTo>
                  <a:pt x="354584" y="13103"/>
                </a:lnTo>
                <a:lnTo>
                  <a:pt x="354633" y="13260"/>
                </a:lnTo>
                <a:lnTo>
                  <a:pt x="354675" y="13420"/>
                </a:lnTo>
                <a:lnTo>
                  <a:pt x="354711" y="13580"/>
                </a:lnTo>
                <a:lnTo>
                  <a:pt x="354740" y="13743"/>
                </a:lnTo>
                <a:lnTo>
                  <a:pt x="354763" y="13907"/>
                </a:lnTo>
                <a:lnTo>
                  <a:pt x="354779" y="14073"/>
                </a:lnTo>
                <a:lnTo>
                  <a:pt x="354789" y="14241"/>
                </a:lnTo>
                <a:lnTo>
                  <a:pt x="354792" y="14410"/>
                </a:lnTo>
                <a:lnTo>
                  <a:pt x="354788" y="14634"/>
                </a:lnTo>
                <a:lnTo>
                  <a:pt x="354775" y="14860"/>
                </a:lnTo>
                <a:lnTo>
                  <a:pt x="354754" y="15090"/>
                </a:lnTo>
                <a:lnTo>
                  <a:pt x="354725" y="15323"/>
                </a:lnTo>
                <a:lnTo>
                  <a:pt x="354688" y="15558"/>
                </a:lnTo>
                <a:lnTo>
                  <a:pt x="354642" y="15797"/>
                </a:lnTo>
                <a:lnTo>
                  <a:pt x="354587" y="16039"/>
                </a:lnTo>
                <a:lnTo>
                  <a:pt x="354525" y="16284"/>
                </a:lnTo>
                <a:lnTo>
                  <a:pt x="354454" y="16533"/>
                </a:lnTo>
                <a:lnTo>
                  <a:pt x="354375" y="16784"/>
                </a:lnTo>
                <a:lnTo>
                  <a:pt x="354287" y="17038"/>
                </a:lnTo>
                <a:lnTo>
                  <a:pt x="354191" y="17296"/>
                </a:lnTo>
                <a:lnTo>
                  <a:pt x="354087" y="17556"/>
                </a:lnTo>
                <a:lnTo>
                  <a:pt x="353974" y="17820"/>
                </a:lnTo>
                <a:lnTo>
                  <a:pt x="353853" y="18086"/>
                </a:lnTo>
                <a:lnTo>
                  <a:pt x="353723" y="18356"/>
                </a:lnTo>
                <a:lnTo>
                  <a:pt x="353586" y="18629"/>
                </a:lnTo>
                <a:lnTo>
                  <a:pt x="353440" y="18905"/>
                </a:lnTo>
                <a:lnTo>
                  <a:pt x="353285" y="19184"/>
                </a:lnTo>
                <a:lnTo>
                  <a:pt x="353122" y="19466"/>
                </a:lnTo>
                <a:lnTo>
                  <a:pt x="352951" y="19751"/>
                </a:lnTo>
                <a:lnTo>
                  <a:pt x="352772" y="20039"/>
                </a:lnTo>
                <a:lnTo>
                  <a:pt x="352584" y="20330"/>
                </a:lnTo>
                <a:lnTo>
                  <a:pt x="352388" y="20625"/>
                </a:lnTo>
                <a:lnTo>
                  <a:pt x="351891" y="21326"/>
                </a:lnTo>
                <a:lnTo>
                  <a:pt x="351322" y="22083"/>
                </a:lnTo>
                <a:lnTo>
                  <a:pt x="350680" y="22895"/>
                </a:lnTo>
                <a:lnTo>
                  <a:pt x="349966" y="23764"/>
                </a:lnTo>
                <a:lnTo>
                  <a:pt x="349179" y="24688"/>
                </a:lnTo>
                <a:lnTo>
                  <a:pt x="348319" y="25668"/>
                </a:lnTo>
                <a:lnTo>
                  <a:pt x="347386" y="26704"/>
                </a:lnTo>
                <a:lnTo>
                  <a:pt x="346381" y="27796"/>
                </a:lnTo>
                <a:lnTo>
                  <a:pt x="345303" y="28944"/>
                </a:lnTo>
                <a:lnTo>
                  <a:pt x="344153" y="30147"/>
                </a:lnTo>
                <a:lnTo>
                  <a:pt x="342930" y="31406"/>
                </a:lnTo>
                <a:lnTo>
                  <a:pt x="341634" y="32721"/>
                </a:lnTo>
                <a:lnTo>
                  <a:pt x="340266" y="34092"/>
                </a:lnTo>
                <a:lnTo>
                  <a:pt x="338825" y="35518"/>
                </a:lnTo>
                <a:lnTo>
                  <a:pt x="337311" y="37000"/>
                </a:lnTo>
                <a:lnTo>
                  <a:pt x="335724" y="38538"/>
                </a:lnTo>
                <a:lnTo>
                  <a:pt x="334065" y="40132"/>
                </a:lnTo>
                <a:lnTo>
                  <a:pt x="332333" y="41782"/>
                </a:lnTo>
                <a:lnTo>
                  <a:pt x="330529" y="43487"/>
                </a:lnTo>
                <a:lnTo>
                  <a:pt x="328652" y="45249"/>
                </a:lnTo>
                <a:lnTo>
                  <a:pt x="326702" y="47066"/>
                </a:lnTo>
                <a:lnTo>
                  <a:pt x="324680" y="48938"/>
                </a:lnTo>
                <a:lnTo>
                  <a:pt x="322584" y="50867"/>
                </a:lnTo>
                <a:lnTo>
                  <a:pt x="320417" y="52851"/>
                </a:lnTo>
                <a:lnTo>
                  <a:pt x="319563" y="53637"/>
                </a:lnTo>
                <a:lnTo>
                  <a:pt x="318740" y="54395"/>
                </a:lnTo>
                <a:lnTo>
                  <a:pt x="317947" y="55125"/>
                </a:lnTo>
                <a:lnTo>
                  <a:pt x="317184" y="55828"/>
                </a:lnTo>
                <a:lnTo>
                  <a:pt x="316450" y="56503"/>
                </a:lnTo>
                <a:lnTo>
                  <a:pt x="315747" y="57151"/>
                </a:lnTo>
                <a:lnTo>
                  <a:pt x="315074" y="57772"/>
                </a:lnTo>
                <a:lnTo>
                  <a:pt x="314430" y="58365"/>
                </a:lnTo>
                <a:lnTo>
                  <a:pt x="313817" y="58931"/>
                </a:lnTo>
                <a:lnTo>
                  <a:pt x="313234" y="59469"/>
                </a:lnTo>
                <a:lnTo>
                  <a:pt x="312680" y="59980"/>
                </a:lnTo>
                <a:lnTo>
                  <a:pt x="312157" y="60464"/>
                </a:lnTo>
                <a:lnTo>
                  <a:pt x="311663" y="60920"/>
                </a:lnTo>
                <a:lnTo>
                  <a:pt x="311200" y="61348"/>
                </a:lnTo>
                <a:lnTo>
                  <a:pt x="310767" y="61749"/>
                </a:lnTo>
                <a:lnTo>
                  <a:pt x="310363" y="62123"/>
                </a:lnTo>
                <a:lnTo>
                  <a:pt x="309990" y="62469"/>
                </a:lnTo>
                <a:lnTo>
                  <a:pt x="309647" y="62788"/>
                </a:lnTo>
                <a:lnTo>
                  <a:pt x="309333" y="63080"/>
                </a:lnTo>
                <a:lnTo>
                  <a:pt x="309050" y="63344"/>
                </a:lnTo>
                <a:lnTo>
                  <a:pt x="308796" y="63580"/>
                </a:lnTo>
                <a:lnTo>
                  <a:pt x="308573" y="63789"/>
                </a:lnTo>
                <a:lnTo>
                  <a:pt x="308380" y="63971"/>
                </a:lnTo>
                <a:lnTo>
                  <a:pt x="308216" y="64125"/>
                </a:lnTo>
                <a:lnTo>
                  <a:pt x="308216" y="27251"/>
                </a:lnTo>
                <a:lnTo>
                  <a:pt x="308218" y="26523"/>
                </a:lnTo>
                <a:lnTo>
                  <a:pt x="308224" y="25816"/>
                </a:lnTo>
                <a:lnTo>
                  <a:pt x="308233" y="25130"/>
                </a:lnTo>
                <a:lnTo>
                  <a:pt x="308246" y="24465"/>
                </a:lnTo>
                <a:lnTo>
                  <a:pt x="308263" y="23820"/>
                </a:lnTo>
                <a:lnTo>
                  <a:pt x="308283" y="23197"/>
                </a:lnTo>
                <a:lnTo>
                  <a:pt x="308307" y="22595"/>
                </a:lnTo>
                <a:lnTo>
                  <a:pt x="308335" y="22013"/>
                </a:lnTo>
                <a:lnTo>
                  <a:pt x="308366" y="21452"/>
                </a:lnTo>
                <a:lnTo>
                  <a:pt x="308402" y="20913"/>
                </a:lnTo>
                <a:lnTo>
                  <a:pt x="308441" y="20394"/>
                </a:lnTo>
                <a:lnTo>
                  <a:pt x="308483" y="19896"/>
                </a:lnTo>
                <a:lnTo>
                  <a:pt x="308530" y="19419"/>
                </a:lnTo>
                <a:lnTo>
                  <a:pt x="308580" y="18963"/>
                </a:lnTo>
                <a:lnTo>
                  <a:pt x="308634" y="18528"/>
                </a:lnTo>
                <a:lnTo>
                  <a:pt x="308691" y="18114"/>
                </a:lnTo>
                <a:lnTo>
                  <a:pt x="308752" y="17721"/>
                </a:lnTo>
                <a:lnTo>
                  <a:pt x="308817" y="17349"/>
                </a:lnTo>
                <a:lnTo>
                  <a:pt x="308886" y="16997"/>
                </a:lnTo>
                <a:lnTo>
                  <a:pt x="308958" y="16667"/>
                </a:lnTo>
                <a:lnTo>
                  <a:pt x="309034" y="16357"/>
                </a:lnTo>
                <a:lnTo>
                  <a:pt x="309114" y="16069"/>
                </a:lnTo>
                <a:lnTo>
                  <a:pt x="309198" y="15801"/>
                </a:lnTo>
                <a:lnTo>
                  <a:pt x="309285" y="15554"/>
                </a:lnTo>
                <a:lnTo>
                  <a:pt x="309377" y="15320"/>
                </a:lnTo>
                <a:lnTo>
                  <a:pt x="309475" y="15091"/>
                </a:lnTo>
                <a:lnTo>
                  <a:pt x="309578" y="14867"/>
                </a:lnTo>
                <a:lnTo>
                  <a:pt x="309688" y="14648"/>
                </a:lnTo>
                <a:lnTo>
                  <a:pt x="309804" y="14434"/>
                </a:lnTo>
                <a:lnTo>
                  <a:pt x="309925" y="14225"/>
                </a:lnTo>
                <a:lnTo>
                  <a:pt x="310052" y="14020"/>
                </a:lnTo>
                <a:lnTo>
                  <a:pt x="310185" y="13821"/>
                </a:lnTo>
                <a:lnTo>
                  <a:pt x="310324" y="13626"/>
                </a:lnTo>
                <a:lnTo>
                  <a:pt x="310469" y="13437"/>
                </a:lnTo>
                <a:lnTo>
                  <a:pt x="310620" y="13252"/>
                </a:lnTo>
                <a:lnTo>
                  <a:pt x="310776" y="13072"/>
                </a:lnTo>
                <a:lnTo>
                  <a:pt x="310939" y="12897"/>
                </a:lnTo>
                <a:lnTo>
                  <a:pt x="311107" y="12728"/>
                </a:lnTo>
                <a:lnTo>
                  <a:pt x="311282" y="12563"/>
                </a:lnTo>
                <a:lnTo>
                  <a:pt x="311462" y="12402"/>
                </a:lnTo>
                <a:lnTo>
                  <a:pt x="311648" y="12247"/>
                </a:lnTo>
                <a:lnTo>
                  <a:pt x="311840" y="12097"/>
                </a:lnTo>
                <a:lnTo>
                  <a:pt x="312037" y="11952"/>
                </a:lnTo>
                <a:lnTo>
                  <a:pt x="312241" y="11811"/>
                </a:lnTo>
                <a:lnTo>
                  <a:pt x="312450" y="11676"/>
                </a:lnTo>
                <a:lnTo>
                  <a:pt x="312666" y="11545"/>
                </a:lnTo>
                <a:lnTo>
                  <a:pt x="312887" y="11420"/>
                </a:lnTo>
                <a:lnTo>
                  <a:pt x="313114" y="11299"/>
                </a:lnTo>
                <a:lnTo>
                  <a:pt x="313441" y="11133"/>
                </a:lnTo>
                <a:lnTo>
                  <a:pt x="313769" y="10974"/>
                </a:lnTo>
                <a:lnTo>
                  <a:pt x="314098" y="10821"/>
                </a:lnTo>
                <a:lnTo>
                  <a:pt x="314428" y="10676"/>
                </a:lnTo>
                <a:lnTo>
                  <a:pt x="314758" y="10538"/>
                </a:lnTo>
                <a:lnTo>
                  <a:pt x="315090" y="10408"/>
                </a:lnTo>
                <a:lnTo>
                  <a:pt x="315423" y="10284"/>
                </a:lnTo>
                <a:lnTo>
                  <a:pt x="315756" y="10167"/>
                </a:lnTo>
                <a:lnTo>
                  <a:pt x="316091" y="10057"/>
                </a:lnTo>
                <a:lnTo>
                  <a:pt x="316426" y="9955"/>
                </a:lnTo>
                <a:lnTo>
                  <a:pt x="316762" y="9859"/>
                </a:lnTo>
                <a:lnTo>
                  <a:pt x="317099" y="9771"/>
                </a:lnTo>
                <a:lnTo>
                  <a:pt x="317438" y="9690"/>
                </a:lnTo>
                <a:lnTo>
                  <a:pt x="317777" y="9615"/>
                </a:lnTo>
                <a:lnTo>
                  <a:pt x="318117" y="9548"/>
                </a:lnTo>
                <a:lnTo>
                  <a:pt x="318458" y="9488"/>
                </a:lnTo>
                <a:lnTo>
                  <a:pt x="318799" y="9435"/>
                </a:lnTo>
                <a:lnTo>
                  <a:pt x="319142" y="9389"/>
                </a:lnTo>
                <a:lnTo>
                  <a:pt x="319486" y="9350"/>
                </a:lnTo>
                <a:lnTo>
                  <a:pt x="319830" y="9318"/>
                </a:lnTo>
                <a:lnTo>
                  <a:pt x="320176" y="9294"/>
                </a:lnTo>
                <a:lnTo>
                  <a:pt x="320522" y="9276"/>
                </a:lnTo>
                <a:lnTo>
                  <a:pt x="320870" y="9265"/>
                </a:lnTo>
                <a:lnTo>
                  <a:pt x="321218" y="9262"/>
                </a:lnTo>
                <a:lnTo>
                  <a:pt x="325315" y="9262"/>
                </a:lnTo>
                <a:lnTo>
                  <a:pt x="325315" y="5878"/>
                </a:lnTo>
                <a:lnTo>
                  <a:pt x="273841" y="5878"/>
                </a:lnTo>
                <a:lnTo>
                  <a:pt x="273841" y="9262"/>
                </a:lnTo>
                <a:lnTo>
                  <a:pt x="278115" y="9262"/>
                </a:lnTo>
                <a:lnTo>
                  <a:pt x="278471" y="9265"/>
                </a:lnTo>
                <a:lnTo>
                  <a:pt x="278825" y="9277"/>
                </a:lnTo>
                <a:lnTo>
                  <a:pt x="279179" y="9295"/>
                </a:lnTo>
                <a:lnTo>
                  <a:pt x="279530" y="9321"/>
                </a:lnTo>
                <a:lnTo>
                  <a:pt x="279881" y="9354"/>
                </a:lnTo>
                <a:lnTo>
                  <a:pt x="280231" y="9395"/>
                </a:lnTo>
                <a:lnTo>
                  <a:pt x="280579" y="9443"/>
                </a:lnTo>
                <a:lnTo>
                  <a:pt x="280926" y="9498"/>
                </a:lnTo>
                <a:lnTo>
                  <a:pt x="281271" y="9561"/>
                </a:lnTo>
                <a:lnTo>
                  <a:pt x="281616" y="9631"/>
                </a:lnTo>
                <a:lnTo>
                  <a:pt x="281959" y="9708"/>
                </a:lnTo>
                <a:lnTo>
                  <a:pt x="282301" y="9793"/>
                </a:lnTo>
                <a:lnTo>
                  <a:pt x="282642" y="9886"/>
                </a:lnTo>
                <a:lnTo>
                  <a:pt x="282981" y="9985"/>
                </a:lnTo>
                <a:lnTo>
                  <a:pt x="283320" y="10092"/>
                </a:lnTo>
                <a:lnTo>
                  <a:pt x="283657" y="10207"/>
                </a:lnTo>
                <a:lnTo>
                  <a:pt x="283993" y="10329"/>
                </a:lnTo>
                <a:lnTo>
                  <a:pt x="284327" y="10458"/>
                </a:lnTo>
                <a:lnTo>
                  <a:pt x="284660" y="10594"/>
                </a:lnTo>
                <a:lnTo>
                  <a:pt x="284993" y="10738"/>
                </a:lnTo>
                <a:lnTo>
                  <a:pt x="285323" y="10890"/>
                </a:lnTo>
                <a:lnTo>
                  <a:pt x="285653" y="11048"/>
                </a:lnTo>
                <a:lnTo>
                  <a:pt x="285981" y="11214"/>
                </a:lnTo>
                <a:lnTo>
                  <a:pt x="286309" y="11388"/>
                </a:lnTo>
                <a:lnTo>
                  <a:pt x="286535" y="11522"/>
                </a:lnTo>
                <a:lnTo>
                  <a:pt x="286756" y="11657"/>
                </a:lnTo>
                <a:lnTo>
                  <a:pt x="286970" y="11795"/>
                </a:lnTo>
                <a:lnTo>
                  <a:pt x="287177" y="11934"/>
                </a:lnTo>
                <a:lnTo>
                  <a:pt x="287378" y="12076"/>
                </a:lnTo>
                <a:lnTo>
                  <a:pt x="287572" y="12219"/>
                </a:lnTo>
                <a:lnTo>
                  <a:pt x="287760" y="12364"/>
                </a:lnTo>
                <a:lnTo>
                  <a:pt x="287941" y="12510"/>
                </a:lnTo>
                <a:lnTo>
                  <a:pt x="288116" y="12659"/>
                </a:lnTo>
                <a:lnTo>
                  <a:pt x="288284" y="12810"/>
                </a:lnTo>
                <a:lnTo>
                  <a:pt x="288446" y="12962"/>
                </a:lnTo>
                <a:lnTo>
                  <a:pt x="288602" y="13116"/>
                </a:lnTo>
                <a:lnTo>
                  <a:pt x="288751" y="13272"/>
                </a:lnTo>
                <a:lnTo>
                  <a:pt x="288893" y="13430"/>
                </a:lnTo>
                <a:lnTo>
                  <a:pt x="289029" y="13590"/>
                </a:lnTo>
                <a:lnTo>
                  <a:pt x="289158" y="13752"/>
                </a:lnTo>
                <a:lnTo>
                  <a:pt x="289281" y="13915"/>
                </a:lnTo>
                <a:lnTo>
                  <a:pt x="289398" y="14080"/>
                </a:lnTo>
                <a:lnTo>
                  <a:pt x="289508" y="14248"/>
                </a:lnTo>
                <a:lnTo>
                  <a:pt x="289611" y="14417"/>
                </a:lnTo>
                <a:lnTo>
                  <a:pt x="289708" y="14588"/>
                </a:lnTo>
                <a:lnTo>
                  <a:pt x="289798" y="14760"/>
                </a:lnTo>
                <a:lnTo>
                  <a:pt x="289882" y="14935"/>
                </a:lnTo>
                <a:lnTo>
                  <a:pt x="289960" y="15112"/>
                </a:lnTo>
                <a:lnTo>
                  <a:pt x="290054" y="15373"/>
                </a:lnTo>
                <a:lnTo>
                  <a:pt x="290145" y="15656"/>
                </a:lnTo>
                <a:lnTo>
                  <a:pt x="290231" y="15960"/>
                </a:lnTo>
                <a:lnTo>
                  <a:pt x="290314" y="16285"/>
                </a:lnTo>
                <a:lnTo>
                  <a:pt x="290392" y="16632"/>
                </a:lnTo>
                <a:lnTo>
                  <a:pt x="290466" y="16999"/>
                </a:lnTo>
                <a:lnTo>
                  <a:pt x="290537" y="17388"/>
                </a:lnTo>
                <a:lnTo>
                  <a:pt x="290603" y="17799"/>
                </a:lnTo>
                <a:lnTo>
                  <a:pt x="290665" y="18230"/>
                </a:lnTo>
                <a:lnTo>
                  <a:pt x="290724" y="18683"/>
                </a:lnTo>
                <a:lnTo>
                  <a:pt x="290778" y="19157"/>
                </a:lnTo>
                <a:lnTo>
                  <a:pt x="290828" y="19652"/>
                </a:lnTo>
                <a:lnTo>
                  <a:pt x="290874" y="20168"/>
                </a:lnTo>
                <a:lnTo>
                  <a:pt x="290917" y="20706"/>
                </a:lnTo>
                <a:lnTo>
                  <a:pt x="290955" y="21265"/>
                </a:lnTo>
                <a:lnTo>
                  <a:pt x="290989" y="21845"/>
                </a:lnTo>
                <a:lnTo>
                  <a:pt x="291019" y="22447"/>
                </a:lnTo>
                <a:lnTo>
                  <a:pt x="291045" y="23069"/>
                </a:lnTo>
                <a:lnTo>
                  <a:pt x="291067" y="23713"/>
                </a:lnTo>
                <a:lnTo>
                  <a:pt x="291085" y="24378"/>
                </a:lnTo>
                <a:lnTo>
                  <a:pt x="291099" y="25064"/>
                </a:lnTo>
                <a:lnTo>
                  <a:pt x="291110" y="25772"/>
                </a:lnTo>
                <a:lnTo>
                  <a:pt x="291116" y="26501"/>
                </a:lnTo>
                <a:lnTo>
                  <a:pt x="291118" y="27251"/>
                </a:lnTo>
                <a:lnTo>
                  <a:pt x="291118" y="105263"/>
                </a:lnTo>
                <a:lnTo>
                  <a:pt x="291114" y="106150"/>
                </a:lnTo>
                <a:lnTo>
                  <a:pt x="291103" y="107010"/>
                </a:lnTo>
                <a:lnTo>
                  <a:pt x="291084" y="107842"/>
                </a:lnTo>
                <a:lnTo>
                  <a:pt x="291058" y="108646"/>
                </a:lnTo>
                <a:lnTo>
                  <a:pt x="291025" y="109422"/>
                </a:lnTo>
                <a:lnTo>
                  <a:pt x="290984" y="110171"/>
                </a:lnTo>
                <a:lnTo>
                  <a:pt x="290936" y="110892"/>
                </a:lnTo>
                <a:lnTo>
                  <a:pt x="290880" y="111585"/>
                </a:lnTo>
                <a:lnTo>
                  <a:pt x="290817" y="112251"/>
                </a:lnTo>
                <a:lnTo>
                  <a:pt x="290746" y="112888"/>
                </a:lnTo>
                <a:lnTo>
                  <a:pt x="290669" y="113499"/>
                </a:lnTo>
                <a:lnTo>
                  <a:pt x="290583" y="114081"/>
                </a:lnTo>
                <a:lnTo>
                  <a:pt x="290490" y="114636"/>
                </a:lnTo>
                <a:lnTo>
                  <a:pt x="290390" y="115163"/>
                </a:lnTo>
                <a:lnTo>
                  <a:pt x="290283" y="115662"/>
                </a:lnTo>
                <a:lnTo>
                  <a:pt x="290168" y="116134"/>
                </a:lnTo>
                <a:lnTo>
                  <a:pt x="290045" y="116578"/>
                </a:lnTo>
                <a:lnTo>
                  <a:pt x="289915" y="116995"/>
                </a:lnTo>
                <a:lnTo>
                  <a:pt x="289778" y="117383"/>
                </a:lnTo>
                <a:lnTo>
                  <a:pt x="289633" y="117744"/>
                </a:lnTo>
                <a:lnTo>
                  <a:pt x="289481" y="118077"/>
                </a:lnTo>
                <a:lnTo>
                  <a:pt x="289322" y="118383"/>
                </a:lnTo>
                <a:lnTo>
                  <a:pt x="289155" y="118661"/>
                </a:lnTo>
                <a:lnTo>
                  <a:pt x="288980" y="118911"/>
                </a:lnTo>
                <a:lnTo>
                  <a:pt x="288691" y="119265"/>
                </a:lnTo>
                <a:lnTo>
                  <a:pt x="288388" y="119604"/>
                </a:lnTo>
                <a:lnTo>
                  <a:pt x="288070" y="119929"/>
                </a:lnTo>
                <a:lnTo>
                  <a:pt x="287738" y="120238"/>
                </a:lnTo>
                <a:lnTo>
                  <a:pt x="287392" y="120531"/>
                </a:lnTo>
                <a:lnTo>
                  <a:pt x="287032" y="120810"/>
                </a:lnTo>
                <a:lnTo>
                  <a:pt x="286658" y="121074"/>
                </a:lnTo>
                <a:lnTo>
                  <a:pt x="286269" y="121323"/>
                </a:lnTo>
                <a:lnTo>
                  <a:pt x="285866" y="121557"/>
                </a:lnTo>
                <a:lnTo>
                  <a:pt x="285449" y="121775"/>
                </a:lnTo>
                <a:lnTo>
                  <a:pt x="285018" y="121979"/>
                </a:lnTo>
                <a:lnTo>
                  <a:pt x="284572" y="122167"/>
                </a:lnTo>
                <a:lnTo>
                  <a:pt x="284112" y="122340"/>
                </a:lnTo>
                <a:lnTo>
                  <a:pt x="283638" y="122499"/>
                </a:lnTo>
                <a:lnTo>
                  <a:pt x="283150" y="122642"/>
                </a:lnTo>
                <a:lnTo>
                  <a:pt x="282647" y="122770"/>
                </a:lnTo>
                <a:lnTo>
                  <a:pt x="282131" y="122883"/>
                </a:lnTo>
                <a:lnTo>
                  <a:pt x="281600" y="122981"/>
                </a:lnTo>
                <a:lnTo>
                  <a:pt x="281055" y="123064"/>
                </a:lnTo>
                <a:lnTo>
                  <a:pt x="280495" y="123132"/>
                </a:lnTo>
                <a:lnTo>
                  <a:pt x="279922" y="123185"/>
                </a:lnTo>
                <a:lnTo>
                  <a:pt x="279334" y="123222"/>
                </a:lnTo>
                <a:lnTo>
                  <a:pt x="278732" y="123245"/>
                </a:lnTo>
                <a:lnTo>
                  <a:pt x="278115" y="123252"/>
                </a:lnTo>
                <a:lnTo>
                  <a:pt x="273841" y="123252"/>
                </a:lnTo>
                <a:lnTo>
                  <a:pt x="273841" y="126637"/>
                </a:lnTo>
                <a:lnTo>
                  <a:pt x="325315" y="126637"/>
                </a:lnTo>
                <a:lnTo>
                  <a:pt x="325315" y="123252"/>
                </a:lnTo>
                <a:lnTo>
                  <a:pt x="321218" y="123252"/>
                </a:lnTo>
                <a:lnTo>
                  <a:pt x="320863" y="123249"/>
                </a:lnTo>
                <a:lnTo>
                  <a:pt x="320509" y="123238"/>
                </a:lnTo>
                <a:lnTo>
                  <a:pt x="320157" y="123219"/>
                </a:lnTo>
                <a:lnTo>
                  <a:pt x="319806" y="123193"/>
                </a:lnTo>
                <a:lnTo>
                  <a:pt x="319456" y="123160"/>
                </a:lnTo>
                <a:lnTo>
                  <a:pt x="319109" y="123120"/>
                </a:lnTo>
                <a:lnTo>
                  <a:pt x="318763" y="123072"/>
                </a:lnTo>
                <a:lnTo>
                  <a:pt x="318418" y="123016"/>
                </a:lnTo>
                <a:lnTo>
                  <a:pt x="318075" y="122953"/>
                </a:lnTo>
                <a:lnTo>
                  <a:pt x="317733" y="122883"/>
                </a:lnTo>
                <a:lnTo>
                  <a:pt x="317393" y="122806"/>
                </a:lnTo>
                <a:lnTo>
                  <a:pt x="317055" y="122721"/>
                </a:lnTo>
                <a:lnTo>
                  <a:pt x="316718" y="122629"/>
                </a:lnTo>
                <a:lnTo>
                  <a:pt x="316383" y="122529"/>
                </a:lnTo>
                <a:lnTo>
                  <a:pt x="316049" y="122422"/>
                </a:lnTo>
                <a:lnTo>
                  <a:pt x="315717" y="122307"/>
                </a:lnTo>
                <a:lnTo>
                  <a:pt x="315386" y="122186"/>
                </a:lnTo>
                <a:lnTo>
                  <a:pt x="315057" y="122056"/>
                </a:lnTo>
                <a:lnTo>
                  <a:pt x="314729" y="121920"/>
                </a:lnTo>
                <a:lnTo>
                  <a:pt x="314403" y="121776"/>
                </a:lnTo>
                <a:lnTo>
                  <a:pt x="314078" y="121625"/>
                </a:lnTo>
                <a:lnTo>
                  <a:pt x="313756" y="121466"/>
                </a:lnTo>
                <a:lnTo>
                  <a:pt x="313434" y="121300"/>
                </a:lnTo>
                <a:lnTo>
                  <a:pt x="313114" y="121126"/>
                </a:lnTo>
                <a:lnTo>
                  <a:pt x="312880" y="120992"/>
                </a:lnTo>
                <a:lnTo>
                  <a:pt x="312653" y="120856"/>
                </a:lnTo>
                <a:lnTo>
                  <a:pt x="312432" y="120718"/>
                </a:lnTo>
                <a:lnTo>
                  <a:pt x="312219" y="120577"/>
                </a:lnTo>
                <a:lnTo>
                  <a:pt x="312012" y="120435"/>
                </a:lnTo>
                <a:lnTo>
                  <a:pt x="311812" y="120290"/>
                </a:lnTo>
                <a:lnTo>
                  <a:pt x="311618" y="120143"/>
                </a:lnTo>
                <a:lnTo>
                  <a:pt x="311432" y="119994"/>
                </a:lnTo>
                <a:lnTo>
                  <a:pt x="311252" y="119843"/>
                </a:lnTo>
                <a:lnTo>
                  <a:pt x="311080" y="119690"/>
                </a:lnTo>
                <a:lnTo>
                  <a:pt x="310913" y="119534"/>
                </a:lnTo>
                <a:lnTo>
                  <a:pt x="310754" y="119376"/>
                </a:lnTo>
                <a:lnTo>
                  <a:pt x="310602" y="119217"/>
                </a:lnTo>
                <a:lnTo>
                  <a:pt x="310456" y="119055"/>
                </a:lnTo>
                <a:lnTo>
                  <a:pt x="310317" y="118890"/>
                </a:lnTo>
                <a:lnTo>
                  <a:pt x="310185" y="118724"/>
                </a:lnTo>
                <a:lnTo>
                  <a:pt x="310060" y="118556"/>
                </a:lnTo>
                <a:lnTo>
                  <a:pt x="309942" y="118385"/>
                </a:lnTo>
                <a:lnTo>
                  <a:pt x="309830" y="118212"/>
                </a:lnTo>
                <a:lnTo>
                  <a:pt x="309725" y="118038"/>
                </a:lnTo>
                <a:lnTo>
                  <a:pt x="309627" y="117860"/>
                </a:lnTo>
                <a:lnTo>
                  <a:pt x="309536" y="117681"/>
                </a:lnTo>
                <a:lnTo>
                  <a:pt x="309451" y="117500"/>
                </a:lnTo>
                <a:lnTo>
                  <a:pt x="309374" y="117316"/>
                </a:lnTo>
                <a:lnTo>
                  <a:pt x="309279" y="117062"/>
                </a:lnTo>
                <a:lnTo>
                  <a:pt x="309189" y="116786"/>
                </a:lnTo>
                <a:lnTo>
                  <a:pt x="309103" y="116488"/>
                </a:lnTo>
                <a:lnTo>
                  <a:pt x="309020" y="116169"/>
                </a:lnTo>
                <a:lnTo>
                  <a:pt x="308942" y="115828"/>
                </a:lnTo>
                <a:lnTo>
                  <a:pt x="308867" y="115466"/>
                </a:lnTo>
                <a:lnTo>
                  <a:pt x="308797" y="115082"/>
                </a:lnTo>
                <a:lnTo>
                  <a:pt x="308731" y="114677"/>
                </a:lnTo>
                <a:lnTo>
                  <a:pt x="308668" y="114250"/>
                </a:lnTo>
                <a:lnTo>
                  <a:pt x="308610" y="113802"/>
                </a:lnTo>
                <a:lnTo>
                  <a:pt x="308556" y="113332"/>
                </a:lnTo>
                <a:lnTo>
                  <a:pt x="308506" y="112841"/>
                </a:lnTo>
                <a:lnTo>
                  <a:pt x="308459" y="112328"/>
                </a:lnTo>
                <a:lnTo>
                  <a:pt x="308417" y="111793"/>
                </a:lnTo>
                <a:lnTo>
                  <a:pt x="308379" y="111237"/>
                </a:lnTo>
                <a:lnTo>
                  <a:pt x="308345" y="110659"/>
                </a:lnTo>
                <a:lnTo>
                  <a:pt x="308315" y="110060"/>
                </a:lnTo>
                <a:lnTo>
                  <a:pt x="308289" y="109440"/>
                </a:lnTo>
                <a:lnTo>
                  <a:pt x="308266" y="108797"/>
                </a:lnTo>
                <a:lnTo>
                  <a:pt x="308248" y="108134"/>
                </a:lnTo>
                <a:lnTo>
                  <a:pt x="308234" y="107448"/>
                </a:lnTo>
                <a:lnTo>
                  <a:pt x="308224" y="106742"/>
                </a:lnTo>
                <a:lnTo>
                  <a:pt x="308218" y="106013"/>
                </a:lnTo>
                <a:lnTo>
                  <a:pt x="308216" y="105263"/>
                </a:lnTo>
                <a:lnTo>
                  <a:pt x="308216" y="66257"/>
                </a:lnTo>
                <a:lnTo>
                  <a:pt x="349894" y="107490"/>
                </a:lnTo>
                <a:lnTo>
                  <a:pt x="350281" y="107870"/>
                </a:lnTo>
                <a:lnTo>
                  <a:pt x="350654" y="108241"/>
                </a:lnTo>
                <a:lnTo>
                  <a:pt x="351013" y="108601"/>
                </a:lnTo>
                <a:lnTo>
                  <a:pt x="351360" y="108952"/>
                </a:lnTo>
                <a:lnTo>
                  <a:pt x="351692" y="109292"/>
                </a:lnTo>
                <a:lnTo>
                  <a:pt x="352012" y="109621"/>
                </a:lnTo>
                <a:lnTo>
                  <a:pt x="352318" y="109941"/>
                </a:lnTo>
                <a:lnTo>
                  <a:pt x="352610" y="110250"/>
                </a:lnTo>
                <a:lnTo>
                  <a:pt x="352889" y="110550"/>
                </a:lnTo>
                <a:lnTo>
                  <a:pt x="353155" y="110838"/>
                </a:lnTo>
                <a:lnTo>
                  <a:pt x="353407" y="111117"/>
                </a:lnTo>
                <a:lnTo>
                  <a:pt x="353645" y="111386"/>
                </a:lnTo>
                <a:lnTo>
                  <a:pt x="353871" y="111644"/>
                </a:lnTo>
                <a:lnTo>
                  <a:pt x="354082" y="111892"/>
                </a:lnTo>
                <a:lnTo>
                  <a:pt x="354281" y="112130"/>
                </a:lnTo>
                <a:lnTo>
                  <a:pt x="354465" y="112358"/>
                </a:lnTo>
                <a:lnTo>
                  <a:pt x="354637" y="112576"/>
                </a:lnTo>
                <a:lnTo>
                  <a:pt x="354795" y="112783"/>
                </a:lnTo>
                <a:lnTo>
                  <a:pt x="354939" y="112980"/>
                </a:lnTo>
                <a:lnTo>
                  <a:pt x="355070" y="113167"/>
                </a:lnTo>
                <a:lnTo>
                  <a:pt x="355188" y="113344"/>
                </a:lnTo>
                <a:lnTo>
                  <a:pt x="355292" y="113510"/>
                </a:lnTo>
                <a:lnTo>
                  <a:pt x="355383" y="113666"/>
                </a:lnTo>
                <a:lnTo>
                  <a:pt x="355460" y="113813"/>
                </a:lnTo>
                <a:lnTo>
                  <a:pt x="355529" y="113954"/>
                </a:lnTo>
                <a:lnTo>
                  <a:pt x="355595" y="114098"/>
                </a:lnTo>
                <a:lnTo>
                  <a:pt x="355658" y="114243"/>
                </a:lnTo>
                <a:lnTo>
                  <a:pt x="355718" y="114389"/>
                </a:lnTo>
                <a:lnTo>
                  <a:pt x="355776" y="114537"/>
                </a:lnTo>
                <a:lnTo>
                  <a:pt x="355830" y="114686"/>
                </a:lnTo>
                <a:lnTo>
                  <a:pt x="355881" y="114837"/>
                </a:lnTo>
                <a:lnTo>
                  <a:pt x="355930" y="114990"/>
                </a:lnTo>
                <a:lnTo>
                  <a:pt x="355975" y="115144"/>
                </a:lnTo>
                <a:lnTo>
                  <a:pt x="356018" y="115300"/>
                </a:lnTo>
                <a:lnTo>
                  <a:pt x="356058" y="115457"/>
                </a:lnTo>
                <a:lnTo>
                  <a:pt x="356094" y="115616"/>
                </a:lnTo>
                <a:lnTo>
                  <a:pt x="356128" y="115776"/>
                </a:lnTo>
                <a:lnTo>
                  <a:pt x="356159" y="115938"/>
                </a:lnTo>
                <a:lnTo>
                  <a:pt x="356187" y="116102"/>
                </a:lnTo>
                <a:lnTo>
                  <a:pt x="356212" y="116267"/>
                </a:lnTo>
                <a:lnTo>
                  <a:pt x="356234" y="116433"/>
                </a:lnTo>
                <a:lnTo>
                  <a:pt x="356253" y="116601"/>
                </a:lnTo>
                <a:lnTo>
                  <a:pt x="356269" y="116771"/>
                </a:lnTo>
                <a:lnTo>
                  <a:pt x="356282" y="116942"/>
                </a:lnTo>
                <a:lnTo>
                  <a:pt x="356293" y="117115"/>
                </a:lnTo>
                <a:lnTo>
                  <a:pt x="356300" y="117289"/>
                </a:lnTo>
                <a:lnTo>
                  <a:pt x="356304" y="117465"/>
                </a:lnTo>
                <a:lnTo>
                  <a:pt x="356306" y="117642"/>
                </a:lnTo>
                <a:lnTo>
                  <a:pt x="356302" y="117819"/>
                </a:lnTo>
                <a:lnTo>
                  <a:pt x="356290" y="117995"/>
                </a:lnTo>
                <a:lnTo>
                  <a:pt x="356270" y="118170"/>
                </a:lnTo>
                <a:lnTo>
                  <a:pt x="356243" y="118343"/>
                </a:lnTo>
                <a:lnTo>
                  <a:pt x="356207" y="118515"/>
                </a:lnTo>
                <a:lnTo>
                  <a:pt x="356164" y="118686"/>
                </a:lnTo>
                <a:lnTo>
                  <a:pt x="356113" y="118855"/>
                </a:lnTo>
                <a:lnTo>
                  <a:pt x="356054" y="119022"/>
                </a:lnTo>
                <a:lnTo>
                  <a:pt x="355987" y="119189"/>
                </a:lnTo>
                <a:lnTo>
                  <a:pt x="355912" y="119353"/>
                </a:lnTo>
                <a:lnTo>
                  <a:pt x="355829" y="119517"/>
                </a:lnTo>
                <a:lnTo>
                  <a:pt x="355738" y="119679"/>
                </a:lnTo>
                <a:lnTo>
                  <a:pt x="355640" y="119840"/>
                </a:lnTo>
                <a:lnTo>
                  <a:pt x="355533" y="119999"/>
                </a:lnTo>
                <a:lnTo>
                  <a:pt x="355419" y="120157"/>
                </a:lnTo>
                <a:lnTo>
                  <a:pt x="355297" y="120314"/>
                </a:lnTo>
                <a:lnTo>
                  <a:pt x="355167" y="120469"/>
                </a:lnTo>
                <a:lnTo>
                  <a:pt x="355029" y="120623"/>
                </a:lnTo>
                <a:lnTo>
                  <a:pt x="354883" y="120775"/>
                </a:lnTo>
                <a:lnTo>
                  <a:pt x="354729" y="120926"/>
                </a:lnTo>
                <a:lnTo>
                  <a:pt x="354567" y="121075"/>
                </a:lnTo>
                <a:lnTo>
                  <a:pt x="354398" y="121224"/>
                </a:lnTo>
                <a:lnTo>
                  <a:pt x="354220" y="121370"/>
                </a:lnTo>
                <a:lnTo>
                  <a:pt x="354035" y="121516"/>
                </a:lnTo>
                <a:lnTo>
                  <a:pt x="353841" y="121658"/>
                </a:lnTo>
                <a:lnTo>
                  <a:pt x="353636" y="121793"/>
                </a:lnTo>
                <a:lnTo>
                  <a:pt x="353422" y="121923"/>
                </a:lnTo>
                <a:lnTo>
                  <a:pt x="353198" y="122046"/>
                </a:lnTo>
                <a:lnTo>
                  <a:pt x="352963" y="122164"/>
                </a:lnTo>
                <a:lnTo>
                  <a:pt x="352719" y="122276"/>
                </a:lnTo>
                <a:lnTo>
                  <a:pt x="352464" y="122381"/>
                </a:lnTo>
                <a:lnTo>
                  <a:pt x="352200" y="122481"/>
                </a:lnTo>
                <a:lnTo>
                  <a:pt x="351925" y="122574"/>
                </a:lnTo>
                <a:lnTo>
                  <a:pt x="351640" y="122662"/>
                </a:lnTo>
                <a:lnTo>
                  <a:pt x="351345" y="122743"/>
                </a:lnTo>
                <a:lnTo>
                  <a:pt x="351041" y="122818"/>
                </a:lnTo>
                <a:lnTo>
                  <a:pt x="350726" y="122888"/>
                </a:lnTo>
                <a:lnTo>
                  <a:pt x="350401" y="122951"/>
                </a:lnTo>
                <a:lnTo>
                  <a:pt x="350066" y="123008"/>
                </a:lnTo>
                <a:lnTo>
                  <a:pt x="349721" y="123059"/>
                </a:lnTo>
                <a:lnTo>
                  <a:pt x="349366" y="123105"/>
                </a:lnTo>
                <a:lnTo>
                  <a:pt x="349001" y="123144"/>
                </a:lnTo>
                <a:lnTo>
                  <a:pt x="348625" y="123177"/>
                </a:lnTo>
                <a:lnTo>
                  <a:pt x="348240" y="123204"/>
                </a:lnTo>
                <a:lnTo>
                  <a:pt x="347845" y="123225"/>
                </a:lnTo>
                <a:lnTo>
                  <a:pt x="347440" y="123240"/>
                </a:lnTo>
                <a:lnTo>
                  <a:pt x="347024" y="123249"/>
                </a:lnTo>
                <a:lnTo>
                  <a:pt x="346599" y="123252"/>
                </a:lnTo>
                <a:lnTo>
                  <a:pt x="346599" y="126637"/>
                </a:lnTo>
                <a:lnTo>
                  <a:pt x="404040" y="126637"/>
                </a:lnTo>
                <a:lnTo>
                  <a:pt x="404040" y="123252"/>
                </a:lnTo>
                <a:lnTo>
                  <a:pt x="403394" y="123202"/>
                </a:lnTo>
                <a:lnTo>
                  <a:pt x="402748" y="123140"/>
                </a:lnTo>
                <a:lnTo>
                  <a:pt x="402103" y="123065"/>
                </a:lnTo>
                <a:lnTo>
                  <a:pt x="401457" y="122979"/>
                </a:lnTo>
                <a:lnTo>
                  <a:pt x="400811" y="122881"/>
                </a:lnTo>
                <a:lnTo>
                  <a:pt x="400166" y="122771"/>
                </a:lnTo>
                <a:lnTo>
                  <a:pt x="399520" y="122649"/>
                </a:lnTo>
                <a:lnTo>
                  <a:pt x="398874" y="122515"/>
                </a:lnTo>
                <a:lnTo>
                  <a:pt x="398229" y="122370"/>
                </a:lnTo>
                <a:lnTo>
                  <a:pt x="397583" y="122212"/>
                </a:lnTo>
                <a:lnTo>
                  <a:pt x="396937" y="122042"/>
                </a:lnTo>
                <a:lnTo>
                  <a:pt x="396292" y="121861"/>
                </a:lnTo>
                <a:lnTo>
                  <a:pt x="395646" y="121668"/>
                </a:lnTo>
                <a:lnTo>
                  <a:pt x="395000" y="121462"/>
                </a:lnTo>
                <a:lnTo>
                  <a:pt x="394355" y="121245"/>
                </a:lnTo>
                <a:lnTo>
                  <a:pt x="393709" y="121016"/>
                </a:lnTo>
                <a:lnTo>
                  <a:pt x="393064" y="120775"/>
                </a:lnTo>
                <a:lnTo>
                  <a:pt x="392418" y="120522"/>
                </a:lnTo>
                <a:lnTo>
                  <a:pt x="391772" y="120258"/>
                </a:lnTo>
                <a:lnTo>
                  <a:pt x="391127" y="119981"/>
                </a:lnTo>
                <a:lnTo>
                  <a:pt x="390481" y="119692"/>
                </a:lnTo>
                <a:lnTo>
                  <a:pt x="389835" y="119392"/>
                </a:lnTo>
                <a:lnTo>
                  <a:pt x="389190" y="119079"/>
                </a:lnTo>
                <a:lnTo>
                  <a:pt x="388544" y="118755"/>
                </a:lnTo>
                <a:lnTo>
                  <a:pt x="387893" y="118413"/>
                </a:lnTo>
                <a:lnTo>
                  <a:pt x="387230" y="118046"/>
                </a:lnTo>
                <a:lnTo>
                  <a:pt x="386557" y="117656"/>
                </a:lnTo>
                <a:lnTo>
                  <a:pt x="385872" y="117241"/>
                </a:lnTo>
                <a:lnTo>
                  <a:pt x="385177" y="116802"/>
                </a:lnTo>
                <a:lnTo>
                  <a:pt x="384470" y="116338"/>
                </a:lnTo>
                <a:lnTo>
                  <a:pt x="383752" y="115851"/>
                </a:lnTo>
                <a:lnTo>
                  <a:pt x="383023" y="115339"/>
                </a:lnTo>
                <a:lnTo>
                  <a:pt x="382282" y="114804"/>
                </a:lnTo>
                <a:lnTo>
                  <a:pt x="381531" y="114244"/>
                </a:lnTo>
                <a:lnTo>
                  <a:pt x="380768" y="113660"/>
                </a:lnTo>
                <a:lnTo>
                  <a:pt x="379995" y="113051"/>
                </a:lnTo>
                <a:lnTo>
                  <a:pt x="379210" y="112419"/>
                </a:lnTo>
                <a:lnTo>
                  <a:pt x="378414" y="111762"/>
                </a:lnTo>
                <a:lnTo>
                  <a:pt x="377607" y="111082"/>
                </a:lnTo>
                <a:lnTo>
                  <a:pt x="376789" y="110377"/>
                </a:lnTo>
                <a:lnTo>
                  <a:pt x="375959" y="109647"/>
                </a:lnTo>
                <a:lnTo>
                  <a:pt x="375119" y="108894"/>
                </a:lnTo>
                <a:lnTo>
                  <a:pt x="374267" y="108116"/>
                </a:lnTo>
                <a:lnTo>
                  <a:pt x="373405" y="107315"/>
                </a:lnTo>
                <a:lnTo>
                  <a:pt x="372531" y="106489"/>
                </a:lnTo>
                <a:lnTo>
                  <a:pt x="371646" y="105639"/>
                </a:lnTo>
                <a:lnTo>
                  <a:pt x="370750" y="104765"/>
                </a:lnTo>
                <a:lnTo>
                  <a:pt x="369842" y="103866"/>
                </a:lnTo>
                <a:lnTo>
                  <a:pt x="325315" y="59592"/>
                </a:lnTo>
                <a:lnTo>
                  <a:pt x="343749" y="41316"/>
                </a:lnTo>
                <a:lnTo>
                  <a:pt x="345068" y="39974"/>
                </a:lnTo>
                <a:lnTo>
                  <a:pt x="346337" y="38682"/>
                </a:lnTo>
                <a:close/>
                <a:moveTo>
                  <a:pt x="54473" y="3452"/>
                </a:moveTo>
                <a:lnTo>
                  <a:pt x="52580" y="3643"/>
                </a:lnTo>
                <a:lnTo>
                  <a:pt x="50710" y="3889"/>
                </a:lnTo>
                <a:lnTo>
                  <a:pt x="48863" y="4190"/>
                </a:lnTo>
                <a:lnTo>
                  <a:pt x="47040" y="4545"/>
                </a:lnTo>
                <a:lnTo>
                  <a:pt x="45240" y="4955"/>
                </a:lnTo>
                <a:lnTo>
                  <a:pt x="43463" y="5420"/>
                </a:lnTo>
                <a:lnTo>
                  <a:pt x="41709" y="5939"/>
                </a:lnTo>
                <a:lnTo>
                  <a:pt x="39979" y="6513"/>
                </a:lnTo>
                <a:lnTo>
                  <a:pt x="38271" y="7141"/>
                </a:lnTo>
                <a:lnTo>
                  <a:pt x="36587" y="7824"/>
                </a:lnTo>
                <a:lnTo>
                  <a:pt x="34926" y="8562"/>
                </a:lnTo>
                <a:lnTo>
                  <a:pt x="33289" y="9355"/>
                </a:lnTo>
                <a:lnTo>
                  <a:pt x="31674" y="10202"/>
                </a:lnTo>
                <a:lnTo>
                  <a:pt x="30083" y="11104"/>
                </a:lnTo>
                <a:lnTo>
                  <a:pt x="28514" y="12060"/>
                </a:lnTo>
                <a:lnTo>
                  <a:pt x="26969" y="13071"/>
                </a:lnTo>
                <a:lnTo>
                  <a:pt x="25448" y="14137"/>
                </a:lnTo>
                <a:lnTo>
                  <a:pt x="23949" y="15257"/>
                </a:lnTo>
                <a:lnTo>
                  <a:pt x="22473" y="16432"/>
                </a:lnTo>
                <a:lnTo>
                  <a:pt x="21021" y="17662"/>
                </a:lnTo>
                <a:lnTo>
                  <a:pt x="19592" y="18947"/>
                </a:lnTo>
                <a:lnTo>
                  <a:pt x="17993" y="20477"/>
                </a:lnTo>
                <a:lnTo>
                  <a:pt x="16463" y="22044"/>
                </a:lnTo>
                <a:lnTo>
                  <a:pt x="15000" y="23647"/>
                </a:lnTo>
                <a:lnTo>
                  <a:pt x="13606" y="25288"/>
                </a:lnTo>
                <a:lnTo>
                  <a:pt x="12279" y="26965"/>
                </a:lnTo>
                <a:lnTo>
                  <a:pt x="11021" y="28679"/>
                </a:lnTo>
                <a:lnTo>
                  <a:pt x="9830" y="30430"/>
                </a:lnTo>
                <a:lnTo>
                  <a:pt x="8708" y="32217"/>
                </a:lnTo>
                <a:lnTo>
                  <a:pt x="7653" y="34041"/>
                </a:lnTo>
                <a:lnTo>
                  <a:pt x="6667" y="35902"/>
                </a:lnTo>
                <a:lnTo>
                  <a:pt x="5748" y="37800"/>
                </a:lnTo>
                <a:lnTo>
                  <a:pt x="4898" y="39734"/>
                </a:lnTo>
                <a:lnTo>
                  <a:pt x="4116" y="41705"/>
                </a:lnTo>
                <a:lnTo>
                  <a:pt x="3401" y="43713"/>
                </a:lnTo>
                <a:lnTo>
                  <a:pt x="2755" y="45757"/>
                </a:lnTo>
                <a:lnTo>
                  <a:pt x="2177" y="47839"/>
                </a:lnTo>
                <a:lnTo>
                  <a:pt x="1667" y="49957"/>
                </a:lnTo>
                <a:lnTo>
                  <a:pt x="1225" y="52112"/>
                </a:lnTo>
                <a:lnTo>
                  <a:pt x="850" y="54303"/>
                </a:lnTo>
                <a:lnTo>
                  <a:pt x="544" y="56531"/>
                </a:lnTo>
                <a:lnTo>
                  <a:pt x="306" y="58796"/>
                </a:lnTo>
                <a:lnTo>
                  <a:pt x="136" y="61098"/>
                </a:lnTo>
                <a:lnTo>
                  <a:pt x="34" y="63437"/>
                </a:lnTo>
                <a:lnTo>
                  <a:pt x="0" y="65812"/>
                </a:lnTo>
                <a:lnTo>
                  <a:pt x="29" y="68136"/>
                </a:lnTo>
                <a:lnTo>
                  <a:pt x="118" y="70423"/>
                </a:lnTo>
                <a:lnTo>
                  <a:pt x="265" y="72675"/>
                </a:lnTo>
                <a:lnTo>
                  <a:pt x="471" y="74890"/>
                </a:lnTo>
                <a:lnTo>
                  <a:pt x="736" y="77070"/>
                </a:lnTo>
                <a:lnTo>
                  <a:pt x="1060" y="79213"/>
                </a:lnTo>
                <a:lnTo>
                  <a:pt x="1443" y="81320"/>
                </a:lnTo>
                <a:lnTo>
                  <a:pt x="1885" y="83391"/>
                </a:lnTo>
                <a:lnTo>
                  <a:pt x="2386" y="85425"/>
                </a:lnTo>
                <a:lnTo>
                  <a:pt x="2945" y="87424"/>
                </a:lnTo>
                <a:lnTo>
                  <a:pt x="3564" y="89387"/>
                </a:lnTo>
                <a:lnTo>
                  <a:pt x="4241" y="91313"/>
                </a:lnTo>
                <a:lnTo>
                  <a:pt x="4978" y="93203"/>
                </a:lnTo>
                <a:lnTo>
                  <a:pt x="5773" y="95057"/>
                </a:lnTo>
                <a:lnTo>
                  <a:pt x="6627" y="96875"/>
                </a:lnTo>
                <a:lnTo>
                  <a:pt x="7540" y="98657"/>
                </a:lnTo>
                <a:lnTo>
                  <a:pt x="8512" y="100403"/>
                </a:lnTo>
                <a:lnTo>
                  <a:pt x="9543" y="102112"/>
                </a:lnTo>
                <a:lnTo>
                  <a:pt x="10633" y="103786"/>
                </a:lnTo>
                <a:lnTo>
                  <a:pt x="11781" y="105423"/>
                </a:lnTo>
                <a:lnTo>
                  <a:pt x="12989" y="107024"/>
                </a:lnTo>
                <a:lnTo>
                  <a:pt x="14255" y="108589"/>
                </a:lnTo>
                <a:lnTo>
                  <a:pt x="15581" y="110118"/>
                </a:lnTo>
                <a:lnTo>
                  <a:pt x="16965" y="111611"/>
                </a:lnTo>
                <a:lnTo>
                  <a:pt x="18393" y="113055"/>
                </a:lnTo>
                <a:lnTo>
                  <a:pt x="19848" y="114438"/>
                </a:lnTo>
                <a:lnTo>
                  <a:pt x="21331" y="115759"/>
                </a:lnTo>
                <a:lnTo>
                  <a:pt x="22841" y="117019"/>
                </a:lnTo>
                <a:lnTo>
                  <a:pt x="24380" y="118217"/>
                </a:lnTo>
                <a:lnTo>
                  <a:pt x="25946" y="119354"/>
                </a:lnTo>
                <a:lnTo>
                  <a:pt x="27539" y="120429"/>
                </a:lnTo>
                <a:lnTo>
                  <a:pt x="29161" y="121443"/>
                </a:lnTo>
                <a:lnTo>
                  <a:pt x="30810" y="122395"/>
                </a:lnTo>
                <a:lnTo>
                  <a:pt x="32486" y="123286"/>
                </a:lnTo>
                <a:lnTo>
                  <a:pt x="34191" y="124116"/>
                </a:lnTo>
                <a:lnTo>
                  <a:pt x="35923" y="124884"/>
                </a:lnTo>
                <a:lnTo>
                  <a:pt x="37682" y="125591"/>
                </a:lnTo>
                <a:lnTo>
                  <a:pt x="39470" y="126236"/>
                </a:lnTo>
                <a:lnTo>
                  <a:pt x="41285" y="126820"/>
                </a:lnTo>
                <a:lnTo>
                  <a:pt x="43127" y="127342"/>
                </a:lnTo>
                <a:lnTo>
                  <a:pt x="44998" y="127803"/>
                </a:lnTo>
                <a:lnTo>
                  <a:pt x="46896" y="128202"/>
                </a:lnTo>
                <a:lnTo>
                  <a:pt x="48822" y="128540"/>
                </a:lnTo>
                <a:lnTo>
                  <a:pt x="50775" y="128817"/>
                </a:lnTo>
                <a:lnTo>
                  <a:pt x="52756" y="129032"/>
                </a:lnTo>
                <a:lnTo>
                  <a:pt x="54765" y="129185"/>
                </a:lnTo>
                <a:lnTo>
                  <a:pt x="56801" y="129277"/>
                </a:lnTo>
                <a:lnTo>
                  <a:pt x="58865" y="129308"/>
                </a:lnTo>
                <a:lnTo>
                  <a:pt x="60909" y="129277"/>
                </a:lnTo>
                <a:lnTo>
                  <a:pt x="62926" y="129182"/>
                </a:lnTo>
                <a:lnTo>
                  <a:pt x="64918" y="129025"/>
                </a:lnTo>
                <a:lnTo>
                  <a:pt x="66885" y="128804"/>
                </a:lnTo>
                <a:lnTo>
                  <a:pt x="68827" y="128521"/>
                </a:lnTo>
                <a:lnTo>
                  <a:pt x="70743" y="128174"/>
                </a:lnTo>
                <a:lnTo>
                  <a:pt x="72634" y="127765"/>
                </a:lnTo>
                <a:lnTo>
                  <a:pt x="74500" y="127292"/>
                </a:lnTo>
                <a:lnTo>
                  <a:pt x="76340" y="126757"/>
                </a:lnTo>
                <a:lnTo>
                  <a:pt x="78155" y="126158"/>
                </a:lnTo>
                <a:lnTo>
                  <a:pt x="79944" y="125497"/>
                </a:lnTo>
                <a:lnTo>
                  <a:pt x="81708" y="124773"/>
                </a:lnTo>
                <a:lnTo>
                  <a:pt x="83447" y="123985"/>
                </a:lnTo>
                <a:lnTo>
                  <a:pt x="85160" y="123135"/>
                </a:lnTo>
                <a:lnTo>
                  <a:pt x="86848" y="122221"/>
                </a:lnTo>
                <a:lnTo>
                  <a:pt x="88511" y="121245"/>
                </a:lnTo>
                <a:lnTo>
                  <a:pt x="90148" y="120206"/>
                </a:lnTo>
                <a:lnTo>
                  <a:pt x="91760" y="119103"/>
                </a:lnTo>
                <a:lnTo>
                  <a:pt x="93347" y="117938"/>
                </a:lnTo>
                <a:lnTo>
                  <a:pt x="94908" y="116709"/>
                </a:lnTo>
                <a:lnTo>
                  <a:pt x="96444" y="115418"/>
                </a:lnTo>
                <a:lnTo>
                  <a:pt x="97955" y="114064"/>
                </a:lnTo>
                <a:lnTo>
                  <a:pt x="99440" y="112646"/>
                </a:lnTo>
                <a:lnTo>
                  <a:pt x="100900" y="111166"/>
                </a:lnTo>
                <a:lnTo>
                  <a:pt x="102317" y="109638"/>
                </a:lnTo>
                <a:lnTo>
                  <a:pt x="103673" y="108077"/>
                </a:lnTo>
                <a:lnTo>
                  <a:pt x="104970" y="106485"/>
                </a:lnTo>
                <a:lnTo>
                  <a:pt x="106206" y="104859"/>
                </a:lnTo>
                <a:lnTo>
                  <a:pt x="107382" y="103201"/>
                </a:lnTo>
                <a:lnTo>
                  <a:pt x="108497" y="101511"/>
                </a:lnTo>
                <a:lnTo>
                  <a:pt x="109552" y="99789"/>
                </a:lnTo>
                <a:lnTo>
                  <a:pt x="110547" y="98034"/>
                </a:lnTo>
                <a:lnTo>
                  <a:pt x="111482" y="96246"/>
                </a:lnTo>
                <a:lnTo>
                  <a:pt x="112356" y="94426"/>
                </a:lnTo>
                <a:lnTo>
                  <a:pt x="113170" y="92574"/>
                </a:lnTo>
                <a:lnTo>
                  <a:pt x="113924" y="90690"/>
                </a:lnTo>
                <a:lnTo>
                  <a:pt x="114617" y="88772"/>
                </a:lnTo>
                <a:lnTo>
                  <a:pt x="115250" y="86823"/>
                </a:lnTo>
                <a:lnTo>
                  <a:pt x="115823" y="84841"/>
                </a:lnTo>
                <a:lnTo>
                  <a:pt x="116336" y="82827"/>
                </a:lnTo>
                <a:lnTo>
                  <a:pt x="116788" y="80780"/>
                </a:lnTo>
                <a:lnTo>
                  <a:pt x="117180" y="78701"/>
                </a:lnTo>
                <a:lnTo>
                  <a:pt x="117512" y="76589"/>
                </a:lnTo>
                <a:lnTo>
                  <a:pt x="117783" y="74445"/>
                </a:lnTo>
                <a:lnTo>
                  <a:pt x="117994" y="72269"/>
                </a:lnTo>
                <a:lnTo>
                  <a:pt x="118145" y="70060"/>
                </a:lnTo>
                <a:lnTo>
                  <a:pt x="118235" y="67818"/>
                </a:lnTo>
                <a:lnTo>
                  <a:pt x="118265" y="65545"/>
                </a:lnTo>
                <a:lnTo>
                  <a:pt x="118235" y="63337"/>
                </a:lnTo>
                <a:lnTo>
                  <a:pt x="118146" y="61160"/>
                </a:lnTo>
                <a:lnTo>
                  <a:pt x="117996" y="59013"/>
                </a:lnTo>
                <a:lnTo>
                  <a:pt x="117787" y="56898"/>
                </a:lnTo>
                <a:lnTo>
                  <a:pt x="117517" y="54813"/>
                </a:lnTo>
                <a:lnTo>
                  <a:pt x="117188" y="52759"/>
                </a:lnTo>
                <a:lnTo>
                  <a:pt x="116799" y="50735"/>
                </a:lnTo>
                <a:lnTo>
                  <a:pt x="116351" y="48743"/>
                </a:lnTo>
                <a:lnTo>
                  <a:pt x="115842" y="46781"/>
                </a:lnTo>
                <a:lnTo>
                  <a:pt x="115274" y="44849"/>
                </a:lnTo>
                <a:lnTo>
                  <a:pt x="114645" y="42949"/>
                </a:lnTo>
                <a:lnTo>
                  <a:pt x="113957" y="41079"/>
                </a:lnTo>
                <a:lnTo>
                  <a:pt x="113209" y="39240"/>
                </a:lnTo>
                <a:lnTo>
                  <a:pt x="112402" y="37431"/>
                </a:lnTo>
                <a:lnTo>
                  <a:pt x="111534" y="35654"/>
                </a:lnTo>
                <a:lnTo>
                  <a:pt x="110607" y="33907"/>
                </a:lnTo>
                <a:lnTo>
                  <a:pt x="109619" y="32190"/>
                </a:lnTo>
                <a:lnTo>
                  <a:pt x="108572" y="30505"/>
                </a:lnTo>
                <a:lnTo>
                  <a:pt x="107465" y="28850"/>
                </a:lnTo>
                <a:lnTo>
                  <a:pt x="106299" y="27226"/>
                </a:lnTo>
                <a:lnTo>
                  <a:pt x="105072" y="25632"/>
                </a:lnTo>
                <a:lnTo>
                  <a:pt x="103786" y="24070"/>
                </a:lnTo>
                <a:lnTo>
                  <a:pt x="102439" y="22538"/>
                </a:lnTo>
                <a:lnTo>
                  <a:pt x="101033" y="21037"/>
                </a:lnTo>
                <a:lnTo>
                  <a:pt x="99586" y="19582"/>
                </a:lnTo>
                <a:lnTo>
                  <a:pt x="98118" y="18189"/>
                </a:lnTo>
                <a:lnTo>
                  <a:pt x="96627" y="16857"/>
                </a:lnTo>
                <a:lnTo>
                  <a:pt x="95115" y="15588"/>
                </a:lnTo>
                <a:lnTo>
                  <a:pt x="93581" y="14381"/>
                </a:lnTo>
                <a:lnTo>
                  <a:pt x="92025" y="13236"/>
                </a:lnTo>
                <a:lnTo>
                  <a:pt x="90447" y="12152"/>
                </a:lnTo>
                <a:lnTo>
                  <a:pt x="88847" y="11131"/>
                </a:lnTo>
                <a:lnTo>
                  <a:pt x="87226" y="10171"/>
                </a:lnTo>
                <a:lnTo>
                  <a:pt x="85583" y="9273"/>
                </a:lnTo>
                <a:lnTo>
                  <a:pt x="83918" y="8438"/>
                </a:lnTo>
                <a:lnTo>
                  <a:pt x="82231" y="7664"/>
                </a:lnTo>
                <a:lnTo>
                  <a:pt x="80523" y="6952"/>
                </a:lnTo>
                <a:lnTo>
                  <a:pt x="78793" y="6302"/>
                </a:lnTo>
                <a:lnTo>
                  <a:pt x="77040" y="5713"/>
                </a:lnTo>
                <a:lnTo>
                  <a:pt x="75267" y="5187"/>
                </a:lnTo>
                <a:lnTo>
                  <a:pt x="73471" y="4723"/>
                </a:lnTo>
                <a:lnTo>
                  <a:pt x="71653" y="4320"/>
                </a:lnTo>
                <a:lnTo>
                  <a:pt x="69814" y="3980"/>
                </a:lnTo>
                <a:lnTo>
                  <a:pt x="67953" y="3701"/>
                </a:lnTo>
                <a:lnTo>
                  <a:pt x="66070" y="3485"/>
                </a:lnTo>
                <a:lnTo>
                  <a:pt x="64165" y="3330"/>
                </a:lnTo>
                <a:lnTo>
                  <a:pt x="62239" y="3237"/>
                </a:lnTo>
                <a:lnTo>
                  <a:pt x="60290" y="3206"/>
                </a:lnTo>
                <a:lnTo>
                  <a:pt x="58328" y="3233"/>
                </a:lnTo>
                <a:lnTo>
                  <a:pt x="56389" y="3315"/>
                </a:lnTo>
                <a:lnTo>
                  <a:pt x="54473" y="3452"/>
                </a:lnTo>
                <a:close/>
                <a:moveTo>
                  <a:pt x="62801" y="9807"/>
                </a:moveTo>
                <a:lnTo>
                  <a:pt x="64149" y="9954"/>
                </a:lnTo>
                <a:lnTo>
                  <a:pt x="65472" y="10143"/>
                </a:lnTo>
                <a:lnTo>
                  <a:pt x="66769" y="10374"/>
                </a:lnTo>
                <a:lnTo>
                  <a:pt x="68040" y="10647"/>
                </a:lnTo>
                <a:lnTo>
                  <a:pt x="69285" y="10962"/>
                </a:lnTo>
                <a:lnTo>
                  <a:pt x="70504" y="11318"/>
                </a:lnTo>
                <a:lnTo>
                  <a:pt x="71697" y="11717"/>
                </a:lnTo>
                <a:lnTo>
                  <a:pt x="72864" y="12158"/>
                </a:lnTo>
                <a:lnTo>
                  <a:pt x="74005" y="12641"/>
                </a:lnTo>
                <a:lnTo>
                  <a:pt x="75120" y="13166"/>
                </a:lnTo>
                <a:lnTo>
                  <a:pt x="76209" y="13733"/>
                </a:lnTo>
                <a:lnTo>
                  <a:pt x="77272" y="14341"/>
                </a:lnTo>
                <a:lnTo>
                  <a:pt x="78309" y="14992"/>
                </a:lnTo>
                <a:lnTo>
                  <a:pt x="79320" y="15685"/>
                </a:lnTo>
                <a:lnTo>
                  <a:pt x="80306" y="16420"/>
                </a:lnTo>
                <a:lnTo>
                  <a:pt x="81265" y="17196"/>
                </a:lnTo>
                <a:lnTo>
                  <a:pt x="82198" y="18015"/>
                </a:lnTo>
                <a:lnTo>
                  <a:pt x="83105" y="18876"/>
                </a:lnTo>
                <a:lnTo>
                  <a:pt x="83986" y="19779"/>
                </a:lnTo>
                <a:lnTo>
                  <a:pt x="84842" y="20723"/>
                </a:lnTo>
                <a:lnTo>
                  <a:pt x="85671" y="21710"/>
                </a:lnTo>
                <a:lnTo>
                  <a:pt x="86667" y="23004"/>
                </a:lnTo>
                <a:lnTo>
                  <a:pt x="87620" y="24354"/>
                </a:lnTo>
                <a:lnTo>
                  <a:pt x="88531" y="25757"/>
                </a:lnTo>
                <a:lnTo>
                  <a:pt x="89399" y="27216"/>
                </a:lnTo>
                <a:lnTo>
                  <a:pt x="90225" y="28729"/>
                </a:lnTo>
                <a:lnTo>
                  <a:pt x="91009" y="30297"/>
                </a:lnTo>
                <a:lnTo>
                  <a:pt x="91750" y="31919"/>
                </a:lnTo>
                <a:lnTo>
                  <a:pt x="92449" y="33596"/>
                </a:lnTo>
                <a:lnTo>
                  <a:pt x="93106" y="35327"/>
                </a:lnTo>
                <a:lnTo>
                  <a:pt x="93720" y="37114"/>
                </a:lnTo>
                <a:lnTo>
                  <a:pt x="94292" y="38954"/>
                </a:lnTo>
                <a:lnTo>
                  <a:pt x="94822" y="40850"/>
                </a:lnTo>
                <a:lnTo>
                  <a:pt x="95309" y="42800"/>
                </a:lnTo>
                <a:lnTo>
                  <a:pt x="95754" y="44805"/>
                </a:lnTo>
                <a:lnTo>
                  <a:pt x="96156" y="46864"/>
                </a:lnTo>
                <a:lnTo>
                  <a:pt x="96516" y="48978"/>
                </a:lnTo>
                <a:lnTo>
                  <a:pt x="96834" y="51147"/>
                </a:lnTo>
                <a:lnTo>
                  <a:pt x="97109" y="53370"/>
                </a:lnTo>
                <a:lnTo>
                  <a:pt x="97342" y="55648"/>
                </a:lnTo>
                <a:lnTo>
                  <a:pt x="97533" y="57981"/>
                </a:lnTo>
                <a:lnTo>
                  <a:pt x="97681" y="60368"/>
                </a:lnTo>
                <a:lnTo>
                  <a:pt x="97787" y="62810"/>
                </a:lnTo>
                <a:lnTo>
                  <a:pt x="97851" y="65306"/>
                </a:lnTo>
                <a:lnTo>
                  <a:pt x="97872" y="67857"/>
                </a:lnTo>
                <a:lnTo>
                  <a:pt x="97852" y="70209"/>
                </a:lnTo>
                <a:lnTo>
                  <a:pt x="97795" y="72508"/>
                </a:lnTo>
                <a:lnTo>
                  <a:pt x="97698" y="74754"/>
                </a:lnTo>
                <a:lnTo>
                  <a:pt x="97564" y="76947"/>
                </a:lnTo>
                <a:lnTo>
                  <a:pt x="97390" y="79086"/>
                </a:lnTo>
                <a:lnTo>
                  <a:pt x="97179" y="81173"/>
                </a:lnTo>
                <a:lnTo>
                  <a:pt x="96928" y="83206"/>
                </a:lnTo>
                <a:lnTo>
                  <a:pt x="96640" y="85186"/>
                </a:lnTo>
                <a:lnTo>
                  <a:pt x="96313" y="87113"/>
                </a:lnTo>
                <a:lnTo>
                  <a:pt x="95947" y="88988"/>
                </a:lnTo>
                <a:lnTo>
                  <a:pt x="95543" y="90808"/>
                </a:lnTo>
                <a:lnTo>
                  <a:pt x="95100" y="92576"/>
                </a:lnTo>
                <a:lnTo>
                  <a:pt x="94619" y="94291"/>
                </a:lnTo>
                <a:lnTo>
                  <a:pt x="94099" y="95953"/>
                </a:lnTo>
                <a:lnTo>
                  <a:pt x="93541" y="97561"/>
                </a:lnTo>
                <a:lnTo>
                  <a:pt x="92944" y="99117"/>
                </a:lnTo>
                <a:lnTo>
                  <a:pt x="92309" y="100619"/>
                </a:lnTo>
                <a:lnTo>
                  <a:pt x="91635" y="102069"/>
                </a:lnTo>
                <a:lnTo>
                  <a:pt x="90923" y="103465"/>
                </a:lnTo>
                <a:lnTo>
                  <a:pt x="90172" y="104808"/>
                </a:lnTo>
                <a:lnTo>
                  <a:pt x="89383" y="106098"/>
                </a:lnTo>
                <a:lnTo>
                  <a:pt x="88555" y="107335"/>
                </a:lnTo>
                <a:lnTo>
                  <a:pt x="87689" y="108519"/>
                </a:lnTo>
                <a:lnTo>
                  <a:pt x="86784" y="109649"/>
                </a:lnTo>
                <a:lnTo>
                  <a:pt x="85850" y="110730"/>
                </a:lnTo>
                <a:lnTo>
                  <a:pt x="84895" y="111765"/>
                </a:lnTo>
                <a:lnTo>
                  <a:pt x="83920" y="112754"/>
                </a:lnTo>
                <a:lnTo>
                  <a:pt x="82924" y="113697"/>
                </a:lnTo>
                <a:lnTo>
                  <a:pt x="81908" y="114594"/>
                </a:lnTo>
                <a:lnTo>
                  <a:pt x="80870" y="115445"/>
                </a:lnTo>
                <a:lnTo>
                  <a:pt x="79813" y="116250"/>
                </a:lnTo>
                <a:lnTo>
                  <a:pt x="78735" y="117009"/>
                </a:lnTo>
                <a:lnTo>
                  <a:pt x="77636" y="117722"/>
                </a:lnTo>
                <a:lnTo>
                  <a:pt x="76517" y="118389"/>
                </a:lnTo>
                <a:lnTo>
                  <a:pt x="75377" y="119010"/>
                </a:lnTo>
                <a:lnTo>
                  <a:pt x="74216" y="119584"/>
                </a:lnTo>
                <a:lnTo>
                  <a:pt x="73035" y="120113"/>
                </a:lnTo>
                <a:lnTo>
                  <a:pt x="71834" y="120596"/>
                </a:lnTo>
                <a:lnTo>
                  <a:pt x="70612" y="121033"/>
                </a:lnTo>
                <a:lnTo>
                  <a:pt x="69369" y="121424"/>
                </a:lnTo>
                <a:lnTo>
                  <a:pt x="68106" y="121769"/>
                </a:lnTo>
                <a:lnTo>
                  <a:pt x="66822" y="122068"/>
                </a:lnTo>
                <a:lnTo>
                  <a:pt x="65518" y="122321"/>
                </a:lnTo>
                <a:lnTo>
                  <a:pt x="64193" y="122528"/>
                </a:lnTo>
                <a:lnTo>
                  <a:pt x="62847" y="122689"/>
                </a:lnTo>
                <a:lnTo>
                  <a:pt x="61481" y="122804"/>
                </a:lnTo>
                <a:lnTo>
                  <a:pt x="60095" y="122873"/>
                </a:lnTo>
                <a:lnTo>
                  <a:pt x="58687" y="122896"/>
                </a:lnTo>
                <a:lnTo>
                  <a:pt x="57370" y="122875"/>
                </a:lnTo>
                <a:lnTo>
                  <a:pt x="56074" y="122812"/>
                </a:lnTo>
                <a:lnTo>
                  <a:pt x="54800" y="122707"/>
                </a:lnTo>
                <a:lnTo>
                  <a:pt x="53547" y="122560"/>
                </a:lnTo>
                <a:lnTo>
                  <a:pt x="52316" y="122371"/>
                </a:lnTo>
                <a:lnTo>
                  <a:pt x="51107" y="122140"/>
                </a:lnTo>
                <a:lnTo>
                  <a:pt x="49919" y="121868"/>
                </a:lnTo>
                <a:lnTo>
                  <a:pt x="48753" y="121553"/>
                </a:lnTo>
                <a:lnTo>
                  <a:pt x="47608" y="121196"/>
                </a:lnTo>
                <a:lnTo>
                  <a:pt x="46486" y="120797"/>
                </a:lnTo>
                <a:lnTo>
                  <a:pt x="45384" y="120356"/>
                </a:lnTo>
                <a:lnTo>
                  <a:pt x="44305" y="119873"/>
                </a:lnTo>
                <a:lnTo>
                  <a:pt x="43247" y="119348"/>
                </a:lnTo>
                <a:lnTo>
                  <a:pt x="42211" y="118782"/>
                </a:lnTo>
                <a:lnTo>
                  <a:pt x="41196" y="118173"/>
                </a:lnTo>
                <a:lnTo>
                  <a:pt x="40203" y="117522"/>
                </a:lnTo>
                <a:lnTo>
                  <a:pt x="39232" y="116829"/>
                </a:lnTo>
                <a:lnTo>
                  <a:pt x="38283" y="116094"/>
                </a:lnTo>
                <a:lnTo>
                  <a:pt x="37355" y="115318"/>
                </a:lnTo>
                <a:lnTo>
                  <a:pt x="36448" y="114499"/>
                </a:lnTo>
                <a:lnTo>
                  <a:pt x="35564" y="113638"/>
                </a:lnTo>
                <a:lnTo>
                  <a:pt x="34701" y="112736"/>
                </a:lnTo>
                <a:lnTo>
                  <a:pt x="33859" y="111791"/>
                </a:lnTo>
                <a:lnTo>
                  <a:pt x="33039" y="110804"/>
                </a:lnTo>
                <a:lnTo>
                  <a:pt x="32008" y="109454"/>
                </a:lnTo>
                <a:lnTo>
                  <a:pt x="31020" y="108057"/>
                </a:lnTo>
                <a:lnTo>
                  <a:pt x="30076" y="106613"/>
                </a:lnTo>
                <a:lnTo>
                  <a:pt x="29175" y="105121"/>
                </a:lnTo>
                <a:lnTo>
                  <a:pt x="28319" y="103582"/>
                </a:lnTo>
                <a:lnTo>
                  <a:pt x="27507" y="101996"/>
                </a:lnTo>
                <a:lnTo>
                  <a:pt x="26739" y="100363"/>
                </a:lnTo>
                <a:lnTo>
                  <a:pt x="26014" y="98682"/>
                </a:lnTo>
                <a:lnTo>
                  <a:pt x="25333" y="96954"/>
                </a:lnTo>
                <a:lnTo>
                  <a:pt x="24697" y="95179"/>
                </a:lnTo>
                <a:lnTo>
                  <a:pt x="24104" y="93357"/>
                </a:lnTo>
                <a:lnTo>
                  <a:pt x="23555" y="91488"/>
                </a:lnTo>
                <a:lnTo>
                  <a:pt x="23050" y="89571"/>
                </a:lnTo>
                <a:lnTo>
                  <a:pt x="22589" y="87607"/>
                </a:lnTo>
                <a:lnTo>
                  <a:pt x="22172" y="85596"/>
                </a:lnTo>
                <a:lnTo>
                  <a:pt x="21799" y="83537"/>
                </a:lnTo>
                <a:lnTo>
                  <a:pt x="21469" y="81432"/>
                </a:lnTo>
                <a:lnTo>
                  <a:pt x="21184" y="79279"/>
                </a:lnTo>
                <a:lnTo>
                  <a:pt x="20943" y="77078"/>
                </a:lnTo>
                <a:lnTo>
                  <a:pt x="20745" y="74831"/>
                </a:lnTo>
                <a:lnTo>
                  <a:pt x="20591" y="72537"/>
                </a:lnTo>
                <a:lnTo>
                  <a:pt x="20481" y="70195"/>
                </a:lnTo>
                <a:lnTo>
                  <a:pt x="20416" y="67806"/>
                </a:lnTo>
                <a:lnTo>
                  <a:pt x="20394" y="65369"/>
                </a:lnTo>
                <a:lnTo>
                  <a:pt x="20415" y="62993"/>
                </a:lnTo>
                <a:lnTo>
                  <a:pt x="20478" y="60664"/>
                </a:lnTo>
                <a:lnTo>
                  <a:pt x="20584" y="58384"/>
                </a:lnTo>
                <a:lnTo>
                  <a:pt x="20733" y="56151"/>
                </a:lnTo>
                <a:lnTo>
                  <a:pt x="20923" y="53967"/>
                </a:lnTo>
                <a:lnTo>
                  <a:pt x="21156" y="51832"/>
                </a:lnTo>
                <a:lnTo>
                  <a:pt x="21432" y="49744"/>
                </a:lnTo>
                <a:lnTo>
                  <a:pt x="21749" y="47704"/>
                </a:lnTo>
                <a:lnTo>
                  <a:pt x="22109" y="45713"/>
                </a:lnTo>
                <a:lnTo>
                  <a:pt x="22512" y="43770"/>
                </a:lnTo>
                <a:lnTo>
                  <a:pt x="22957" y="41874"/>
                </a:lnTo>
                <a:lnTo>
                  <a:pt x="23444" y="40028"/>
                </a:lnTo>
                <a:lnTo>
                  <a:pt x="23973" y="38229"/>
                </a:lnTo>
                <a:lnTo>
                  <a:pt x="24545" y="36478"/>
                </a:lnTo>
                <a:lnTo>
                  <a:pt x="25159" y="34776"/>
                </a:lnTo>
                <a:lnTo>
                  <a:pt x="25816" y="33121"/>
                </a:lnTo>
                <a:lnTo>
                  <a:pt x="26515" y="31515"/>
                </a:lnTo>
                <a:lnTo>
                  <a:pt x="27256" y="29957"/>
                </a:lnTo>
                <a:lnTo>
                  <a:pt x="28040" y="28448"/>
                </a:lnTo>
                <a:lnTo>
                  <a:pt x="28866" y="26986"/>
                </a:lnTo>
                <a:lnTo>
                  <a:pt x="29735" y="25572"/>
                </a:lnTo>
                <a:lnTo>
                  <a:pt x="30646" y="24207"/>
                </a:lnTo>
                <a:lnTo>
                  <a:pt x="31599" y="22890"/>
                </a:lnTo>
                <a:lnTo>
                  <a:pt x="32594" y="21621"/>
                </a:lnTo>
                <a:lnTo>
                  <a:pt x="33422" y="20642"/>
                </a:lnTo>
                <a:lnTo>
                  <a:pt x="34271" y="19704"/>
                </a:lnTo>
                <a:lnTo>
                  <a:pt x="35143" y="18808"/>
                </a:lnTo>
                <a:lnTo>
                  <a:pt x="36038" y="17953"/>
                </a:lnTo>
                <a:lnTo>
                  <a:pt x="36954" y="17141"/>
                </a:lnTo>
                <a:lnTo>
                  <a:pt x="37893" y="16370"/>
                </a:lnTo>
                <a:lnTo>
                  <a:pt x="38854" y="15640"/>
                </a:lnTo>
                <a:lnTo>
                  <a:pt x="39837" y="14953"/>
                </a:lnTo>
                <a:lnTo>
                  <a:pt x="40843" y="14307"/>
                </a:lnTo>
                <a:lnTo>
                  <a:pt x="41871" y="13702"/>
                </a:lnTo>
                <a:lnTo>
                  <a:pt x="42921" y="13140"/>
                </a:lnTo>
                <a:lnTo>
                  <a:pt x="43993" y="12619"/>
                </a:lnTo>
                <a:lnTo>
                  <a:pt x="45088" y="12139"/>
                </a:lnTo>
                <a:lnTo>
                  <a:pt x="46205" y="11702"/>
                </a:lnTo>
                <a:lnTo>
                  <a:pt x="47344" y="11306"/>
                </a:lnTo>
                <a:lnTo>
                  <a:pt x="48505" y="10952"/>
                </a:lnTo>
                <a:lnTo>
                  <a:pt x="49689" y="10639"/>
                </a:lnTo>
                <a:lnTo>
                  <a:pt x="50895" y="10368"/>
                </a:lnTo>
                <a:lnTo>
                  <a:pt x="52123" y="10139"/>
                </a:lnTo>
                <a:lnTo>
                  <a:pt x="53374" y="9951"/>
                </a:lnTo>
                <a:lnTo>
                  <a:pt x="54647" y="9806"/>
                </a:lnTo>
                <a:lnTo>
                  <a:pt x="55942" y="9701"/>
                </a:lnTo>
                <a:lnTo>
                  <a:pt x="57259" y="9639"/>
                </a:lnTo>
                <a:lnTo>
                  <a:pt x="58598" y="9618"/>
                </a:lnTo>
                <a:lnTo>
                  <a:pt x="60025" y="9639"/>
                </a:lnTo>
                <a:lnTo>
                  <a:pt x="61426" y="9702"/>
                </a:lnTo>
                <a:lnTo>
                  <a:pt x="62801" y="9807"/>
                </a:lnTo>
                <a:close/>
                <a:moveTo>
                  <a:pt x="205445" y="3884"/>
                </a:moveTo>
                <a:lnTo>
                  <a:pt x="205366" y="4209"/>
                </a:lnTo>
                <a:lnTo>
                  <a:pt x="205285" y="4523"/>
                </a:lnTo>
                <a:lnTo>
                  <a:pt x="205202" y="4828"/>
                </a:lnTo>
                <a:lnTo>
                  <a:pt x="205116" y="5123"/>
                </a:lnTo>
                <a:lnTo>
                  <a:pt x="205029" y="5409"/>
                </a:lnTo>
                <a:lnTo>
                  <a:pt x="204940" y="5685"/>
                </a:lnTo>
                <a:lnTo>
                  <a:pt x="204848" y="5951"/>
                </a:lnTo>
                <a:lnTo>
                  <a:pt x="204755" y="6207"/>
                </a:lnTo>
                <a:lnTo>
                  <a:pt x="204660" y="6453"/>
                </a:lnTo>
                <a:lnTo>
                  <a:pt x="204562" y="6690"/>
                </a:lnTo>
                <a:lnTo>
                  <a:pt x="204463" y="6917"/>
                </a:lnTo>
                <a:lnTo>
                  <a:pt x="204362" y="7135"/>
                </a:lnTo>
                <a:lnTo>
                  <a:pt x="204258" y="7342"/>
                </a:lnTo>
                <a:lnTo>
                  <a:pt x="204153" y="7540"/>
                </a:lnTo>
                <a:lnTo>
                  <a:pt x="204046" y="7728"/>
                </a:lnTo>
                <a:lnTo>
                  <a:pt x="203936" y="7906"/>
                </a:lnTo>
                <a:lnTo>
                  <a:pt x="203825" y="8075"/>
                </a:lnTo>
                <a:lnTo>
                  <a:pt x="203711" y="8234"/>
                </a:lnTo>
                <a:lnTo>
                  <a:pt x="203596" y="8383"/>
                </a:lnTo>
                <a:lnTo>
                  <a:pt x="203479" y="8522"/>
                </a:lnTo>
                <a:lnTo>
                  <a:pt x="203359" y="8652"/>
                </a:lnTo>
                <a:lnTo>
                  <a:pt x="203238" y="8772"/>
                </a:lnTo>
                <a:lnTo>
                  <a:pt x="203114" y="8885"/>
                </a:lnTo>
                <a:lnTo>
                  <a:pt x="202987" y="8992"/>
                </a:lnTo>
                <a:lnTo>
                  <a:pt x="202857" y="9095"/>
                </a:lnTo>
                <a:lnTo>
                  <a:pt x="202724" y="9194"/>
                </a:lnTo>
                <a:lnTo>
                  <a:pt x="202589" y="9287"/>
                </a:lnTo>
                <a:lnTo>
                  <a:pt x="202450" y="9376"/>
                </a:lnTo>
                <a:lnTo>
                  <a:pt x="202309" y="9460"/>
                </a:lnTo>
                <a:lnTo>
                  <a:pt x="202164" y="9539"/>
                </a:lnTo>
                <a:lnTo>
                  <a:pt x="202017" y="9613"/>
                </a:lnTo>
                <a:lnTo>
                  <a:pt x="201866" y="9683"/>
                </a:lnTo>
                <a:lnTo>
                  <a:pt x="201713" y="9747"/>
                </a:lnTo>
                <a:lnTo>
                  <a:pt x="201557" y="9807"/>
                </a:lnTo>
                <a:lnTo>
                  <a:pt x="201398" y="9862"/>
                </a:lnTo>
                <a:lnTo>
                  <a:pt x="201236" y="9913"/>
                </a:lnTo>
                <a:lnTo>
                  <a:pt x="201071" y="9958"/>
                </a:lnTo>
                <a:lnTo>
                  <a:pt x="200903" y="9999"/>
                </a:lnTo>
                <a:lnTo>
                  <a:pt x="200732" y="10035"/>
                </a:lnTo>
                <a:lnTo>
                  <a:pt x="200558" y="10066"/>
                </a:lnTo>
                <a:lnTo>
                  <a:pt x="200381" y="10092"/>
                </a:lnTo>
                <a:lnTo>
                  <a:pt x="200201" y="10114"/>
                </a:lnTo>
                <a:lnTo>
                  <a:pt x="200019" y="10131"/>
                </a:lnTo>
                <a:lnTo>
                  <a:pt x="199833" y="10143"/>
                </a:lnTo>
                <a:lnTo>
                  <a:pt x="199644" y="10150"/>
                </a:lnTo>
                <a:lnTo>
                  <a:pt x="199453" y="10152"/>
                </a:lnTo>
                <a:lnTo>
                  <a:pt x="199277" y="10148"/>
                </a:lnTo>
                <a:lnTo>
                  <a:pt x="199091" y="10137"/>
                </a:lnTo>
                <a:lnTo>
                  <a:pt x="198895" y="10118"/>
                </a:lnTo>
                <a:lnTo>
                  <a:pt x="198689" y="10090"/>
                </a:lnTo>
                <a:lnTo>
                  <a:pt x="198472" y="10056"/>
                </a:lnTo>
                <a:lnTo>
                  <a:pt x="198245" y="10013"/>
                </a:lnTo>
                <a:lnTo>
                  <a:pt x="198008" y="9963"/>
                </a:lnTo>
                <a:lnTo>
                  <a:pt x="197761" y="9905"/>
                </a:lnTo>
                <a:lnTo>
                  <a:pt x="197503" y="9839"/>
                </a:lnTo>
                <a:lnTo>
                  <a:pt x="197236" y="9766"/>
                </a:lnTo>
                <a:lnTo>
                  <a:pt x="196958" y="9685"/>
                </a:lnTo>
                <a:lnTo>
                  <a:pt x="196670" y="9596"/>
                </a:lnTo>
                <a:lnTo>
                  <a:pt x="196372" y="9499"/>
                </a:lnTo>
                <a:lnTo>
                  <a:pt x="196063" y="9395"/>
                </a:lnTo>
                <a:lnTo>
                  <a:pt x="195745" y="9283"/>
                </a:lnTo>
                <a:lnTo>
                  <a:pt x="195416" y="9163"/>
                </a:lnTo>
                <a:lnTo>
                  <a:pt x="195077" y="9035"/>
                </a:lnTo>
                <a:lnTo>
                  <a:pt x="194727" y="8900"/>
                </a:lnTo>
                <a:lnTo>
                  <a:pt x="194368" y="8757"/>
                </a:lnTo>
                <a:lnTo>
                  <a:pt x="193998" y="8606"/>
                </a:lnTo>
                <a:lnTo>
                  <a:pt x="193618" y="8448"/>
                </a:lnTo>
                <a:lnTo>
                  <a:pt x="193228" y="8282"/>
                </a:lnTo>
                <a:lnTo>
                  <a:pt x="192828" y="8108"/>
                </a:lnTo>
                <a:lnTo>
                  <a:pt x="192418" y="7926"/>
                </a:lnTo>
                <a:lnTo>
                  <a:pt x="191522" y="7541"/>
                </a:lnTo>
                <a:lnTo>
                  <a:pt x="190630" y="7172"/>
                </a:lnTo>
                <a:lnTo>
                  <a:pt x="189742" y="6820"/>
                </a:lnTo>
                <a:lnTo>
                  <a:pt x="188858" y="6484"/>
                </a:lnTo>
                <a:lnTo>
                  <a:pt x="187978" y="6164"/>
                </a:lnTo>
                <a:lnTo>
                  <a:pt x="187102" y="5861"/>
                </a:lnTo>
                <a:lnTo>
                  <a:pt x="186230" y="5574"/>
                </a:lnTo>
                <a:lnTo>
                  <a:pt x="185362" y="5304"/>
                </a:lnTo>
                <a:lnTo>
                  <a:pt x="184499" y="5050"/>
                </a:lnTo>
                <a:lnTo>
                  <a:pt x="183639" y="4812"/>
                </a:lnTo>
                <a:lnTo>
                  <a:pt x="182783" y="4591"/>
                </a:lnTo>
                <a:lnTo>
                  <a:pt x="181931" y="4386"/>
                </a:lnTo>
                <a:lnTo>
                  <a:pt x="181084" y="4198"/>
                </a:lnTo>
                <a:lnTo>
                  <a:pt x="180240" y="4025"/>
                </a:lnTo>
                <a:lnTo>
                  <a:pt x="179400" y="3870"/>
                </a:lnTo>
                <a:lnTo>
                  <a:pt x="178565" y="3730"/>
                </a:lnTo>
                <a:lnTo>
                  <a:pt x="177733" y="3608"/>
                </a:lnTo>
                <a:lnTo>
                  <a:pt x="176905" y="3501"/>
                </a:lnTo>
                <a:lnTo>
                  <a:pt x="176082" y="3411"/>
                </a:lnTo>
                <a:lnTo>
                  <a:pt x="175262" y="3337"/>
                </a:lnTo>
                <a:lnTo>
                  <a:pt x="174446" y="3280"/>
                </a:lnTo>
                <a:lnTo>
                  <a:pt x="173635" y="3239"/>
                </a:lnTo>
                <a:lnTo>
                  <a:pt x="172827" y="3214"/>
                </a:lnTo>
                <a:lnTo>
                  <a:pt x="172024" y="3206"/>
                </a:lnTo>
                <a:lnTo>
                  <a:pt x="170749" y="3222"/>
                </a:lnTo>
                <a:lnTo>
                  <a:pt x="169494" y="3271"/>
                </a:lnTo>
                <a:lnTo>
                  <a:pt x="168257" y="3353"/>
                </a:lnTo>
                <a:lnTo>
                  <a:pt x="167039" y="3467"/>
                </a:lnTo>
                <a:lnTo>
                  <a:pt x="165840" y="3613"/>
                </a:lnTo>
                <a:lnTo>
                  <a:pt x="164660" y="3793"/>
                </a:lnTo>
                <a:lnTo>
                  <a:pt x="163499" y="4005"/>
                </a:lnTo>
                <a:lnTo>
                  <a:pt x="162356" y="4249"/>
                </a:lnTo>
                <a:lnTo>
                  <a:pt x="161233" y="4526"/>
                </a:lnTo>
                <a:lnTo>
                  <a:pt x="160128" y="4836"/>
                </a:lnTo>
                <a:lnTo>
                  <a:pt x="159042" y="5178"/>
                </a:lnTo>
                <a:lnTo>
                  <a:pt x="157975" y="5553"/>
                </a:lnTo>
                <a:lnTo>
                  <a:pt x="156927" y="5960"/>
                </a:lnTo>
                <a:lnTo>
                  <a:pt x="155898" y="6400"/>
                </a:lnTo>
                <a:lnTo>
                  <a:pt x="154888" y="6873"/>
                </a:lnTo>
                <a:lnTo>
                  <a:pt x="153896" y="7378"/>
                </a:lnTo>
                <a:lnTo>
                  <a:pt x="152924" y="7916"/>
                </a:lnTo>
                <a:lnTo>
                  <a:pt x="151970" y="8486"/>
                </a:lnTo>
                <a:lnTo>
                  <a:pt x="151035" y="9089"/>
                </a:lnTo>
                <a:lnTo>
                  <a:pt x="150119" y="9725"/>
                </a:lnTo>
                <a:lnTo>
                  <a:pt x="149222" y="10393"/>
                </a:lnTo>
                <a:lnTo>
                  <a:pt x="148343" y="11094"/>
                </a:lnTo>
                <a:lnTo>
                  <a:pt x="147484" y="11827"/>
                </a:lnTo>
                <a:lnTo>
                  <a:pt x="146643" y="12593"/>
                </a:lnTo>
                <a:lnTo>
                  <a:pt x="145829" y="13381"/>
                </a:lnTo>
                <a:lnTo>
                  <a:pt x="145050" y="14182"/>
                </a:lnTo>
                <a:lnTo>
                  <a:pt x="144305" y="14995"/>
                </a:lnTo>
                <a:lnTo>
                  <a:pt x="143595" y="15821"/>
                </a:lnTo>
                <a:lnTo>
                  <a:pt x="142920" y="16659"/>
                </a:lnTo>
                <a:lnTo>
                  <a:pt x="142279" y="17510"/>
                </a:lnTo>
                <a:lnTo>
                  <a:pt x="141673" y="18374"/>
                </a:lnTo>
                <a:lnTo>
                  <a:pt x="141102" y="19250"/>
                </a:lnTo>
                <a:lnTo>
                  <a:pt x="140565" y="20138"/>
                </a:lnTo>
                <a:lnTo>
                  <a:pt x="140063" y="21039"/>
                </a:lnTo>
                <a:lnTo>
                  <a:pt x="139595" y="21952"/>
                </a:lnTo>
                <a:lnTo>
                  <a:pt x="139163" y="22878"/>
                </a:lnTo>
                <a:lnTo>
                  <a:pt x="138764" y="23817"/>
                </a:lnTo>
                <a:lnTo>
                  <a:pt x="138401" y="24768"/>
                </a:lnTo>
                <a:lnTo>
                  <a:pt x="138072" y="25731"/>
                </a:lnTo>
                <a:lnTo>
                  <a:pt x="137777" y="26707"/>
                </a:lnTo>
                <a:lnTo>
                  <a:pt x="137517" y="27695"/>
                </a:lnTo>
                <a:lnTo>
                  <a:pt x="137292" y="28696"/>
                </a:lnTo>
                <a:lnTo>
                  <a:pt x="137102" y="29710"/>
                </a:lnTo>
                <a:lnTo>
                  <a:pt x="136946" y="30736"/>
                </a:lnTo>
                <a:lnTo>
                  <a:pt x="136825" y="31775"/>
                </a:lnTo>
                <a:lnTo>
                  <a:pt x="136738" y="32826"/>
                </a:lnTo>
                <a:lnTo>
                  <a:pt x="136686" y="33889"/>
                </a:lnTo>
                <a:lnTo>
                  <a:pt x="136669" y="34965"/>
                </a:lnTo>
                <a:lnTo>
                  <a:pt x="136675" y="35586"/>
                </a:lnTo>
                <a:lnTo>
                  <a:pt x="136692" y="36202"/>
                </a:lnTo>
                <a:lnTo>
                  <a:pt x="136722" y="36814"/>
                </a:lnTo>
                <a:lnTo>
                  <a:pt x="136763" y="37422"/>
                </a:lnTo>
                <a:lnTo>
                  <a:pt x="136816" y="38025"/>
                </a:lnTo>
                <a:lnTo>
                  <a:pt x="136880" y="38624"/>
                </a:lnTo>
                <a:lnTo>
                  <a:pt x="136957" y="39218"/>
                </a:lnTo>
                <a:lnTo>
                  <a:pt x="137045" y="39809"/>
                </a:lnTo>
                <a:lnTo>
                  <a:pt x="137145" y="40395"/>
                </a:lnTo>
                <a:lnTo>
                  <a:pt x="137256" y="40976"/>
                </a:lnTo>
                <a:lnTo>
                  <a:pt x="137380" y="41554"/>
                </a:lnTo>
                <a:lnTo>
                  <a:pt x="137515" y="42127"/>
                </a:lnTo>
                <a:lnTo>
                  <a:pt x="137662" y="42695"/>
                </a:lnTo>
                <a:lnTo>
                  <a:pt x="137821" y="43260"/>
                </a:lnTo>
                <a:lnTo>
                  <a:pt x="137991" y="43820"/>
                </a:lnTo>
                <a:lnTo>
                  <a:pt x="138173" y="44375"/>
                </a:lnTo>
                <a:lnTo>
                  <a:pt x="138367" y="44927"/>
                </a:lnTo>
                <a:lnTo>
                  <a:pt x="138573" y="45474"/>
                </a:lnTo>
                <a:lnTo>
                  <a:pt x="138790" y="46017"/>
                </a:lnTo>
                <a:lnTo>
                  <a:pt x="139019" y="46555"/>
                </a:lnTo>
                <a:lnTo>
                  <a:pt x="139260" y="47089"/>
                </a:lnTo>
                <a:lnTo>
                  <a:pt x="139513" y="47619"/>
                </a:lnTo>
                <a:lnTo>
                  <a:pt x="139777" y="48145"/>
                </a:lnTo>
                <a:lnTo>
                  <a:pt x="140053" y="48666"/>
                </a:lnTo>
                <a:lnTo>
                  <a:pt x="140341" y="49183"/>
                </a:lnTo>
                <a:lnTo>
                  <a:pt x="140639" y="49697"/>
                </a:lnTo>
                <a:lnTo>
                  <a:pt x="140948" y="50206"/>
                </a:lnTo>
                <a:lnTo>
                  <a:pt x="141269" y="50712"/>
                </a:lnTo>
                <a:lnTo>
                  <a:pt x="141600" y="51215"/>
                </a:lnTo>
                <a:lnTo>
                  <a:pt x="141943" y="51713"/>
                </a:lnTo>
                <a:lnTo>
                  <a:pt x="142296" y="52208"/>
                </a:lnTo>
                <a:lnTo>
                  <a:pt x="142660" y="52699"/>
                </a:lnTo>
                <a:lnTo>
                  <a:pt x="143036" y="53187"/>
                </a:lnTo>
                <a:lnTo>
                  <a:pt x="143422" y="53671"/>
                </a:lnTo>
                <a:lnTo>
                  <a:pt x="143819" y="54151"/>
                </a:lnTo>
                <a:lnTo>
                  <a:pt x="144228" y="54627"/>
                </a:lnTo>
                <a:lnTo>
                  <a:pt x="144647" y="55100"/>
                </a:lnTo>
                <a:lnTo>
                  <a:pt x="145077" y="55569"/>
                </a:lnTo>
                <a:lnTo>
                  <a:pt x="145518" y="56034"/>
                </a:lnTo>
                <a:lnTo>
                  <a:pt x="145970" y="56495"/>
                </a:lnTo>
                <a:lnTo>
                  <a:pt x="146433" y="56953"/>
                </a:lnTo>
                <a:lnTo>
                  <a:pt x="146908" y="57407"/>
                </a:lnTo>
                <a:lnTo>
                  <a:pt x="147393" y="57858"/>
                </a:lnTo>
                <a:lnTo>
                  <a:pt x="147889" y="58304"/>
                </a:lnTo>
                <a:lnTo>
                  <a:pt x="148396" y="58747"/>
                </a:lnTo>
                <a:lnTo>
                  <a:pt x="148914" y="59186"/>
                </a:lnTo>
                <a:lnTo>
                  <a:pt x="149443" y="59622"/>
                </a:lnTo>
                <a:lnTo>
                  <a:pt x="149983" y="60054"/>
                </a:lnTo>
                <a:lnTo>
                  <a:pt x="150544" y="60490"/>
                </a:lnTo>
                <a:lnTo>
                  <a:pt x="151136" y="60938"/>
                </a:lnTo>
                <a:lnTo>
                  <a:pt x="151759" y="61398"/>
                </a:lnTo>
                <a:lnTo>
                  <a:pt x="152413" y="61870"/>
                </a:lnTo>
                <a:lnTo>
                  <a:pt x="153099" y="62354"/>
                </a:lnTo>
                <a:lnTo>
                  <a:pt x="153815" y="62850"/>
                </a:lnTo>
                <a:lnTo>
                  <a:pt x="154562" y="63358"/>
                </a:lnTo>
                <a:lnTo>
                  <a:pt x="155341" y="63878"/>
                </a:lnTo>
                <a:lnTo>
                  <a:pt x="156151" y="64410"/>
                </a:lnTo>
                <a:lnTo>
                  <a:pt x="156991" y="64954"/>
                </a:lnTo>
                <a:lnTo>
                  <a:pt x="157863" y="65510"/>
                </a:lnTo>
                <a:lnTo>
                  <a:pt x="158766" y="66078"/>
                </a:lnTo>
                <a:lnTo>
                  <a:pt x="159700" y="66658"/>
                </a:lnTo>
                <a:lnTo>
                  <a:pt x="160665" y="67251"/>
                </a:lnTo>
                <a:lnTo>
                  <a:pt x="161661" y="67855"/>
                </a:lnTo>
                <a:lnTo>
                  <a:pt x="162688" y="68471"/>
                </a:lnTo>
                <a:lnTo>
                  <a:pt x="163746" y="69099"/>
                </a:lnTo>
                <a:lnTo>
                  <a:pt x="164835" y="69739"/>
                </a:lnTo>
                <a:lnTo>
                  <a:pt x="165956" y="70391"/>
                </a:lnTo>
                <a:lnTo>
                  <a:pt x="167107" y="71055"/>
                </a:lnTo>
                <a:lnTo>
                  <a:pt x="168290" y="71732"/>
                </a:lnTo>
                <a:lnTo>
                  <a:pt x="169503" y="72420"/>
                </a:lnTo>
                <a:lnTo>
                  <a:pt x="170748" y="73120"/>
                </a:lnTo>
                <a:lnTo>
                  <a:pt x="172024" y="73832"/>
                </a:lnTo>
                <a:lnTo>
                  <a:pt x="173294" y="74540"/>
                </a:lnTo>
                <a:lnTo>
                  <a:pt x="174523" y="75227"/>
                </a:lnTo>
                <a:lnTo>
                  <a:pt x="175710" y="75893"/>
                </a:lnTo>
                <a:lnTo>
                  <a:pt x="176855" y="76539"/>
                </a:lnTo>
                <a:lnTo>
                  <a:pt x="177959" y="77164"/>
                </a:lnTo>
                <a:lnTo>
                  <a:pt x="179020" y="77769"/>
                </a:lnTo>
                <a:lnTo>
                  <a:pt x="180040" y="78353"/>
                </a:lnTo>
                <a:lnTo>
                  <a:pt x="181018" y="78916"/>
                </a:lnTo>
                <a:lnTo>
                  <a:pt x="181955" y="79458"/>
                </a:lnTo>
                <a:lnTo>
                  <a:pt x="182850" y="79980"/>
                </a:lnTo>
                <a:lnTo>
                  <a:pt x="183703" y="80482"/>
                </a:lnTo>
                <a:lnTo>
                  <a:pt x="184514" y="80962"/>
                </a:lnTo>
                <a:lnTo>
                  <a:pt x="185283" y="81422"/>
                </a:lnTo>
                <a:lnTo>
                  <a:pt x="186011" y="81862"/>
                </a:lnTo>
                <a:lnTo>
                  <a:pt x="186697" y="82280"/>
                </a:lnTo>
                <a:lnTo>
                  <a:pt x="187341" y="82678"/>
                </a:lnTo>
                <a:lnTo>
                  <a:pt x="187944" y="83056"/>
                </a:lnTo>
                <a:lnTo>
                  <a:pt x="188505" y="83413"/>
                </a:lnTo>
                <a:lnTo>
                  <a:pt x="189024" y="83749"/>
                </a:lnTo>
                <a:lnTo>
                  <a:pt x="189501" y="84064"/>
                </a:lnTo>
                <a:lnTo>
                  <a:pt x="189937" y="84359"/>
                </a:lnTo>
                <a:lnTo>
                  <a:pt x="190330" y="84634"/>
                </a:lnTo>
                <a:lnTo>
                  <a:pt x="190682" y="84887"/>
                </a:lnTo>
                <a:lnTo>
                  <a:pt x="190993" y="85120"/>
                </a:lnTo>
                <a:lnTo>
                  <a:pt x="191418" y="85448"/>
                </a:lnTo>
                <a:lnTo>
                  <a:pt x="191835" y="85778"/>
                </a:lnTo>
                <a:lnTo>
                  <a:pt x="192242" y="86110"/>
                </a:lnTo>
                <a:lnTo>
                  <a:pt x="192639" y="86444"/>
                </a:lnTo>
                <a:lnTo>
                  <a:pt x="193027" y="86781"/>
                </a:lnTo>
                <a:lnTo>
                  <a:pt x="193406" y="87120"/>
                </a:lnTo>
                <a:lnTo>
                  <a:pt x="193775" y="87460"/>
                </a:lnTo>
                <a:lnTo>
                  <a:pt x="194134" y="87803"/>
                </a:lnTo>
                <a:lnTo>
                  <a:pt x="194485" y="88149"/>
                </a:lnTo>
                <a:lnTo>
                  <a:pt x="194825" y="88496"/>
                </a:lnTo>
                <a:lnTo>
                  <a:pt x="195157" y="88845"/>
                </a:lnTo>
                <a:lnTo>
                  <a:pt x="195479" y="89197"/>
                </a:lnTo>
                <a:lnTo>
                  <a:pt x="195791" y="89551"/>
                </a:lnTo>
                <a:lnTo>
                  <a:pt x="196094" y="89907"/>
                </a:lnTo>
                <a:lnTo>
                  <a:pt x="196388" y="90265"/>
                </a:lnTo>
                <a:lnTo>
                  <a:pt x="196672" y="90625"/>
                </a:lnTo>
                <a:lnTo>
                  <a:pt x="196947" y="90988"/>
                </a:lnTo>
                <a:lnTo>
                  <a:pt x="197213" y="91353"/>
                </a:lnTo>
                <a:lnTo>
                  <a:pt x="197469" y="91719"/>
                </a:lnTo>
                <a:lnTo>
                  <a:pt x="197715" y="92088"/>
                </a:lnTo>
                <a:lnTo>
                  <a:pt x="197952" y="92459"/>
                </a:lnTo>
                <a:lnTo>
                  <a:pt x="198180" y="92833"/>
                </a:lnTo>
                <a:lnTo>
                  <a:pt x="198398" y="93208"/>
                </a:lnTo>
                <a:lnTo>
                  <a:pt x="198607" y="93586"/>
                </a:lnTo>
                <a:lnTo>
                  <a:pt x="198807" y="93964"/>
                </a:lnTo>
                <a:lnTo>
                  <a:pt x="198998" y="94342"/>
                </a:lnTo>
                <a:lnTo>
                  <a:pt x="199181" y="94720"/>
                </a:lnTo>
                <a:lnTo>
                  <a:pt x="199355" y="95097"/>
                </a:lnTo>
                <a:lnTo>
                  <a:pt x="199521" y="95475"/>
                </a:lnTo>
                <a:lnTo>
                  <a:pt x="199678" y="95851"/>
                </a:lnTo>
                <a:lnTo>
                  <a:pt x="199827" y="96228"/>
                </a:lnTo>
                <a:lnTo>
                  <a:pt x="199967" y="96604"/>
                </a:lnTo>
                <a:lnTo>
                  <a:pt x="200099" y="96980"/>
                </a:lnTo>
                <a:lnTo>
                  <a:pt x="200223" y="97356"/>
                </a:lnTo>
                <a:lnTo>
                  <a:pt x="200337" y="97731"/>
                </a:lnTo>
                <a:lnTo>
                  <a:pt x="200444" y="98106"/>
                </a:lnTo>
                <a:lnTo>
                  <a:pt x="200541" y="98481"/>
                </a:lnTo>
                <a:lnTo>
                  <a:pt x="200631" y="98855"/>
                </a:lnTo>
                <a:lnTo>
                  <a:pt x="200712" y="99229"/>
                </a:lnTo>
                <a:lnTo>
                  <a:pt x="200784" y="99603"/>
                </a:lnTo>
                <a:lnTo>
                  <a:pt x="200848" y="99977"/>
                </a:lnTo>
                <a:lnTo>
                  <a:pt x="200903" y="100350"/>
                </a:lnTo>
                <a:lnTo>
                  <a:pt x="200950" y="100723"/>
                </a:lnTo>
                <a:lnTo>
                  <a:pt x="200988" y="101096"/>
                </a:lnTo>
                <a:lnTo>
                  <a:pt x="201018" y="101468"/>
                </a:lnTo>
                <a:lnTo>
                  <a:pt x="201039" y="101840"/>
                </a:lnTo>
                <a:lnTo>
                  <a:pt x="201052" y="102212"/>
                </a:lnTo>
                <a:lnTo>
                  <a:pt x="201056" y="102583"/>
                </a:lnTo>
                <a:lnTo>
                  <a:pt x="201045" y="103248"/>
                </a:lnTo>
                <a:lnTo>
                  <a:pt x="201011" y="103905"/>
                </a:lnTo>
                <a:lnTo>
                  <a:pt x="200955" y="104554"/>
                </a:lnTo>
                <a:lnTo>
                  <a:pt x="200877" y="105196"/>
                </a:lnTo>
                <a:lnTo>
                  <a:pt x="200776" y="105831"/>
                </a:lnTo>
                <a:lnTo>
                  <a:pt x="200652" y="106459"/>
                </a:lnTo>
                <a:lnTo>
                  <a:pt x="200507" y="107078"/>
                </a:lnTo>
                <a:lnTo>
                  <a:pt x="200339" y="107691"/>
                </a:lnTo>
                <a:lnTo>
                  <a:pt x="200148" y="108296"/>
                </a:lnTo>
                <a:lnTo>
                  <a:pt x="199935" y="108894"/>
                </a:lnTo>
                <a:lnTo>
                  <a:pt x="199700" y="109484"/>
                </a:lnTo>
                <a:lnTo>
                  <a:pt x="199442" y="110067"/>
                </a:lnTo>
                <a:lnTo>
                  <a:pt x="199162" y="110642"/>
                </a:lnTo>
                <a:lnTo>
                  <a:pt x="198859" y="111210"/>
                </a:lnTo>
                <a:lnTo>
                  <a:pt x="198534" y="111771"/>
                </a:lnTo>
                <a:lnTo>
                  <a:pt x="198186" y="112324"/>
                </a:lnTo>
                <a:lnTo>
                  <a:pt x="197816" y="112869"/>
                </a:lnTo>
                <a:lnTo>
                  <a:pt x="197424" y="113408"/>
                </a:lnTo>
                <a:lnTo>
                  <a:pt x="197009" y="113938"/>
                </a:lnTo>
                <a:lnTo>
                  <a:pt x="196572" y="114462"/>
                </a:lnTo>
                <a:lnTo>
                  <a:pt x="196113" y="114978"/>
                </a:lnTo>
                <a:lnTo>
                  <a:pt x="195631" y="115487"/>
                </a:lnTo>
                <a:lnTo>
                  <a:pt x="195126" y="115988"/>
                </a:lnTo>
                <a:lnTo>
                  <a:pt x="194599" y="116481"/>
                </a:lnTo>
                <a:lnTo>
                  <a:pt x="194053" y="116961"/>
                </a:lnTo>
                <a:lnTo>
                  <a:pt x="193491" y="117421"/>
                </a:lnTo>
                <a:lnTo>
                  <a:pt x="192912" y="117860"/>
                </a:lnTo>
                <a:lnTo>
                  <a:pt x="192317" y="118278"/>
                </a:lnTo>
                <a:lnTo>
                  <a:pt x="191706" y="118676"/>
                </a:lnTo>
                <a:lnTo>
                  <a:pt x="191079" y="119054"/>
                </a:lnTo>
                <a:lnTo>
                  <a:pt x="190435" y="119411"/>
                </a:lnTo>
                <a:lnTo>
                  <a:pt x="189776" y="119748"/>
                </a:lnTo>
                <a:lnTo>
                  <a:pt x="189100" y="120065"/>
                </a:lnTo>
                <a:lnTo>
                  <a:pt x="188407" y="120361"/>
                </a:lnTo>
                <a:lnTo>
                  <a:pt x="187699" y="120637"/>
                </a:lnTo>
                <a:lnTo>
                  <a:pt x="186974" y="120892"/>
                </a:lnTo>
                <a:lnTo>
                  <a:pt x="186233" y="121127"/>
                </a:lnTo>
                <a:lnTo>
                  <a:pt x="185476" y="121341"/>
                </a:lnTo>
                <a:lnTo>
                  <a:pt x="184702" y="121535"/>
                </a:lnTo>
                <a:lnTo>
                  <a:pt x="183913" y="121708"/>
                </a:lnTo>
                <a:lnTo>
                  <a:pt x="183107" y="121862"/>
                </a:lnTo>
                <a:lnTo>
                  <a:pt x="182285" y="121994"/>
                </a:lnTo>
                <a:lnTo>
                  <a:pt x="181446" y="122107"/>
                </a:lnTo>
                <a:lnTo>
                  <a:pt x="180592" y="122199"/>
                </a:lnTo>
                <a:lnTo>
                  <a:pt x="179721" y="122270"/>
                </a:lnTo>
                <a:lnTo>
                  <a:pt x="178834" y="122321"/>
                </a:lnTo>
                <a:lnTo>
                  <a:pt x="177931" y="122352"/>
                </a:lnTo>
                <a:lnTo>
                  <a:pt x="177011" y="122362"/>
                </a:lnTo>
                <a:lnTo>
                  <a:pt x="176212" y="122354"/>
                </a:lnTo>
                <a:lnTo>
                  <a:pt x="175419" y="122332"/>
                </a:lnTo>
                <a:lnTo>
                  <a:pt x="174631" y="122295"/>
                </a:lnTo>
                <a:lnTo>
                  <a:pt x="173848" y="122243"/>
                </a:lnTo>
                <a:lnTo>
                  <a:pt x="173071" y="122176"/>
                </a:lnTo>
                <a:lnTo>
                  <a:pt x="172299" y="122094"/>
                </a:lnTo>
                <a:lnTo>
                  <a:pt x="171533" y="121997"/>
                </a:lnTo>
                <a:lnTo>
                  <a:pt x="170772" y="121886"/>
                </a:lnTo>
                <a:lnTo>
                  <a:pt x="170017" y="121759"/>
                </a:lnTo>
                <a:lnTo>
                  <a:pt x="169267" y="121618"/>
                </a:lnTo>
                <a:lnTo>
                  <a:pt x="168522" y="121462"/>
                </a:lnTo>
                <a:lnTo>
                  <a:pt x="167783" y="121290"/>
                </a:lnTo>
                <a:lnTo>
                  <a:pt x="167049" y="121104"/>
                </a:lnTo>
                <a:lnTo>
                  <a:pt x="166320" y="120904"/>
                </a:lnTo>
                <a:lnTo>
                  <a:pt x="165597" y="120688"/>
                </a:lnTo>
                <a:lnTo>
                  <a:pt x="164880" y="120457"/>
                </a:lnTo>
                <a:lnTo>
                  <a:pt x="164167" y="120212"/>
                </a:lnTo>
                <a:lnTo>
                  <a:pt x="163461" y="119951"/>
                </a:lnTo>
                <a:lnTo>
                  <a:pt x="162759" y="119676"/>
                </a:lnTo>
                <a:lnTo>
                  <a:pt x="162063" y="119386"/>
                </a:lnTo>
                <a:lnTo>
                  <a:pt x="161373" y="119081"/>
                </a:lnTo>
                <a:lnTo>
                  <a:pt x="160688" y="118761"/>
                </a:lnTo>
                <a:lnTo>
                  <a:pt x="160008" y="118426"/>
                </a:lnTo>
                <a:lnTo>
                  <a:pt x="159334" y="118076"/>
                </a:lnTo>
                <a:lnTo>
                  <a:pt x="158669" y="117715"/>
                </a:lnTo>
                <a:lnTo>
                  <a:pt x="158019" y="117347"/>
                </a:lnTo>
                <a:lnTo>
                  <a:pt x="157383" y="116970"/>
                </a:lnTo>
                <a:lnTo>
                  <a:pt x="156762" y="116587"/>
                </a:lnTo>
                <a:lnTo>
                  <a:pt x="156155" y="116195"/>
                </a:lnTo>
                <a:lnTo>
                  <a:pt x="155563" y="115796"/>
                </a:lnTo>
                <a:lnTo>
                  <a:pt x="154984" y="115390"/>
                </a:lnTo>
                <a:lnTo>
                  <a:pt x="154421" y="114976"/>
                </a:lnTo>
                <a:lnTo>
                  <a:pt x="153871" y="114554"/>
                </a:lnTo>
                <a:lnTo>
                  <a:pt x="153336" y="114125"/>
                </a:lnTo>
                <a:lnTo>
                  <a:pt x="152816" y="113688"/>
                </a:lnTo>
                <a:lnTo>
                  <a:pt x="152309" y="113243"/>
                </a:lnTo>
                <a:lnTo>
                  <a:pt x="151817" y="112791"/>
                </a:lnTo>
                <a:lnTo>
                  <a:pt x="151340" y="112332"/>
                </a:lnTo>
                <a:lnTo>
                  <a:pt x="150877" y="111864"/>
                </a:lnTo>
                <a:lnTo>
                  <a:pt x="150428" y="111390"/>
                </a:lnTo>
                <a:lnTo>
                  <a:pt x="149994" y="110907"/>
                </a:lnTo>
                <a:lnTo>
                  <a:pt x="149574" y="110417"/>
                </a:lnTo>
                <a:lnTo>
                  <a:pt x="149168" y="109919"/>
                </a:lnTo>
                <a:lnTo>
                  <a:pt x="148777" y="109414"/>
                </a:lnTo>
                <a:lnTo>
                  <a:pt x="148400" y="108901"/>
                </a:lnTo>
                <a:lnTo>
                  <a:pt x="148037" y="108381"/>
                </a:lnTo>
                <a:lnTo>
                  <a:pt x="147689" y="107853"/>
                </a:lnTo>
                <a:lnTo>
                  <a:pt x="147356" y="107317"/>
                </a:lnTo>
                <a:lnTo>
                  <a:pt x="147032" y="106766"/>
                </a:lnTo>
                <a:lnTo>
                  <a:pt x="146714" y="106193"/>
                </a:lnTo>
                <a:lnTo>
                  <a:pt x="146401" y="105596"/>
                </a:lnTo>
                <a:lnTo>
                  <a:pt x="146094" y="104977"/>
                </a:lnTo>
                <a:lnTo>
                  <a:pt x="145793" y="104335"/>
                </a:lnTo>
                <a:lnTo>
                  <a:pt x="145497" y="103670"/>
                </a:lnTo>
                <a:lnTo>
                  <a:pt x="145206" y="102983"/>
                </a:lnTo>
                <a:lnTo>
                  <a:pt x="144921" y="102272"/>
                </a:lnTo>
                <a:lnTo>
                  <a:pt x="144642" y="101539"/>
                </a:lnTo>
                <a:lnTo>
                  <a:pt x="144369" y="100783"/>
                </a:lnTo>
                <a:lnTo>
                  <a:pt x="144100" y="100005"/>
                </a:lnTo>
                <a:lnTo>
                  <a:pt x="143838" y="99203"/>
                </a:lnTo>
                <a:lnTo>
                  <a:pt x="143581" y="98379"/>
                </a:lnTo>
                <a:lnTo>
                  <a:pt x="143330" y="97532"/>
                </a:lnTo>
                <a:lnTo>
                  <a:pt x="143084" y="96662"/>
                </a:lnTo>
                <a:lnTo>
                  <a:pt x="142843" y="95770"/>
                </a:lnTo>
                <a:lnTo>
                  <a:pt x="142609" y="94854"/>
                </a:lnTo>
                <a:lnTo>
                  <a:pt x="142380" y="93916"/>
                </a:lnTo>
                <a:lnTo>
                  <a:pt x="142156" y="92955"/>
                </a:lnTo>
                <a:lnTo>
                  <a:pt x="141938" y="91971"/>
                </a:lnTo>
                <a:lnTo>
                  <a:pt x="141726" y="90965"/>
                </a:lnTo>
                <a:lnTo>
                  <a:pt x="141519" y="89935"/>
                </a:lnTo>
                <a:lnTo>
                  <a:pt x="141317" y="88883"/>
                </a:lnTo>
                <a:lnTo>
                  <a:pt x="141122" y="87808"/>
                </a:lnTo>
                <a:lnTo>
                  <a:pt x="137827" y="87808"/>
                </a:lnTo>
                <a:lnTo>
                  <a:pt x="137827" y="129308"/>
                </a:lnTo>
                <a:lnTo>
                  <a:pt x="141122" y="129308"/>
                </a:lnTo>
                <a:lnTo>
                  <a:pt x="141175" y="128960"/>
                </a:lnTo>
                <a:lnTo>
                  <a:pt x="141230" y="128621"/>
                </a:lnTo>
                <a:lnTo>
                  <a:pt x="141288" y="128293"/>
                </a:lnTo>
                <a:lnTo>
                  <a:pt x="141348" y="127975"/>
                </a:lnTo>
                <a:lnTo>
                  <a:pt x="141410" y="127666"/>
                </a:lnTo>
                <a:lnTo>
                  <a:pt x="141475" y="127368"/>
                </a:lnTo>
                <a:lnTo>
                  <a:pt x="141542" y="127080"/>
                </a:lnTo>
                <a:lnTo>
                  <a:pt x="141612" y="126802"/>
                </a:lnTo>
                <a:lnTo>
                  <a:pt x="141683" y="126533"/>
                </a:lnTo>
                <a:lnTo>
                  <a:pt x="141757" y="126275"/>
                </a:lnTo>
                <a:lnTo>
                  <a:pt x="141833" y="126027"/>
                </a:lnTo>
                <a:lnTo>
                  <a:pt x="141912" y="125789"/>
                </a:lnTo>
                <a:lnTo>
                  <a:pt x="141993" y="125561"/>
                </a:lnTo>
                <a:lnTo>
                  <a:pt x="142076" y="125343"/>
                </a:lnTo>
                <a:lnTo>
                  <a:pt x="142162" y="125135"/>
                </a:lnTo>
                <a:lnTo>
                  <a:pt x="142250" y="124937"/>
                </a:lnTo>
                <a:lnTo>
                  <a:pt x="142340" y="124749"/>
                </a:lnTo>
                <a:lnTo>
                  <a:pt x="142433" y="124571"/>
                </a:lnTo>
                <a:lnTo>
                  <a:pt x="142527" y="124403"/>
                </a:lnTo>
                <a:lnTo>
                  <a:pt x="142625" y="124245"/>
                </a:lnTo>
                <a:lnTo>
                  <a:pt x="142724" y="124098"/>
                </a:lnTo>
                <a:lnTo>
                  <a:pt x="142826" y="123960"/>
                </a:lnTo>
                <a:lnTo>
                  <a:pt x="142930" y="123832"/>
                </a:lnTo>
                <a:lnTo>
                  <a:pt x="143036" y="123714"/>
                </a:lnTo>
                <a:lnTo>
                  <a:pt x="143146" y="123604"/>
                </a:lnTo>
                <a:lnTo>
                  <a:pt x="143258" y="123498"/>
                </a:lnTo>
                <a:lnTo>
                  <a:pt x="143374" y="123397"/>
                </a:lnTo>
                <a:lnTo>
                  <a:pt x="143493" y="123301"/>
                </a:lnTo>
                <a:lnTo>
                  <a:pt x="143615" y="123210"/>
                </a:lnTo>
                <a:lnTo>
                  <a:pt x="143741" y="123123"/>
                </a:lnTo>
                <a:lnTo>
                  <a:pt x="143869" y="123040"/>
                </a:lnTo>
                <a:lnTo>
                  <a:pt x="144001" y="122963"/>
                </a:lnTo>
                <a:lnTo>
                  <a:pt x="144136" y="122890"/>
                </a:lnTo>
                <a:lnTo>
                  <a:pt x="144275" y="122822"/>
                </a:lnTo>
                <a:lnTo>
                  <a:pt x="144417" y="122759"/>
                </a:lnTo>
                <a:lnTo>
                  <a:pt x="144561" y="122700"/>
                </a:lnTo>
                <a:lnTo>
                  <a:pt x="144710" y="122646"/>
                </a:lnTo>
                <a:lnTo>
                  <a:pt x="144861" y="122597"/>
                </a:lnTo>
                <a:lnTo>
                  <a:pt x="145016" y="122552"/>
                </a:lnTo>
                <a:lnTo>
                  <a:pt x="145174" y="122512"/>
                </a:lnTo>
                <a:lnTo>
                  <a:pt x="145335" y="122477"/>
                </a:lnTo>
                <a:lnTo>
                  <a:pt x="145499" y="122446"/>
                </a:lnTo>
                <a:lnTo>
                  <a:pt x="145667" y="122421"/>
                </a:lnTo>
                <a:lnTo>
                  <a:pt x="145838" y="122399"/>
                </a:lnTo>
                <a:lnTo>
                  <a:pt x="146012" y="122383"/>
                </a:lnTo>
                <a:lnTo>
                  <a:pt x="146190" y="122371"/>
                </a:lnTo>
                <a:lnTo>
                  <a:pt x="146370" y="122364"/>
                </a:lnTo>
                <a:lnTo>
                  <a:pt x="146554" y="122362"/>
                </a:lnTo>
                <a:lnTo>
                  <a:pt x="146758" y="122367"/>
                </a:lnTo>
                <a:lnTo>
                  <a:pt x="146984" y="122382"/>
                </a:lnTo>
                <a:lnTo>
                  <a:pt x="147232" y="122406"/>
                </a:lnTo>
                <a:lnTo>
                  <a:pt x="147503" y="122441"/>
                </a:lnTo>
                <a:lnTo>
                  <a:pt x="147795" y="122485"/>
                </a:lnTo>
                <a:lnTo>
                  <a:pt x="148110" y="122539"/>
                </a:lnTo>
                <a:lnTo>
                  <a:pt x="148446" y="122604"/>
                </a:lnTo>
                <a:lnTo>
                  <a:pt x="148805" y="122678"/>
                </a:lnTo>
                <a:lnTo>
                  <a:pt x="149186" y="122761"/>
                </a:lnTo>
                <a:lnTo>
                  <a:pt x="149589" y="122855"/>
                </a:lnTo>
                <a:lnTo>
                  <a:pt x="150014" y="122959"/>
                </a:lnTo>
                <a:lnTo>
                  <a:pt x="150461" y="123072"/>
                </a:lnTo>
                <a:lnTo>
                  <a:pt x="150931" y="123196"/>
                </a:lnTo>
                <a:lnTo>
                  <a:pt x="151422" y="123329"/>
                </a:lnTo>
                <a:lnTo>
                  <a:pt x="151936" y="123472"/>
                </a:lnTo>
                <a:lnTo>
                  <a:pt x="152471" y="123625"/>
                </a:lnTo>
                <a:lnTo>
                  <a:pt x="153029" y="123788"/>
                </a:lnTo>
                <a:lnTo>
                  <a:pt x="153609" y="123960"/>
                </a:lnTo>
                <a:lnTo>
                  <a:pt x="154211" y="124143"/>
                </a:lnTo>
                <a:lnTo>
                  <a:pt x="154835" y="124335"/>
                </a:lnTo>
                <a:lnTo>
                  <a:pt x="155481" y="124537"/>
                </a:lnTo>
                <a:lnTo>
                  <a:pt x="156149" y="124749"/>
                </a:lnTo>
                <a:lnTo>
                  <a:pt x="156840" y="124971"/>
                </a:lnTo>
                <a:lnTo>
                  <a:pt x="157552" y="125203"/>
                </a:lnTo>
                <a:lnTo>
                  <a:pt x="158266" y="125436"/>
                </a:lnTo>
                <a:lnTo>
                  <a:pt x="158958" y="125660"/>
                </a:lnTo>
                <a:lnTo>
                  <a:pt x="159631" y="125876"/>
                </a:lnTo>
                <a:lnTo>
                  <a:pt x="160282" y="126084"/>
                </a:lnTo>
                <a:lnTo>
                  <a:pt x="160913" y="126283"/>
                </a:lnTo>
                <a:lnTo>
                  <a:pt x="161524" y="126475"/>
                </a:lnTo>
                <a:lnTo>
                  <a:pt x="162114" y="126657"/>
                </a:lnTo>
                <a:lnTo>
                  <a:pt x="162683" y="126832"/>
                </a:lnTo>
                <a:lnTo>
                  <a:pt x="163232" y="126998"/>
                </a:lnTo>
                <a:lnTo>
                  <a:pt x="163760" y="127156"/>
                </a:lnTo>
                <a:lnTo>
                  <a:pt x="164268" y="127306"/>
                </a:lnTo>
                <a:lnTo>
                  <a:pt x="164755" y="127447"/>
                </a:lnTo>
                <a:lnTo>
                  <a:pt x="165221" y="127580"/>
                </a:lnTo>
                <a:lnTo>
                  <a:pt x="165667" y="127705"/>
                </a:lnTo>
                <a:lnTo>
                  <a:pt x="166093" y="127821"/>
                </a:lnTo>
                <a:lnTo>
                  <a:pt x="166498" y="127929"/>
                </a:lnTo>
                <a:lnTo>
                  <a:pt x="166882" y="128029"/>
                </a:lnTo>
                <a:lnTo>
                  <a:pt x="167246" y="128121"/>
                </a:lnTo>
                <a:lnTo>
                  <a:pt x="167589" y="128204"/>
                </a:lnTo>
                <a:lnTo>
                  <a:pt x="167911" y="128279"/>
                </a:lnTo>
                <a:lnTo>
                  <a:pt x="168213" y="128345"/>
                </a:lnTo>
                <a:lnTo>
                  <a:pt x="168495" y="128404"/>
                </a:lnTo>
                <a:lnTo>
                  <a:pt x="168756" y="128454"/>
                </a:lnTo>
                <a:lnTo>
                  <a:pt x="168996" y="128496"/>
                </a:lnTo>
                <a:lnTo>
                  <a:pt x="169383" y="128562"/>
                </a:lnTo>
                <a:lnTo>
                  <a:pt x="169772" y="128625"/>
                </a:lnTo>
                <a:lnTo>
                  <a:pt x="170163" y="128686"/>
                </a:lnTo>
                <a:lnTo>
                  <a:pt x="170557" y="128744"/>
                </a:lnTo>
                <a:lnTo>
                  <a:pt x="170953" y="128799"/>
                </a:lnTo>
                <a:lnTo>
                  <a:pt x="171350" y="128851"/>
                </a:lnTo>
                <a:lnTo>
                  <a:pt x="171750" y="128900"/>
                </a:lnTo>
                <a:lnTo>
                  <a:pt x="172153" y="128947"/>
                </a:lnTo>
                <a:lnTo>
                  <a:pt x="172557" y="128991"/>
                </a:lnTo>
                <a:lnTo>
                  <a:pt x="172963" y="129032"/>
                </a:lnTo>
                <a:lnTo>
                  <a:pt x="173372" y="129070"/>
                </a:lnTo>
                <a:lnTo>
                  <a:pt x="173783" y="129105"/>
                </a:lnTo>
                <a:lnTo>
                  <a:pt x="174196" y="129137"/>
                </a:lnTo>
                <a:lnTo>
                  <a:pt x="174611" y="129167"/>
                </a:lnTo>
                <a:lnTo>
                  <a:pt x="175028" y="129194"/>
                </a:lnTo>
                <a:lnTo>
                  <a:pt x="175448" y="129218"/>
                </a:lnTo>
                <a:lnTo>
                  <a:pt x="175869" y="129239"/>
                </a:lnTo>
                <a:lnTo>
                  <a:pt x="176293" y="129257"/>
                </a:lnTo>
                <a:lnTo>
                  <a:pt x="176719" y="129273"/>
                </a:lnTo>
                <a:lnTo>
                  <a:pt x="177147" y="129286"/>
                </a:lnTo>
                <a:lnTo>
                  <a:pt x="177577" y="129295"/>
                </a:lnTo>
                <a:lnTo>
                  <a:pt x="178010" y="129303"/>
                </a:lnTo>
                <a:lnTo>
                  <a:pt x="178444" y="129307"/>
                </a:lnTo>
                <a:lnTo>
                  <a:pt x="178881" y="129308"/>
                </a:lnTo>
                <a:lnTo>
                  <a:pt x="180266" y="129291"/>
                </a:lnTo>
                <a:lnTo>
                  <a:pt x="181629" y="129239"/>
                </a:lnTo>
                <a:lnTo>
                  <a:pt x="182971" y="129153"/>
                </a:lnTo>
                <a:lnTo>
                  <a:pt x="184292" y="129033"/>
                </a:lnTo>
                <a:lnTo>
                  <a:pt x="185592" y="128878"/>
                </a:lnTo>
                <a:lnTo>
                  <a:pt x="186871" y="128688"/>
                </a:lnTo>
                <a:lnTo>
                  <a:pt x="188129" y="128465"/>
                </a:lnTo>
                <a:lnTo>
                  <a:pt x="189365" y="128206"/>
                </a:lnTo>
                <a:lnTo>
                  <a:pt x="190580" y="127914"/>
                </a:lnTo>
                <a:lnTo>
                  <a:pt x="191774" y="127587"/>
                </a:lnTo>
                <a:lnTo>
                  <a:pt x="192947" y="127225"/>
                </a:lnTo>
                <a:lnTo>
                  <a:pt x="194098" y="126829"/>
                </a:lnTo>
                <a:lnTo>
                  <a:pt x="195229" y="126399"/>
                </a:lnTo>
                <a:lnTo>
                  <a:pt x="196338" y="125934"/>
                </a:lnTo>
                <a:lnTo>
                  <a:pt x="197426" y="125435"/>
                </a:lnTo>
                <a:lnTo>
                  <a:pt x="198493" y="124901"/>
                </a:lnTo>
                <a:lnTo>
                  <a:pt x="199539" y="124333"/>
                </a:lnTo>
                <a:lnTo>
                  <a:pt x="200563" y="123731"/>
                </a:lnTo>
                <a:lnTo>
                  <a:pt x="201567" y="123094"/>
                </a:lnTo>
                <a:lnTo>
                  <a:pt x="202549" y="122422"/>
                </a:lnTo>
                <a:lnTo>
                  <a:pt x="203510" y="121716"/>
                </a:lnTo>
                <a:lnTo>
                  <a:pt x="204450" y="120976"/>
                </a:lnTo>
                <a:lnTo>
                  <a:pt x="205368" y="120202"/>
                </a:lnTo>
                <a:lnTo>
                  <a:pt x="206266" y="119392"/>
                </a:lnTo>
                <a:lnTo>
                  <a:pt x="207134" y="118560"/>
                </a:lnTo>
                <a:lnTo>
                  <a:pt x="207965" y="117714"/>
                </a:lnTo>
                <a:lnTo>
                  <a:pt x="208760" y="116854"/>
                </a:lnTo>
                <a:lnTo>
                  <a:pt x="209517" y="115982"/>
                </a:lnTo>
                <a:lnTo>
                  <a:pt x="210238" y="115097"/>
                </a:lnTo>
                <a:lnTo>
                  <a:pt x="210922" y="114198"/>
                </a:lnTo>
                <a:lnTo>
                  <a:pt x="211568" y="113287"/>
                </a:lnTo>
                <a:lnTo>
                  <a:pt x="212178" y="112362"/>
                </a:lnTo>
                <a:lnTo>
                  <a:pt x="212751" y="111424"/>
                </a:lnTo>
                <a:lnTo>
                  <a:pt x="213286" y="110473"/>
                </a:lnTo>
                <a:lnTo>
                  <a:pt x="213785" y="109509"/>
                </a:lnTo>
                <a:lnTo>
                  <a:pt x="214247" y="108532"/>
                </a:lnTo>
                <a:lnTo>
                  <a:pt x="214672" y="107542"/>
                </a:lnTo>
                <a:lnTo>
                  <a:pt x="215060" y="106538"/>
                </a:lnTo>
                <a:lnTo>
                  <a:pt x="215411" y="105521"/>
                </a:lnTo>
                <a:lnTo>
                  <a:pt x="215725" y="104492"/>
                </a:lnTo>
                <a:lnTo>
                  <a:pt x="216002" y="103449"/>
                </a:lnTo>
                <a:lnTo>
                  <a:pt x="216243" y="102393"/>
                </a:lnTo>
                <a:lnTo>
                  <a:pt x="216446" y="101324"/>
                </a:lnTo>
                <a:lnTo>
                  <a:pt x="216612" y="100242"/>
                </a:lnTo>
                <a:lnTo>
                  <a:pt x="216741" y="99146"/>
                </a:lnTo>
                <a:lnTo>
                  <a:pt x="216834" y="98038"/>
                </a:lnTo>
                <a:lnTo>
                  <a:pt x="216889" y="96916"/>
                </a:lnTo>
                <a:lnTo>
                  <a:pt x="216908" y="95782"/>
                </a:lnTo>
                <a:lnTo>
                  <a:pt x="216902" y="95182"/>
                </a:lnTo>
                <a:lnTo>
                  <a:pt x="216885" y="94585"/>
                </a:lnTo>
                <a:lnTo>
                  <a:pt x="216856" y="93990"/>
                </a:lnTo>
                <a:lnTo>
                  <a:pt x="216815" y="93397"/>
                </a:lnTo>
                <a:lnTo>
                  <a:pt x="216763" y="92807"/>
                </a:lnTo>
                <a:lnTo>
                  <a:pt x="216699" y="92218"/>
                </a:lnTo>
                <a:lnTo>
                  <a:pt x="216624" y="91632"/>
                </a:lnTo>
                <a:lnTo>
                  <a:pt x="216537" y="91048"/>
                </a:lnTo>
                <a:lnTo>
                  <a:pt x="216438" y="90466"/>
                </a:lnTo>
                <a:lnTo>
                  <a:pt x="216328" y="89886"/>
                </a:lnTo>
                <a:lnTo>
                  <a:pt x="216206" y="89309"/>
                </a:lnTo>
                <a:lnTo>
                  <a:pt x="216073" y="88733"/>
                </a:lnTo>
                <a:lnTo>
                  <a:pt x="215928" y="88160"/>
                </a:lnTo>
                <a:lnTo>
                  <a:pt x="215771" y="87589"/>
                </a:lnTo>
                <a:lnTo>
                  <a:pt x="215603" y="87020"/>
                </a:lnTo>
                <a:lnTo>
                  <a:pt x="215423" y="86453"/>
                </a:lnTo>
                <a:lnTo>
                  <a:pt x="215232" y="85889"/>
                </a:lnTo>
                <a:lnTo>
                  <a:pt x="215029" y="85326"/>
                </a:lnTo>
                <a:lnTo>
                  <a:pt x="214815" y="84766"/>
                </a:lnTo>
                <a:lnTo>
                  <a:pt x="214589" y="84208"/>
                </a:lnTo>
                <a:lnTo>
                  <a:pt x="214351" y="83652"/>
                </a:lnTo>
                <a:lnTo>
                  <a:pt x="214102" y="83098"/>
                </a:lnTo>
                <a:lnTo>
                  <a:pt x="213841" y="82547"/>
                </a:lnTo>
                <a:lnTo>
                  <a:pt x="213568" y="81998"/>
                </a:lnTo>
                <a:lnTo>
                  <a:pt x="213285" y="81452"/>
                </a:lnTo>
                <a:lnTo>
                  <a:pt x="212992" y="80913"/>
                </a:lnTo>
                <a:lnTo>
                  <a:pt x="212689" y="80379"/>
                </a:lnTo>
                <a:lnTo>
                  <a:pt x="212376" y="79852"/>
                </a:lnTo>
                <a:lnTo>
                  <a:pt x="212053" y="79331"/>
                </a:lnTo>
                <a:lnTo>
                  <a:pt x="211720" y="78815"/>
                </a:lnTo>
                <a:lnTo>
                  <a:pt x="211378" y="78306"/>
                </a:lnTo>
                <a:lnTo>
                  <a:pt x="211025" y="77803"/>
                </a:lnTo>
                <a:lnTo>
                  <a:pt x="210663" y="77305"/>
                </a:lnTo>
                <a:lnTo>
                  <a:pt x="210290" y="76814"/>
                </a:lnTo>
                <a:lnTo>
                  <a:pt x="209908" y="76329"/>
                </a:lnTo>
                <a:lnTo>
                  <a:pt x="209516" y="75850"/>
                </a:lnTo>
                <a:lnTo>
                  <a:pt x="209114" y="75377"/>
                </a:lnTo>
                <a:lnTo>
                  <a:pt x="208702" y="74910"/>
                </a:lnTo>
                <a:lnTo>
                  <a:pt x="208281" y="74449"/>
                </a:lnTo>
                <a:lnTo>
                  <a:pt x="207849" y="73994"/>
                </a:lnTo>
                <a:lnTo>
                  <a:pt x="207407" y="73545"/>
                </a:lnTo>
                <a:lnTo>
                  <a:pt x="206956" y="73102"/>
                </a:lnTo>
                <a:lnTo>
                  <a:pt x="206494" y="72665"/>
                </a:lnTo>
                <a:lnTo>
                  <a:pt x="206023" y="72234"/>
                </a:lnTo>
                <a:lnTo>
                  <a:pt x="205542" y="71809"/>
                </a:lnTo>
                <a:lnTo>
                  <a:pt x="205051" y="71390"/>
                </a:lnTo>
                <a:lnTo>
                  <a:pt x="204550" y="70977"/>
                </a:lnTo>
                <a:lnTo>
                  <a:pt x="204039" y="70571"/>
                </a:lnTo>
                <a:lnTo>
                  <a:pt x="203505" y="70159"/>
                </a:lnTo>
                <a:lnTo>
                  <a:pt x="202933" y="69733"/>
                </a:lnTo>
                <a:lnTo>
                  <a:pt x="202324" y="69293"/>
                </a:lnTo>
                <a:lnTo>
                  <a:pt x="201678" y="68837"/>
                </a:lnTo>
                <a:lnTo>
                  <a:pt x="200995" y="68367"/>
                </a:lnTo>
                <a:lnTo>
                  <a:pt x="200274" y="67883"/>
                </a:lnTo>
                <a:lnTo>
                  <a:pt x="199516" y="67384"/>
                </a:lnTo>
                <a:lnTo>
                  <a:pt x="198721" y="66870"/>
                </a:lnTo>
                <a:lnTo>
                  <a:pt x="197888" y="66341"/>
                </a:lnTo>
                <a:lnTo>
                  <a:pt x="197018" y="65798"/>
                </a:lnTo>
                <a:lnTo>
                  <a:pt x="196111" y="65240"/>
                </a:lnTo>
                <a:lnTo>
                  <a:pt x="195167" y="64667"/>
                </a:lnTo>
                <a:lnTo>
                  <a:pt x="194186" y="64080"/>
                </a:lnTo>
                <a:lnTo>
                  <a:pt x="193167" y="63478"/>
                </a:lnTo>
                <a:lnTo>
                  <a:pt x="192111" y="62862"/>
                </a:lnTo>
                <a:lnTo>
                  <a:pt x="191017" y="62230"/>
                </a:lnTo>
                <a:lnTo>
                  <a:pt x="189887" y="61585"/>
                </a:lnTo>
                <a:lnTo>
                  <a:pt x="188719" y="60924"/>
                </a:lnTo>
                <a:lnTo>
                  <a:pt x="187514" y="60249"/>
                </a:lnTo>
                <a:lnTo>
                  <a:pt x="186271" y="59559"/>
                </a:lnTo>
                <a:lnTo>
                  <a:pt x="184992" y="58854"/>
                </a:lnTo>
                <a:lnTo>
                  <a:pt x="183675" y="58135"/>
                </a:lnTo>
                <a:lnTo>
                  <a:pt x="182321" y="57402"/>
                </a:lnTo>
                <a:lnTo>
                  <a:pt x="180929" y="56653"/>
                </a:lnTo>
                <a:lnTo>
                  <a:pt x="179227" y="55735"/>
                </a:lnTo>
                <a:lnTo>
                  <a:pt x="177577" y="54832"/>
                </a:lnTo>
                <a:lnTo>
                  <a:pt x="175980" y="53944"/>
                </a:lnTo>
                <a:lnTo>
                  <a:pt x="174436" y="53072"/>
                </a:lnTo>
                <a:lnTo>
                  <a:pt x="172945" y="52216"/>
                </a:lnTo>
                <a:lnTo>
                  <a:pt x="171506" y="51375"/>
                </a:lnTo>
                <a:lnTo>
                  <a:pt x="170121" y="50549"/>
                </a:lnTo>
                <a:lnTo>
                  <a:pt x="168788" y="49739"/>
                </a:lnTo>
                <a:lnTo>
                  <a:pt x="167509" y="48944"/>
                </a:lnTo>
                <a:lnTo>
                  <a:pt x="166282" y="48164"/>
                </a:lnTo>
                <a:lnTo>
                  <a:pt x="165108" y="47400"/>
                </a:lnTo>
                <a:lnTo>
                  <a:pt x="163987" y="46652"/>
                </a:lnTo>
                <a:lnTo>
                  <a:pt x="162918" y="45919"/>
                </a:lnTo>
                <a:lnTo>
                  <a:pt x="161903" y="45201"/>
                </a:lnTo>
                <a:lnTo>
                  <a:pt x="160941" y="44499"/>
                </a:lnTo>
                <a:lnTo>
                  <a:pt x="160031" y="43812"/>
                </a:lnTo>
                <a:lnTo>
                  <a:pt x="159174" y="43140"/>
                </a:lnTo>
                <a:lnTo>
                  <a:pt x="158371" y="42484"/>
                </a:lnTo>
                <a:lnTo>
                  <a:pt x="157620" y="41844"/>
                </a:lnTo>
                <a:lnTo>
                  <a:pt x="156922" y="41219"/>
                </a:lnTo>
                <a:lnTo>
                  <a:pt x="156276" y="40609"/>
                </a:lnTo>
                <a:lnTo>
                  <a:pt x="155684" y="40015"/>
                </a:lnTo>
                <a:lnTo>
                  <a:pt x="155145" y="39436"/>
                </a:lnTo>
                <a:lnTo>
                  <a:pt x="154658" y="38873"/>
                </a:lnTo>
                <a:lnTo>
                  <a:pt x="154346" y="38493"/>
                </a:lnTo>
                <a:lnTo>
                  <a:pt x="154046" y="38110"/>
                </a:lnTo>
                <a:lnTo>
                  <a:pt x="153761" y="37723"/>
                </a:lnTo>
                <a:lnTo>
                  <a:pt x="153488" y="37333"/>
                </a:lnTo>
                <a:lnTo>
                  <a:pt x="153229" y="36940"/>
                </a:lnTo>
                <a:lnTo>
                  <a:pt x="152983" y="36543"/>
                </a:lnTo>
                <a:lnTo>
                  <a:pt x="152750" y="36143"/>
                </a:lnTo>
                <a:lnTo>
                  <a:pt x="152531" y="35740"/>
                </a:lnTo>
                <a:lnTo>
                  <a:pt x="152325" y="35333"/>
                </a:lnTo>
                <a:lnTo>
                  <a:pt x="152132" y="34923"/>
                </a:lnTo>
                <a:lnTo>
                  <a:pt x="151952" y="34509"/>
                </a:lnTo>
                <a:lnTo>
                  <a:pt x="151786" y="34092"/>
                </a:lnTo>
                <a:lnTo>
                  <a:pt x="151633" y="33672"/>
                </a:lnTo>
                <a:lnTo>
                  <a:pt x="151494" y="33248"/>
                </a:lnTo>
                <a:lnTo>
                  <a:pt x="151367" y="32821"/>
                </a:lnTo>
                <a:lnTo>
                  <a:pt x="151254" y="32390"/>
                </a:lnTo>
                <a:lnTo>
                  <a:pt x="151155" y="31956"/>
                </a:lnTo>
                <a:lnTo>
                  <a:pt x="151068" y="31519"/>
                </a:lnTo>
                <a:lnTo>
                  <a:pt x="150995" y="31078"/>
                </a:lnTo>
                <a:lnTo>
                  <a:pt x="150935" y="30634"/>
                </a:lnTo>
                <a:lnTo>
                  <a:pt x="150889" y="30186"/>
                </a:lnTo>
                <a:lnTo>
                  <a:pt x="150855" y="29735"/>
                </a:lnTo>
                <a:lnTo>
                  <a:pt x="150835" y="29281"/>
                </a:lnTo>
                <a:lnTo>
                  <a:pt x="150829" y="28823"/>
                </a:lnTo>
                <a:lnTo>
                  <a:pt x="150839" y="28226"/>
                </a:lnTo>
                <a:lnTo>
                  <a:pt x="150871" y="27634"/>
                </a:lnTo>
                <a:lnTo>
                  <a:pt x="150923" y="27048"/>
                </a:lnTo>
                <a:lnTo>
                  <a:pt x="150997" y="26467"/>
                </a:lnTo>
                <a:lnTo>
                  <a:pt x="151092" y="25891"/>
                </a:lnTo>
                <a:lnTo>
                  <a:pt x="151207" y="25321"/>
                </a:lnTo>
                <a:lnTo>
                  <a:pt x="151344" y="24756"/>
                </a:lnTo>
                <a:lnTo>
                  <a:pt x="151502" y="24196"/>
                </a:lnTo>
                <a:lnTo>
                  <a:pt x="151680" y="23642"/>
                </a:lnTo>
                <a:lnTo>
                  <a:pt x="151880" y="23093"/>
                </a:lnTo>
                <a:lnTo>
                  <a:pt x="152101" y="22550"/>
                </a:lnTo>
                <a:lnTo>
                  <a:pt x="152343" y="22012"/>
                </a:lnTo>
                <a:lnTo>
                  <a:pt x="152606" y="21479"/>
                </a:lnTo>
                <a:lnTo>
                  <a:pt x="152889" y="20952"/>
                </a:lnTo>
                <a:lnTo>
                  <a:pt x="153194" y="20430"/>
                </a:lnTo>
                <a:lnTo>
                  <a:pt x="153520" y="19914"/>
                </a:lnTo>
                <a:lnTo>
                  <a:pt x="153867" y="19403"/>
                </a:lnTo>
                <a:lnTo>
                  <a:pt x="154235" y="18897"/>
                </a:lnTo>
                <a:lnTo>
                  <a:pt x="154624" y="18397"/>
                </a:lnTo>
                <a:lnTo>
                  <a:pt x="155034" y="17902"/>
                </a:lnTo>
                <a:lnTo>
                  <a:pt x="155465" y="17413"/>
                </a:lnTo>
                <a:lnTo>
                  <a:pt x="155917" y="16929"/>
                </a:lnTo>
                <a:lnTo>
                  <a:pt x="156390" y="16450"/>
                </a:lnTo>
                <a:lnTo>
                  <a:pt x="156885" y="15977"/>
                </a:lnTo>
                <a:lnTo>
                  <a:pt x="157395" y="15516"/>
                </a:lnTo>
                <a:lnTo>
                  <a:pt x="157916" y="15075"/>
                </a:lnTo>
                <a:lnTo>
                  <a:pt x="158449" y="14654"/>
                </a:lnTo>
                <a:lnTo>
                  <a:pt x="158992" y="14252"/>
                </a:lnTo>
                <a:lnTo>
                  <a:pt x="159547" y="13869"/>
                </a:lnTo>
                <a:lnTo>
                  <a:pt x="160113" y="13507"/>
                </a:lnTo>
                <a:lnTo>
                  <a:pt x="160690" y="13164"/>
                </a:lnTo>
                <a:lnTo>
                  <a:pt x="161278" y="12840"/>
                </a:lnTo>
                <a:lnTo>
                  <a:pt x="161877" y="12536"/>
                </a:lnTo>
                <a:lnTo>
                  <a:pt x="162488" y="12252"/>
                </a:lnTo>
                <a:lnTo>
                  <a:pt x="163109" y="11987"/>
                </a:lnTo>
                <a:lnTo>
                  <a:pt x="163742" y="11742"/>
                </a:lnTo>
                <a:lnTo>
                  <a:pt x="164386" y="11517"/>
                </a:lnTo>
                <a:lnTo>
                  <a:pt x="165040" y="11311"/>
                </a:lnTo>
                <a:lnTo>
                  <a:pt x="165707" y="11124"/>
                </a:lnTo>
                <a:lnTo>
                  <a:pt x="166384" y="10958"/>
                </a:lnTo>
                <a:lnTo>
                  <a:pt x="167072" y="10811"/>
                </a:lnTo>
                <a:lnTo>
                  <a:pt x="167772" y="10683"/>
                </a:lnTo>
                <a:lnTo>
                  <a:pt x="168482" y="10575"/>
                </a:lnTo>
                <a:lnTo>
                  <a:pt x="169204" y="10487"/>
                </a:lnTo>
                <a:lnTo>
                  <a:pt x="169937" y="10419"/>
                </a:lnTo>
                <a:lnTo>
                  <a:pt x="170681" y="10370"/>
                </a:lnTo>
                <a:lnTo>
                  <a:pt x="171436" y="10340"/>
                </a:lnTo>
                <a:lnTo>
                  <a:pt x="172202" y="10330"/>
                </a:lnTo>
                <a:lnTo>
                  <a:pt x="172884" y="10338"/>
                </a:lnTo>
                <a:lnTo>
                  <a:pt x="173564" y="10360"/>
                </a:lnTo>
                <a:lnTo>
                  <a:pt x="174242" y="10396"/>
                </a:lnTo>
                <a:lnTo>
                  <a:pt x="174918" y="10447"/>
                </a:lnTo>
                <a:lnTo>
                  <a:pt x="175593" y="10513"/>
                </a:lnTo>
                <a:lnTo>
                  <a:pt x="176265" y="10593"/>
                </a:lnTo>
                <a:lnTo>
                  <a:pt x="176936" y="10687"/>
                </a:lnTo>
                <a:lnTo>
                  <a:pt x="177605" y="10797"/>
                </a:lnTo>
                <a:lnTo>
                  <a:pt x="178272" y="10921"/>
                </a:lnTo>
                <a:lnTo>
                  <a:pt x="178937" y="11059"/>
                </a:lnTo>
                <a:lnTo>
                  <a:pt x="179600" y="11212"/>
                </a:lnTo>
                <a:lnTo>
                  <a:pt x="180262" y="11380"/>
                </a:lnTo>
                <a:lnTo>
                  <a:pt x="180921" y="11562"/>
                </a:lnTo>
                <a:lnTo>
                  <a:pt x="181579" y="11758"/>
                </a:lnTo>
                <a:lnTo>
                  <a:pt x="182235" y="11970"/>
                </a:lnTo>
                <a:lnTo>
                  <a:pt x="182889" y="12196"/>
                </a:lnTo>
                <a:lnTo>
                  <a:pt x="183541" y="12436"/>
                </a:lnTo>
                <a:lnTo>
                  <a:pt x="184191" y="12691"/>
                </a:lnTo>
                <a:lnTo>
                  <a:pt x="184840" y="12961"/>
                </a:lnTo>
                <a:lnTo>
                  <a:pt x="185486" y="13245"/>
                </a:lnTo>
                <a:lnTo>
                  <a:pt x="186131" y="13544"/>
                </a:lnTo>
                <a:lnTo>
                  <a:pt x="186774" y="13857"/>
                </a:lnTo>
                <a:lnTo>
                  <a:pt x="187415" y="14185"/>
                </a:lnTo>
                <a:lnTo>
                  <a:pt x="188054" y="14527"/>
                </a:lnTo>
                <a:lnTo>
                  <a:pt x="188686" y="14882"/>
                </a:lnTo>
                <a:lnTo>
                  <a:pt x="189306" y="15247"/>
                </a:lnTo>
                <a:lnTo>
                  <a:pt x="189914" y="15622"/>
                </a:lnTo>
                <a:lnTo>
                  <a:pt x="190509" y="16008"/>
                </a:lnTo>
                <a:lnTo>
                  <a:pt x="191092" y="16404"/>
                </a:lnTo>
                <a:lnTo>
                  <a:pt x="191663" y="16810"/>
                </a:lnTo>
                <a:lnTo>
                  <a:pt x="192222" y="17226"/>
                </a:lnTo>
                <a:lnTo>
                  <a:pt x="192769" y="17652"/>
                </a:lnTo>
                <a:lnTo>
                  <a:pt x="193303" y="18089"/>
                </a:lnTo>
                <a:lnTo>
                  <a:pt x="193825" y="18536"/>
                </a:lnTo>
                <a:lnTo>
                  <a:pt x="194335" y="18993"/>
                </a:lnTo>
                <a:lnTo>
                  <a:pt x="194833" y="19461"/>
                </a:lnTo>
                <a:lnTo>
                  <a:pt x="195319" y="19938"/>
                </a:lnTo>
                <a:lnTo>
                  <a:pt x="195792" y="20426"/>
                </a:lnTo>
                <a:lnTo>
                  <a:pt x="196253" y="20924"/>
                </a:lnTo>
                <a:lnTo>
                  <a:pt x="196702" y="21433"/>
                </a:lnTo>
                <a:lnTo>
                  <a:pt x="197139" y="21951"/>
                </a:lnTo>
                <a:lnTo>
                  <a:pt x="197563" y="22480"/>
                </a:lnTo>
                <a:lnTo>
                  <a:pt x="197976" y="23019"/>
                </a:lnTo>
                <a:lnTo>
                  <a:pt x="198376" y="23568"/>
                </a:lnTo>
                <a:lnTo>
                  <a:pt x="198763" y="24128"/>
                </a:lnTo>
                <a:lnTo>
                  <a:pt x="199139" y="24698"/>
                </a:lnTo>
                <a:lnTo>
                  <a:pt x="199502" y="25278"/>
                </a:lnTo>
                <a:lnTo>
                  <a:pt x="199854" y="25868"/>
                </a:lnTo>
                <a:lnTo>
                  <a:pt x="200194" y="26471"/>
                </a:lnTo>
                <a:lnTo>
                  <a:pt x="200526" y="27092"/>
                </a:lnTo>
                <a:lnTo>
                  <a:pt x="200849" y="27730"/>
                </a:lnTo>
                <a:lnTo>
                  <a:pt x="201164" y="28385"/>
                </a:lnTo>
                <a:lnTo>
                  <a:pt x="201469" y="29056"/>
                </a:lnTo>
                <a:lnTo>
                  <a:pt x="201766" y="29745"/>
                </a:lnTo>
                <a:lnTo>
                  <a:pt x="202053" y="30451"/>
                </a:lnTo>
                <a:lnTo>
                  <a:pt x="202332" y="31174"/>
                </a:lnTo>
                <a:lnTo>
                  <a:pt x="202603" y="31914"/>
                </a:lnTo>
                <a:lnTo>
                  <a:pt x="202864" y="32671"/>
                </a:lnTo>
                <a:lnTo>
                  <a:pt x="203116" y="33446"/>
                </a:lnTo>
                <a:lnTo>
                  <a:pt x="203360" y="34237"/>
                </a:lnTo>
                <a:lnTo>
                  <a:pt x="203595" y="35045"/>
                </a:lnTo>
                <a:lnTo>
                  <a:pt x="203821" y="35870"/>
                </a:lnTo>
                <a:lnTo>
                  <a:pt x="204039" y="36713"/>
                </a:lnTo>
                <a:lnTo>
                  <a:pt x="204247" y="37572"/>
                </a:lnTo>
                <a:lnTo>
                  <a:pt x="204447" y="38449"/>
                </a:lnTo>
                <a:lnTo>
                  <a:pt x="204638" y="39342"/>
                </a:lnTo>
                <a:lnTo>
                  <a:pt x="204820" y="40253"/>
                </a:lnTo>
                <a:lnTo>
                  <a:pt x="204993" y="41181"/>
                </a:lnTo>
                <a:lnTo>
                  <a:pt x="205157" y="42125"/>
                </a:lnTo>
                <a:lnTo>
                  <a:pt x="205313" y="43087"/>
                </a:lnTo>
                <a:lnTo>
                  <a:pt x="205460" y="44066"/>
                </a:lnTo>
                <a:lnTo>
                  <a:pt x="205598" y="45062"/>
                </a:lnTo>
                <a:lnTo>
                  <a:pt x="208893" y="45062"/>
                </a:lnTo>
                <a:lnTo>
                  <a:pt x="208893" y="3206"/>
                </a:lnTo>
                <a:lnTo>
                  <a:pt x="205598" y="3206"/>
                </a:lnTo>
                <a:lnTo>
                  <a:pt x="205522" y="3550"/>
                </a:lnTo>
                <a:lnTo>
                  <a:pt x="205445" y="3884"/>
                </a:lnTo>
                <a:close/>
                <a:moveTo>
                  <a:pt x="544251" y="51985"/>
                </a:moveTo>
                <a:lnTo>
                  <a:pt x="544223" y="51667"/>
                </a:lnTo>
                <a:lnTo>
                  <a:pt x="544184" y="51351"/>
                </a:lnTo>
                <a:lnTo>
                  <a:pt x="544134" y="51040"/>
                </a:lnTo>
                <a:lnTo>
                  <a:pt x="544073" y="50731"/>
                </a:lnTo>
                <a:lnTo>
                  <a:pt x="544000" y="50425"/>
                </a:lnTo>
                <a:lnTo>
                  <a:pt x="543917" y="50123"/>
                </a:lnTo>
                <a:lnTo>
                  <a:pt x="543822" y="49824"/>
                </a:lnTo>
                <a:lnTo>
                  <a:pt x="543716" y="49529"/>
                </a:lnTo>
                <a:lnTo>
                  <a:pt x="543600" y="49236"/>
                </a:lnTo>
                <a:lnTo>
                  <a:pt x="543472" y="48947"/>
                </a:lnTo>
                <a:lnTo>
                  <a:pt x="543332" y="48661"/>
                </a:lnTo>
                <a:lnTo>
                  <a:pt x="543182" y="48378"/>
                </a:lnTo>
                <a:lnTo>
                  <a:pt x="543021" y="48099"/>
                </a:lnTo>
                <a:lnTo>
                  <a:pt x="542848" y="47823"/>
                </a:lnTo>
                <a:lnTo>
                  <a:pt x="542665" y="47550"/>
                </a:lnTo>
                <a:lnTo>
                  <a:pt x="542470" y="47280"/>
                </a:lnTo>
                <a:lnTo>
                  <a:pt x="542264" y="47014"/>
                </a:lnTo>
                <a:lnTo>
                  <a:pt x="542047" y="46750"/>
                </a:lnTo>
                <a:lnTo>
                  <a:pt x="541818" y="46490"/>
                </a:lnTo>
                <a:lnTo>
                  <a:pt x="541579" y="46234"/>
                </a:lnTo>
                <a:lnTo>
                  <a:pt x="541329" y="45980"/>
                </a:lnTo>
                <a:lnTo>
                  <a:pt x="541067" y="45730"/>
                </a:lnTo>
                <a:lnTo>
                  <a:pt x="540797" y="45486"/>
                </a:lnTo>
                <a:lnTo>
                  <a:pt x="540521" y="45253"/>
                </a:lnTo>
                <a:lnTo>
                  <a:pt x="540239" y="45031"/>
                </a:lnTo>
                <a:lnTo>
                  <a:pt x="539951" y="44818"/>
                </a:lnTo>
                <a:lnTo>
                  <a:pt x="539658" y="44616"/>
                </a:lnTo>
                <a:lnTo>
                  <a:pt x="539358" y="44425"/>
                </a:lnTo>
                <a:lnTo>
                  <a:pt x="539053" y="44243"/>
                </a:lnTo>
                <a:lnTo>
                  <a:pt x="538742" y="44072"/>
                </a:lnTo>
                <a:lnTo>
                  <a:pt x="538425" y="43912"/>
                </a:lnTo>
                <a:lnTo>
                  <a:pt x="538102" y="43762"/>
                </a:lnTo>
                <a:lnTo>
                  <a:pt x="537773" y="43622"/>
                </a:lnTo>
                <a:lnTo>
                  <a:pt x="537438" y="43492"/>
                </a:lnTo>
                <a:lnTo>
                  <a:pt x="537097" y="43373"/>
                </a:lnTo>
                <a:lnTo>
                  <a:pt x="536751" y="43264"/>
                </a:lnTo>
                <a:lnTo>
                  <a:pt x="536399" y="43166"/>
                </a:lnTo>
                <a:lnTo>
                  <a:pt x="536040" y="43078"/>
                </a:lnTo>
                <a:lnTo>
                  <a:pt x="535676" y="43000"/>
                </a:lnTo>
                <a:lnTo>
                  <a:pt x="535306" y="42933"/>
                </a:lnTo>
                <a:lnTo>
                  <a:pt x="534930" y="42876"/>
                </a:lnTo>
                <a:lnTo>
                  <a:pt x="534549" y="42829"/>
                </a:lnTo>
                <a:lnTo>
                  <a:pt x="534161" y="42793"/>
                </a:lnTo>
                <a:lnTo>
                  <a:pt x="533768" y="42767"/>
                </a:lnTo>
                <a:lnTo>
                  <a:pt x="533368" y="42752"/>
                </a:lnTo>
                <a:lnTo>
                  <a:pt x="532963" y="42747"/>
                </a:lnTo>
                <a:lnTo>
                  <a:pt x="532066" y="42778"/>
                </a:lnTo>
                <a:lnTo>
                  <a:pt x="531171" y="42874"/>
                </a:lnTo>
                <a:lnTo>
                  <a:pt x="530277" y="43033"/>
                </a:lnTo>
                <a:lnTo>
                  <a:pt x="529386" y="43256"/>
                </a:lnTo>
                <a:lnTo>
                  <a:pt x="528496" y="43543"/>
                </a:lnTo>
                <a:lnTo>
                  <a:pt x="527609" y="43893"/>
                </a:lnTo>
                <a:lnTo>
                  <a:pt x="526723" y="44307"/>
                </a:lnTo>
                <a:lnTo>
                  <a:pt x="525839" y="44785"/>
                </a:lnTo>
                <a:lnTo>
                  <a:pt x="524956" y="45326"/>
                </a:lnTo>
                <a:lnTo>
                  <a:pt x="524076" y="45931"/>
                </a:lnTo>
                <a:lnTo>
                  <a:pt x="523198" y="46600"/>
                </a:lnTo>
                <a:lnTo>
                  <a:pt x="522321" y="47333"/>
                </a:lnTo>
                <a:lnTo>
                  <a:pt x="521446" y="48129"/>
                </a:lnTo>
                <a:lnTo>
                  <a:pt x="520573" y="48989"/>
                </a:lnTo>
                <a:lnTo>
                  <a:pt x="519702" y="49913"/>
                </a:lnTo>
                <a:lnTo>
                  <a:pt x="518833" y="50900"/>
                </a:lnTo>
                <a:lnTo>
                  <a:pt x="517966" y="51951"/>
                </a:lnTo>
                <a:lnTo>
                  <a:pt x="517100" y="53066"/>
                </a:lnTo>
                <a:lnTo>
                  <a:pt x="516236" y="54244"/>
                </a:lnTo>
                <a:lnTo>
                  <a:pt x="515375" y="55486"/>
                </a:lnTo>
                <a:lnTo>
                  <a:pt x="514515" y="56792"/>
                </a:lnTo>
                <a:lnTo>
                  <a:pt x="513657" y="58162"/>
                </a:lnTo>
                <a:lnTo>
                  <a:pt x="512800" y="59595"/>
                </a:lnTo>
                <a:lnTo>
                  <a:pt x="511946" y="61092"/>
                </a:lnTo>
                <a:lnTo>
                  <a:pt x="511946" y="42747"/>
                </a:lnTo>
                <a:lnTo>
                  <a:pt x="508206" y="42747"/>
                </a:lnTo>
                <a:lnTo>
                  <a:pt x="483537" y="52721"/>
                </a:lnTo>
                <a:lnTo>
                  <a:pt x="484428" y="55927"/>
                </a:lnTo>
                <a:lnTo>
                  <a:pt x="484716" y="55818"/>
                </a:lnTo>
                <a:lnTo>
                  <a:pt x="485002" y="55713"/>
                </a:lnTo>
                <a:lnTo>
                  <a:pt x="485285" y="55614"/>
                </a:lnTo>
                <a:lnTo>
                  <a:pt x="485566" y="55519"/>
                </a:lnTo>
                <a:lnTo>
                  <a:pt x="485844" y="55428"/>
                </a:lnTo>
                <a:lnTo>
                  <a:pt x="486120" y="55342"/>
                </a:lnTo>
                <a:lnTo>
                  <a:pt x="486393" y="55261"/>
                </a:lnTo>
                <a:lnTo>
                  <a:pt x="486664" y="55185"/>
                </a:lnTo>
                <a:lnTo>
                  <a:pt x="486933" y="55113"/>
                </a:lnTo>
                <a:lnTo>
                  <a:pt x="487199" y="55045"/>
                </a:lnTo>
                <a:lnTo>
                  <a:pt x="487462" y="54983"/>
                </a:lnTo>
                <a:lnTo>
                  <a:pt x="487723" y="54925"/>
                </a:lnTo>
                <a:lnTo>
                  <a:pt x="487982" y="54871"/>
                </a:lnTo>
                <a:lnTo>
                  <a:pt x="488238" y="54823"/>
                </a:lnTo>
                <a:lnTo>
                  <a:pt x="488491" y="54779"/>
                </a:lnTo>
                <a:lnTo>
                  <a:pt x="488742" y="54739"/>
                </a:lnTo>
                <a:lnTo>
                  <a:pt x="488991" y="54704"/>
                </a:lnTo>
                <a:lnTo>
                  <a:pt x="489237" y="54674"/>
                </a:lnTo>
                <a:lnTo>
                  <a:pt x="489481" y="54649"/>
                </a:lnTo>
                <a:lnTo>
                  <a:pt x="489722" y="54628"/>
                </a:lnTo>
                <a:lnTo>
                  <a:pt x="489961" y="54612"/>
                </a:lnTo>
                <a:lnTo>
                  <a:pt x="490197" y="54600"/>
                </a:lnTo>
                <a:lnTo>
                  <a:pt x="490431" y="54593"/>
                </a:lnTo>
                <a:lnTo>
                  <a:pt x="490662" y="54591"/>
                </a:lnTo>
                <a:lnTo>
                  <a:pt x="490853" y="54593"/>
                </a:lnTo>
                <a:lnTo>
                  <a:pt x="491042" y="54600"/>
                </a:lnTo>
                <a:lnTo>
                  <a:pt x="491229" y="54610"/>
                </a:lnTo>
                <a:lnTo>
                  <a:pt x="491413" y="54625"/>
                </a:lnTo>
                <a:lnTo>
                  <a:pt x="491594" y="54645"/>
                </a:lnTo>
                <a:lnTo>
                  <a:pt x="491772" y="54669"/>
                </a:lnTo>
                <a:lnTo>
                  <a:pt x="491948" y="54697"/>
                </a:lnTo>
                <a:lnTo>
                  <a:pt x="492121" y="54729"/>
                </a:lnTo>
                <a:lnTo>
                  <a:pt x="492292" y="54766"/>
                </a:lnTo>
                <a:lnTo>
                  <a:pt x="492460" y="54807"/>
                </a:lnTo>
                <a:lnTo>
                  <a:pt x="492625" y="54853"/>
                </a:lnTo>
                <a:lnTo>
                  <a:pt x="492788" y="54903"/>
                </a:lnTo>
                <a:lnTo>
                  <a:pt x="492948" y="54957"/>
                </a:lnTo>
                <a:lnTo>
                  <a:pt x="493106" y="55015"/>
                </a:lnTo>
                <a:lnTo>
                  <a:pt x="493260" y="55078"/>
                </a:lnTo>
                <a:lnTo>
                  <a:pt x="493413" y="55145"/>
                </a:lnTo>
                <a:lnTo>
                  <a:pt x="493562" y="55216"/>
                </a:lnTo>
                <a:lnTo>
                  <a:pt x="493709" y="55292"/>
                </a:lnTo>
                <a:lnTo>
                  <a:pt x="493854" y="55372"/>
                </a:lnTo>
                <a:lnTo>
                  <a:pt x="493995" y="55457"/>
                </a:lnTo>
                <a:lnTo>
                  <a:pt x="494134" y="55545"/>
                </a:lnTo>
                <a:lnTo>
                  <a:pt x="494271" y="55638"/>
                </a:lnTo>
                <a:lnTo>
                  <a:pt x="494405" y="55736"/>
                </a:lnTo>
                <a:lnTo>
                  <a:pt x="494536" y="55838"/>
                </a:lnTo>
                <a:lnTo>
                  <a:pt x="494664" y="55944"/>
                </a:lnTo>
                <a:lnTo>
                  <a:pt x="494789" y="56056"/>
                </a:lnTo>
                <a:lnTo>
                  <a:pt x="494910" y="56172"/>
                </a:lnTo>
                <a:lnTo>
                  <a:pt x="495028" y="56294"/>
                </a:lnTo>
                <a:lnTo>
                  <a:pt x="495143" y="56421"/>
                </a:lnTo>
                <a:lnTo>
                  <a:pt x="495254" y="56553"/>
                </a:lnTo>
                <a:lnTo>
                  <a:pt x="495361" y="56690"/>
                </a:lnTo>
                <a:lnTo>
                  <a:pt x="495466" y="56832"/>
                </a:lnTo>
                <a:lnTo>
                  <a:pt x="495567" y="56979"/>
                </a:lnTo>
                <a:lnTo>
                  <a:pt x="495664" y="57132"/>
                </a:lnTo>
                <a:lnTo>
                  <a:pt x="495759" y="57289"/>
                </a:lnTo>
                <a:lnTo>
                  <a:pt x="495849" y="57452"/>
                </a:lnTo>
                <a:lnTo>
                  <a:pt x="495937" y="57619"/>
                </a:lnTo>
                <a:lnTo>
                  <a:pt x="496021" y="57792"/>
                </a:lnTo>
                <a:lnTo>
                  <a:pt x="496101" y="57970"/>
                </a:lnTo>
                <a:lnTo>
                  <a:pt x="496178" y="58153"/>
                </a:lnTo>
                <a:lnTo>
                  <a:pt x="496252" y="58341"/>
                </a:lnTo>
                <a:lnTo>
                  <a:pt x="496322" y="58534"/>
                </a:lnTo>
                <a:lnTo>
                  <a:pt x="496389" y="58733"/>
                </a:lnTo>
                <a:lnTo>
                  <a:pt x="496453" y="58936"/>
                </a:lnTo>
                <a:lnTo>
                  <a:pt x="496513" y="59144"/>
                </a:lnTo>
                <a:lnTo>
                  <a:pt x="496570" y="59358"/>
                </a:lnTo>
                <a:lnTo>
                  <a:pt x="496623" y="59577"/>
                </a:lnTo>
                <a:lnTo>
                  <a:pt x="496673" y="59801"/>
                </a:lnTo>
                <a:lnTo>
                  <a:pt x="496720" y="60047"/>
                </a:lnTo>
                <a:lnTo>
                  <a:pt x="496766" y="60333"/>
                </a:lnTo>
                <a:lnTo>
                  <a:pt x="496809" y="60660"/>
                </a:lnTo>
                <a:lnTo>
                  <a:pt x="496850" y="61026"/>
                </a:lnTo>
                <a:lnTo>
                  <a:pt x="496889" y="61433"/>
                </a:lnTo>
                <a:lnTo>
                  <a:pt x="496926" y="61879"/>
                </a:lnTo>
                <a:lnTo>
                  <a:pt x="496961" y="62366"/>
                </a:lnTo>
                <a:lnTo>
                  <a:pt x="496995" y="62893"/>
                </a:lnTo>
                <a:lnTo>
                  <a:pt x="497026" y="63459"/>
                </a:lnTo>
                <a:lnTo>
                  <a:pt x="497055" y="64066"/>
                </a:lnTo>
                <a:lnTo>
                  <a:pt x="497082" y="64713"/>
                </a:lnTo>
                <a:lnTo>
                  <a:pt x="497107" y="65400"/>
                </a:lnTo>
                <a:lnTo>
                  <a:pt x="497130" y="66127"/>
                </a:lnTo>
                <a:lnTo>
                  <a:pt x="497151" y="66894"/>
                </a:lnTo>
                <a:lnTo>
                  <a:pt x="497171" y="67701"/>
                </a:lnTo>
                <a:lnTo>
                  <a:pt x="497188" y="68548"/>
                </a:lnTo>
                <a:lnTo>
                  <a:pt x="497203" y="69435"/>
                </a:lnTo>
                <a:lnTo>
                  <a:pt x="497216" y="70362"/>
                </a:lnTo>
                <a:lnTo>
                  <a:pt x="497227" y="71329"/>
                </a:lnTo>
                <a:lnTo>
                  <a:pt x="497236" y="72336"/>
                </a:lnTo>
                <a:lnTo>
                  <a:pt x="497243" y="73384"/>
                </a:lnTo>
                <a:lnTo>
                  <a:pt x="497248" y="74471"/>
                </a:lnTo>
                <a:lnTo>
                  <a:pt x="497251" y="75598"/>
                </a:lnTo>
                <a:lnTo>
                  <a:pt x="497252" y="76766"/>
                </a:lnTo>
                <a:lnTo>
                  <a:pt x="497252" y="108113"/>
                </a:lnTo>
                <a:lnTo>
                  <a:pt x="497251" y="108704"/>
                </a:lnTo>
                <a:lnTo>
                  <a:pt x="497249" y="109275"/>
                </a:lnTo>
                <a:lnTo>
                  <a:pt x="497245" y="109826"/>
                </a:lnTo>
                <a:lnTo>
                  <a:pt x="497240" y="110358"/>
                </a:lnTo>
                <a:lnTo>
                  <a:pt x="497233" y="110870"/>
                </a:lnTo>
                <a:lnTo>
                  <a:pt x="497224" y="111362"/>
                </a:lnTo>
                <a:lnTo>
                  <a:pt x="497214" y="111835"/>
                </a:lnTo>
                <a:lnTo>
                  <a:pt x="497202" y="112288"/>
                </a:lnTo>
                <a:lnTo>
                  <a:pt x="497189" y="112721"/>
                </a:lnTo>
                <a:lnTo>
                  <a:pt x="497175" y="113134"/>
                </a:lnTo>
                <a:lnTo>
                  <a:pt x="497158" y="113528"/>
                </a:lnTo>
                <a:lnTo>
                  <a:pt x="497141" y="113902"/>
                </a:lnTo>
                <a:lnTo>
                  <a:pt x="497121" y="114257"/>
                </a:lnTo>
                <a:lnTo>
                  <a:pt x="497100" y="114591"/>
                </a:lnTo>
                <a:lnTo>
                  <a:pt x="497078" y="114906"/>
                </a:lnTo>
                <a:lnTo>
                  <a:pt x="497054" y="115202"/>
                </a:lnTo>
                <a:lnTo>
                  <a:pt x="497028" y="115477"/>
                </a:lnTo>
                <a:lnTo>
                  <a:pt x="497001" y="115733"/>
                </a:lnTo>
                <a:lnTo>
                  <a:pt x="496973" y="115969"/>
                </a:lnTo>
                <a:lnTo>
                  <a:pt x="496943" y="116186"/>
                </a:lnTo>
                <a:lnTo>
                  <a:pt x="496911" y="116382"/>
                </a:lnTo>
                <a:lnTo>
                  <a:pt x="496878" y="116559"/>
                </a:lnTo>
                <a:lnTo>
                  <a:pt x="496843" y="116717"/>
                </a:lnTo>
                <a:lnTo>
                  <a:pt x="496807" y="116854"/>
                </a:lnTo>
                <a:lnTo>
                  <a:pt x="496730" y="117114"/>
                </a:lnTo>
                <a:lnTo>
                  <a:pt x="496649" y="117368"/>
                </a:lnTo>
                <a:lnTo>
                  <a:pt x="496563" y="117616"/>
                </a:lnTo>
                <a:lnTo>
                  <a:pt x="496473" y="117858"/>
                </a:lnTo>
                <a:lnTo>
                  <a:pt x="496378" y="118094"/>
                </a:lnTo>
                <a:lnTo>
                  <a:pt x="496278" y="118324"/>
                </a:lnTo>
                <a:lnTo>
                  <a:pt x="496174" y="118548"/>
                </a:lnTo>
                <a:lnTo>
                  <a:pt x="496065" y="118766"/>
                </a:lnTo>
                <a:lnTo>
                  <a:pt x="495951" y="118979"/>
                </a:lnTo>
                <a:lnTo>
                  <a:pt x="495833" y="119185"/>
                </a:lnTo>
                <a:lnTo>
                  <a:pt x="495710" y="119385"/>
                </a:lnTo>
                <a:lnTo>
                  <a:pt x="495582" y="119580"/>
                </a:lnTo>
                <a:lnTo>
                  <a:pt x="495450" y="119768"/>
                </a:lnTo>
                <a:lnTo>
                  <a:pt x="495313" y="119951"/>
                </a:lnTo>
                <a:lnTo>
                  <a:pt x="495172" y="120127"/>
                </a:lnTo>
                <a:lnTo>
                  <a:pt x="495026" y="120298"/>
                </a:lnTo>
                <a:lnTo>
                  <a:pt x="494875" y="120463"/>
                </a:lnTo>
                <a:lnTo>
                  <a:pt x="494719" y="120621"/>
                </a:lnTo>
                <a:lnTo>
                  <a:pt x="494559" y="120774"/>
                </a:lnTo>
                <a:lnTo>
                  <a:pt x="494395" y="120921"/>
                </a:lnTo>
                <a:lnTo>
                  <a:pt x="494225" y="121062"/>
                </a:lnTo>
                <a:lnTo>
                  <a:pt x="494051" y="121197"/>
                </a:lnTo>
                <a:lnTo>
                  <a:pt x="493873" y="121326"/>
                </a:lnTo>
                <a:lnTo>
                  <a:pt x="493690" y="121449"/>
                </a:lnTo>
                <a:lnTo>
                  <a:pt x="493432" y="121611"/>
                </a:lnTo>
                <a:lnTo>
                  <a:pt x="493163" y="121766"/>
                </a:lnTo>
                <a:lnTo>
                  <a:pt x="492883" y="121913"/>
                </a:lnTo>
                <a:lnTo>
                  <a:pt x="492591" y="122055"/>
                </a:lnTo>
                <a:lnTo>
                  <a:pt x="492289" y="122189"/>
                </a:lnTo>
                <a:lnTo>
                  <a:pt x="491975" y="122316"/>
                </a:lnTo>
                <a:lnTo>
                  <a:pt x="491651" y="122436"/>
                </a:lnTo>
                <a:lnTo>
                  <a:pt x="491315" y="122550"/>
                </a:lnTo>
                <a:lnTo>
                  <a:pt x="490968" y="122657"/>
                </a:lnTo>
                <a:lnTo>
                  <a:pt x="490610" y="122756"/>
                </a:lnTo>
                <a:lnTo>
                  <a:pt x="490241" y="122849"/>
                </a:lnTo>
                <a:lnTo>
                  <a:pt x="489860" y="122935"/>
                </a:lnTo>
                <a:lnTo>
                  <a:pt x="489469" y="123014"/>
                </a:lnTo>
                <a:lnTo>
                  <a:pt x="489066" y="123087"/>
                </a:lnTo>
                <a:lnTo>
                  <a:pt x="488653" y="123152"/>
                </a:lnTo>
                <a:lnTo>
                  <a:pt x="488228" y="123210"/>
                </a:lnTo>
                <a:lnTo>
                  <a:pt x="487792" y="123262"/>
                </a:lnTo>
                <a:lnTo>
                  <a:pt x="487345" y="123307"/>
                </a:lnTo>
                <a:lnTo>
                  <a:pt x="486886" y="123345"/>
                </a:lnTo>
                <a:lnTo>
                  <a:pt x="486417" y="123375"/>
                </a:lnTo>
                <a:lnTo>
                  <a:pt x="485936" y="123400"/>
                </a:lnTo>
                <a:lnTo>
                  <a:pt x="485445" y="123417"/>
                </a:lnTo>
                <a:lnTo>
                  <a:pt x="484942" y="123427"/>
                </a:lnTo>
                <a:lnTo>
                  <a:pt x="484428" y="123431"/>
                </a:lnTo>
                <a:lnTo>
                  <a:pt x="484428" y="126637"/>
                </a:lnTo>
                <a:lnTo>
                  <a:pt x="526195" y="126637"/>
                </a:lnTo>
                <a:lnTo>
                  <a:pt x="526195" y="123431"/>
                </a:lnTo>
                <a:lnTo>
                  <a:pt x="525739" y="123428"/>
                </a:lnTo>
                <a:lnTo>
                  <a:pt x="525293" y="123419"/>
                </a:lnTo>
                <a:lnTo>
                  <a:pt x="524855" y="123406"/>
                </a:lnTo>
                <a:lnTo>
                  <a:pt x="524426" y="123386"/>
                </a:lnTo>
                <a:lnTo>
                  <a:pt x="524006" y="123361"/>
                </a:lnTo>
                <a:lnTo>
                  <a:pt x="523596" y="123331"/>
                </a:lnTo>
                <a:lnTo>
                  <a:pt x="523194" y="123295"/>
                </a:lnTo>
                <a:lnTo>
                  <a:pt x="522801" y="123253"/>
                </a:lnTo>
                <a:lnTo>
                  <a:pt x="522417" y="123206"/>
                </a:lnTo>
                <a:lnTo>
                  <a:pt x="522042" y="123153"/>
                </a:lnTo>
                <a:lnTo>
                  <a:pt x="521676" y="123095"/>
                </a:lnTo>
                <a:lnTo>
                  <a:pt x="521319" y="123031"/>
                </a:lnTo>
                <a:lnTo>
                  <a:pt x="520971" y="122962"/>
                </a:lnTo>
                <a:lnTo>
                  <a:pt x="520632" y="122887"/>
                </a:lnTo>
                <a:lnTo>
                  <a:pt x="520302" y="122807"/>
                </a:lnTo>
                <a:lnTo>
                  <a:pt x="519981" y="122721"/>
                </a:lnTo>
                <a:lnTo>
                  <a:pt x="519669" y="122629"/>
                </a:lnTo>
                <a:lnTo>
                  <a:pt x="519365" y="122532"/>
                </a:lnTo>
                <a:lnTo>
                  <a:pt x="519071" y="122429"/>
                </a:lnTo>
                <a:lnTo>
                  <a:pt x="518786" y="122321"/>
                </a:lnTo>
                <a:lnTo>
                  <a:pt x="518510" y="122208"/>
                </a:lnTo>
                <a:lnTo>
                  <a:pt x="518242" y="122088"/>
                </a:lnTo>
                <a:lnTo>
                  <a:pt x="517984" y="121963"/>
                </a:lnTo>
                <a:lnTo>
                  <a:pt x="517735" y="121833"/>
                </a:lnTo>
                <a:lnTo>
                  <a:pt x="517493" y="121698"/>
                </a:lnTo>
                <a:lnTo>
                  <a:pt x="517257" y="121561"/>
                </a:lnTo>
                <a:lnTo>
                  <a:pt x="517028" y="121420"/>
                </a:lnTo>
                <a:lnTo>
                  <a:pt x="516804" y="121277"/>
                </a:lnTo>
                <a:lnTo>
                  <a:pt x="516587" y="121131"/>
                </a:lnTo>
                <a:lnTo>
                  <a:pt x="516377" y="120983"/>
                </a:lnTo>
                <a:lnTo>
                  <a:pt x="516172" y="120831"/>
                </a:lnTo>
                <a:lnTo>
                  <a:pt x="515973" y="120677"/>
                </a:lnTo>
                <a:lnTo>
                  <a:pt x="515781" y="120519"/>
                </a:lnTo>
                <a:lnTo>
                  <a:pt x="515595" y="120359"/>
                </a:lnTo>
                <a:lnTo>
                  <a:pt x="515415" y="120197"/>
                </a:lnTo>
                <a:lnTo>
                  <a:pt x="515241" y="120031"/>
                </a:lnTo>
                <a:lnTo>
                  <a:pt x="515073" y="119863"/>
                </a:lnTo>
                <a:lnTo>
                  <a:pt x="514912" y="119692"/>
                </a:lnTo>
                <a:lnTo>
                  <a:pt x="514757" y="119518"/>
                </a:lnTo>
                <a:lnTo>
                  <a:pt x="514608" y="119341"/>
                </a:lnTo>
                <a:lnTo>
                  <a:pt x="514465" y="119161"/>
                </a:lnTo>
                <a:lnTo>
                  <a:pt x="514328" y="118979"/>
                </a:lnTo>
                <a:lnTo>
                  <a:pt x="514198" y="118794"/>
                </a:lnTo>
                <a:lnTo>
                  <a:pt x="514073" y="118606"/>
                </a:lnTo>
                <a:lnTo>
                  <a:pt x="513955" y="118415"/>
                </a:lnTo>
                <a:lnTo>
                  <a:pt x="513843" y="118221"/>
                </a:lnTo>
                <a:lnTo>
                  <a:pt x="513738" y="118025"/>
                </a:lnTo>
                <a:lnTo>
                  <a:pt x="513638" y="117826"/>
                </a:lnTo>
                <a:lnTo>
                  <a:pt x="513500" y="117530"/>
                </a:lnTo>
                <a:lnTo>
                  <a:pt x="513368" y="117224"/>
                </a:lnTo>
                <a:lnTo>
                  <a:pt x="513241" y="116906"/>
                </a:lnTo>
                <a:lnTo>
                  <a:pt x="513121" y="116576"/>
                </a:lnTo>
                <a:lnTo>
                  <a:pt x="513006" y="116235"/>
                </a:lnTo>
                <a:lnTo>
                  <a:pt x="512898" y="115883"/>
                </a:lnTo>
                <a:lnTo>
                  <a:pt x="512795" y="115519"/>
                </a:lnTo>
                <a:lnTo>
                  <a:pt x="512698" y="115143"/>
                </a:lnTo>
                <a:lnTo>
                  <a:pt x="512607" y="114757"/>
                </a:lnTo>
                <a:lnTo>
                  <a:pt x="512522" y="114358"/>
                </a:lnTo>
                <a:lnTo>
                  <a:pt x="512442" y="113949"/>
                </a:lnTo>
                <a:lnTo>
                  <a:pt x="512369" y="113527"/>
                </a:lnTo>
                <a:lnTo>
                  <a:pt x="512301" y="113095"/>
                </a:lnTo>
                <a:lnTo>
                  <a:pt x="512240" y="112650"/>
                </a:lnTo>
                <a:lnTo>
                  <a:pt x="512184" y="112195"/>
                </a:lnTo>
                <a:lnTo>
                  <a:pt x="512134" y="111728"/>
                </a:lnTo>
                <a:lnTo>
                  <a:pt x="512090" y="111249"/>
                </a:lnTo>
                <a:lnTo>
                  <a:pt x="512052" y="110759"/>
                </a:lnTo>
                <a:lnTo>
                  <a:pt x="512019" y="110258"/>
                </a:lnTo>
                <a:lnTo>
                  <a:pt x="511993" y="109745"/>
                </a:lnTo>
                <a:lnTo>
                  <a:pt x="511972" y="109221"/>
                </a:lnTo>
                <a:lnTo>
                  <a:pt x="511958" y="108685"/>
                </a:lnTo>
                <a:lnTo>
                  <a:pt x="511949" y="108137"/>
                </a:lnTo>
                <a:lnTo>
                  <a:pt x="511946" y="107579"/>
                </a:lnTo>
                <a:lnTo>
                  <a:pt x="511946" y="68561"/>
                </a:lnTo>
                <a:lnTo>
                  <a:pt x="512302" y="67877"/>
                </a:lnTo>
                <a:lnTo>
                  <a:pt x="512657" y="67209"/>
                </a:lnTo>
                <a:lnTo>
                  <a:pt x="513011" y="66557"/>
                </a:lnTo>
                <a:lnTo>
                  <a:pt x="513363" y="65922"/>
                </a:lnTo>
                <a:lnTo>
                  <a:pt x="513716" y="65302"/>
                </a:lnTo>
                <a:lnTo>
                  <a:pt x="514067" y="64699"/>
                </a:lnTo>
                <a:lnTo>
                  <a:pt x="514417" y="64112"/>
                </a:lnTo>
                <a:lnTo>
                  <a:pt x="514766" y="63542"/>
                </a:lnTo>
                <a:lnTo>
                  <a:pt x="515114" y="62988"/>
                </a:lnTo>
                <a:lnTo>
                  <a:pt x="515462" y="62450"/>
                </a:lnTo>
                <a:lnTo>
                  <a:pt x="515808" y="61928"/>
                </a:lnTo>
                <a:lnTo>
                  <a:pt x="516154" y="61422"/>
                </a:lnTo>
                <a:lnTo>
                  <a:pt x="516499" y="60933"/>
                </a:lnTo>
                <a:lnTo>
                  <a:pt x="516842" y="60460"/>
                </a:lnTo>
                <a:lnTo>
                  <a:pt x="517185" y="60004"/>
                </a:lnTo>
                <a:lnTo>
                  <a:pt x="517527" y="59563"/>
                </a:lnTo>
                <a:lnTo>
                  <a:pt x="517868" y="59139"/>
                </a:lnTo>
                <a:lnTo>
                  <a:pt x="518208" y="58731"/>
                </a:lnTo>
                <a:lnTo>
                  <a:pt x="518547" y="58339"/>
                </a:lnTo>
                <a:lnTo>
                  <a:pt x="518885" y="57964"/>
                </a:lnTo>
                <a:lnTo>
                  <a:pt x="519222" y="57605"/>
                </a:lnTo>
                <a:lnTo>
                  <a:pt x="519558" y="57262"/>
                </a:lnTo>
                <a:lnTo>
                  <a:pt x="519894" y="56936"/>
                </a:lnTo>
                <a:lnTo>
                  <a:pt x="520228" y="56625"/>
                </a:lnTo>
                <a:lnTo>
                  <a:pt x="520384" y="56481"/>
                </a:lnTo>
                <a:lnTo>
                  <a:pt x="520538" y="56343"/>
                </a:lnTo>
                <a:lnTo>
                  <a:pt x="520692" y="56211"/>
                </a:lnTo>
                <a:lnTo>
                  <a:pt x="520844" y="56085"/>
                </a:lnTo>
                <a:lnTo>
                  <a:pt x="520996" y="55966"/>
                </a:lnTo>
                <a:lnTo>
                  <a:pt x="521147" y="55852"/>
                </a:lnTo>
                <a:lnTo>
                  <a:pt x="521296" y="55745"/>
                </a:lnTo>
                <a:lnTo>
                  <a:pt x="521445" y="55643"/>
                </a:lnTo>
                <a:lnTo>
                  <a:pt x="521593" y="55548"/>
                </a:lnTo>
                <a:lnTo>
                  <a:pt x="521740" y="55459"/>
                </a:lnTo>
                <a:lnTo>
                  <a:pt x="521886" y="55377"/>
                </a:lnTo>
                <a:lnTo>
                  <a:pt x="522032" y="55300"/>
                </a:lnTo>
                <a:lnTo>
                  <a:pt x="522176" y="55229"/>
                </a:lnTo>
                <a:lnTo>
                  <a:pt x="522319" y="55165"/>
                </a:lnTo>
                <a:lnTo>
                  <a:pt x="522461" y="55107"/>
                </a:lnTo>
                <a:lnTo>
                  <a:pt x="522603" y="55054"/>
                </a:lnTo>
                <a:lnTo>
                  <a:pt x="522744" y="55008"/>
                </a:lnTo>
                <a:lnTo>
                  <a:pt x="522883" y="54968"/>
                </a:lnTo>
                <a:lnTo>
                  <a:pt x="523022" y="54935"/>
                </a:lnTo>
                <a:lnTo>
                  <a:pt x="523160" y="54907"/>
                </a:lnTo>
                <a:lnTo>
                  <a:pt x="523296" y="54886"/>
                </a:lnTo>
                <a:lnTo>
                  <a:pt x="523432" y="54870"/>
                </a:lnTo>
                <a:lnTo>
                  <a:pt x="523567" y="54861"/>
                </a:lnTo>
                <a:lnTo>
                  <a:pt x="523701" y="54858"/>
                </a:lnTo>
                <a:lnTo>
                  <a:pt x="523861" y="54863"/>
                </a:lnTo>
                <a:lnTo>
                  <a:pt x="524027" y="54879"/>
                </a:lnTo>
                <a:lnTo>
                  <a:pt x="524200" y="54905"/>
                </a:lnTo>
                <a:lnTo>
                  <a:pt x="524380" y="54942"/>
                </a:lnTo>
                <a:lnTo>
                  <a:pt x="524568" y="54989"/>
                </a:lnTo>
                <a:lnTo>
                  <a:pt x="524762" y="55047"/>
                </a:lnTo>
                <a:lnTo>
                  <a:pt x="524963" y="55116"/>
                </a:lnTo>
                <a:lnTo>
                  <a:pt x="525171" y="55194"/>
                </a:lnTo>
                <a:lnTo>
                  <a:pt x="525386" y="55284"/>
                </a:lnTo>
                <a:lnTo>
                  <a:pt x="525608" y="55384"/>
                </a:lnTo>
                <a:lnTo>
                  <a:pt x="525837" y="55494"/>
                </a:lnTo>
                <a:lnTo>
                  <a:pt x="526072" y="55615"/>
                </a:lnTo>
                <a:lnTo>
                  <a:pt x="526315" y="55746"/>
                </a:lnTo>
                <a:lnTo>
                  <a:pt x="526565" y="55888"/>
                </a:lnTo>
                <a:lnTo>
                  <a:pt x="526822" y="56041"/>
                </a:lnTo>
                <a:lnTo>
                  <a:pt x="527085" y="56204"/>
                </a:lnTo>
                <a:lnTo>
                  <a:pt x="527356" y="56377"/>
                </a:lnTo>
                <a:lnTo>
                  <a:pt x="527634" y="56561"/>
                </a:lnTo>
                <a:lnTo>
                  <a:pt x="527918" y="56756"/>
                </a:lnTo>
                <a:lnTo>
                  <a:pt x="528210" y="56961"/>
                </a:lnTo>
                <a:lnTo>
                  <a:pt x="528508" y="57176"/>
                </a:lnTo>
                <a:lnTo>
                  <a:pt x="528814" y="57402"/>
                </a:lnTo>
                <a:lnTo>
                  <a:pt x="529126" y="57639"/>
                </a:lnTo>
                <a:lnTo>
                  <a:pt x="529445" y="57886"/>
                </a:lnTo>
                <a:lnTo>
                  <a:pt x="529767" y="58133"/>
                </a:lnTo>
                <a:lnTo>
                  <a:pt x="530086" y="58370"/>
                </a:lnTo>
                <a:lnTo>
                  <a:pt x="530402" y="58596"/>
                </a:lnTo>
                <a:lnTo>
                  <a:pt x="530716" y="58811"/>
                </a:lnTo>
                <a:lnTo>
                  <a:pt x="531027" y="59016"/>
                </a:lnTo>
                <a:lnTo>
                  <a:pt x="531335" y="59211"/>
                </a:lnTo>
                <a:lnTo>
                  <a:pt x="531641" y="59395"/>
                </a:lnTo>
                <a:lnTo>
                  <a:pt x="531944" y="59568"/>
                </a:lnTo>
                <a:lnTo>
                  <a:pt x="532244" y="59731"/>
                </a:lnTo>
                <a:lnTo>
                  <a:pt x="532542" y="59883"/>
                </a:lnTo>
                <a:lnTo>
                  <a:pt x="532837" y="60025"/>
                </a:lnTo>
                <a:lnTo>
                  <a:pt x="533130" y="60157"/>
                </a:lnTo>
                <a:lnTo>
                  <a:pt x="533420" y="60278"/>
                </a:lnTo>
                <a:lnTo>
                  <a:pt x="533707" y="60388"/>
                </a:lnTo>
                <a:lnTo>
                  <a:pt x="533992" y="60488"/>
                </a:lnTo>
                <a:lnTo>
                  <a:pt x="534274" y="60577"/>
                </a:lnTo>
                <a:lnTo>
                  <a:pt x="534554" y="60656"/>
                </a:lnTo>
                <a:lnTo>
                  <a:pt x="534830" y="60725"/>
                </a:lnTo>
                <a:lnTo>
                  <a:pt x="535105" y="60782"/>
                </a:lnTo>
                <a:lnTo>
                  <a:pt x="535376" y="60830"/>
                </a:lnTo>
                <a:lnTo>
                  <a:pt x="535645" y="60866"/>
                </a:lnTo>
                <a:lnTo>
                  <a:pt x="535911" y="60893"/>
                </a:lnTo>
                <a:lnTo>
                  <a:pt x="536175" y="60909"/>
                </a:lnTo>
                <a:lnTo>
                  <a:pt x="536436" y="60914"/>
                </a:lnTo>
                <a:lnTo>
                  <a:pt x="536702" y="60910"/>
                </a:lnTo>
                <a:lnTo>
                  <a:pt x="536964" y="60897"/>
                </a:lnTo>
                <a:lnTo>
                  <a:pt x="537224" y="60876"/>
                </a:lnTo>
                <a:lnTo>
                  <a:pt x="537480" y="60847"/>
                </a:lnTo>
                <a:lnTo>
                  <a:pt x="537733" y="60809"/>
                </a:lnTo>
                <a:lnTo>
                  <a:pt x="537984" y="60763"/>
                </a:lnTo>
                <a:lnTo>
                  <a:pt x="538231" y="60709"/>
                </a:lnTo>
                <a:lnTo>
                  <a:pt x="538475" y="60647"/>
                </a:lnTo>
                <a:lnTo>
                  <a:pt x="538715" y="60576"/>
                </a:lnTo>
                <a:lnTo>
                  <a:pt x="538953" y="60496"/>
                </a:lnTo>
                <a:lnTo>
                  <a:pt x="539188" y="60409"/>
                </a:lnTo>
                <a:lnTo>
                  <a:pt x="539420" y="60313"/>
                </a:lnTo>
                <a:lnTo>
                  <a:pt x="539648" y="60208"/>
                </a:lnTo>
                <a:lnTo>
                  <a:pt x="539873" y="60096"/>
                </a:lnTo>
                <a:lnTo>
                  <a:pt x="540096" y="59975"/>
                </a:lnTo>
                <a:lnTo>
                  <a:pt x="540315" y="59845"/>
                </a:lnTo>
                <a:lnTo>
                  <a:pt x="540531" y="59707"/>
                </a:lnTo>
                <a:lnTo>
                  <a:pt x="540744" y="59561"/>
                </a:lnTo>
                <a:lnTo>
                  <a:pt x="540954" y="59407"/>
                </a:lnTo>
                <a:lnTo>
                  <a:pt x="541161" y="59244"/>
                </a:lnTo>
                <a:lnTo>
                  <a:pt x="541365" y="59073"/>
                </a:lnTo>
                <a:lnTo>
                  <a:pt x="541566" y="58893"/>
                </a:lnTo>
                <a:lnTo>
                  <a:pt x="541763" y="58705"/>
                </a:lnTo>
                <a:lnTo>
                  <a:pt x="541958" y="58509"/>
                </a:lnTo>
                <a:lnTo>
                  <a:pt x="542147" y="58307"/>
                </a:lnTo>
                <a:lnTo>
                  <a:pt x="542327" y="58101"/>
                </a:lnTo>
                <a:lnTo>
                  <a:pt x="542500" y="57891"/>
                </a:lnTo>
                <a:lnTo>
                  <a:pt x="542665" y="57678"/>
                </a:lnTo>
                <a:lnTo>
                  <a:pt x="542822" y="57461"/>
                </a:lnTo>
                <a:lnTo>
                  <a:pt x="542971" y="57240"/>
                </a:lnTo>
                <a:lnTo>
                  <a:pt x="543111" y="57016"/>
                </a:lnTo>
                <a:lnTo>
                  <a:pt x="543244" y="56788"/>
                </a:lnTo>
                <a:lnTo>
                  <a:pt x="543369" y="56556"/>
                </a:lnTo>
                <a:lnTo>
                  <a:pt x="543485" y="56320"/>
                </a:lnTo>
                <a:lnTo>
                  <a:pt x="543594" y="56081"/>
                </a:lnTo>
                <a:lnTo>
                  <a:pt x="543694" y="55838"/>
                </a:lnTo>
                <a:lnTo>
                  <a:pt x="543787" y="55591"/>
                </a:lnTo>
                <a:lnTo>
                  <a:pt x="543871" y="55340"/>
                </a:lnTo>
                <a:lnTo>
                  <a:pt x="543947" y="55086"/>
                </a:lnTo>
                <a:lnTo>
                  <a:pt x="544016" y="54828"/>
                </a:lnTo>
                <a:lnTo>
                  <a:pt x="544076" y="54567"/>
                </a:lnTo>
                <a:lnTo>
                  <a:pt x="544128" y="54301"/>
                </a:lnTo>
                <a:lnTo>
                  <a:pt x="544173" y="54032"/>
                </a:lnTo>
                <a:lnTo>
                  <a:pt x="544209" y="53760"/>
                </a:lnTo>
                <a:lnTo>
                  <a:pt x="544237" y="53483"/>
                </a:lnTo>
                <a:lnTo>
                  <a:pt x="544257" y="53203"/>
                </a:lnTo>
                <a:lnTo>
                  <a:pt x="544269" y="52926"/>
                </a:lnTo>
                <a:lnTo>
                  <a:pt x="545519" y="55927"/>
                </a:lnTo>
                <a:lnTo>
                  <a:pt x="545807" y="55818"/>
                </a:lnTo>
                <a:lnTo>
                  <a:pt x="546091" y="55713"/>
                </a:lnTo>
                <a:lnTo>
                  <a:pt x="546372" y="55614"/>
                </a:lnTo>
                <a:lnTo>
                  <a:pt x="546649" y="55519"/>
                </a:lnTo>
                <a:lnTo>
                  <a:pt x="546923" y="55428"/>
                </a:lnTo>
                <a:lnTo>
                  <a:pt x="547194" y="55342"/>
                </a:lnTo>
                <a:lnTo>
                  <a:pt x="547462" y="55261"/>
                </a:lnTo>
                <a:lnTo>
                  <a:pt x="547725" y="55185"/>
                </a:lnTo>
                <a:lnTo>
                  <a:pt x="547986" y="55113"/>
                </a:lnTo>
                <a:lnTo>
                  <a:pt x="548243" y="55045"/>
                </a:lnTo>
                <a:lnTo>
                  <a:pt x="548497" y="54983"/>
                </a:lnTo>
                <a:lnTo>
                  <a:pt x="548747" y="54925"/>
                </a:lnTo>
                <a:lnTo>
                  <a:pt x="548994" y="54871"/>
                </a:lnTo>
                <a:lnTo>
                  <a:pt x="549238" y="54823"/>
                </a:lnTo>
                <a:lnTo>
                  <a:pt x="549478" y="54779"/>
                </a:lnTo>
                <a:lnTo>
                  <a:pt x="549714" y="54739"/>
                </a:lnTo>
                <a:lnTo>
                  <a:pt x="549948" y="54704"/>
                </a:lnTo>
                <a:lnTo>
                  <a:pt x="550178" y="54674"/>
                </a:lnTo>
                <a:lnTo>
                  <a:pt x="550404" y="54649"/>
                </a:lnTo>
                <a:lnTo>
                  <a:pt x="550627" y="54628"/>
                </a:lnTo>
                <a:lnTo>
                  <a:pt x="550847" y="54612"/>
                </a:lnTo>
                <a:lnTo>
                  <a:pt x="551063" y="54600"/>
                </a:lnTo>
                <a:lnTo>
                  <a:pt x="551276" y="54593"/>
                </a:lnTo>
                <a:lnTo>
                  <a:pt x="551486" y="54591"/>
                </a:lnTo>
                <a:lnTo>
                  <a:pt x="551677" y="54593"/>
                </a:lnTo>
                <a:lnTo>
                  <a:pt x="551865" y="54599"/>
                </a:lnTo>
                <a:lnTo>
                  <a:pt x="552050" y="54609"/>
                </a:lnTo>
                <a:lnTo>
                  <a:pt x="552231" y="54623"/>
                </a:lnTo>
                <a:lnTo>
                  <a:pt x="552410" y="54641"/>
                </a:lnTo>
                <a:lnTo>
                  <a:pt x="552585" y="54663"/>
                </a:lnTo>
                <a:lnTo>
                  <a:pt x="552757" y="54689"/>
                </a:lnTo>
                <a:lnTo>
                  <a:pt x="552925" y="54719"/>
                </a:lnTo>
                <a:lnTo>
                  <a:pt x="553091" y="54754"/>
                </a:lnTo>
                <a:lnTo>
                  <a:pt x="553253" y="54792"/>
                </a:lnTo>
                <a:lnTo>
                  <a:pt x="553412" y="54834"/>
                </a:lnTo>
                <a:lnTo>
                  <a:pt x="553567" y="54880"/>
                </a:lnTo>
                <a:lnTo>
                  <a:pt x="553720" y="54931"/>
                </a:lnTo>
                <a:lnTo>
                  <a:pt x="553869" y="54985"/>
                </a:lnTo>
                <a:lnTo>
                  <a:pt x="554015" y="55043"/>
                </a:lnTo>
                <a:lnTo>
                  <a:pt x="554157" y="55105"/>
                </a:lnTo>
                <a:lnTo>
                  <a:pt x="554297" y="55172"/>
                </a:lnTo>
                <a:lnTo>
                  <a:pt x="554433" y="55242"/>
                </a:lnTo>
                <a:lnTo>
                  <a:pt x="554566" y="55316"/>
                </a:lnTo>
                <a:lnTo>
                  <a:pt x="554695" y="55395"/>
                </a:lnTo>
                <a:lnTo>
                  <a:pt x="554822" y="55477"/>
                </a:lnTo>
                <a:lnTo>
                  <a:pt x="554945" y="55564"/>
                </a:lnTo>
                <a:lnTo>
                  <a:pt x="555065" y="55654"/>
                </a:lnTo>
                <a:lnTo>
                  <a:pt x="555181" y="55749"/>
                </a:lnTo>
                <a:lnTo>
                  <a:pt x="555295" y="55849"/>
                </a:lnTo>
                <a:lnTo>
                  <a:pt x="555406" y="55956"/>
                </a:lnTo>
                <a:lnTo>
                  <a:pt x="555515" y="56070"/>
                </a:lnTo>
                <a:lnTo>
                  <a:pt x="555622" y="56191"/>
                </a:lnTo>
                <a:lnTo>
                  <a:pt x="555726" y="56320"/>
                </a:lnTo>
                <a:lnTo>
                  <a:pt x="555827" y="56455"/>
                </a:lnTo>
                <a:lnTo>
                  <a:pt x="555926" y="56598"/>
                </a:lnTo>
                <a:lnTo>
                  <a:pt x="556022" y="56748"/>
                </a:lnTo>
                <a:lnTo>
                  <a:pt x="556116" y="56905"/>
                </a:lnTo>
                <a:lnTo>
                  <a:pt x="556208" y="57069"/>
                </a:lnTo>
                <a:lnTo>
                  <a:pt x="556297" y="57240"/>
                </a:lnTo>
                <a:lnTo>
                  <a:pt x="556384" y="57418"/>
                </a:lnTo>
                <a:lnTo>
                  <a:pt x="556468" y="57604"/>
                </a:lnTo>
                <a:lnTo>
                  <a:pt x="556549" y="57796"/>
                </a:lnTo>
                <a:lnTo>
                  <a:pt x="556628" y="57996"/>
                </a:lnTo>
                <a:lnTo>
                  <a:pt x="556705" y="58203"/>
                </a:lnTo>
                <a:lnTo>
                  <a:pt x="556779" y="58416"/>
                </a:lnTo>
                <a:lnTo>
                  <a:pt x="556851" y="58637"/>
                </a:lnTo>
                <a:lnTo>
                  <a:pt x="556920" y="58865"/>
                </a:lnTo>
                <a:lnTo>
                  <a:pt x="556987" y="59101"/>
                </a:lnTo>
                <a:lnTo>
                  <a:pt x="557052" y="59343"/>
                </a:lnTo>
                <a:lnTo>
                  <a:pt x="557113" y="59592"/>
                </a:lnTo>
                <a:lnTo>
                  <a:pt x="557173" y="59849"/>
                </a:lnTo>
                <a:lnTo>
                  <a:pt x="557230" y="60112"/>
                </a:lnTo>
                <a:lnTo>
                  <a:pt x="557284" y="60399"/>
                </a:lnTo>
                <a:lnTo>
                  <a:pt x="557336" y="60726"/>
                </a:lnTo>
                <a:lnTo>
                  <a:pt x="557386" y="61093"/>
                </a:lnTo>
                <a:lnTo>
                  <a:pt x="557434" y="61500"/>
                </a:lnTo>
                <a:lnTo>
                  <a:pt x="557479" y="61947"/>
                </a:lnTo>
                <a:lnTo>
                  <a:pt x="557522" y="62433"/>
                </a:lnTo>
                <a:lnTo>
                  <a:pt x="557562" y="62960"/>
                </a:lnTo>
                <a:lnTo>
                  <a:pt x="557601" y="63526"/>
                </a:lnTo>
                <a:lnTo>
                  <a:pt x="557637" y="64132"/>
                </a:lnTo>
                <a:lnTo>
                  <a:pt x="557670" y="64778"/>
                </a:lnTo>
                <a:lnTo>
                  <a:pt x="557702" y="65464"/>
                </a:lnTo>
                <a:lnTo>
                  <a:pt x="557731" y="66190"/>
                </a:lnTo>
                <a:lnTo>
                  <a:pt x="557757" y="66956"/>
                </a:lnTo>
                <a:lnTo>
                  <a:pt x="557782" y="67762"/>
                </a:lnTo>
                <a:lnTo>
                  <a:pt x="557804" y="68607"/>
                </a:lnTo>
                <a:lnTo>
                  <a:pt x="557823" y="69493"/>
                </a:lnTo>
                <a:lnTo>
                  <a:pt x="557841" y="70418"/>
                </a:lnTo>
                <a:lnTo>
                  <a:pt x="557856" y="71383"/>
                </a:lnTo>
                <a:lnTo>
                  <a:pt x="557869" y="72388"/>
                </a:lnTo>
                <a:lnTo>
                  <a:pt x="557879" y="73433"/>
                </a:lnTo>
                <a:lnTo>
                  <a:pt x="557887" y="74518"/>
                </a:lnTo>
                <a:lnTo>
                  <a:pt x="557893" y="75643"/>
                </a:lnTo>
                <a:lnTo>
                  <a:pt x="557896" y="76808"/>
                </a:lnTo>
                <a:lnTo>
                  <a:pt x="557898" y="78012"/>
                </a:lnTo>
                <a:lnTo>
                  <a:pt x="557898" y="108113"/>
                </a:lnTo>
                <a:lnTo>
                  <a:pt x="557894" y="108850"/>
                </a:lnTo>
                <a:lnTo>
                  <a:pt x="557882" y="109566"/>
                </a:lnTo>
                <a:lnTo>
                  <a:pt x="557863" y="110262"/>
                </a:lnTo>
                <a:lnTo>
                  <a:pt x="557837" y="110939"/>
                </a:lnTo>
                <a:lnTo>
                  <a:pt x="557803" y="111595"/>
                </a:lnTo>
                <a:lnTo>
                  <a:pt x="557761" y="112231"/>
                </a:lnTo>
                <a:lnTo>
                  <a:pt x="557712" y="112847"/>
                </a:lnTo>
                <a:lnTo>
                  <a:pt x="557655" y="113443"/>
                </a:lnTo>
                <a:lnTo>
                  <a:pt x="557591" y="114019"/>
                </a:lnTo>
                <a:lnTo>
                  <a:pt x="557519" y="114575"/>
                </a:lnTo>
                <a:lnTo>
                  <a:pt x="557439" y="115111"/>
                </a:lnTo>
                <a:lnTo>
                  <a:pt x="557352" y="115627"/>
                </a:lnTo>
                <a:lnTo>
                  <a:pt x="557257" y="116123"/>
                </a:lnTo>
                <a:lnTo>
                  <a:pt x="557155" y="116599"/>
                </a:lnTo>
                <a:lnTo>
                  <a:pt x="557045" y="117054"/>
                </a:lnTo>
                <a:lnTo>
                  <a:pt x="556928" y="117490"/>
                </a:lnTo>
                <a:lnTo>
                  <a:pt x="556803" y="117905"/>
                </a:lnTo>
                <a:lnTo>
                  <a:pt x="556670" y="118301"/>
                </a:lnTo>
                <a:lnTo>
                  <a:pt x="556530" y="118676"/>
                </a:lnTo>
                <a:lnTo>
                  <a:pt x="556382" y="119032"/>
                </a:lnTo>
                <a:lnTo>
                  <a:pt x="556227" y="119367"/>
                </a:lnTo>
                <a:lnTo>
                  <a:pt x="556064" y="119682"/>
                </a:lnTo>
                <a:lnTo>
                  <a:pt x="555894" y="119977"/>
                </a:lnTo>
                <a:lnTo>
                  <a:pt x="555716" y="120252"/>
                </a:lnTo>
                <a:lnTo>
                  <a:pt x="555527" y="120512"/>
                </a:lnTo>
                <a:lnTo>
                  <a:pt x="555324" y="120760"/>
                </a:lnTo>
                <a:lnTo>
                  <a:pt x="555107" y="120997"/>
                </a:lnTo>
                <a:lnTo>
                  <a:pt x="554876" y="121223"/>
                </a:lnTo>
                <a:lnTo>
                  <a:pt x="554631" y="121439"/>
                </a:lnTo>
                <a:lnTo>
                  <a:pt x="554371" y="121643"/>
                </a:lnTo>
                <a:lnTo>
                  <a:pt x="554098" y="121836"/>
                </a:lnTo>
                <a:lnTo>
                  <a:pt x="553811" y="122018"/>
                </a:lnTo>
                <a:lnTo>
                  <a:pt x="553509" y="122189"/>
                </a:lnTo>
                <a:lnTo>
                  <a:pt x="553194" y="122349"/>
                </a:lnTo>
                <a:lnTo>
                  <a:pt x="552864" y="122498"/>
                </a:lnTo>
                <a:lnTo>
                  <a:pt x="552521" y="122636"/>
                </a:lnTo>
                <a:lnTo>
                  <a:pt x="552163" y="122763"/>
                </a:lnTo>
                <a:lnTo>
                  <a:pt x="551791" y="122879"/>
                </a:lnTo>
                <a:lnTo>
                  <a:pt x="551406" y="122984"/>
                </a:lnTo>
                <a:lnTo>
                  <a:pt x="551006" y="123077"/>
                </a:lnTo>
                <a:lnTo>
                  <a:pt x="550592" y="123160"/>
                </a:lnTo>
                <a:lnTo>
                  <a:pt x="550164" y="123232"/>
                </a:lnTo>
                <a:lnTo>
                  <a:pt x="549722" y="123293"/>
                </a:lnTo>
                <a:lnTo>
                  <a:pt x="549265" y="123342"/>
                </a:lnTo>
                <a:lnTo>
                  <a:pt x="548795" y="123381"/>
                </a:lnTo>
                <a:lnTo>
                  <a:pt x="548311" y="123408"/>
                </a:lnTo>
                <a:lnTo>
                  <a:pt x="547812" y="123425"/>
                </a:lnTo>
                <a:lnTo>
                  <a:pt x="547300" y="123431"/>
                </a:lnTo>
                <a:lnTo>
                  <a:pt x="545519" y="123431"/>
                </a:lnTo>
                <a:lnTo>
                  <a:pt x="545519" y="126637"/>
                </a:lnTo>
                <a:lnTo>
                  <a:pt x="585861" y="126637"/>
                </a:lnTo>
                <a:lnTo>
                  <a:pt x="585861" y="123431"/>
                </a:lnTo>
                <a:lnTo>
                  <a:pt x="585312" y="123428"/>
                </a:lnTo>
                <a:lnTo>
                  <a:pt x="584779" y="123422"/>
                </a:lnTo>
                <a:lnTo>
                  <a:pt x="584261" y="123412"/>
                </a:lnTo>
                <a:lnTo>
                  <a:pt x="583759" y="123397"/>
                </a:lnTo>
                <a:lnTo>
                  <a:pt x="583273" y="123378"/>
                </a:lnTo>
                <a:lnTo>
                  <a:pt x="582802" y="123355"/>
                </a:lnTo>
                <a:lnTo>
                  <a:pt x="582347" y="123328"/>
                </a:lnTo>
                <a:lnTo>
                  <a:pt x="581908" y="123296"/>
                </a:lnTo>
                <a:lnTo>
                  <a:pt x="581484" y="123261"/>
                </a:lnTo>
                <a:lnTo>
                  <a:pt x="581076" y="123221"/>
                </a:lnTo>
                <a:lnTo>
                  <a:pt x="580683" y="123177"/>
                </a:lnTo>
                <a:lnTo>
                  <a:pt x="580306" y="123129"/>
                </a:lnTo>
                <a:lnTo>
                  <a:pt x="579945" y="123076"/>
                </a:lnTo>
                <a:lnTo>
                  <a:pt x="579599" y="123020"/>
                </a:lnTo>
                <a:lnTo>
                  <a:pt x="579269" y="122959"/>
                </a:lnTo>
                <a:lnTo>
                  <a:pt x="578954" y="122894"/>
                </a:lnTo>
                <a:lnTo>
                  <a:pt x="578655" y="122825"/>
                </a:lnTo>
                <a:lnTo>
                  <a:pt x="578372" y="122751"/>
                </a:lnTo>
                <a:lnTo>
                  <a:pt x="578104" y="122674"/>
                </a:lnTo>
                <a:lnTo>
                  <a:pt x="577852" y="122592"/>
                </a:lnTo>
                <a:lnTo>
                  <a:pt x="577616" y="122506"/>
                </a:lnTo>
                <a:lnTo>
                  <a:pt x="577395" y="122416"/>
                </a:lnTo>
                <a:lnTo>
                  <a:pt x="577190" y="122321"/>
                </a:lnTo>
                <a:lnTo>
                  <a:pt x="577000" y="122223"/>
                </a:lnTo>
                <a:lnTo>
                  <a:pt x="576820" y="122119"/>
                </a:lnTo>
                <a:lnTo>
                  <a:pt x="576643" y="122011"/>
                </a:lnTo>
                <a:lnTo>
                  <a:pt x="576469" y="121898"/>
                </a:lnTo>
                <a:lnTo>
                  <a:pt x="576299" y="121781"/>
                </a:lnTo>
                <a:lnTo>
                  <a:pt x="576131" y="121658"/>
                </a:lnTo>
                <a:lnTo>
                  <a:pt x="575967" y="121531"/>
                </a:lnTo>
                <a:lnTo>
                  <a:pt x="575807" y="121399"/>
                </a:lnTo>
                <a:lnTo>
                  <a:pt x="575649" y="121262"/>
                </a:lnTo>
                <a:lnTo>
                  <a:pt x="575495" y="121120"/>
                </a:lnTo>
                <a:lnTo>
                  <a:pt x="575344" y="120973"/>
                </a:lnTo>
                <a:lnTo>
                  <a:pt x="575196" y="120822"/>
                </a:lnTo>
                <a:lnTo>
                  <a:pt x="575052" y="120666"/>
                </a:lnTo>
                <a:lnTo>
                  <a:pt x="574911" y="120505"/>
                </a:lnTo>
                <a:lnTo>
                  <a:pt x="574773" y="120339"/>
                </a:lnTo>
                <a:lnTo>
                  <a:pt x="574638" y="120168"/>
                </a:lnTo>
                <a:lnTo>
                  <a:pt x="574506" y="119993"/>
                </a:lnTo>
                <a:lnTo>
                  <a:pt x="574378" y="119812"/>
                </a:lnTo>
                <a:lnTo>
                  <a:pt x="574253" y="119627"/>
                </a:lnTo>
                <a:lnTo>
                  <a:pt x="574131" y="119437"/>
                </a:lnTo>
                <a:lnTo>
                  <a:pt x="574013" y="119243"/>
                </a:lnTo>
                <a:lnTo>
                  <a:pt x="573898" y="119043"/>
                </a:lnTo>
                <a:lnTo>
                  <a:pt x="573786" y="118839"/>
                </a:lnTo>
                <a:lnTo>
                  <a:pt x="573677" y="118630"/>
                </a:lnTo>
                <a:lnTo>
                  <a:pt x="573571" y="118416"/>
                </a:lnTo>
                <a:lnTo>
                  <a:pt x="573491" y="118240"/>
                </a:lnTo>
                <a:lnTo>
                  <a:pt x="573415" y="118043"/>
                </a:lnTo>
                <a:lnTo>
                  <a:pt x="573342" y="117823"/>
                </a:lnTo>
                <a:lnTo>
                  <a:pt x="573272" y="117581"/>
                </a:lnTo>
                <a:lnTo>
                  <a:pt x="573206" y="117318"/>
                </a:lnTo>
                <a:lnTo>
                  <a:pt x="573143" y="117032"/>
                </a:lnTo>
                <a:lnTo>
                  <a:pt x="573083" y="116724"/>
                </a:lnTo>
                <a:lnTo>
                  <a:pt x="573027" y="116394"/>
                </a:lnTo>
                <a:lnTo>
                  <a:pt x="572974" y="116042"/>
                </a:lnTo>
                <a:lnTo>
                  <a:pt x="572925" y="115668"/>
                </a:lnTo>
                <a:lnTo>
                  <a:pt x="572879" y="115272"/>
                </a:lnTo>
                <a:lnTo>
                  <a:pt x="572837" y="114853"/>
                </a:lnTo>
                <a:lnTo>
                  <a:pt x="572797" y="114413"/>
                </a:lnTo>
                <a:lnTo>
                  <a:pt x="572762" y="113951"/>
                </a:lnTo>
                <a:lnTo>
                  <a:pt x="572729" y="113466"/>
                </a:lnTo>
                <a:lnTo>
                  <a:pt x="572700" y="112960"/>
                </a:lnTo>
                <a:lnTo>
                  <a:pt x="572675" y="112431"/>
                </a:lnTo>
                <a:lnTo>
                  <a:pt x="572653" y="111880"/>
                </a:lnTo>
                <a:lnTo>
                  <a:pt x="572634" y="111308"/>
                </a:lnTo>
                <a:lnTo>
                  <a:pt x="572619" y="110713"/>
                </a:lnTo>
                <a:lnTo>
                  <a:pt x="572607" y="110096"/>
                </a:lnTo>
                <a:lnTo>
                  <a:pt x="572598" y="109457"/>
                </a:lnTo>
                <a:lnTo>
                  <a:pt x="572593" y="108796"/>
                </a:lnTo>
                <a:lnTo>
                  <a:pt x="572592" y="108113"/>
                </a:lnTo>
                <a:lnTo>
                  <a:pt x="572592" y="65188"/>
                </a:lnTo>
                <a:lnTo>
                  <a:pt x="573468" y="64244"/>
                </a:lnTo>
                <a:lnTo>
                  <a:pt x="574344" y="63339"/>
                </a:lnTo>
                <a:lnTo>
                  <a:pt x="575220" y="62475"/>
                </a:lnTo>
                <a:lnTo>
                  <a:pt x="576097" y="61651"/>
                </a:lnTo>
                <a:lnTo>
                  <a:pt x="576974" y="60867"/>
                </a:lnTo>
                <a:lnTo>
                  <a:pt x="577851" y="60123"/>
                </a:lnTo>
                <a:lnTo>
                  <a:pt x="578729" y="59420"/>
                </a:lnTo>
                <a:lnTo>
                  <a:pt x="579607" y="58757"/>
                </a:lnTo>
                <a:lnTo>
                  <a:pt x="580486" y="58134"/>
                </a:lnTo>
                <a:lnTo>
                  <a:pt x="581364" y="57551"/>
                </a:lnTo>
                <a:lnTo>
                  <a:pt x="582243" y="57008"/>
                </a:lnTo>
                <a:lnTo>
                  <a:pt x="583122" y="56506"/>
                </a:lnTo>
                <a:lnTo>
                  <a:pt x="584002" y="56043"/>
                </a:lnTo>
                <a:lnTo>
                  <a:pt x="584882" y="55621"/>
                </a:lnTo>
                <a:lnTo>
                  <a:pt x="585762" y="55239"/>
                </a:lnTo>
                <a:lnTo>
                  <a:pt x="586643" y="54898"/>
                </a:lnTo>
                <a:lnTo>
                  <a:pt x="587523" y="54596"/>
                </a:lnTo>
                <a:lnTo>
                  <a:pt x="588405" y="54335"/>
                </a:lnTo>
                <a:lnTo>
                  <a:pt x="589286" y="54114"/>
                </a:lnTo>
                <a:lnTo>
                  <a:pt x="590168" y="53933"/>
                </a:lnTo>
                <a:lnTo>
                  <a:pt x="591050" y="53792"/>
                </a:lnTo>
                <a:lnTo>
                  <a:pt x="591932" y="53692"/>
                </a:lnTo>
                <a:lnTo>
                  <a:pt x="592815" y="53631"/>
                </a:lnTo>
                <a:lnTo>
                  <a:pt x="593698" y="53611"/>
                </a:lnTo>
                <a:lnTo>
                  <a:pt x="594262" y="53620"/>
                </a:lnTo>
                <a:lnTo>
                  <a:pt x="594813" y="53646"/>
                </a:lnTo>
                <a:lnTo>
                  <a:pt x="595350" y="53690"/>
                </a:lnTo>
                <a:lnTo>
                  <a:pt x="595873" y="53751"/>
                </a:lnTo>
                <a:lnTo>
                  <a:pt x="596383" y="53829"/>
                </a:lnTo>
                <a:lnTo>
                  <a:pt x="596879" y="53925"/>
                </a:lnTo>
                <a:lnTo>
                  <a:pt x="597361" y="54039"/>
                </a:lnTo>
                <a:lnTo>
                  <a:pt x="597829" y="54169"/>
                </a:lnTo>
                <a:lnTo>
                  <a:pt x="598283" y="54318"/>
                </a:lnTo>
                <a:lnTo>
                  <a:pt x="598724" y="54483"/>
                </a:lnTo>
                <a:lnTo>
                  <a:pt x="599151" y="54666"/>
                </a:lnTo>
                <a:lnTo>
                  <a:pt x="599564" y="54867"/>
                </a:lnTo>
                <a:lnTo>
                  <a:pt x="599964" y="55085"/>
                </a:lnTo>
                <a:lnTo>
                  <a:pt x="600349" y="55321"/>
                </a:lnTo>
                <a:lnTo>
                  <a:pt x="600721" y="55573"/>
                </a:lnTo>
                <a:lnTo>
                  <a:pt x="601079" y="55844"/>
                </a:lnTo>
                <a:lnTo>
                  <a:pt x="601424" y="56132"/>
                </a:lnTo>
                <a:lnTo>
                  <a:pt x="601754" y="56437"/>
                </a:lnTo>
                <a:lnTo>
                  <a:pt x="602071" y="56760"/>
                </a:lnTo>
                <a:lnTo>
                  <a:pt x="602374" y="57100"/>
                </a:lnTo>
                <a:lnTo>
                  <a:pt x="602664" y="57457"/>
                </a:lnTo>
                <a:lnTo>
                  <a:pt x="602939" y="57832"/>
                </a:lnTo>
                <a:lnTo>
                  <a:pt x="603201" y="58225"/>
                </a:lnTo>
                <a:lnTo>
                  <a:pt x="603449" y="58635"/>
                </a:lnTo>
                <a:lnTo>
                  <a:pt x="603685" y="59064"/>
                </a:lnTo>
                <a:lnTo>
                  <a:pt x="603912" y="59514"/>
                </a:lnTo>
                <a:lnTo>
                  <a:pt x="604128" y="59986"/>
                </a:lnTo>
                <a:lnTo>
                  <a:pt x="604334" y="60478"/>
                </a:lnTo>
                <a:lnTo>
                  <a:pt x="604530" y="60992"/>
                </a:lnTo>
                <a:lnTo>
                  <a:pt x="604716" y="61527"/>
                </a:lnTo>
                <a:lnTo>
                  <a:pt x="604891" y="62083"/>
                </a:lnTo>
                <a:lnTo>
                  <a:pt x="605057" y="62660"/>
                </a:lnTo>
                <a:lnTo>
                  <a:pt x="605213" y="63259"/>
                </a:lnTo>
                <a:lnTo>
                  <a:pt x="605359" y="63878"/>
                </a:lnTo>
                <a:lnTo>
                  <a:pt x="605494" y="64519"/>
                </a:lnTo>
                <a:lnTo>
                  <a:pt x="605620" y="65181"/>
                </a:lnTo>
                <a:lnTo>
                  <a:pt x="605736" y="65864"/>
                </a:lnTo>
                <a:lnTo>
                  <a:pt x="605841" y="66568"/>
                </a:lnTo>
                <a:lnTo>
                  <a:pt x="605937" y="67293"/>
                </a:lnTo>
                <a:lnTo>
                  <a:pt x="606022" y="68040"/>
                </a:lnTo>
                <a:lnTo>
                  <a:pt x="606097" y="68807"/>
                </a:lnTo>
                <a:lnTo>
                  <a:pt x="606163" y="69596"/>
                </a:lnTo>
                <a:lnTo>
                  <a:pt x="606218" y="70406"/>
                </a:lnTo>
                <a:lnTo>
                  <a:pt x="606263" y="71237"/>
                </a:lnTo>
                <a:lnTo>
                  <a:pt x="606298" y="72089"/>
                </a:lnTo>
                <a:lnTo>
                  <a:pt x="606323" y="72963"/>
                </a:lnTo>
                <a:lnTo>
                  <a:pt x="606339" y="73857"/>
                </a:lnTo>
                <a:lnTo>
                  <a:pt x="606344" y="74773"/>
                </a:lnTo>
                <a:lnTo>
                  <a:pt x="606344" y="108113"/>
                </a:lnTo>
                <a:lnTo>
                  <a:pt x="606343" y="108693"/>
                </a:lnTo>
                <a:lnTo>
                  <a:pt x="606341" y="109253"/>
                </a:lnTo>
                <a:lnTo>
                  <a:pt x="606338" y="109793"/>
                </a:lnTo>
                <a:lnTo>
                  <a:pt x="606334" y="110313"/>
                </a:lnTo>
                <a:lnTo>
                  <a:pt x="606328" y="110813"/>
                </a:lnTo>
                <a:lnTo>
                  <a:pt x="606321" y="111293"/>
                </a:lnTo>
                <a:lnTo>
                  <a:pt x="606313" y="111754"/>
                </a:lnTo>
                <a:lnTo>
                  <a:pt x="606304" y="112194"/>
                </a:lnTo>
                <a:lnTo>
                  <a:pt x="606293" y="112615"/>
                </a:lnTo>
                <a:lnTo>
                  <a:pt x="606282" y="113015"/>
                </a:lnTo>
                <a:lnTo>
                  <a:pt x="606269" y="113396"/>
                </a:lnTo>
                <a:lnTo>
                  <a:pt x="606255" y="113757"/>
                </a:lnTo>
                <a:lnTo>
                  <a:pt x="606239" y="114098"/>
                </a:lnTo>
                <a:lnTo>
                  <a:pt x="606222" y="114419"/>
                </a:lnTo>
                <a:lnTo>
                  <a:pt x="606204" y="114720"/>
                </a:lnTo>
                <a:lnTo>
                  <a:pt x="606185" y="115001"/>
                </a:lnTo>
                <a:lnTo>
                  <a:pt x="606165" y="115263"/>
                </a:lnTo>
                <a:lnTo>
                  <a:pt x="606143" y="115504"/>
                </a:lnTo>
                <a:lnTo>
                  <a:pt x="606120" y="115725"/>
                </a:lnTo>
                <a:lnTo>
                  <a:pt x="606096" y="115927"/>
                </a:lnTo>
                <a:lnTo>
                  <a:pt x="606071" y="116109"/>
                </a:lnTo>
                <a:lnTo>
                  <a:pt x="606044" y="116270"/>
                </a:lnTo>
                <a:lnTo>
                  <a:pt x="606016" y="116412"/>
                </a:lnTo>
                <a:lnTo>
                  <a:pt x="605987" y="116534"/>
                </a:lnTo>
                <a:lnTo>
                  <a:pt x="605911" y="116815"/>
                </a:lnTo>
                <a:lnTo>
                  <a:pt x="605829" y="117090"/>
                </a:lnTo>
                <a:lnTo>
                  <a:pt x="605743" y="117359"/>
                </a:lnTo>
                <a:lnTo>
                  <a:pt x="605652" y="117623"/>
                </a:lnTo>
                <a:lnTo>
                  <a:pt x="605556" y="117881"/>
                </a:lnTo>
                <a:lnTo>
                  <a:pt x="605456" y="118133"/>
                </a:lnTo>
                <a:lnTo>
                  <a:pt x="605350" y="118379"/>
                </a:lnTo>
                <a:lnTo>
                  <a:pt x="605240" y="118619"/>
                </a:lnTo>
                <a:lnTo>
                  <a:pt x="605125" y="118854"/>
                </a:lnTo>
                <a:lnTo>
                  <a:pt x="605006" y="119083"/>
                </a:lnTo>
                <a:lnTo>
                  <a:pt x="604881" y="119306"/>
                </a:lnTo>
                <a:lnTo>
                  <a:pt x="604752" y="119524"/>
                </a:lnTo>
                <a:lnTo>
                  <a:pt x="604618" y="119736"/>
                </a:lnTo>
                <a:lnTo>
                  <a:pt x="604479" y="119942"/>
                </a:lnTo>
                <a:lnTo>
                  <a:pt x="604335" y="120142"/>
                </a:lnTo>
                <a:lnTo>
                  <a:pt x="604186" y="120336"/>
                </a:lnTo>
                <a:lnTo>
                  <a:pt x="604033" y="120525"/>
                </a:lnTo>
                <a:lnTo>
                  <a:pt x="603875" y="120708"/>
                </a:lnTo>
                <a:lnTo>
                  <a:pt x="603712" y="120886"/>
                </a:lnTo>
                <a:lnTo>
                  <a:pt x="603545" y="121057"/>
                </a:lnTo>
                <a:lnTo>
                  <a:pt x="603372" y="121223"/>
                </a:lnTo>
                <a:lnTo>
                  <a:pt x="603195" y="121383"/>
                </a:lnTo>
                <a:lnTo>
                  <a:pt x="603013" y="121537"/>
                </a:lnTo>
                <a:lnTo>
                  <a:pt x="602826" y="121686"/>
                </a:lnTo>
                <a:lnTo>
                  <a:pt x="602631" y="121828"/>
                </a:lnTo>
                <a:lnTo>
                  <a:pt x="602424" y="121964"/>
                </a:lnTo>
                <a:lnTo>
                  <a:pt x="602205" y="122095"/>
                </a:lnTo>
                <a:lnTo>
                  <a:pt x="601974" y="122219"/>
                </a:lnTo>
                <a:lnTo>
                  <a:pt x="601731" y="122337"/>
                </a:lnTo>
                <a:lnTo>
                  <a:pt x="601476" y="122449"/>
                </a:lnTo>
                <a:lnTo>
                  <a:pt x="601210" y="122555"/>
                </a:lnTo>
                <a:lnTo>
                  <a:pt x="600931" y="122655"/>
                </a:lnTo>
                <a:lnTo>
                  <a:pt x="600641" y="122749"/>
                </a:lnTo>
                <a:lnTo>
                  <a:pt x="600338" y="122837"/>
                </a:lnTo>
                <a:lnTo>
                  <a:pt x="600024" y="122919"/>
                </a:lnTo>
                <a:lnTo>
                  <a:pt x="599698" y="122994"/>
                </a:lnTo>
                <a:lnTo>
                  <a:pt x="599360" y="123064"/>
                </a:lnTo>
                <a:lnTo>
                  <a:pt x="599010" y="123128"/>
                </a:lnTo>
                <a:lnTo>
                  <a:pt x="598648" y="123185"/>
                </a:lnTo>
                <a:lnTo>
                  <a:pt x="598274" y="123237"/>
                </a:lnTo>
                <a:lnTo>
                  <a:pt x="597889" y="123282"/>
                </a:lnTo>
                <a:lnTo>
                  <a:pt x="597491" y="123321"/>
                </a:lnTo>
                <a:lnTo>
                  <a:pt x="597081" y="123355"/>
                </a:lnTo>
                <a:lnTo>
                  <a:pt x="596660" y="123382"/>
                </a:lnTo>
                <a:lnTo>
                  <a:pt x="596227" y="123403"/>
                </a:lnTo>
                <a:lnTo>
                  <a:pt x="595782" y="123418"/>
                </a:lnTo>
                <a:lnTo>
                  <a:pt x="595324" y="123428"/>
                </a:lnTo>
                <a:lnTo>
                  <a:pt x="594855" y="123431"/>
                </a:lnTo>
                <a:lnTo>
                  <a:pt x="593163" y="123431"/>
                </a:lnTo>
                <a:lnTo>
                  <a:pt x="593163" y="126637"/>
                </a:lnTo>
                <a:lnTo>
                  <a:pt x="633505" y="126637"/>
                </a:lnTo>
                <a:lnTo>
                  <a:pt x="633505" y="123431"/>
                </a:lnTo>
                <a:lnTo>
                  <a:pt x="633022" y="123428"/>
                </a:lnTo>
                <a:lnTo>
                  <a:pt x="632551" y="123422"/>
                </a:lnTo>
                <a:lnTo>
                  <a:pt x="632094" y="123411"/>
                </a:lnTo>
                <a:lnTo>
                  <a:pt x="631649" y="123396"/>
                </a:lnTo>
                <a:lnTo>
                  <a:pt x="631217" y="123376"/>
                </a:lnTo>
                <a:lnTo>
                  <a:pt x="630798" y="123352"/>
                </a:lnTo>
                <a:lnTo>
                  <a:pt x="630391" y="123324"/>
                </a:lnTo>
                <a:lnTo>
                  <a:pt x="629998" y="123291"/>
                </a:lnTo>
                <a:lnTo>
                  <a:pt x="629617" y="123254"/>
                </a:lnTo>
                <a:lnTo>
                  <a:pt x="629249" y="123213"/>
                </a:lnTo>
                <a:lnTo>
                  <a:pt x="628894" y="123167"/>
                </a:lnTo>
                <a:lnTo>
                  <a:pt x="628552" y="123117"/>
                </a:lnTo>
                <a:lnTo>
                  <a:pt x="628222" y="123063"/>
                </a:lnTo>
                <a:lnTo>
                  <a:pt x="627906" y="123004"/>
                </a:lnTo>
                <a:lnTo>
                  <a:pt x="627602" y="122941"/>
                </a:lnTo>
                <a:lnTo>
                  <a:pt x="627311" y="122874"/>
                </a:lnTo>
                <a:lnTo>
                  <a:pt x="627033" y="122802"/>
                </a:lnTo>
                <a:lnTo>
                  <a:pt x="626768" y="122726"/>
                </a:lnTo>
                <a:lnTo>
                  <a:pt x="626515" y="122646"/>
                </a:lnTo>
                <a:lnTo>
                  <a:pt x="626276" y="122561"/>
                </a:lnTo>
                <a:lnTo>
                  <a:pt x="626049" y="122472"/>
                </a:lnTo>
                <a:lnTo>
                  <a:pt x="625835" y="122378"/>
                </a:lnTo>
                <a:lnTo>
                  <a:pt x="625634" y="122280"/>
                </a:lnTo>
                <a:lnTo>
                  <a:pt x="625446" y="122178"/>
                </a:lnTo>
                <a:lnTo>
                  <a:pt x="625266" y="122072"/>
                </a:lnTo>
                <a:lnTo>
                  <a:pt x="625091" y="121962"/>
                </a:lnTo>
                <a:lnTo>
                  <a:pt x="624919" y="121849"/>
                </a:lnTo>
                <a:lnTo>
                  <a:pt x="624752" y="121732"/>
                </a:lnTo>
                <a:lnTo>
                  <a:pt x="624589" y="121612"/>
                </a:lnTo>
                <a:lnTo>
                  <a:pt x="624430" y="121489"/>
                </a:lnTo>
                <a:lnTo>
                  <a:pt x="624275" y="121362"/>
                </a:lnTo>
                <a:lnTo>
                  <a:pt x="624125" y="121232"/>
                </a:lnTo>
                <a:lnTo>
                  <a:pt x="623979" y="121098"/>
                </a:lnTo>
                <a:lnTo>
                  <a:pt x="623836" y="120961"/>
                </a:lnTo>
                <a:lnTo>
                  <a:pt x="623698" y="120821"/>
                </a:lnTo>
                <a:lnTo>
                  <a:pt x="623565" y="120677"/>
                </a:lnTo>
                <a:lnTo>
                  <a:pt x="623435" y="120529"/>
                </a:lnTo>
                <a:lnTo>
                  <a:pt x="623310" y="120379"/>
                </a:lnTo>
                <a:lnTo>
                  <a:pt x="623188" y="120224"/>
                </a:lnTo>
                <a:lnTo>
                  <a:pt x="623071" y="120067"/>
                </a:lnTo>
                <a:lnTo>
                  <a:pt x="622958" y="119906"/>
                </a:lnTo>
                <a:lnTo>
                  <a:pt x="622849" y="119741"/>
                </a:lnTo>
                <a:lnTo>
                  <a:pt x="622745" y="119573"/>
                </a:lnTo>
                <a:lnTo>
                  <a:pt x="622644" y="119402"/>
                </a:lnTo>
                <a:lnTo>
                  <a:pt x="622548" y="119227"/>
                </a:lnTo>
                <a:lnTo>
                  <a:pt x="622456" y="119049"/>
                </a:lnTo>
                <a:lnTo>
                  <a:pt x="622368" y="118868"/>
                </a:lnTo>
                <a:lnTo>
                  <a:pt x="622284" y="118683"/>
                </a:lnTo>
                <a:lnTo>
                  <a:pt x="622183" y="118443"/>
                </a:lnTo>
                <a:lnTo>
                  <a:pt x="622085" y="118185"/>
                </a:lnTo>
                <a:lnTo>
                  <a:pt x="621992" y="117910"/>
                </a:lnTo>
                <a:lnTo>
                  <a:pt x="621903" y="117618"/>
                </a:lnTo>
                <a:lnTo>
                  <a:pt x="621819" y="117308"/>
                </a:lnTo>
                <a:lnTo>
                  <a:pt x="621739" y="116981"/>
                </a:lnTo>
                <a:lnTo>
                  <a:pt x="621663" y="116636"/>
                </a:lnTo>
                <a:lnTo>
                  <a:pt x="621592" y="116274"/>
                </a:lnTo>
                <a:lnTo>
                  <a:pt x="621525" y="115894"/>
                </a:lnTo>
                <a:lnTo>
                  <a:pt x="621462" y="115498"/>
                </a:lnTo>
                <a:lnTo>
                  <a:pt x="621403" y="115083"/>
                </a:lnTo>
                <a:lnTo>
                  <a:pt x="621349" y="114652"/>
                </a:lnTo>
                <a:lnTo>
                  <a:pt x="621300" y="114203"/>
                </a:lnTo>
                <a:lnTo>
                  <a:pt x="621254" y="113736"/>
                </a:lnTo>
                <a:lnTo>
                  <a:pt x="621213" y="113252"/>
                </a:lnTo>
                <a:lnTo>
                  <a:pt x="621176" y="112751"/>
                </a:lnTo>
                <a:lnTo>
                  <a:pt x="621144" y="112232"/>
                </a:lnTo>
                <a:lnTo>
                  <a:pt x="621116" y="111696"/>
                </a:lnTo>
                <a:lnTo>
                  <a:pt x="621092" y="111142"/>
                </a:lnTo>
                <a:lnTo>
                  <a:pt x="621072" y="110571"/>
                </a:lnTo>
                <a:lnTo>
                  <a:pt x="621057" y="109983"/>
                </a:lnTo>
                <a:lnTo>
                  <a:pt x="621046" y="109377"/>
                </a:lnTo>
                <a:lnTo>
                  <a:pt x="621040" y="108754"/>
                </a:lnTo>
                <a:lnTo>
                  <a:pt x="621038" y="108113"/>
                </a:lnTo>
                <a:lnTo>
                  <a:pt x="621038" y="73387"/>
                </a:lnTo>
                <a:lnTo>
                  <a:pt x="621034" y="72479"/>
                </a:lnTo>
                <a:lnTo>
                  <a:pt x="621024" y="71591"/>
                </a:lnTo>
                <a:lnTo>
                  <a:pt x="621007" y="70723"/>
                </a:lnTo>
                <a:lnTo>
                  <a:pt x="620983" y="69874"/>
                </a:lnTo>
                <a:lnTo>
                  <a:pt x="620953" y="69045"/>
                </a:lnTo>
                <a:lnTo>
                  <a:pt x="620915" y="68236"/>
                </a:lnTo>
                <a:lnTo>
                  <a:pt x="620871" y="67447"/>
                </a:lnTo>
                <a:lnTo>
                  <a:pt x="620820" y="66677"/>
                </a:lnTo>
                <a:lnTo>
                  <a:pt x="620762" y="65927"/>
                </a:lnTo>
                <a:lnTo>
                  <a:pt x="620698" y="65197"/>
                </a:lnTo>
                <a:lnTo>
                  <a:pt x="620626" y="64486"/>
                </a:lnTo>
                <a:lnTo>
                  <a:pt x="620548" y="63796"/>
                </a:lnTo>
                <a:lnTo>
                  <a:pt x="620463" y="63125"/>
                </a:lnTo>
                <a:lnTo>
                  <a:pt x="620371" y="62473"/>
                </a:lnTo>
                <a:lnTo>
                  <a:pt x="620272" y="61842"/>
                </a:lnTo>
                <a:lnTo>
                  <a:pt x="620167" y="61230"/>
                </a:lnTo>
                <a:lnTo>
                  <a:pt x="620055" y="60638"/>
                </a:lnTo>
                <a:lnTo>
                  <a:pt x="619936" y="60065"/>
                </a:lnTo>
                <a:lnTo>
                  <a:pt x="619810" y="59513"/>
                </a:lnTo>
                <a:lnTo>
                  <a:pt x="619677" y="58980"/>
                </a:lnTo>
                <a:lnTo>
                  <a:pt x="619538" y="58467"/>
                </a:lnTo>
                <a:lnTo>
                  <a:pt x="619391" y="57973"/>
                </a:lnTo>
                <a:lnTo>
                  <a:pt x="619238" y="57499"/>
                </a:lnTo>
                <a:lnTo>
                  <a:pt x="619078" y="57045"/>
                </a:lnTo>
                <a:lnTo>
                  <a:pt x="618838" y="56416"/>
                </a:lnTo>
                <a:lnTo>
                  <a:pt x="618590" y="55802"/>
                </a:lnTo>
                <a:lnTo>
                  <a:pt x="618335" y="55203"/>
                </a:lnTo>
                <a:lnTo>
                  <a:pt x="618074" y="54619"/>
                </a:lnTo>
                <a:lnTo>
                  <a:pt x="617806" y="54050"/>
                </a:lnTo>
                <a:lnTo>
                  <a:pt x="617531" y="53495"/>
                </a:lnTo>
                <a:lnTo>
                  <a:pt x="617249" y="52956"/>
                </a:lnTo>
                <a:lnTo>
                  <a:pt x="616961" y="52432"/>
                </a:lnTo>
                <a:lnTo>
                  <a:pt x="616666" y="51922"/>
                </a:lnTo>
                <a:lnTo>
                  <a:pt x="616364" y="51428"/>
                </a:lnTo>
                <a:lnTo>
                  <a:pt x="616055" y="50948"/>
                </a:lnTo>
                <a:lnTo>
                  <a:pt x="615739" y="50484"/>
                </a:lnTo>
                <a:lnTo>
                  <a:pt x="615416" y="50034"/>
                </a:lnTo>
                <a:lnTo>
                  <a:pt x="615087" y="49600"/>
                </a:lnTo>
                <a:lnTo>
                  <a:pt x="614751" y="49180"/>
                </a:lnTo>
                <a:lnTo>
                  <a:pt x="614408" y="48776"/>
                </a:lnTo>
                <a:lnTo>
                  <a:pt x="614058" y="48386"/>
                </a:lnTo>
                <a:lnTo>
                  <a:pt x="613702" y="48011"/>
                </a:lnTo>
                <a:lnTo>
                  <a:pt x="613338" y="47652"/>
                </a:lnTo>
                <a:lnTo>
                  <a:pt x="612968" y="47307"/>
                </a:lnTo>
                <a:lnTo>
                  <a:pt x="612591" y="46977"/>
                </a:lnTo>
                <a:lnTo>
                  <a:pt x="612208" y="46662"/>
                </a:lnTo>
                <a:lnTo>
                  <a:pt x="611817" y="46363"/>
                </a:lnTo>
                <a:lnTo>
                  <a:pt x="611420" y="46078"/>
                </a:lnTo>
                <a:lnTo>
                  <a:pt x="611016" y="45806"/>
                </a:lnTo>
                <a:lnTo>
                  <a:pt x="610605" y="45546"/>
                </a:lnTo>
                <a:lnTo>
                  <a:pt x="610188" y="45297"/>
                </a:lnTo>
                <a:lnTo>
                  <a:pt x="609765" y="45060"/>
                </a:lnTo>
                <a:lnTo>
                  <a:pt x="609335" y="44834"/>
                </a:lnTo>
                <a:lnTo>
                  <a:pt x="608898" y="44620"/>
                </a:lnTo>
                <a:lnTo>
                  <a:pt x="608455" y="44418"/>
                </a:lnTo>
                <a:lnTo>
                  <a:pt x="608006" y="44227"/>
                </a:lnTo>
                <a:lnTo>
                  <a:pt x="607550" y="44048"/>
                </a:lnTo>
                <a:lnTo>
                  <a:pt x="607088" y="43880"/>
                </a:lnTo>
                <a:lnTo>
                  <a:pt x="606619" y="43724"/>
                </a:lnTo>
                <a:lnTo>
                  <a:pt x="606143" y="43579"/>
                </a:lnTo>
                <a:lnTo>
                  <a:pt x="605661" y="43446"/>
                </a:lnTo>
                <a:lnTo>
                  <a:pt x="605173" y="43325"/>
                </a:lnTo>
                <a:lnTo>
                  <a:pt x="604678" y="43215"/>
                </a:lnTo>
                <a:lnTo>
                  <a:pt x="604177" y="43117"/>
                </a:lnTo>
                <a:lnTo>
                  <a:pt x="603669" y="43030"/>
                </a:lnTo>
                <a:lnTo>
                  <a:pt x="603154" y="42955"/>
                </a:lnTo>
                <a:lnTo>
                  <a:pt x="602633" y="42891"/>
                </a:lnTo>
                <a:lnTo>
                  <a:pt x="602106" y="42839"/>
                </a:lnTo>
                <a:lnTo>
                  <a:pt x="601572" y="42799"/>
                </a:lnTo>
                <a:lnTo>
                  <a:pt x="601032" y="42770"/>
                </a:lnTo>
                <a:lnTo>
                  <a:pt x="600485" y="42752"/>
                </a:lnTo>
                <a:lnTo>
                  <a:pt x="599932" y="42747"/>
                </a:lnTo>
                <a:lnTo>
                  <a:pt x="598846" y="42776"/>
                </a:lnTo>
                <a:lnTo>
                  <a:pt x="597755" y="42866"/>
                </a:lnTo>
                <a:lnTo>
                  <a:pt x="596660" y="43015"/>
                </a:lnTo>
                <a:lnTo>
                  <a:pt x="595560" y="43224"/>
                </a:lnTo>
                <a:lnTo>
                  <a:pt x="594456" y="43492"/>
                </a:lnTo>
                <a:lnTo>
                  <a:pt x="593347" y="43821"/>
                </a:lnTo>
                <a:lnTo>
                  <a:pt x="592233" y="44209"/>
                </a:lnTo>
                <a:lnTo>
                  <a:pt x="591115" y="44656"/>
                </a:lnTo>
                <a:lnTo>
                  <a:pt x="589992" y="45164"/>
                </a:lnTo>
                <a:lnTo>
                  <a:pt x="588865" y="45730"/>
                </a:lnTo>
                <a:lnTo>
                  <a:pt x="587732" y="46357"/>
                </a:lnTo>
                <a:lnTo>
                  <a:pt x="586596" y="47043"/>
                </a:lnTo>
                <a:lnTo>
                  <a:pt x="585454" y="47789"/>
                </a:lnTo>
                <a:lnTo>
                  <a:pt x="584308" y="48595"/>
                </a:lnTo>
                <a:lnTo>
                  <a:pt x="583157" y="49460"/>
                </a:lnTo>
                <a:lnTo>
                  <a:pt x="582002" y="50385"/>
                </a:lnTo>
                <a:lnTo>
                  <a:pt x="580842" y="51370"/>
                </a:lnTo>
                <a:lnTo>
                  <a:pt x="579677" y="52415"/>
                </a:lnTo>
                <a:lnTo>
                  <a:pt x="578508" y="53519"/>
                </a:lnTo>
                <a:lnTo>
                  <a:pt x="577334" y="54682"/>
                </a:lnTo>
                <a:lnTo>
                  <a:pt x="576155" y="55906"/>
                </a:lnTo>
                <a:lnTo>
                  <a:pt x="574972" y="57189"/>
                </a:lnTo>
                <a:lnTo>
                  <a:pt x="573784" y="58532"/>
                </a:lnTo>
                <a:lnTo>
                  <a:pt x="572592" y="59934"/>
                </a:lnTo>
                <a:lnTo>
                  <a:pt x="572592" y="42747"/>
                </a:lnTo>
                <a:lnTo>
                  <a:pt x="568762" y="42747"/>
                </a:lnTo>
                <a:lnTo>
                  <a:pt x="544272" y="52684"/>
                </a:lnTo>
                <a:lnTo>
                  <a:pt x="544273" y="52632"/>
                </a:lnTo>
                <a:lnTo>
                  <a:pt x="544267" y="52307"/>
                </a:lnTo>
                <a:lnTo>
                  <a:pt x="544251" y="51985"/>
                </a:lnTo>
                <a:close/>
                <a:moveTo>
                  <a:pt x="478143" y="72196"/>
                </a:moveTo>
                <a:lnTo>
                  <a:pt x="478036" y="71011"/>
                </a:lnTo>
                <a:lnTo>
                  <a:pt x="477898" y="69848"/>
                </a:lnTo>
                <a:lnTo>
                  <a:pt x="477730" y="68706"/>
                </a:lnTo>
                <a:lnTo>
                  <a:pt x="477531" y="67586"/>
                </a:lnTo>
                <a:lnTo>
                  <a:pt x="477301" y="66486"/>
                </a:lnTo>
                <a:lnTo>
                  <a:pt x="477041" y="65407"/>
                </a:lnTo>
                <a:lnTo>
                  <a:pt x="476750" y="64350"/>
                </a:lnTo>
                <a:lnTo>
                  <a:pt x="476429" y="63314"/>
                </a:lnTo>
                <a:lnTo>
                  <a:pt x="476077" y="62298"/>
                </a:lnTo>
                <a:lnTo>
                  <a:pt x="475694" y="61304"/>
                </a:lnTo>
                <a:lnTo>
                  <a:pt x="475281" y="60331"/>
                </a:lnTo>
                <a:lnTo>
                  <a:pt x="474837" y="59379"/>
                </a:lnTo>
                <a:lnTo>
                  <a:pt x="474362" y="58449"/>
                </a:lnTo>
                <a:lnTo>
                  <a:pt x="473857" y="57539"/>
                </a:lnTo>
                <a:lnTo>
                  <a:pt x="473322" y="56651"/>
                </a:lnTo>
                <a:lnTo>
                  <a:pt x="472755" y="55783"/>
                </a:lnTo>
                <a:lnTo>
                  <a:pt x="472158" y="54937"/>
                </a:lnTo>
                <a:lnTo>
                  <a:pt x="471531" y="54112"/>
                </a:lnTo>
                <a:lnTo>
                  <a:pt x="470873" y="53308"/>
                </a:lnTo>
                <a:lnTo>
                  <a:pt x="470184" y="52525"/>
                </a:lnTo>
                <a:lnTo>
                  <a:pt x="469464" y="51763"/>
                </a:lnTo>
                <a:lnTo>
                  <a:pt x="468721" y="51028"/>
                </a:lnTo>
                <a:lnTo>
                  <a:pt x="467961" y="50323"/>
                </a:lnTo>
                <a:lnTo>
                  <a:pt x="467184" y="49650"/>
                </a:lnTo>
                <a:lnTo>
                  <a:pt x="466389" y="49008"/>
                </a:lnTo>
                <a:lnTo>
                  <a:pt x="465578" y="48398"/>
                </a:lnTo>
                <a:lnTo>
                  <a:pt x="464750" y="47818"/>
                </a:lnTo>
                <a:lnTo>
                  <a:pt x="463905" y="47271"/>
                </a:lnTo>
                <a:lnTo>
                  <a:pt x="463042" y="46754"/>
                </a:lnTo>
                <a:lnTo>
                  <a:pt x="462163" y="46269"/>
                </a:lnTo>
                <a:lnTo>
                  <a:pt x="461267" y="45815"/>
                </a:lnTo>
                <a:lnTo>
                  <a:pt x="460354" y="45392"/>
                </a:lnTo>
                <a:lnTo>
                  <a:pt x="459423" y="45001"/>
                </a:lnTo>
                <a:lnTo>
                  <a:pt x="458476" y="44641"/>
                </a:lnTo>
                <a:lnTo>
                  <a:pt x="457512" y="44312"/>
                </a:lnTo>
                <a:lnTo>
                  <a:pt x="456530" y="44014"/>
                </a:lnTo>
                <a:lnTo>
                  <a:pt x="455532" y="43748"/>
                </a:lnTo>
                <a:lnTo>
                  <a:pt x="454517" y="43514"/>
                </a:lnTo>
                <a:lnTo>
                  <a:pt x="453485" y="43310"/>
                </a:lnTo>
                <a:lnTo>
                  <a:pt x="452435" y="43138"/>
                </a:lnTo>
                <a:lnTo>
                  <a:pt x="451369" y="42997"/>
                </a:lnTo>
                <a:lnTo>
                  <a:pt x="450285" y="42887"/>
                </a:lnTo>
                <a:lnTo>
                  <a:pt x="449185" y="42809"/>
                </a:lnTo>
                <a:lnTo>
                  <a:pt x="448068" y="42762"/>
                </a:lnTo>
                <a:lnTo>
                  <a:pt x="446933" y="42747"/>
                </a:lnTo>
                <a:lnTo>
                  <a:pt x="445592" y="42767"/>
                </a:lnTo>
                <a:lnTo>
                  <a:pt x="444270" y="42828"/>
                </a:lnTo>
                <a:lnTo>
                  <a:pt x="442967" y="42929"/>
                </a:lnTo>
                <a:lnTo>
                  <a:pt x="441683" y="43071"/>
                </a:lnTo>
                <a:lnTo>
                  <a:pt x="440418" y="43254"/>
                </a:lnTo>
                <a:lnTo>
                  <a:pt x="439172" y="43477"/>
                </a:lnTo>
                <a:lnTo>
                  <a:pt x="437945" y="43741"/>
                </a:lnTo>
                <a:lnTo>
                  <a:pt x="436737" y="44045"/>
                </a:lnTo>
                <a:lnTo>
                  <a:pt x="435548" y="44390"/>
                </a:lnTo>
                <a:lnTo>
                  <a:pt x="434378" y="44776"/>
                </a:lnTo>
                <a:lnTo>
                  <a:pt x="433227" y="45202"/>
                </a:lnTo>
                <a:lnTo>
                  <a:pt x="432095" y="45669"/>
                </a:lnTo>
                <a:lnTo>
                  <a:pt x="430982" y="46176"/>
                </a:lnTo>
                <a:lnTo>
                  <a:pt x="429888" y="46724"/>
                </a:lnTo>
                <a:lnTo>
                  <a:pt x="428813" y="47312"/>
                </a:lnTo>
                <a:lnTo>
                  <a:pt x="427757" y="47941"/>
                </a:lnTo>
                <a:lnTo>
                  <a:pt x="426720" y="48611"/>
                </a:lnTo>
                <a:lnTo>
                  <a:pt x="425702" y="49321"/>
                </a:lnTo>
                <a:lnTo>
                  <a:pt x="424703" y="50072"/>
                </a:lnTo>
                <a:lnTo>
                  <a:pt x="423723" y="50864"/>
                </a:lnTo>
                <a:lnTo>
                  <a:pt x="422763" y="51696"/>
                </a:lnTo>
                <a:lnTo>
                  <a:pt x="421821" y="52568"/>
                </a:lnTo>
                <a:lnTo>
                  <a:pt x="420898" y="53481"/>
                </a:lnTo>
                <a:lnTo>
                  <a:pt x="419994" y="54435"/>
                </a:lnTo>
                <a:lnTo>
                  <a:pt x="419119" y="55425"/>
                </a:lnTo>
                <a:lnTo>
                  <a:pt x="418280" y="56446"/>
                </a:lnTo>
                <a:lnTo>
                  <a:pt x="417479" y="57500"/>
                </a:lnTo>
                <a:lnTo>
                  <a:pt x="416715" y="58586"/>
                </a:lnTo>
                <a:lnTo>
                  <a:pt x="415989" y="59703"/>
                </a:lnTo>
                <a:lnTo>
                  <a:pt x="415299" y="60853"/>
                </a:lnTo>
                <a:lnTo>
                  <a:pt x="414647" y="62034"/>
                </a:lnTo>
                <a:lnTo>
                  <a:pt x="414032" y="63247"/>
                </a:lnTo>
                <a:lnTo>
                  <a:pt x="413455" y="64493"/>
                </a:lnTo>
                <a:lnTo>
                  <a:pt x="412915" y="65770"/>
                </a:lnTo>
                <a:lnTo>
                  <a:pt x="412412" y="67079"/>
                </a:lnTo>
                <a:lnTo>
                  <a:pt x="411946" y="68420"/>
                </a:lnTo>
                <a:lnTo>
                  <a:pt x="411517" y="69793"/>
                </a:lnTo>
                <a:lnTo>
                  <a:pt x="411126" y="71198"/>
                </a:lnTo>
                <a:lnTo>
                  <a:pt x="410772" y="72635"/>
                </a:lnTo>
                <a:lnTo>
                  <a:pt x="410455" y="74104"/>
                </a:lnTo>
                <a:lnTo>
                  <a:pt x="410176" y="75605"/>
                </a:lnTo>
                <a:lnTo>
                  <a:pt x="409934" y="77137"/>
                </a:lnTo>
                <a:lnTo>
                  <a:pt x="409729" y="78702"/>
                </a:lnTo>
                <a:lnTo>
                  <a:pt x="409561" y="80299"/>
                </a:lnTo>
                <a:lnTo>
                  <a:pt x="409431" y="81927"/>
                </a:lnTo>
                <a:lnTo>
                  <a:pt x="409338" y="83587"/>
                </a:lnTo>
                <a:lnTo>
                  <a:pt x="409282" y="85280"/>
                </a:lnTo>
                <a:lnTo>
                  <a:pt x="409263" y="87004"/>
                </a:lnTo>
                <a:lnTo>
                  <a:pt x="409281" y="88598"/>
                </a:lnTo>
                <a:lnTo>
                  <a:pt x="409336" y="90164"/>
                </a:lnTo>
                <a:lnTo>
                  <a:pt x="409427" y="91703"/>
                </a:lnTo>
                <a:lnTo>
                  <a:pt x="409554" y="93214"/>
                </a:lnTo>
                <a:lnTo>
                  <a:pt x="409717" y="94699"/>
                </a:lnTo>
                <a:lnTo>
                  <a:pt x="409917" y="96156"/>
                </a:lnTo>
                <a:lnTo>
                  <a:pt x="410153" y="97585"/>
                </a:lnTo>
                <a:lnTo>
                  <a:pt x="410426" y="98988"/>
                </a:lnTo>
                <a:lnTo>
                  <a:pt x="410735" y="100363"/>
                </a:lnTo>
                <a:lnTo>
                  <a:pt x="411080" y="101710"/>
                </a:lnTo>
                <a:lnTo>
                  <a:pt x="411461" y="103031"/>
                </a:lnTo>
                <a:lnTo>
                  <a:pt x="411879" y="104324"/>
                </a:lnTo>
                <a:lnTo>
                  <a:pt x="412333" y="105590"/>
                </a:lnTo>
                <a:lnTo>
                  <a:pt x="412824" y="106828"/>
                </a:lnTo>
                <a:lnTo>
                  <a:pt x="413351" y="108040"/>
                </a:lnTo>
                <a:lnTo>
                  <a:pt x="413914" y="109223"/>
                </a:lnTo>
                <a:lnTo>
                  <a:pt x="414513" y="110380"/>
                </a:lnTo>
                <a:lnTo>
                  <a:pt x="415149" y="111509"/>
                </a:lnTo>
                <a:lnTo>
                  <a:pt x="415821" y="112611"/>
                </a:lnTo>
                <a:lnTo>
                  <a:pt x="416530" y="113686"/>
                </a:lnTo>
                <a:lnTo>
                  <a:pt x="417275" y="114733"/>
                </a:lnTo>
                <a:lnTo>
                  <a:pt x="418056" y="115753"/>
                </a:lnTo>
                <a:lnTo>
                  <a:pt x="418873" y="116746"/>
                </a:lnTo>
                <a:lnTo>
                  <a:pt x="419727" y="117712"/>
                </a:lnTo>
                <a:lnTo>
                  <a:pt x="420606" y="118643"/>
                </a:lnTo>
                <a:lnTo>
                  <a:pt x="421500" y="119535"/>
                </a:lnTo>
                <a:lnTo>
                  <a:pt x="422409" y="120388"/>
                </a:lnTo>
                <a:lnTo>
                  <a:pt x="423333" y="121201"/>
                </a:lnTo>
                <a:lnTo>
                  <a:pt x="424271" y="121974"/>
                </a:lnTo>
                <a:lnTo>
                  <a:pt x="425223" y="122707"/>
                </a:lnTo>
                <a:lnTo>
                  <a:pt x="426191" y="123401"/>
                </a:lnTo>
                <a:lnTo>
                  <a:pt x="427173" y="124055"/>
                </a:lnTo>
                <a:lnTo>
                  <a:pt x="428170" y="124670"/>
                </a:lnTo>
                <a:lnTo>
                  <a:pt x="429181" y="125245"/>
                </a:lnTo>
                <a:lnTo>
                  <a:pt x="430208" y="125780"/>
                </a:lnTo>
                <a:lnTo>
                  <a:pt x="431249" y="126275"/>
                </a:lnTo>
                <a:lnTo>
                  <a:pt x="432304" y="126731"/>
                </a:lnTo>
                <a:lnTo>
                  <a:pt x="433374" y="127148"/>
                </a:lnTo>
                <a:lnTo>
                  <a:pt x="434459" y="127524"/>
                </a:lnTo>
                <a:lnTo>
                  <a:pt x="435559" y="127861"/>
                </a:lnTo>
                <a:lnTo>
                  <a:pt x="436673" y="128159"/>
                </a:lnTo>
                <a:lnTo>
                  <a:pt x="437802" y="128416"/>
                </a:lnTo>
                <a:lnTo>
                  <a:pt x="438946" y="128634"/>
                </a:lnTo>
                <a:lnTo>
                  <a:pt x="440105" y="128813"/>
                </a:lnTo>
                <a:lnTo>
                  <a:pt x="441278" y="128952"/>
                </a:lnTo>
                <a:lnTo>
                  <a:pt x="442465" y="129051"/>
                </a:lnTo>
                <a:lnTo>
                  <a:pt x="443668" y="129110"/>
                </a:lnTo>
                <a:lnTo>
                  <a:pt x="444885" y="129130"/>
                </a:lnTo>
                <a:lnTo>
                  <a:pt x="446005" y="129113"/>
                </a:lnTo>
                <a:lnTo>
                  <a:pt x="447110" y="129060"/>
                </a:lnTo>
                <a:lnTo>
                  <a:pt x="448198" y="128973"/>
                </a:lnTo>
                <a:lnTo>
                  <a:pt x="449271" y="128850"/>
                </a:lnTo>
                <a:lnTo>
                  <a:pt x="450328" y="128693"/>
                </a:lnTo>
                <a:lnTo>
                  <a:pt x="451369" y="128501"/>
                </a:lnTo>
                <a:lnTo>
                  <a:pt x="452395" y="128273"/>
                </a:lnTo>
                <a:lnTo>
                  <a:pt x="453405" y="128011"/>
                </a:lnTo>
                <a:lnTo>
                  <a:pt x="454399" y="127714"/>
                </a:lnTo>
                <a:lnTo>
                  <a:pt x="455377" y="127382"/>
                </a:lnTo>
                <a:lnTo>
                  <a:pt x="456339" y="127014"/>
                </a:lnTo>
                <a:lnTo>
                  <a:pt x="457286" y="126612"/>
                </a:lnTo>
                <a:lnTo>
                  <a:pt x="458217" y="126175"/>
                </a:lnTo>
                <a:lnTo>
                  <a:pt x="459132" y="125703"/>
                </a:lnTo>
                <a:lnTo>
                  <a:pt x="460031" y="125196"/>
                </a:lnTo>
                <a:lnTo>
                  <a:pt x="460915" y="124654"/>
                </a:lnTo>
                <a:lnTo>
                  <a:pt x="461783" y="124077"/>
                </a:lnTo>
                <a:lnTo>
                  <a:pt x="462635" y="123465"/>
                </a:lnTo>
                <a:lnTo>
                  <a:pt x="463471" y="122818"/>
                </a:lnTo>
                <a:lnTo>
                  <a:pt x="464292" y="122136"/>
                </a:lnTo>
                <a:lnTo>
                  <a:pt x="465096" y="121419"/>
                </a:lnTo>
                <a:lnTo>
                  <a:pt x="465885" y="120667"/>
                </a:lnTo>
                <a:lnTo>
                  <a:pt x="466659" y="119880"/>
                </a:lnTo>
                <a:lnTo>
                  <a:pt x="467416" y="119058"/>
                </a:lnTo>
                <a:lnTo>
                  <a:pt x="468153" y="118215"/>
                </a:lnTo>
                <a:lnTo>
                  <a:pt x="468866" y="117365"/>
                </a:lnTo>
                <a:lnTo>
                  <a:pt x="469553" y="116506"/>
                </a:lnTo>
                <a:lnTo>
                  <a:pt x="470216" y="115640"/>
                </a:lnTo>
                <a:lnTo>
                  <a:pt x="470855" y="114767"/>
                </a:lnTo>
                <a:lnTo>
                  <a:pt x="471468" y="113886"/>
                </a:lnTo>
                <a:lnTo>
                  <a:pt x="472057" y="112997"/>
                </a:lnTo>
                <a:lnTo>
                  <a:pt x="472621" y="112100"/>
                </a:lnTo>
                <a:lnTo>
                  <a:pt x="473160" y="111196"/>
                </a:lnTo>
                <a:lnTo>
                  <a:pt x="473675" y="110285"/>
                </a:lnTo>
                <a:lnTo>
                  <a:pt x="474165" y="109366"/>
                </a:lnTo>
                <a:lnTo>
                  <a:pt x="474630" y="108439"/>
                </a:lnTo>
                <a:lnTo>
                  <a:pt x="475070" y="107504"/>
                </a:lnTo>
                <a:lnTo>
                  <a:pt x="475485" y="106562"/>
                </a:lnTo>
                <a:lnTo>
                  <a:pt x="475876" y="105612"/>
                </a:lnTo>
                <a:lnTo>
                  <a:pt x="476242" y="104655"/>
                </a:lnTo>
                <a:lnTo>
                  <a:pt x="476584" y="103690"/>
                </a:lnTo>
                <a:lnTo>
                  <a:pt x="476900" y="102718"/>
                </a:lnTo>
                <a:lnTo>
                  <a:pt x="477192" y="101737"/>
                </a:lnTo>
                <a:lnTo>
                  <a:pt x="477460" y="100750"/>
                </a:lnTo>
                <a:lnTo>
                  <a:pt x="477702" y="99754"/>
                </a:lnTo>
                <a:lnTo>
                  <a:pt x="477920" y="98751"/>
                </a:lnTo>
                <a:lnTo>
                  <a:pt x="478113" y="97741"/>
                </a:lnTo>
                <a:lnTo>
                  <a:pt x="478281" y="96722"/>
                </a:lnTo>
                <a:lnTo>
                  <a:pt x="475520" y="94933"/>
                </a:lnTo>
                <a:lnTo>
                  <a:pt x="475183" y="95817"/>
                </a:lnTo>
                <a:lnTo>
                  <a:pt x="474839" y="96679"/>
                </a:lnTo>
                <a:lnTo>
                  <a:pt x="474488" y="97518"/>
                </a:lnTo>
                <a:lnTo>
                  <a:pt x="474131" y="98337"/>
                </a:lnTo>
                <a:lnTo>
                  <a:pt x="473767" y="99133"/>
                </a:lnTo>
                <a:lnTo>
                  <a:pt x="473397" y="99907"/>
                </a:lnTo>
                <a:lnTo>
                  <a:pt x="473020" y="100659"/>
                </a:lnTo>
                <a:lnTo>
                  <a:pt x="472636" y="101390"/>
                </a:lnTo>
                <a:lnTo>
                  <a:pt x="472245" y="102098"/>
                </a:lnTo>
                <a:lnTo>
                  <a:pt x="471848" y="102785"/>
                </a:lnTo>
                <a:lnTo>
                  <a:pt x="471444" y="103450"/>
                </a:lnTo>
                <a:lnTo>
                  <a:pt x="471034" y="104092"/>
                </a:lnTo>
                <a:lnTo>
                  <a:pt x="470617" y="104713"/>
                </a:lnTo>
                <a:lnTo>
                  <a:pt x="470193" y="105312"/>
                </a:lnTo>
                <a:lnTo>
                  <a:pt x="469763" y="105889"/>
                </a:lnTo>
                <a:lnTo>
                  <a:pt x="469326" y="106444"/>
                </a:lnTo>
                <a:lnTo>
                  <a:pt x="468882" y="106978"/>
                </a:lnTo>
                <a:lnTo>
                  <a:pt x="468432" y="107489"/>
                </a:lnTo>
                <a:lnTo>
                  <a:pt x="467975" y="107979"/>
                </a:lnTo>
                <a:lnTo>
                  <a:pt x="467511" y="108446"/>
                </a:lnTo>
                <a:lnTo>
                  <a:pt x="467041" y="108892"/>
                </a:lnTo>
                <a:lnTo>
                  <a:pt x="466564" y="109316"/>
                </a:lnTo>
                <a:lnTo>
                  <a:pt x="466081" y="109717"/>
                </a:lnTo>
                <a:lnTo>
                  <a:pt x="465590" y="110097"/>
                </a:lnTo>
                <a:lnTo>
                  <a:pt x="465093" y="110459"/>
                </a:lnTo>
                <a:lnTo>
                  <a:pt x="464589" y="110805"/>
                </a:lnTo>
                <a:lnTo>
                  <a:pt x="464077" y="111135"/>
                </a:lnTo>
                <a:lnTo>
                  <a:pt x="463558" y="111450"/>
                </a:lnTo>
                <a:lnTo>
                  <a:pt x="463032" y="111750"/>
                </a:lnTo>
                <a:lnTo>
                  <a:pt x="462499" y="112034"/>
                </a:lnTo>
                <a:lnTo>
                  <a:pt x="461958" y="112303"/>
                </a:lnTo>
                <a:lnTo>
                  <a:pt x="461410" y="112557"/>
                </a:lnTo>
                <a:lnTo>
                  <a:pt x="460855" y="112795"/>
                </a:lnTo>
                <a:lnTo>
                  <a:pt x="460292" y="113018"/>
                </a:lnTo>
                <a:lnTo>
                  <a:pt x="459722" y="113226"/>
                </a:lnTo>
                <a:lnTo>
                  <a:pt x="459145" y="113418"/>
                </a:lnTo>
                <a:lnTo>
                  <a:pt x="458561" y="113595"/>
                </a:lnTo>
                <a:lnTo>
                  <a:pt x="457969" y="113756"/>
                </a:lnTo>
                <a:lnTo>
                  <a:pt x="457370" y="113902"/>
                </a:lnTo>
                <a:lnTo>
                  <a:pt x="456764" y="114033"/>
                </a:lnTo>
                <a:lnTo>
                  <a:pt x="456151" y="114148"/>
                </a:lnTo>
                <a:lnTo>
                  <a:pt x="455530" y="114248"/>
                </a:lnTo>
                <a:lnTo>
                  <a:pt x="454902" y="114333"/>
                </a:lnTo>
                <a:lnTo>
                  <a:pt x="454267" y="114402"/>
                </a:lnTo>
                <a:lnTo>
                  <a:pt x="453624" y="114456"/>
                </a:lnTo>
                <a:lnTo>
                  <a:pt x="452975" y="114494"/>
                </a:lnTo>
                <a:lnTo>
                  <a:pt x="452318" y="114517"/>
                </a:lnTo>
                <a:lnTo>
                  <a:pt x="451653" y="114525"/>
                </a:lnTo>
                <a:lnTo>
                  <a:pt x="450657" y="114507"/>
                </a:lnTo>
                <a:lnTo>
                  <a:pt x="449671" y="114454"/>
                </a:lnTo>
                <a:lnTo>
                  <a:pt x="448696" y="114364"/>
                </a:lnTo>
                <a:lnTo>
                  <a:pt x="447732" y="114239"/>
                </a:lnTo>
                <a:lnTo>
                  <a:pt x="446779" y="114079"/>
                </a:lnTo>
                <a:lnTo>
                  <a:pt x="445837" y="113882"/>
                </a:lnTo>
                <a:lnTo>
                  <a:pt x="444905" y="113650"/>
                </a:lnTo>
                <a:lnTo>
                  <a:pt x="443985" y="113382"/>
                </a:lnTo>
                <a:lnTo>
                  <a:pt x="443075" y="113079"/>
                </a:lnTo>
                <a:lnTo>
                  <a:pt x="442176" y="112740"/>
                </a:lnTo>
                <a:lnTo>
                  <a:pt x="441288" y="112365"/>
                </a:lnTo>
                <a:lnTo>
                  <a:pt x="440410" y="111954"/>
                </a:lnTo>
                <a:lnTo>
                  <a:pt x="439544" y="111508"/>
                </a:lnTo>
                <a:lnTo>
                  <a:pt x="438688" y="111026"/>
                </a:lnTo>
                <a:lnTo>
                  <a:pt x="437843" y="110508"/>
                </a:lnTo>
                <a:lnTo>
                  <a:pt x="437009" y="109955"/>
                </a:lnTo>
                <a:lnTo>
                  <a:pt x="436185" y="109366"/>
                </a:lnTo>
                <a:lnTo>
                  <a:pt x="435373" y="108741"/>
                </a:lnTo>
                <a:lnTo>
                  <a:pt x="434571" y="108080"/>
                </a:lnTo>
                <a:lnTo>
                  <a:pt x="433780" y="107384"/>
                </a:lnTo>
                <a:lnTo>
                  <a:pt x="433000" y="106652"/>
                </a:lnTo>
                <a:lnTo>
                  <a:pt x="432231" y="105884"/>
                </a:lnTo>
                <a:lnTo>
                  <a:pt x="431473" y="105081"/>
                </a:lnTo>
                <a:lnTo>
                  <a:pt x="430725" y="104242"/>
                </a:lnTo>
                <a:lnTo>
                  <a:pt x="429999" y="103371"/>
                </a:lnTo>
                <a:lnTo>
                  <a:pt x="429304" y="102474"/>
                </a:lnTo>
                <a:lnTo>
                  <a:pt x="428640" y="101549"/>
                </a:lnTo>
                <a:lnTo>
                  <a:pt x="428007" y="100598"/>
                </a:lnTo>
                <a:lnTo>
                  <a:pt x="427405" y="99619"/>
                </a:lnTo>
                <a:lnTo>
                  <a:pt x="426835" y="98613"/>
                </a:lnTo>
                <a:lnTo>
                  <a:pt x="426296" y="97580"/>
                </a:lnTo>
                <a:lnTo>
                  <a:pt x="425788" y="96520"/>
                </a:lnTo>
                <a:lnTo>
                  <a:pt x="425311" y="95433"/>
                </a:lnTo>
                <a:lnTo>
                  <a:pt x="424866" y="94318"/>
                </a:lnTo>
                <a:lnTo>
                  <a:pt x="424451" y="93177"/>
                </a:lnTo>
                <a:lnTo>
                  <a:pt x="424068" y="92009"/>
                </a:lnTo>
                <a:lnTo>
                  <a:pt x="423717" y="90813"/>
                </a:lnTo>
                <a:lnTo>
                  <a:pt x="423396" y="89591"/>
                </a:lnTo>
                <a:lnTo>
                  <a:pt x="423107" y="88341"/>
                </a:lnTo>
                <a:lnTo>
                  <a:pt x="422849" y="87064"/>
                </a:lnTo>
                <a:lnTo>
                  <a:pt x="422622" y="85760"/>
                </a:lnTo>
                <a:lnTo>
                  <a:pt x="422427" y="84429"/>
                </a:lnTo>
                <a:lnTo>
                  <a:pt x="422262" y="83071"/>
                </a:lnTo>
                <a:lnTo>
                  <a:pt x="422129" y="81686"/>
                </a:lnTo>
                <a:lnTo>
                  <a:pt x="422027" y="80274"/>
                </a:lnTo>
                <a:lnTo>
                  <a:pt x="421957" y="78835"/>
                </a:lnTo>
                <a:lnTo>
                  <a:pt x="421917" y="77368"/>
                </a:lnTo>
                <a:lnTo>
                  <a:pt x="421909" y="75875"/>
                </a:lnTo>
                <a:lnTo>
                  <a:pt x="478281" y="75875"/>
                </a:lnTo>
                <a:lnTo>
                  <a:pt x="478266" y="74627"/>
                </a:lnTo>
                <a:lnTo>
                  <a:pt x="478220" y="73401"/>
                </a:lnTo>
                <a:lnTo>
                  <a:pt x="478143" y="72196"/>
                </a:lnTo>
                <a:close/>
                <a:moveTo>
                  <a:pt x="422370" y="67448"/>
                </a:moveTo>
                <a:lnTo>
                  <a:pt x="422528" y="66671"/>
                </a:lnTo>
                <a:lnTo>
                  <a:pt x="422702" y="65910"/>
                </a:lnTo>
                <a:lnTo>
                  <a:pt x="422893" y="65164"/>
                </a:lnTo>
                <a:lnTo>
                  <a:pt x="423101" y="64434"/>
                </a:lnTo>
                <a:lnTo>
                  <a:pt x="423326" y="63719"/>
                </a:lnTo>
                <a:lnTo>
                  <a:pt x="423568" y="63019"/>
                </a:lnTo>
                <a:lnTo>
                  <a:pt x="423826" y="62336"/>
                </a:lnTo>
                <a:lnTo>
                  <a:pt x="424102" y="61667"/>
                </a:lnTo>
                <a:lnTo>
                  <a:pt x="424394" y="61014"/>
                </a:lnTo>
                <a:lnTo>
                  <a:pt x="424703" y="60377"/>
                </a:lnTo>
                <a:lnTo>
                  <a:pt x="425029" y="59755"/>
                </a:lnTo>
                <a:lnTo>
                  <a:pt x="425372" y="59149"/>
                </a:lnTo>
                <a:lnTo>
                  <a:pt x="425732" y="58558"/>
                </a:lnTo>
                <a:lnTo>
                  <a:pt x="426108" y="57982"/>
                </a:lnTo>
                <a:lnTo>
                  <a:pt x="426502" y="57423"/>
                </a:lnTo>
                <a:lnTo>
                  <a:pt x="426912" y="56878"/>
                </a:lnTo>
                <a:lnTo>
                  <a:pt x="427339" y="56349"/>
                </a:lnTo>
                <a:lnTo>
                  <a:pt x="427783" y="55836"/>
                </a:lnTo>
                <a:lnTo>
                  <a:pt x="428244" y="55338"/>
                </a:lnTo>
                <a:lnTo>
                  <a:pt x="428722" y="54855"/>
                </a:lnTo>
                <a:lnTo>
                  <a:pt x="429210" y="54390"/>
                </a:lnTo>
                <a:lnTo>
                  <a:pt x="429705" y="53945"/>
                </a:lnTo>
                <a:lnTo>
                  <a:pt x="430204" y="53520"/>
                </a:lnTo>
                <a:lnTo>
                  <a:pt x="430709" y="53115"/>
                </a:lnTo>
                <a:lnTo>
                  <a:pt x="431220" y="52729"/>
                </a:lnTo>
                <a:lnTo>
                  <a:pt x="431736" y="52363"/>
                </a:lnTo>
                <a:lnTo>
                  <a:pt x="432257" y="52017"/>
                </a:lnTo>
                <a:lnTo>
                  <a:pt x="432784" y="51690"/>
                </a:lnTo>
                <a:lnTo>
                  <a:pt x="433316" y="51384"/>
                </a:lnTo>
                <a:lnTo>
                  <a:pt x="433853" y="51097"/>
                </a:lnTo>
                <a:lnTo>
                  <a:pt x="434396" y="50830"/>
                </a:lnTo>
                <a:lnTo>
                  <a:pt x="434944" y="50583"/>
                </a:lnTo>
                <a:lnTo>
                  <a:pt x="435498" y="50355"/>
                </a:lnTo>
                <a:lnTo>
                  <a:pt x="436057" y="50148"/>
                </a:lnTo>
                <a:lnTo>
                  <a:pt x="436622" y="49960"/>
                </a:lnTo>
                <a:lnTo>
                  <a:pt x="437192" y="49791"/>
                </a:lnTo>
                <a:lnTo>
                  <a:pt x="437767" y="49643"/>
                </a:lnTo>
                <a:lnTo>
                  <a:pt x="438348" y="49515"/>
                </a:lnTo>
                <a:lnTo>
                  <a:pt x="438934" y="49406"/>
                </a:lnTo>
                <a:lnTo>
                  <a:pt x="439526" y="49317"/>
                </a:lnTo>
                <a:lnTo>
                  <a:pt x="440123" y="49247"/>
                </a:lnTo>
                <a:lnTo>
                  <a:pt x="440725" y="49198"/>
                </a:lnTo>
                <a:lnTo>
                  <a:pt x="441333" y="49168"/>
                </a:lnTo>
                <a:lnTo>
                  <a:pt x="441946" y="49158"/>
                </a:lnTo>
                <a:lnTo>
                  <a:pt x="442346" y="49163"/>
                </a:lnTo>
                <a:lnTo>
                  <a:pt x="442745" y="49178"/>
                </a:lnTo>
                <a:lnTo>
                  <a:pt x="443142" y="49203"/>
                </a:lnTo>
                <a:lnTo>
                  <a:pt x="443538" y="49237"/>
                </a:lnTo>
                <a:lnTo>
                  <a:pt x="443933" y="49281"/>
                </a:lnTo>
                <a:lnTo>
                  <a:pt x="444326" y="49335"/>
                </a:lnTo>
                <a:lnTo>
                  <a:pt x="444717" y="49399"/>
                </a:lnTo>
                <a:lnTo>
                  <a:pt x="445108" y="49473"/>
                </a:lnTo>
                <a:lnTo>
                  <a:pt x="445497" y="49556"/>
                </a:lnTo>
                <a:lnTo>
                  <a:pt x="445884" y="49649"/>
                </a:lnTo>
                <a:lnTo>
                  <a:pt x="446270" y="49752"/>
                </a:lnTo>
                <a:lnTo>
                  <a:pt x="446655" y="49865"/>
                </a:lnTo>
                <a:lnTo>
                  <a:pt x="447038" y="49988"/>
                </a:lnTo>
                <a:lnTo>
                  <a:pt x="447420" y="50121"/>
                </a:lnTo>
                <a:lnTo>
                  <a:pt x="447801" y="50263"/>
                </a:lnTo>
                <a:lnTo>
                  <a:pt x="448180" y="50415"/>
                </a:lnTo>
                <a:lnTo>
                  <a:pt x="448558" y="50577"/>
                </a:lnTo>
                <a:lnTo>
                  <a:pt x="448934" y="50749"/>
                </a:lnTo>
                <a:lnTo>
                  <a:pt x="449309" y="50931"/>
                </a:lnTo>
                <a:lnTo>
                  <a:pt x="449683" y="51122"/>
                </a:lnTo>
                <a:lnTo>
                  <a:pt x="450055" y="51323"/>
                </a:lnTo>
                <a:lnTo>
                  <a:pt x="450426" y="51534"/>
                </a:lnTo>
                <a:lnTo>
                  <a:pt x="450795" y="51755"/>
                </a:lnTo>
                <a:lnTo>
                  <a:pt x="451164" y="51986"/>
                </a:lnTo>
                <a:lnTo>
                  <a:pt x="451527" y="52225"/>
                </a:lnTo>
                <a:lnTo>
                  <a:pt x="451883" y="52472"/>
                </a:lnTo>
                <a:lnTo>
                  <a:pt x="452231" y="52725"/>
                </a:lnTo>
                <a:lnTo>
                  <a:pt x="452572" y="52987"/>
                </a:lnTo>
                <a:lnTo>
                  <a:pt x="452906" y="53255"/>
                </a:lnTo>
                <a:lnTo>
                  <a:pt x="453231" y="53531"/>
                </a:lnTo>
                <a:lnTo>
                  <a:pt x="453549" y="53814"/>
                </a:lnTo>
                <a:lnTo>
                  <a:pt x="453860" y="54105"/>
                </a:lnTo>
                <a:lnTo>
                  <a:pt x="454163" y="54403"/>
                </a:lnTo>
                <a:lnTo>
                  <a:pt x="454458" y="54709"/>
                </a:lnTo>
                <a:lnTo>
                  <a:pt x="454746" y="55021"/>
                </a:lnTo>
                <a:lnTo>
                  <a:pt x="455026" y="55342"/>
                </a:lnTo>
                <a:lnTo>
                  <a:pt x="455299" y="55669"/>
                </a:lnTo>
                <a:lnTo>
                  <a:pt x="455564" y="56004"/>
                </a:lnTo>
                <a:lnTo>
                  <a:pt x="455822" y="56346"/>
                </a:lnTo>
                <a:lnTo>
                  <a:pt x="456071" y="56696"/>
                </a:lnTo>
                <a:lnTo>
                  <a:pt x="456314" y="57053"/>
                </a:lnTo>
                <a:lnTo>
                  <a:pt x="456549" y="57417"/>
                </a:lnTo>
                <a:lnTo>
                  <a:pt x="456776" y="57789"/>
                </a:lnTo>
                <a:lnTo>
                  <a:pt x="456995" y="58168"/>
                </a:lnTo>
                <a:lnTo>
                  <a:pt x="457207" y="58555"/>
                </a:lnTo>
                <a:lnTo>
                  <a:pt x="457412" y="58949"/>
                </a:lnTo>
                <a:lnTo>
                  <a:pt x="457609" y="59350"/>
                </a:lnTo>
                <a:lnTo>
                  <a:pt x="457798" y="59759"/>
                </a:lnTo>
                <a:lnTo>
                  <a:pt x="457915" y="60032"/>
                </a:lnTo>
                <a:lnTo>
                  <a:pt x="458029" y="60320"/>
                </a:lnTo>
                <a:lnTo>
                  <a:pt x="458139" y="60625"/>
                </a:lnTo>
                <a:lnTo>
                  <a:pt x="458246" y="60946"/>
                </a:lnTo>
                <a:lnTo>
                  <a:pt x="458349" y="61282"/>
                </a:lnTo>
                <a:lnTo>
                  <a:pt x="458449" y="61635"/>
                </a:lnTo>
                <a:lnTo>
                  <a:pt x="458546" y="62004"/>
                </a:lnTo>
                <a:lnTo>
                  <a:pt x="458639" y="62388"/>
                </a:lnTo>
                <a:lnTo>
                  <a:pt x="458729" y="62789"/>
                </a:lnTo>
                <a:lnTo>
                  <a:pt x="458815" y="63205"/>
                </a:lnTo>
                <a:lnTo>
                  <a:pt x="458898" y="63637"/>
                </a:lnTo>
                <a:lnTo>
                  <a:pt x="458978" y="64086"/>
                </a:lnTo>
                <a:lnTo>
                  <a:pt x="459054" y="64550"/>
                </a:lnTo>
                <a:lnTo>
                  <a:pt x="459127" y="65030"/>
                </a:lnTo>
                <a:lnTo>
                  <a:pt x="459197" y="65526"/>
                </a:lnTo>
                <a:lnTo>
                  <a:pt x="459263" y="66038"/>
                </a:lnTo>
                <a:lnTo>
                  <a:pt x="459325" y="66567"/>
                </a:lnTo>
                <a:lnTo>
                  <a:pt x="459384" y="67111"/>
                </a:lnTo>
                <a:lnTo>
                  <a:pt x="459440" y="67671"/>
                </a:lnTo>
                <a:lnTo>
                  <a:pt x="459493" y="68247"/>
                </a:lnTo>
                <a:lnTo>
                  <a:pt x="459542" y="68838"/>
                </a:lnTo>
                <a:lnTo>
                  <a:pt x="459587" y="69446"/>
                </a:lnTo>
                <a:lnTo>
                  <a:pt x="459629" y="70070"/>
                </a:lnTo>
                <a:lnTo>
                  <a:pt x="459668" y="70710"/>
                </a:lnTo>
                <a:lnTo>
                  <a:pt x="421909" y="70710"/>
                </a:lnTo>
                <a:lnTo>
                  <a:pt x="421999" y="69871"/>
                </a:lnTo>
                <a:lnTo>
                  <a:pt x="422106" y="69048"/>
                </a:lnTo>
                <a:lnTo>
                  <a:pt x="422230" y="68240"/>
                </a:lnTo>
                <a:lnTo>
                  <a:pt x="422370" y="67448"/>
                </a:lnTo>
                <a:close/>
                <a:moveTo>
                  <a:pt x="709955" y="72196"/>
                </a:moveTo>
                <a:lnTo>
                  <a:pt x="709848" y="71011"/>
                </a:lnTo>
                <a:lnTo>
                  <a:pt x="709710" y="69848"/>
                </a:lnTo>
                <a:lnTo>
                  <a:pt x="709542" y="68706"/>
                </a:lnTo>
                <a:lnTo>
                  <a:pt x="709343" y="67586"/>
                </a:lnTo>
                <a:lnTo>
                  <a:pt x="709113" y="66486"/>
                </a:lnTo>
                <a:lnTo>
                  <a:pt x="708853" y="65407"/>
                </a:lnTo>
                <a:lnTo>
                  <a:pt x="708562" y="64350"/>
                </a:lnTo>
                <a:lnTo>
                  <a:pt x="708241" y="63314"/>
                </a:lnTo>
                <a:lnTo>
                  <a:pt x="707888" y="62298"/>
                </a:lnTo>
                <a:lnTo>
                  <a:pt x="707506" y="61304"/>
                </a:lnTo>
                <a:lnTo>
                  <a:pt x="707093" y="60331"/>
                </a:lnTo>
                <a:lnTo>
                  <a:pt x="706649" y="59379"/>
                </a:lnTo>
                <a:lnTo>
                  <a:pt x="706174" y="58449"/>
                </a:lnTo>
                <a:lnTo>
                  <a:pt x="705669" y="57539"/>
                </a:lnTo>
                <a:lnTo>
                  <a:pt x="705133" y="56651"/>
                </a:lnTo>
                <a:lnTo>
                  <a:pt x="704567" y="55783"/>
                </a:lnTo>
                <a:lnTo>
                  <a:pt x="703970" y="54937"/>
                </a:lnTo>
                <a:lnTo>
                  <a:pt x="703343" y="54112"/>
                </a:lnTo>
                <a:lnTo>
                  <a:pt x="702684" y="53308"/>
                </a:lnTo>
                <a:lnTo>
                  <a:pt x="701996" y="52525"/>
                </a:lnTo>
                <a:lnTo>
                  <a:pt x="701276" y="51763"/>
                </a:lnTo>
                <a:lnTo>
                  <a:pt x="700533" y="51028"/>
                </a:lnTo>
                <a:lnTo>
                  <a:pt x="699773" y="50323"/>
                </a:lnTo>
                <a:lnTo>
                  <a:pt x="698995" y="49650"/>
                </a:lnTo>
                <a:lnTo>
                  <a:pt x="698201" y="49008"/>
                </a:lnTo>
                <a:lnTo>
                  <a:pt x="697390" y="48398"/>
                </a:lnTo>
                <a:lnTo>
                  <a:pt x="696562" y="47818"/>
                </a:lnTo>
                <a:lnTo>
                  <a:pt x="695717" y="47271"/>
                </a:lnTo>
                <a:lnTo>
                  <a:pt x="694854" y="46754"/>
                </a:lnTo>
                <a:lnTo>
                  <a:pt x="693975" y="46269"/>
                </a:lnTo>
                <a:lnTo>
                  <a:pt x="693079" y="45815"/>
                </a:lnTo>
                <a:lnTo>
                  <a:pt x="692165" y="45392"/>
                </a:lnTo>
                <a:lnTo>
                  <a:pt x="691235" y="45001"/>
                </a:lnTo>
                <a:lnTo>
                  <a:pt x="690288" y="44641"/>
                </a:lnTo>
                <a:lnTo>
                  <a:pt x="689324" y="44312"/>
                </a:lnTo>
                <a:lnTo>
                  <a:pt x="688342" y="44014"/>
                </a:lnTo>
                <a:lnTo>
                  <a:pt x="687344" y="43748"/>
                </a:lnTo>
                <a:lnTo>
                  <a:pt x="686329" y="43514"/>
                </a:lnTo>
                <a:lnTo>
                  <a:pt x="685296" y="43310"/>
                </a:lnTo>
                <a:lnTo>
                  <a:pt x="684247" y="43138"/>
                </a:lnTo>
                <a:lnTo>
                  <a:pt x="683181" y="42997"/>
                </a:lnTo>
                <a:lnTo>
                  <a:pt x="682097" y="42887"/>
                </a:lnTo>
                <a:lnTo>
                  <a:pt x="680997" y="42809"/>
                </a:lnTo>
                <a:lnTo>
                  <a:pt x="679880" y="42762"/>
                </a:lnTo>
                <a:lnTo>
                  <a:pt x="678745" y="42747"/>
                </a:lnTo>
                <a:lnTo>
                  <a:pt x="677404" y="42767"/>
                </a:lnTo>
                <a:lnTo>
                  <a:pt x="676082" y="42828"/>
                </a:lnTo>
                <a:lnTo>
                  <a:pt x="674779" y="42929"/>
                </a:lnTo>
                <a:lnTo>
                  <a:pt x="673495" y="43071"/>
                </a:lnTo>
                <a:lnTo>
                  <a:pt x="672230" y="43254"/>
                </a:lnTo>
                <a:lnTo>
                  <a:pt x="670983" y="43477"/>
                </a:lnTo>
                <a:lnTo>
                  <a:pt x="669756" y="43741"/>
                </a:lnTo>
                <a:lnTo>
                  <a:pt x="668548" y="44045"/>
                </a:lnTo>
                <a:lnTo>
                  <a:pt x="667359" y="44390"/>
                </a:lnTo>
                <a:lnTo>
                  <a:pt x="666189" y="44776"/>
                </a:lnTo>
                <a:lnTo>
                  <a:pt x="665038" y="45202"/>
                </a:lnTo>
                <a:lnTo>
                  <a:pt x="663906" y="45669"/>
                </a:lnTo>
                <a:lnTo>
                  <a:pt x="662793" y="46176"/>
                </a:lnTo>
                <a:lnTo>
                  <a:pt x="661699" y="46724"/>
                </a:lnTo>
                <a:lnTo>
                  <a:pt x="660625" y="47312"/>
                </a:lnTo>
                <a:lnTo>
                  <a:pt x="659569" y="47941"/>
                </a:lnTo>
                <a:lnTo>
                  <a:pt x="658532" y="48611"/>
                </a:lnTo>
                <a:lnTo>
                  <a:pt x="657514" y="49321"/>
                </a:lnTo>
                <a:lnTo>
                  <a:pt x="656515" y="50072"/>
                </a:lnTo>
                <a:lnTo>
                  <a:pt x="655535" y="50864"/>
                </a:lnTo>
                <a:lnTo>
                  <a:pt x="654574" y="51696"/>
                </a:lnTo>
                <a:lnTo>
                  <a:pt x="653633" y="52568"/>
                </a:lnTo>
                <a:lnTo>
                  <a:pt x="652710" y="53481"/>
                </a:lnTo>
                <a:lnTo>
                  <a:pt x="651806" y="54435"/>
                </a:lnTo>
                <a:lnTo>
                  <a:pt x="650930" y="55425"/>
                </a:lnTo>
                <a:lnTo>
                  <a:pt x="650092" y="56446"/>
                </a:lnTo>
                <a:lnTo>
                  <a:pt x="649291" y="57500"/>
                </a:lnTo>
                <a:lnTo>
                  <a:pt x="648527" y="58586"/>
                </a:lnTo>
                <a:lnTo>
                  <a:pt x="647800" y="59703"/>
                </a:lnTo>
                <a:lnTo>
                  <a:pt x="647111" y="60853"/>
                </a:lnTo>
                <a:lnTo>
                  <a:pt x="646459" y="62034"/>
                </a:lnTo>
                <a:lnTo>
                  <a:pt x="645844" y="63247"/>
                </a:lnTo>
                <a:lnTo>
                  <a:pt x="645267" y="64493"/>
                </a:lnTo>
                <a:lnTo>
                  <a:pt x="644726" y="65770"/>
                </a:lnTo>
                <a:lnTo>
                  <a:pt x="644223" y="67079"/>
                </a:lnTo>
                <a:lnTo>
                  <a:pt x="643758" y="68420"/>
                </a:lnTo>
                <a:lnTo>
                  <a:pt x="643329" y="69793"/>
                </a:lnTo>
                <a:lnTo>
                  <a:pt x="642938" y="71198"/>
                </a:lnTo>
                <a:lnTo>
                  <a:pt x="642584" y="72635"/>
                </a:lnTo>
                <a:lnTo>
                  <a:pt x="642267" y="74104"/>
                </a:lnTo>
                <a:lnTo>
                  <a:pt x="641988" y="75605"/>
                </a:lnTo>
                <a:lnTo>
                  <a:pt x="641746" y="77137"/>
                </a:lnTo>
                <a:lnTo>
                  <a:pt x="641541" y="78702"/>
                </a:lnTo>
                <a:lnTo>
                  <a:pt x="641373" y="80299"/>
                </a:lnTo>
                <a:lnTo>
                  <a:pt x="641242" y="81927"/>
                </a:lnTo>
                <a:lnTo>
                  <a:pt x="641149" y="83587"/>
                </a:lnTo>
                <a:lnTo>
                  <a:pt x="641093" y="85280"/>
                </a:lnTo>
                <a:lnTo>
                  <a:pt x="641075" y="87004"/>
                </a:lnTo>
                <a:lnTo>
                  <a:pt x="641093" y="88598"/>
                </a:lnTo>
                <a:lnTo>
                  <a:pt x="641147" y="90164"/>
                </a:lnTo>
                <a:lnTo>
                  <a:pt x="641238" y="91703"/>
                </a:lnTo>
                <a:lnTo>
                  <a:pt x="641365" y="93214"/>
                </a:lnTo>
                <a:lnTo>
                  <a:pt x="641529" y="94699"/>
                </a:lnTo>
                <a:lnTo>
                  <a:pt x="641729" y="96156"/>
                </a:lnTo>
                <a:lnTo>
                  <a:pt x="641965" y="97585"/>
                </a:lnTo>
                <a:lnTo>
                  <a:pt x="642237" y="98988"/>
                </a:lnTo>
                <a:lnTo>
                  <a:pt x="642546" y="100363"/>
                </a:lnTo>
                <a:lnTo>
                  <a:pt x="642891" y="101710"/>
                </a:lnTo>
                <a:lnTo>
                  <a:pt x="643273" y="103031"/>
                </a:lnTo>
                <a:lnTo>
                  <a:pt x="643691" y="104324"/>
                </a:lnTo>
                <a:lnTo>
                  <a:pt x="644145" y="105590"/>
                </a:lnTo>
                <a:lnTo>
                  <a:pt x="644635" y="106828"/>
                </a:lnTo>
                <a:lnTo>
                  <a:pt x="645162" y="108040"/>
                </a:lnTo>
                <a:lnTo>
                  <a:pt x="645725" y="109223"/>
                </a:lnTo>
                <a:lnTo>
                  <a:pt x="646325" y="110380"/>
                </a:lnTo>
                <a:lnTo>
                  <a:pt x="646961" y="111509"/>
                </a:lnTo>
                <a:lnTo>
                  <a:pt x="647633" y="112611"/>
                </a:lnTo>
                <a:lnTo>
                  <a:pt x="648341" y="113686"/>
                </a:lnTo>
                <a:lnTo>
                  <a:pt x="649086" y="114733"/>
                </a:lnTo>
                <a:lnTo>
                  <a:pt x="649867" y="115753"/>
                </a:lnTo>
                <a:lnTo>
                  <a:pt x="650685" y="116746"/>
                </a:lnTo>
                <a:lnTo>
                  <a:pt x="651539" y="117712"/>
                </a:lnTo>
                <a:lnTo>
                  <a:pt x="652418" y="118643"/>
                </a:lnTo>
                <a:lnTo>
                  <a:pt x="653312" y="119535"/>
                </a:lnTo>
                <a:lnTo>
                  <a:pt x="654221" y="120388"/>
                </a:lnTo>
                <a:lnTo>
                  <a:pt x="655144" y="121201"/>
                </a:lnTo>
                <a:lnTo>
                  <a:pt x="656082" y="121974"/>
                </a:lnTo>
                <a:lnTo>
                  <a:pt x="657035" y="122707"/>
                </a:lnTo>
                <a:lnTo>
                  <a:pt x="658003" y="123401"/>
                </a:lnTo>
                <a:lnTo>
                  <a:pt x="658985" y="124055"/>
                </a:lnTo>
                <a:lnTo>
                  <a:pt x="659982" y="124670"/>
                </a:lnTo>
                <a:lnTo>
                  <a:pt x="660993" y="125245"/>
                </a:lnTo>
                <a:lnTo>
                  <a:pt x="662019" y="125780"/>
                </a:lnTo>
                <a:lnTo>
                  <a:pt x="663060" y="126275"/>
                </a:lnTo>
                <a:lnTo>
                  <a:pt x="664116" y="126731"/>
                </a:lnTo>
                <a:lnTo>
                  <a:pt x="665186" y="127148"/>
                </a:lnTo>
                <a:lnTo>
                  <a:pt x="666271" y="127524"/>
                </a:lnTo>
                <a:lnTo>
                  <a:pt x="667371" y="127861"/>
                </a:lnTo>
                <a:lnTo>
                  <a:pt x="668485" y="128159"/>
                </a:lnTo>
                <a:lnTo>
                  <a:pt x="669614" y="128416"/>
                </a:lnTo>
                <a:lnTo>
                  <a:pt x="670758" y="128634"/>
                </a:lnTo>
                <a:lnTo>
                  <a:pt x="671916" y="128813"/>
                </a:lnTo>
                <a:lnTo>
                  <a:pt x="673089" y="128952"/>
                </a:lnTo>
                <a:lnTo>
                  <a:pt x="674277" y="129051"/>
                </a:lnTo>
                <a:lnTo>
                  <a:pt x="675480" y="129110"/>
                </a:lnTo>
                <a:lnTo>
                  <a:pt x="676697" y="129130"/>
                </a:lnTo>
                <a:lnTo>
                  <a:pt x="677817" y="129113"/>
                </a:lnTo>
                <a:lnTo>
                  <a:pt x="678921" y="129060"/>
                </a:lnTo>
                <a:lnTo>
                  <a:pt x="680010" y="128973"/>
                </a:lnTo>
                <a:lnTo>
                  <a:pt x="681083" y="128850"/>
                </a:lnTo>
                <a:lnTo>
                  <a:pt x="682140" y="128693"/>
                </a:lnTo>
                <a:lnTo>
                  <a:pt x="683181" y="128501"/>
                </a:lnTo>
                <a:lnTo>
                  <a:pt x="684207" y="128273"/>
                </a:lnTo>
                <a:lnTo>
                  <a:pt x="685217" y="128011"/>
                </a:lnTo>
                <a:lnTo>
                  <a:pt x="686211" y="127714"/>
                </a:lnTo>
                <a:lnTo>
                  <a:pt x="687189" y="127382"/>
                </a:lnTo>
                <a:lnTo>
                  <a:pt x="688151" y="127014"/>
                </a:lnTo>
                <a:lnTo>
                  <a:pt x="689098" y="126612"/>
                </a:lnTo>
                <a:lnTo>
                  <a:pt x="690029" y="126175"/>
                </a:lnTo>
                <a:lnTo>
                  <a:pt x="690944" y="125703"/>
                </a:lnTo>
                <a:lnTo>
                  <a:pt x="691843" y="125196"/>
                </a:lnTo>
                <a:lnTo>
                  <a:pt x="692727" y="124654"/>
                </a:lnTo>
                <a:lnTo>
                  <a:pt x="693595" y="124077"/>
                </a:lnTo>
                <a:lnTo>
                  <a:pt x="694447" y="123465"/>
                </a:lnTo>
                <a:lnTo>
                  <a:pt x="695283" y="122818"/>
                </a:lnTo>
                <a:lnTo>
                  <a:pt x="696104" y="122136"/>
                </a:lnTo>
                <a:lnTo>
                  <a:pt x="696908" y="121419"/>
                </a:lnTo>
                <a:lnTo>
                  <a:pt x="697697" y="120667"/>
                </a:lnTo>
                <a:lnTo>
                  <a:pt x="698470" y="119880"/>
                </a:lnTo>
                <a:lnTo>
                  <a:pt x="699228" y="119058"/>
                </a:lnTo>
                <a:lnTo>
                  <a:pt x="699965" y="118215"/>
                </a:lnTo>
                <a:lnTo>
                  <a:pt x="700677" y="117365"/>
                </a:lnTo>
                <a:lnTo>
                  <a:pt x="701365" y="116506"/>
                </a:lnTo>
                <a:lnTo>
                  <a:pt x="702028" y="115640"/>
                </a:lnTo>
                <a:lnTo>
                  <a:pt x="702666" y="114767"/>
                </a:lnTo>
                <a:lnTo>
                  <a:pt x="703280" y="113886"/>
                </a:lnTo>
                <a:lnTo>
                  <a:pt x="703869" y="112997"/>
                </a:lnTo>
                <a:lnTo>
                  <a:pt x="704433" y="112100"/>
                </a:lnTo>
                <a:lnTo>
                  <a:pt x="704972" y="111196"/>
                </a:lnTo>
                <a:lnTo>
                  <a:pt x="705486" y="110285"/>
                </a:lnTo>
                <a:lnTo>
                  <a:pt x="705976" y="109366"/>
                </a:lnTo>
                <a:lnTo>
                  <a:pt x="706441" y="108439"/>
                </a:lnTo>
                <a:lnTo>
                  <a:pt x="706882" y="107504"/>
                </a:lnTo>
                <a:lnTo>
                  <a:pt x="707297" y="106562"/>
                </a:lnTo>
                <a:lnTo>
                  <a:pt x="707688" y="105612"/>
                </a:lnTo>
                <a:lnTo>
                  <a:pt x="708054" y="104655"/>
                </a:lnTo>
                <a:lnTo>
                  <a:pt x="708396" y="103690"/>
                </a:lnTo>
                <a:lnTo>
                  <a:pt x="708712" y="102718"/>
                </a:lnTo>
                <a:lnTo>
                  <a:pt x="709004" y="101737"/>
                </a:lnTo>
                <a:lnTo>
                  <a:pt x="709271" y="100750"/>
                </a:lnTo>
                <a:lnTo>
                  <a:pt x="709514" y="99754"/>
                </a:lnTo>
                <a:lnTo>
                  <a:pt x="709731" y="98751"/>
                </a:lnTo>
                <a:lnTo>
                  <a:pt x="709924" y="97741"/>
                </a:lnTo>
                <a:lnTo>
                  <a:pt x="710093" y="96722"/>
                </a:lnTo>
                <a:lnTo>
                  <a:pt x="707332" y="94933"/>
                </a:lnTo>
                <a:lnTo>
                  <a:pt x="706995" y="95817"/>
                </a:lnTo>
                <a:lnTo>
                  <a:pt x="706651" y="96679"/>
                </a:lnTo>
                <a:lnTo>
                  <a:pt x="706300" y="97518"/>
                </a:lnTo>
                <a:lnTo>
                  <a:pt x="705943" y="98337"/>
                </a:lnTo>
                <a:lnTo>
                  <a:pt x="705579" y="99133"/>
                </a:lnTo>
                <a:lnTo>
                  <a:pt x="705208" y="99907"/>
                </a:lnTo>
                <a:lnTo>
                  <a:pt x="704831" y="100659"/>
                </a:lnTo>
                <a:lnTo>
                  <a:pt x="704447" y="101390"/>
                </a:lnTo>
                <a:lnTo>
                  <a:pt x="704057" y="102098"/>
                </a:lnTo>
                <a:lnTo>
                  <a:pt x="703660" y="102785"/>
                </a:lnTo>
                <a:lnTo>
                  <a:pt x="703256" y="103450"/>
                </a:lnTo>
                <a:lnTo>
                  <a:pt x="702846" y="104092"/>
                </a:lnTo>
                <a:lnTo>
                  <a:pt x="702429" y="104713"/>
                </a:lnTo>
                <a:lnTo>
                  <a:pt x="702005" y="105312"/>
                </a:lnTo>
                <a:lnTo>
                  <a:pt x="701575" y="105889"/>
                </a:lnTo>
                <a:lnTo>
                  <a:pt x="701138" y="106444"/>
                </a:lnTo>
                <a:lnTo>
                  <a:pt x="700694" y="106978"/>
                </a:lnTo>
                <a:lnTo>
                  <a:pt x="700244" y="107489"/>
                </a:lnTo>
                <a:lnTo>
                  <a:pt x="699787" y="107979"/>
                </a:lnTo>
                <a:lnTo>
                  <a:pt x="699323" y="108446"/>
                </a:lnTo>
                <a:lnTo>
                  <a:pt x="698853" y="108892"/>
                </a:lnTo>
                <a:lnTo>
                  <a:pt x="698376" y="109316"/>
                </a:lnTo>
                <a:lnTo>
                  <a:pt x="697892" y="109717"/>
                </a:lnTo>
                <a:lnTo>
                  <a:pt x="697402" y="110097"/>
                </a:lnTo>
                <a:lnTo>
                  <a:pt x="696905" y="110459"/>
                </a:lnTo>
                <a:lnTo>
                  <a:pt x="696401" y="110805"/>
                </a:lnTo>
                <a:lnTo>
                  <a:pt x="695889" y="111135"/>
                </a:lnTo>
                <a:lnTo>
                  <a:pt x="695370" y="111450"/>
                </a:lnTo>
                <a:lnTo>
                  <a:pt x="694844" y="111750"/>
                </a:lnTo>
                <a:lnTo>
                  <a:pt x="694310" y="112034"/>
                </a:lnTo>
                <a:lnTo>
                  <a:pt x="693770" y="112303"/>
                </a:lnTo>
                <a:lnTo>
                  <a:pt x="693222" y="112557"/>
                </a:lnTo>
                <a:lnTo>
                  <a:pt x="692666" y="112795"/>
                </a:lnTo>
                <a:lnTo>
                  <a:pt x="692104" y="113018"/>
                </a:lnTo>
                <a:lnTo>
                  <a:pt x="691534" y="113226"/>
                </a:lnTo>
                <a:lnTo>
                  <a:pt x="690957" y="113418"/>
                </a:lnTo>
                <a:lnTo>
                  <a:pt x="690373" y="113595"/>
                </a:lnTo>
                <a:lnTo>
                  <a:pt x="689781" y="113756"/>
                </a:lnTo>
                <a:lnTo>
                  <a:pt x="689182" y="113902"/>
                </a:lnTo>
                <a:lnTo>
                  <a:pt x="688576" y="114033"/>
                </a:lnTo>
                <a:lnTo>
                  <a:pt x="687962" y="114148"/>
                </a:lnTo>
                <a:lnTo>
                  <a:pt x="687342" y="114248"/>
                </a:lnTo>
                <a:lnTo>
                  <a:pt x="686714" y="114333"/>
                </a:lnTo>
                <a:lnTo>
                  <a:pt x="686079" y="114402"/>
                </a:lnTo>
                <a:lnTo>
                  <a:pt x="685436" y="114456"/>
                </a:lnTo>
                <a:lnTo>
                  <a:pt x="684786" y="114494"/>
                </a:lnTo>
                <a:lnTo>
                  <a:pt x="684129" y="114517"/>
                </a:lnTo>
                <a:lnTo>
                  <a:pt x="683465" y="114525"/>
                </a:lnTo>
                <a:lnTo>
                  <a:pt x="682469" y="114507"/>
                </a:lnTo>
                <a:lnTo>
                  <a:pt x="681483" y="114454"/>
                </a:lnTo>
                <a:lnTo>
                  <a:pt x="680508" y="114364"/>
                </a:lnTo>
                <a:lnTo>
                  <a:pt x="679544" y="114239"/>
                </a:lnTo>
                <a:lnTo>
                  <a:pt x="678591" y="114079"/>
                </a:lnTo>
                <a:lnTo>
                  <a:pt x="677649" y="113882"/>
                </a:lnTo>
                <a:lnTo>
                  <a:pt x="676717" y="113650"/>
                </a:lnTo>
                <a:lnTo>
                  <a:pt x="675796" y="113382"/>
                </a:lnTo>
                <a:lnTo>
                  <a:pt x="674887" y="113079"/>
                </a:lnTo>
                <a:lnTo>
                  <a:pt x="673988" y="112740"/>
                </a:lnTo>
                <a:lnTo>
                  <a:pt x="673099" y="112365"/>
                </a:lnTo>
                <a:lnTo>
                  <a:pt x="672222" y="111954"/>
                </a:lnTo>
                <a:lnTo>
                  <a:pt x="671355" y="111508"/>
                </a:lnTo>
                <a:lnTo>
                  <a:pt x="670500" y="111026"/>
                </a:lnTo>
                <a:lnTo>
                  <a:pt x="669655" y="110508"/>
                </a:lnTo>
                <a:lnTo>
                  <a:pt x="668820" y="109955"/>
                </a:lnTo>
                <a:lnTo>
                  <a:pt x="667997" y="109366"/>
                </a:lnTo>
                <a:lnTo>
                  <a:pt x="667185" y="108741"/>
                </a:lnTo>
                <a:lnTo>
                  <a:pt x="666383" y="108080"/>
                </a:lnTo>
                <a:lnTo>
                  <a:pt x="665592" y="107384"/>
                </a:lnTo>
                <a:lnTo>
                  <a:pt x="664812" y="106652"/>
                </a:lnTo>
                <a:lnTo>
                  <a:pt x="664043" y="105884"/>
                </a:lnTo>
                <a:lnTo>
                  <a:pt x="663285" y="105081"/>
                </a:lnTo>
                <a:lnTo>
                  <a:pt x="662537" y="104242"/>
                </a:lnTo>
                <a:lnTo>
                  <a:pt x="661811" y="103371"/>
                </a:lnTo>
                <a:lnTo>
                  <a:pt x="661115" y="102474"/>
                </a:lnTo>
                <a:lnTo>
                  <a:pt x="660451" y="101549"/>
                </a:lnTo>
                <a:lnTo>
                  <a:pt x="659818" y="100598"/>
                </a:lnTo>
                <a:lnTo>
                  <a:pt x="659217" y="99619"/>
                </a:lnTo>
                <a:lnTo>
                  <a:pt x="658647" y="98613"/>
                </a:lnTo>
                <a:lnTo>
                  <a:pt x="658107" y="97580"/>
                </a:lnTo>
                <a:lnTo>
                  <a:pt x="657600" y="96520"/>
                </a:lnTo>
                <a:lnTo>
                  <a:pt x="657123" y="95433"/>
                </a:lnTo>
                <a:lnTo>
                  <a:pt x="656677" y="94318"/>
                </a:lnTo>
                <a:lnTo>
                  <a:pt x="656263" y="93177"/>
                </a:lnTo>
                <a:lnTo>
                  <a:pt x="655880" y="92009"/>
                </a:lnTo>
                <a:lnTo>
                  <a:pt x="655529" y="90813"/>
                </a:lnTo>
                <a:lnTo>
                  <a:pt x="655208" y="89591"/>
                </a:lnTo>
                <a:lnTo>
                  <a:pt x="654919" y="88341"/>
                </a:lnTo>
                <a:lnTo>
                  <a:pt x="654661" y="87064"/>
                </a:lnTo>
                <a:lnTo>
                  <a:pt x="654434" y="85760"/>
                </a:lnTo>
                <a:lnTo>
                  <a:pt x="654238" y="84429"/>
                </a:lnTo>
                <a:lnTo>
                  <a:pt x="654074" y="83071"/>
                </a:lnTo>
                <a:lnTo>
                  <a:pt x="653941" y="81686"/>
                </a:lnTo>
                <a:lnTo>
                  <a:pt x="653839" y="80274"/>
                </a:lnTo>
                <a:lnTo>
                  <a:pt x="653768" y="78835"/>
                </a:lnTo>
                <a:lnTo>
                  <a:pt x="653729" y="77368"/>
                </a:lnTo>
                <a:lnTo>
                  <a:pt x="653721" y="75875"/>
                </a:lnTo>
                <a:lnTo>
                  <a:pt x="710093" y="75875"/>
                </a:lnTo>
                <a:lnTo>
                  <a:pt x="710077" y="74627"/>
                </a:lnTo>
                <a:lnTo>
                  <a:pt x="710031" y="73401"/>
                </a:lnTo>
                <a:lnTo>
                  <a:pt x="709955" y="72196"/>
                </a:lnTo>
                <a:close/>
                <a:moveTo>
                  <a:pt x="654182" y="67448"/>
                </a:moveTo>
                <a:lnTo>
                  <a:pt x="654339" y="66671"/>
                </a:lnTo>
                <a:lnTo>
                  <a:pt x="654514" y="65910"/>
                </a:lnTo>
                <a:lnTo>
                  <a:pt x="654705" y="65164"/>
                </a:lnTo>
                <a:lnTo>
                  <a:pt x="654913" y="64434"/>
                </a:lnTo>
                <a:lnTo>
                  <a:pt x="655138" y="63719"/>
                </a:lnTo>
                <a:lnTo>
                  <a:pt x="655380" y="63019"/>
                </a:lnTo>
                <a:lnTo>
                  <a:pt x="655638" y="62336"/>
                </a:lnTo>
                <a:lnTo>
                  <a:pt x="655914" y="61667"/>
                </a:lnTo>
                <a:lnTo>
                  <a:pt x="656206" y="61014"/>
                </a:lnTo>
                <a:lnTo>
                  <a:pt x="656515" y="60377"/>
                </a:lnTo>
                <a:lnTo>
                  <a:pt x="656841" y="59755"/>
                </a:lnTo>
                <a:lnTo>
                  <a:pt x="657184" y="59149"/>
                </a:lnTo>
                <a:lnTo>
                  <a:pt x="657544" y="58558"/>
                </a:lnTo>
                <a:lnTo>
                  <a:pt x="657920" y="57982"/>
                </a:lnTo>
                <a:lnTo>
                  <a:pt x="658314" y="57423"/>
                </a:lnTo>
                <a:lnTo>
                  <a:pt x="658724" y="56878"/>
                </a:lnTo>
                <a:lnTo>
                  <a:pt x="659151" y="56349"/>
                </a:lnTo>
                <a:lnTo>
                  <a:pt x="659595" y="55836"/>
                </a:lnTo>
                <a:lnTo>
                  <a:pt x="660056" y="55338"/>
                </a:lnTo>
                <a:lnTo>
                  <a:pt x="660533" y="54855"/>
                </a:lnTo>
                <a:lnTo>
                  <a:pt x="661022" y="54390"/>
                </a:lnTo>
                <a:lnTo>
                  <a:pt x="661516" y="53945"/>
                </a:lnTo>
                <a:lnTo>
                  <a:pt x="662016" y="53520"/>
                </a:lnTo>
                <a:lnTo>
                  <a:pt x="662521" y="53115"/>
                </a:lnTo>
                <a:lnTo>
                  <a:pt x="663031" y="52729"/>
                </a:lnTo>
                <a:lnTo>
                  <a:pt x="663547" y="52363"/>
                </a:lnTo>
                <a:lnTo>
                  <a:pt x="664069" y="52017"/>
                </a:lnTo>
                <a:lnTo>
                  <a:pt x="664595" y="51690"/>
                </a:lnTo>
                <a:lnTo>
                  <a:pt x="665127" y="51384"/>
                </a:lnTo>
                <a:lnTo>
                  <a:pt x="665665" y="51097"/>
                </a:lnTo>
                <a:lnTo>
                  <a:pt x="666208" y="50830"/>
                </a:lnTo>
                <a:lnTo>
                  <a:pt x="666756" y="50583"/>
                </a:lnTo>
                <a:lnTo>
                  <a:pt x="667310" y="50355"/>
                </a:lnTo>
                <a:lnTo>
                  <a:pt x="667869" y="50148"/>
                </a:lnTo>
                <a:lnTo>
                  <a:pt x="668434" y="49960"/>
                </a:lnTo>
                <a:lnTo>
                  <a:pt x="669004" y="49791"/>
                </a:lnTo>
                <a:lnTo>
                  <a:pt x="669579" y="49643"/>
                </a:lnTo>
                <a:lnTo>
                  <a:pt x="670160" y="49515"/>
                </a:lnTo>
                <a:lnTo>
                  <a:pt x="670746" y="49406"/>
                </a:lnTo>
                <a:lnTo>
                  <a:pt x="671338" y="49317"/>
                </a:lnTo>
                <a:lnTo>
                  <a:pt x="671935" y="49247"/>
                </a:lnTo>
                <a:lnTo>
                  <a:pt x="672537" y="49198"/>
                </a:lnTo>
                <a:lnTo>
                  <a:pt x="673145" y="49168"/>
                </a:lnTo>
                <a:lnTo>
                  <a:pt x="673758" y="49158"/>
                </a:lnTo>
                <a:lnTo>
                  <a:pt x="674158" y="49163"/>
                </a:lnTo>
                <a:lnTo>
                  <a:pt x="674557" y="49178"/>
                </a:lnTo>
                <a:lnTo>
                  <a:pt x="674954" y="49203"/>
                </a:lnTo>
                <a:lnTo>
                  <a:pt x="675350" y="49237"/>
                </a:lnTo>
                <a:lnTo>
                  <a:pt x="675744" y="49281"/>
                </a:lnTo>
                <a:lnTo>
                  <a:pt x="676138" y="49335"/>
                </a:lnTo>
                <a:lnTo>
                  <a:pt x="676529" y="49399"/>
                </a:lnTo>
                <a:lnTo>
                  <a:pt x="676920" y="49473"/>
                </a:lnTo>
                <a:lnTo>
                  <a:pt x="677308" y="49556"/>
                </a:lnTo>
                <a:lnTo>
                  <a:pt x="677696" y="49649"/>
                </a:lnTo>
                <a:lnTo>
                  <a:pt x="678082" y="49752"/>
                </a:lnTo>
                <a:lnTo>
                  <a:pt x="678467" y="49865"/>
                </a:lnTo>
                <a:lnTo>
                  <a:pt x="678850" y="49988"/>
                </a:lnTo>
                <a:lnTo>
                  <a:pt x="679232" y="50121"/>
                </a:lnTo>
                <a:lnTo>
                  <a:pt x="679613" y="50263"/>
                </a:lnTo>
                <a:lnTo>
                  <a:pt x="679992" y="50415"/>
                </a:lnTo>
                <a:lnTo>
                  <a:pt x="680370" y="50577"/>
                </a:lnTo>
                <a:lnTo>
                  <a:pt x="680746" y="50749"/>
                </a:lnTo>
                <a:lnTo>
                  <a:pt x="681121" y="50931"/>
                </a:lnTo>
                <a:lnTo>
                  <a:pt x="681495" y="51122"/>
                </a:lnTo>
                <a:lnTo>
                  <a:pt x="681867" y="51323"/>
                </a:lnTo>
                <a:lnTo>
                  <a:pt x="682238" y="51534"/>
                </a:lnTo>
                <a:lnTo>
                  <a:pt x="682607" y="51755"/>
                </a:lnTo>
                <a:lnTo>
                  <a:pt x="682975" y="51986"/>
                </a:lnTo>
                <a:lnTo>
                  <a:pt x="683339" y="52225"/>
                </a:lnTo>
                <a:lnTo>
                  <a:pt x="683695" y="52472"/>
                </a:lnTo>
                <a:lnTo>
                  <a:pt x="684043" y="52725"/>
                </a:lnTo>
                <a:lnTo>
                  <a:pt x="684384" y="52987"/>
                </a:lnTo>
                <a:lnTo>
                  <a:pt x="684717" y="53255"/>
                </a:lnTo>
                <a:lnTo>
                  <a:pt x="685043" y="53531"/>
                </a:lnTo>
                <a:lnTo>
                  <a:pt x="685361" y="53814"/>
                </a:lnTo>
                <a:lnTo>
                  <a:pt x="685672" y="54105"/>
                </a:lnTo>
                <a:lnTo>
                  <a:pt x="685975" y="54403"/>
                </a:lnTo>
                <a:lnTo>
                  <a:pt x="686270" y="54709"/>
                </a:lnTo>
                <a:lnTo>
                  <a:pt x="686558" y="55021"/>
                </a:lnTo>
                <a:lnTo>
                  <a:pt x="686838" y="55342"/>
                </a:lnTo>
                <a:lnTo>
                  <a:pt x="687111" y="55669"/>
                </a:lnTo>
                <a:lnTo>
                  <a:pt x="687376" y="56004"/>
                </a:lnTo>
                <a:lnTo>
                  <a:pt x="687633" y="56346"/>
                </a:lnTo>
                <a:lnTo>
                  <a:pt x="687883" y="56696"/>
                </a:lnTo>
                <a:lnTo>
                  <a:pt x="688126" y="57053"/>
                </a:lnTo>
                <a:lnTo>
                  <a:pt x="688360" y="57417"/>
                </a:lnTo>
                <a:lnTo>
                  <a:pt x="688588" y="57789"/>
                </a:lnTo>
                <a:lnTo>
                  <a:pt x="688807" y="58168"/>
                </a:lnTo>
                <a:lnTo>
                  <a:pt x="689019" y="58555"/>
                </a:lnTo>
                <a:lnTo>
                  <a:pt x="689224" y="58949"/>
                </a:lnTo>
                <a:lnTo>
                  <a:pt x="689421" y="59350"/>
                </a:lnTo>
                <a:lnTo>
                  <a:pt x="689610" y="59759"/>
                </a:lnTo>
                <a:lnTo>
                  <a:pt x="689727" y="60032"/>
                </a:lnTo>
                <a:lnTo>
                  <a:pt x="689841" y="60320"/>
                </a:lnTo>
                <a:lnTo>
                  <a:pt x="689951" y="60625"/>
                </a:lnTo>
                <a:lnTo>
                  <a:pt x="690058" y="60946"/>
                </a:lnTo>
                <a:lnTo>
                  <a:pt x="690161" y="61282"/>
                </a:lnTo>
                <a:lnTo>
                  <a:pt x="690261" y="61635"/>
                </a:lnTo>
                <a:lnTo>
                  <a:pt x="690358" y="62004"/>
                </a:lnTo>
                <a:lnTo>
                  <a:pt x="690451" y="62388"/>
                </a:lnTo>
                <a:lnTo>
                  <a:pt x="690541" y="62789"/>
                </a:lnTo>
                <a:lnTo>
                  <a:pt x="690627" y="63205"/>
                </a:lnTo>
                <a:lnTo>
                  <a:pt x="690710" y="63637"/>
                </a:lnTo>
                <a:lnTo>
                  <a:pt x="690790" y="64086"/>
                </a:lnTo>
                <a:lnTo>
                  <a:pt x="690866" y="64550"/>
                </a:lnTo>
                <a:lnTo>
                  <a:pt x="690939" y="65030"/>
                </a:lnTo>
                <a:lnTo>
                  <a:pt x="691008" y="65526"/>
                </a:lnTo>
                <a:lnTo>
                  <a:pt x="691074" y="66038"/>
                </a:lnTo>
                <a:lnTo>
                  <a:pt x="691137" y="66567"/>
                </a:lnTo>
                <a:lnTo>
                  <a:pt x="691196" y="67111"/>
                </a:lnTo>
                <a:lnTo>
                  <a:pt x="691252" y="67671"/>
                </a:lnTo>
                <a:lnTo>
                  <a:pt x="691304" y="68247"/>
                </a:lnTo>
                <a:lnTo>
                  <a:pt x="691353" y="68838"/>
                </a:lnTo>
                <a:lnTo>
                  <a:pt x="691399" y="69446"/>
                </a:lnTo>
                <a:lnTo>
                  <a:pt x="691441" y="70070"/>
                </a:lnTo>
                <a:lnTo>
                  <a:pt x="691480" y="70710"/>
                </a:lnTo>
                <a:lnTo>
                  <a:pt x="653721" y="70710"/>
                </a:lnTo>
                <a:lnTo>
                  <a:pt x="653811" y="69871"/>
                </a:lnTo>
                <a:lnTo>
                  <a:pt x="653918" y="69048"/>
                </a:lnTo>
                <a:lnTo>
                  <a:pt x="654041" y="68240"/>
                </a:lnTo>
                <a:lnTo>
                  <a:pt x="654182" y="67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5172F-C8AE-4759-8455-80BD70CB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95" y="2002697"/>
            <a:ext cx="1090663" cy="355651"/>
          </a:xfrm>
          <a:custGeom xmlns:a="http://schemas.openxmlformats.org/drawingml/2006/main">
            <a:pathLst>
              <a:path w="1090663" h="355651">
                <a:moveTo>
                  <a:pt x="0" y="355651"/>
                </a:moveTo>
                <a:lnTo>
                  <a:pt x="0" y="0"/>
                </a:lnTo>
                <a:lnTo>
                  <a:pt x="1090663" y="0"/>
                </a:lnTo>
                <a:lnTo>
                  <a:pt x="1090663" y="355651"/>
                </a:lnTo>
                <a:lnTo>
                  <a:pt x="0" y="355651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FC5C9-17BB-40F3-809F-DDBCFE63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95" y="2002697"/>
            <a:ext cx="1090663" cy="355651"/>
          </a:xfrm>
          <a:custGeom xmlns:a="http://schemas.openxmlformats.org/drawingml/2006/main">
            <a:pathLst>
              <a:path w="1090663" h="355651" fill="none">
                <a:moveTo>
                  <a:pt x="0" y="355651"/>
                </a:moveTo>
                <a:lnTo>
                  <a:pt x="1090663" y="355651"/>
                </a:lnTo>
                <a:lnTo>
                  <a:pt x="1090663" y="0"/>
                </a:lnTo>
                <a:lnTo>
                  <a:pt x="0" y="0"/>
                </a:lnTo>
                <a:lnTo>
                  <a:pt x="0" y="3556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31" name="Text BLAS">
            <a:extLst xmlns:a="http://schemas.openxmlformats.org/drawingml/2006/main">
              <a:ext uri="{FF2B5EF4-FFF2-40B4-BE49-F238E27FC236}">
                <a16:creationId xmlns:a16="http://schemas.microsoft.com/office/drawing/2014/main" id="{362E04F0-D95C-4122-9E88-0FBB4B2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74" y="2124574"/>
            <a:ext cx="448273" cy="126102"/>
          </a:xfrm>
          <a:custGeom xmlns:a="http://schemas.openxmlformats.org/drawingml/2006/main">
            <a:pathLst>
              <a:path w="448273" h="126102">
                <a:moveTo>
                  <a:pt x="81218" y="61604"/>
                </a:moveTo>
                <a:cubicBezTo>
                  <a:pt x="89590" y="63391"/>
                  <a:pt x="95853" y="66250"/>
                  <a:pt x="100009" y="70181"/>
                </a:cubicBezTo>
                <a:cubicBezTo>
                  <a:pt x="105768" y="75662"/>
                  <a:pt x="108647" y="82362"/>
                  <a:pt x="108647" y="90283"/>
                </a:cubicBezTo>
                <a:cubicBezTo>
                  <a:pt x="108647" y="96299"/>
                  <a:pt x="106748" y="102063"/>
                  <a:pt x="102948" y="107573"/>
                </a:cubicBezTo>
                <a:cubicBezTo>
                  <a:pt x="99148" y="113082"/>
                  <a:pt x="93938" y="117102"/>
                  <a:pt x="87319" y="119635"/>
                </a:cubicBezTo>
                <a:cubicBezTo>
                  <a:pt x="80699" y="122165"/>
                  <a:pt x="70591" y="123431"/>
                  <a:pt x="56995" y="123431"/>
                </a:cubicBezTo>
                <a:lnTo>
                  <a:pt x="0" y="123431"/>
                </a:lnTo>
                <a:lnTo>
                  <a:pt x="0" y="120046"/>
                </a:lnTo>
                <a:lnTo>
                  <a:pt x="4542" y="120046"/>
                </a:lnTo>
                <a:cubicBezTo>
                  <a:pt x="9588" y="120046"/>
                  <a:pt x="13210" y="118452"/>
                  <a:pt x="15407" y="115262"/>
                </a:cubicBezTo>
                <a:cubicBezTo>
                  <a:pt x="16772" y="113194"/>
                  <a:pt x="17455" y="108792"/>
                  <a:pt x="17455" y="102057"/>
                </a:cubicBezTo>
                <a:lnTo>
                  <a:pt x="17455" y="24045"/>
                </a:lnTo>
                <a:cubicBezTo>
                  <a:pt x="17455" y="16601"/>
                  <a:pt x="16594" y="11905"/>
                  <a:pt x="14872" y="9955"/>
                </a:cubicBezTo>
                <a:cubicBezTo>
                  <a:pt x="12557" y="7355"/>
                  <a:pt x="9113" y="6056"/>
                  <a:pt x="4542" y="6056"/>
                </a:cubicBezTo>
                <a:lnTo>
                  <a:pt x="0" y="6056"/>
                </a:lnTo>
                <a:lnTo>
                  <a:pt x="0" y="2672"/>
                </a:lnTo>
                <a:lnTo>
                  <a:pt x="52186" y="2672"/>
                </a:lnTo>
                <a:cubicBezTo>
                  <a:pt x="61923" y="2672"/>
                  <a:pt x="69730" y="3381"/>
                  <a:pt x="75608" y="4801"/>
                </a:cubicBezTo>
                <a:cubicBezTo>
                  <a:pt x="84513" y="6931"/>
                  <a:pt x="91311" y="10703"/>
                  <a:pt x="96002" y="16119"/>
                </a:cubicBezTo>
                <a:cubicBezTo>
                  <a:pt x="100692" y="21533"/>
                  <a:pt x="103037" y="27760"/>
                  <a:pt x="103037" y="34801"/>
                </a:cubicBezTo>
                <a:cubicBezTo>
                  <a:pt x="103037" y="40836"/>
                  <a:pt x="101196" y="46235"/>
                  <a:pt x="97515" y="50998"/>
                </a:cubicBezTo>
                <a:cubicBezTo>
                  <a:pt x="93835" y="55761"/>
                  <a:pt x="88402" y="59296"/>
                  <a:pt x="81218" y="61604"/>
                </a:cubicBezTo>
                <a:moveTo>
                  <a:pt x="34553" y="56650"/>
                </a:moveTo>
                <a:cubicBezTo>
                  <a:pt x="36750" y="57062"/>
                  <a:pt x="39259" y="57371"/>
                  <a:pt x="42079" y="57577"/>
                </a:cubicBezTo>
                <a:cubicBezTo>
                  <a:pt x="44899" y="57783"/>
                  <a:pt x="48001" y="57886"/>
                  <a:pt x="51385" y="57886"/>
                </a:cubicBezTo>
                <a:cubicBezTo>
                  <a:pt x="60053" y="57886"/>
                  <a:pt x="66569" y="56959"/>
                  <a:pt x="70932" y="55106"/>
                </a:cubicBezTo>
                <a:cubicBezTo>
                  <a:pt x="75296" y="53252"/>
                  <a:pt x="78636" y="50414"/>
                  <a:pt x="80951" y="46590"/>
                </a:cubicBezTo>
                <a:cubicBezTo>
                  <a:pt x="83267" y="42764"/>
                  <a:pt x="84424" y="38587"/>
                  <a:pt x="84424" y="34058"/>
                </a:cubicBezTo>
                <a:cubicBezTo>
                  <a:pt x="84424" y="27056"/>
                  <a:pt x="81545" y="21084"/>
                  <a:pt x="75786" y="16141"/>
                </a:cubicBezTo>
                <a:cubicBezTo>
                  <a:pt x="70027" y="11199"/>
                  <a:pt x="61626" y="8727"/>
                  <a:pt x="50583" y="8727"/>
                </a:cubicBezTo>
                <a:cubicBezTo>
                  <a:pt x="44646" y="8727"/>
                  <a:pt x="39303" y="9375"/>
                  <a:pt x="34553" y="10670"/>
                </a:cubicBezTo>
                <a:lnTo>
                  <a:pt x="34553" y="56650"/>
                </a:lnTo>
                <a:moveTo>
                  <a:pt x="34553" y="114614"/>
                </a:moveTo>
                <a:cubicBezTo>
                  <a:pt x="41440" y="116217"/>
                  <a:pt x="48238" y="117019"/>
                  <a:pt x="54947" y="117019"/>
                </a:cubicBezTo>
                <a:cubicBezTo>
                  <a:pt x="65693" y="117019"/>
                  <a:pt x="73886" y="114599"/>
                  <a:pt x="79526" y="109761"/>
                </a:cubicBezTo>
                <a:cubicBezTo>
                  <a:pt x="85166" y="104922"/>
                  <a:pt x="87987" y="98940"/>
                  <a:pt x="87987" y="91816"/>
                </a:cubicBezTo>
                <a:cubicBezTo>
                  <a:pt x="87987" y="87126"/>
                  <a:pt x="86710" y="82614"/>
                  <a:pt x="84157" y="78280"/>
                </a:cubicBezTo>
                <a:cubicBezTo>
                  <a:pt x="81604" y="73946"/>
                  <a:pt x="77448" y="70532"/>
                  <a:pt x="71689" y="68038"/>
                </a:cubicBezTo>
                <a:cubicBezTo>
                  <a:pt x="65931" y="65545"/>
                  <a:pt x="58806" y="64298"/>
                  <a:pt x="50316" y="64298"/>
                </a:cubicBezTo>
                <a:cubicBezTo>
                  <a:pt x="46635" y="64298"/>
                  <a:pt x="43489" y="64357"/>
                  <a:pt x="40876" y="64476"/>
                </a:cubicBezTo>
                <a:cubicBezTo>
                  <a:pt x="38264" y="64595"/>
                  <a:pt x="36156" y="64803"/>
                  <a:pt x="34553" y="65099"/>
                </a:cubicBezTo>
                <a:lnTo>
                  <a:pt x="34553" y="114614"/>
                </a:lnTo>
                <a:close/>
                <a:moveTo>
                  <a:pt x="221897" y="89946"/>
                </a:moveTo>
                <a:lnTo>
                  <a:pt x="224835" y="90572"/>
                </a:lnTo>
                <a:lnTo>
                  <a:pt x="214505" y="123431"/>
                </a:lnTo>
                <a:lnTo>
                  <a:pt x="120997" y="123431"/>
                </a:lnTo>
                <a:lnTo>
                  <a:pt x="120997" y="120046"/>
                </a:lnTo>
                <a:lnTo>
                  <a:pt x="125539" y="120046"/>
                </a:lnTo>
                <a:cubicBezTo>
                  <a:pt x="130645" y="120046"/>
                  <a:pt x="134296" y="118401"/>
                  <a:pt x="136493" y="115109"/>
                </a:cubicBezTo>
                <a:cubicBezTo>
                  <a:pt x="137739" y="113228"/>
                  <a:pt x="138363" y="108877"/>
                  <a:pt x="138363" y="102057"/>
                </a:cubicBezTo>
                <a:lnTo>
                  <a:pt x="138363" y="24045"/>
                </a:lnTo>
                <a:cubicBezTo>
                  <a:pt x="138363" y="16542"/>
                  <a:pt x="137532" y="11845"/>
                  <a:pt x="135869" y="9955"/>
                </a:cubicBezTo>
                <a:cubicBezTo>
                  <a:pt x="133554" y="7355"/>
                  <a:pt x="130110" y="6056"/>
                  <a:pt x="125539" y="6056"/>
                </a:cubicBezTo>
                <a:lnTo>
                  <a:pt x="120997" y="6056"/>
                </a:lnTo>
                <a:lnTo>
                  <a:pt x="120997" y="2672"/>
                </a:lnTo>
                <a:lnTo>
                  <a:pt x="175677" y="2672"/>
                </a:lnTo>
                <a:lnTo>
                  <a:pt x="175677" y="6056"/>
                </a:lnTo>
                <a:cubicBezTo>
                  <a:pt x="169265" y="5996"/>
                  <a:pt x="164768" y="6585"/>
                  <a:pt x="162185" y="7820"/>
                </a:cubicBezTo>
                <a:cubicBezTo>
                  <a:pt x="159602" y="9056"/>
                  <a:pt x="157836" y="10615"/>
                  <a:pt x="156886" y="12498"/>
                </a:cubicBezTo>
                <a:cubicBezTo>
                  <a:pt x="155936" y="14381"/>
                  <a:pt x="155461" y="18883"/>
                  <a:pt x="155461" y="26004"/>
                </a:cubicBezTo>
                <a:lnTo>
                  <a:pt x="155461" y="101954"/>
                </a:lnTo>
                <a:cubicBezTo>
                  <a:pt x="155461" y="106888"/>
                  <a:pt x="155936" y="110275"/>
                  <a:pt x="156886" y="112118"/>
                </a:cubicBezTo>
                <a:cubicBezTo>
                  <a:pt x="157599" y="113365"/>
                  <a:pt x="158697" y="114286"/>
                  <a:pt x="160181" y="114881"/>
                </a:cubicBezTo>
                <a:cubicBezTo>
                  <a:pt x="161666" y="115475"/>
                  <a:pt x="166296" y="115772"/>
                  <a:pt x="174074" y="115772"/>
                </a:cubicBezTo>
                <a:lnTo>
                  <a:pt x="182890" y="115772"/>
                </a:lnTo>
                <a:cubicBezTo>
                  <a:pt x="192152" y="115772"/>
                  <a:pt x="198653" y="115087"/>
                  <a:pt x="202393" y="113718"/>
                </a:cubicBezTo>
                <a:cubicBezTo>
                  <a:pt x="206134" y="112347"/>
                  <a:pt x="209548" y="109919"/>
                  <a:pt x="212635" y="106435"/>
                </a:cubicBezTo>
                <a:cubicBezTo>
                  <a:pt x="215722" y="102949"/>
                  <a:pt x="218809" y="97452"/>
                  <a:pt x="221897" y="89946"/>
                </a:cubicBezTo>
                <a:close/>
                <a:moveTo>
                  <a:pt x="308398" y="82999"/>
                </a:moveTo>
                <a:lnTo>
                  <a:pt x="261644" y="82999"/>
                </a:lnTo>
                <a:lnTo>
                  <a:pt x="253451" y="102057"/>
                </a:lnTo>
                <a:cubicBezTo>
                  <a:pt x="251432" y="106725"/>
                  <a:pt x="250423" y="110210"/>
                  <a:pt x="250423" y="112513"/>
                </a:cubicBezTo>
                <a:cubicBezTo>
                  <a:pt x="250423" y="114346"/>
                  <a:pt x="251298" y="115956"/>
                  <a:pt x="253050" y="117344"/>
                </a:cubicBezTo>
                <a:cubicBezTo>
                  <a:pt x="254801" y="118732"/>
                  <a:pt x="258586" y="119633"/>
                  <a:pt x="264404" y="120046"/>
                </a:cubicBezTo>
                <a:lnTo>
                  <a:pt x="264404" y="123431"/>
                </a:lnTo>
                <a:lnTo>
                  <a:pt x="226378" y="123431"/>
                </a:lnTo>
                <a:lnTo>
                  <a:pt x="226378" y="120046"/>
                </a:lnTo>
                <a:cubicBezTo>
                  <a:pt x="231424" y="119158"/>
                  <a:pt x="234690" y="118003"/>
                  <a:pt x="236174" y="116582"/>
                </a:cubicBezTo>
                <a:cubicBezTo>
                  <a:pt x="239202" y="113737"/>
                  <a:pt x="242556" y="107962"/>
                  <a:pt x="246237" y="99255"/>
                </a:cubicBezTo>
                <a:lnTo>
                  <a:pt x="288716" y="0"/>
                </a:lnTo>
                <a:lnTo>
                  <a:pt x="291833" y="0"/>
                </a:lnTo>
                <a:lnTo>
                  <a:pt x="333867" y="100365"/>
                </a:lnTo>
                <a:cubicBezTo>
                  <a:pt x="337252" y="108402"/>
                  <a:pt x="340324" y="113619"/>
                  <a:pt x="343085" y="116014"/>
                </a:cubicBezTo>
                <a:cubicBezTo>
                  <a:pt x="345845" y="118407"/>
                  <a:pt x="349690" y="119751"/>
                  <a:pt x="354617" y="120046"/>
                </a:cubicBezTo>
                <a:lnTo>
                  <a:pt x="354617" y="123431"/>
                </a:lnTo>
                <a:lnTo>
                  <a:pt x="306973" y="123431"/>
                </a:lnTo>
                <a:lnTo>
                  <a:pt x="306973" y="120046"/>
                </a:lnTo>
                <a:cubicBezTo>
                  <a:pt x="311782" y="119811"/>
                  <a:pt x="315032" y="119013"/>
                  <a:pt x="316724" y="117653"/>
                </a:cubicBezTo>
                <a:cubicBezTo>
                  <a:pt x="318416" y="116293"/>
                  <a:pt x="319262" y="114638"/>
                  <a:pt x="319262" y="112688"/>
                </a:cubicBezTo>
                <a:cubicBezTo>
                  <a:pt x="319262" y="110087"/>
                  <a:pt x="318075" y="105979"/>
                  <a:pt x="315700" y="100365"/>
                </a:cubicBezTo>
                <a:lnTo>
                  <a:pt x="308398" y="82999"/>
                </a:lnTo>
                <a:moveTo>
                  <a:pt x="305904" y="76409"/>
                </a:moveTo>
                <a:lnTo>
                  <a:pt x="285421" y="27607"/>
                </a:lnTo>
                <a:lnTo>
                  <a:pt x="264404" y="76409"/>
                </a:lnTo>
                <a:lnTo>
                  <a:pt x="305904" y="76409"/>
                </a:lnTo>
                <a:close/>
                <a:moveTo>
                  <a:pt x="440258" y="0"/>
                </a:moveTo>
                <a:lnTo>
                  <a:pt x="440258" y="41856"/>
                </a:lnTo>
                <a:lnTo>
                  <a:pt x="436963" y="41856"/>
                </a:lnTo>
                <a:cubicBezTo>
                  <a:pt x="435894" y="33821"/>
                  <a:pt x="433979" y="27423"/>
                  <a:pt x="431219" y="22662"/>
                </a:cubicBezTo>
                <a:cubicBezTo>
                  <a:pt x="428458" y="17899"/>
                  <a:pt x="424525" y="14119"/>
                  <a:pt x="419419" y="11321"/>
                </a:cubicBezTo>
                <a:cubicBezTo>
                  <a:pt x="414313" y="8523"/>
                  <a:pt x="409029" y="7124"/>
                  <a:pt x="403567" y="7124"/>
                </a:cubicBezTo>
                <a:cubicBezTo>
                  <a:pt x="397392" y="7124"/>
                  <a:pt x="392287" y="9007"/>
                  <a:pt x="388249" y="12771"/>
                </a:cubicBezTo>
                <a:cubicBezTo>
                  <a:pt x="384212" y="16536"/>
                  <a:pt x="382194" y="20818"/>
                  <a:pt x="382194" y="25617"/>
                </a:cubicBezTo>
                <a:cubicBezTo>
                  <a:pt x="382194" y="29293"/>
                  <a:pt x="383470" y="32642"/>
                  <a:pt x="386023" y="35667"/>
                </a:cubicBezTo>
                <a:cubicBezTo>
                  <a:pt x="389704" y="40112"/>
                  <a:pt x="398461" y="46039"/>
                  <a:pt x="412294" y="53447"/>
                </a:cubicBezTo>
                <a:cubicBezTo>
                  <a:pt x="423575" y="59494"/>
                  <a:pt x="431278" y="64133"/>
                  <a:pt x="435404" y="67365"/>
                </a:cubicBezTo>
                <a:cubicBezTo>
                  <a:pt x="439530" y="70595"/>
                  <a:pt x="442707" y="74404"/>
                  <a:pt x="444933" y="78792"/>
                </a:cubicBezTo>
                <a:cubicBezTo>
                  <a:pt x="447159" y="83178"/>
                  <a:pt x="448273" y="87772"/>
                  <a:pt x="448273" y="92576"/>
                </a:cubicBezTo>
                <a:cubicBezTo>
                  <a:pt x="448273" y="101706"/>
                  <a:pt x="444725" y="109576"/>
                  <a:pt x="437631" y="116186"/>
                </a:cubicBezTo>
                <a:cubicBezTo>
                  <a:pt x="430536" y="122797"/>
                  <a:pt x="421408" y="126102"/>
                  <a:pt x="410246" y="126102"/>
                </a:cubicBezTo>
                <a:cubicBezTo>
                  <a:pt x="406743" y="126102"/>
                  <a:pt x="403448" y="125831"/>
                  <a:pt x="400361" y="125290"/>
                </a:cubicBezTo>
                <a:cubicBezTo>
                  <a:pt x="398520" y="124989"/>
                  <a:pt x="394706" y="123892"/>
                  <a:pt x="388917" y="121997"/>
                </a:cubicBezTo>
                <a:cubicBezTo>
                  <a:pt x="383129" y="120103"/>
                  <a:pt x="379463" y="119156"/>
                  <a:pt x="377919" y="119156"/>
                </a:cubicBezTo>
                <a:cubicBezTo>
                  <a:pt x="376435" y="119156"/>
                  <a:pt x="375262" y="119607"/>
                  <a:pt x="374401" y="120508"/>
                </a:cubicBezTo>
                <a:cubicBezTo>
                  <a:pt x="373540" y="121410"/>
                  <a:pt x="372902" y="123275"/>
                  <a:pt x="372487" y="126102"/>
                </a:cubicBezTo>
                <a:lnTo>
                  <a:pt x="369192" y="126102"/>
                </a:lnTo>
                <a:lnTo>
                  <a:pt x="369192" y="84602"/>
                </a:lnTo>
                <a:lnTo>
                  <a:pt x="372487" y="84602"/>
                </a:lnTo>
                <a:cubicBezTo>
                  <a:pt x="374030" y="93293"/>
                  <a:pt x="376108" y="99796"/>
                  <a:pt x="378720" y="104111"/>
                </a:cubicBezTo>
                <a:cubicBezTo>
                  <a:pt x="381333" y="108427"/>
                  <a:pt x="385325" y="112013"/>
                  <a:pt x="390698" y="114870"/>
                </a:cubicBezTo>
                <a:cubicBezTo>
                  <a:pt x="396071" y="117727"/>
                  <a:pt x="401964" y="119156"/>
                  <a:pt x="408376" y="119156"/>
                </a:cubicBezTo>
                <a:cubicBezTo>
                  <a:pt x="415797" y="119156"/>
                  <a:pt x="421660" y="117196"/>
                  <a:pt x="425964" y="113275"/>
                </a:cubicBezTo>
                <a:cubicBezTo>
                  <a:pt x="430269" y="109355"/>
                  <a:pt x="432421" y="104722"/>
                  <a:pt x="432421" y="99377"/>
                </a:cubicBezTo>
                <a:cubicBezTo>
                  <a:pt x="432421" y="96407"/>
                  <a:pt x="431604" y="93408"/>
                  <a:pt x="429972" y="90380"/>
                </a:cubicBezTo>
                <a:cubicBezTo>
                  <a:pt x="428339" y="87350"/>
                  <a:pt x="425801" y="84528"/>
                  <a:pt x="422358" y="81914"/>
                </a:cubicBezTo>
                <a:cubicBezTo>
                  <a:pt x="420042" y="80133"/>
                  <a:pt x="413719" y="76370"/>
                  <a:pt x="403389" y="70626"/>
                </a:cubicBezTo>
                <a:cubicBezTo>
                  <a:pt x="393058" y="64880"/>
                  <a:pt x="385711" y="60288"/>
                  <a:pt x="381348" y="56848"/>
                </a:cubicBezTo>
                <a:cubicBezTo>
                  <a:pt x="376984" y="53408"/>
                  <a:pt x="373674" y="49612"/>
                  <a:pt x="371418" y="45460"/>
                </a:cubicBezTo>
                <a:cubicBezTo>
                  <a:pt x="369162" y="41308"/>
                  <a:pt x="368034" y="36741"/>
                  <a:pt x="368034" y="31759"/>
                </a:cubicBezTo>
                <a:cubicBezTo>
                  <a:pt x="368034" y="23101"/>
                  <a:pt x="371359" y="15643"/>
                  <a:pt x="378008" y="9387"/>
                </a:cubicBezTo>
                <a:cubicBezTo>
                  <a:pt x="384657" y="3129"/>
                  <a:pt x="393118" y="0"/>
                  <a:pt x="403389" y="0"/>
                </a:cubicBezTo>
                <a:cubicBezTo>
                  <a:pt x="409801" y="0"/>
                  <a:pt x="416599" y="1573"/>
                  <a:pt x="423782" y="4720"/>
                </a:cubicBezTo>
                <a:cubicBezTo>
                  <a:pt x="427107" y="6204"/>
                  <a:pt x="429452" y="6946"/>
                  <a:pt x="430818" y="6946"/>
                </a:cubicBezTo>
                <a:cubicBezTo>
                  <a:pt x="432361" y="6946"/>
                  <a:pt x="433623" y="6486"/>
                  <a:pt x="434603" y="5566"/>
                </a:cubicBezTo>
                <a:cubicBezTo>
                  <a:pt x="435582" y="4646"/>
                  <a:pt x="436369" y="2790"/>
                  <a:pt x="436963" y="0"/>
                </a:cubicBezTo>
                <a:lnTo>
                  <a:pt x="44025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ISA">
            <a:extLst xmlns:a="http://schemas.openxmlformats.org/drawingml/2006/main">
              <a:ext uri="{FF2B5EF4-FFF2-40B4-BE49-F238E27FC236}">
                <a16:creationId xmlns:a16="http://schemas.microsoft.com/office/drawing/2014/main" id="{AACF90AD-6BC8-4173-A11B-9435CCB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38" y="3204294"/>
            <a:ext cx="299097" cy="126102"/>
          </a:xfrm>
          <a:custGeom xmlns:a="http://schemas.openxmlformats.org/drawingml/2006/main">
            <a:pathLst>
              <a:path w="299097" h="126102">
                <a:moveTo>
                  <a:pt x="63140" y="120225"/>
                </a:moveTo>
                <a:lnTo>
                  <a:pt x="63140" y="123431"/>
                </a:lnTo>
                <a:lnTo>
                  <a:pt x="0" y="123431"/>
                </a:lnTo>
                <a:lnTo>
                  <a:pt x="0" y="120225"/>
                </a:lnTo>
                <a:lnTo>
                  <a:pt x="4007" y="120225"/>
                </a:lnTo>
                <a:cubicBezTo>
                  <a:pt x="7510" y="120225"/>
                  <a:pt x="10330" y="119598"/>
                  <a:pt x="12468" y="118346"/>
                </a:cubicBezTo>
                <a:cubicBezTo>
                  <a:pt x="14011" y="117509"/>
                  <a:pt x="15199" y="116077"/>
                  <a:pt x="16030" y="114049"/>
                </a:cubicBezTo>
                <a:cubicBezTo>
                  <a:pt x="16683" y="112617"/>
                  <a:pt x="17010" y="108857"/>
                  <a:pt x="17010" y="102770"/>
                </a:cubicBezTo>
                <a:lnTo>
                  <a:pt x="17010" y="23332"/>
                </a:lnTo>
                <a:cubicBezTo>
                  <a:pt x="17010" y="17126"/>
                  <a:pt x="16683" y="13248"/>
                  <a:pt x="16030" y="11697"/>
                </a:cubicBezTo>
                <a:cubicBezTo>
                  <a:pt x="15377" y="10144"/>
                  <a:pt x="14056" y="8786"/>
                  <a:pt x="12067" y="7623"/>
                </a:cubicBezTo>
                <a:cubicBezTo>
                  <a:pt x="10078" y="6459"/>
                  <a:pt x="7392" y="5878"/>
                  <a:pt x="4007" y="5878"/>
                </a:cubicBezTo>
                <a:lnTo>
                  <a:pt x="0" y="5878"/>
                </a:lnTo>
                <a:lnTo>
                  <a:pt x="0" y="2672"/>
                </a:lnTo>
                <a:lnTo>
                  <a:pt x="63140" y="2672"/>
                </a:lnTo>
                <a:lnTo>
                  <a:pt x="63140" y="5878"/>
                </a:lnTo>
                <a:lnTo>
                  <a:pt x="59133" y="5878"/>
                </a:lnTo>
                <a:cubicBezTo>
                  <a:pt x="55630" y="5878"/>
                  <a:pt x="52810" y="6504"/>
                  <a:pt x="50672" y="7756"/>
                </a:cubicBezTo>
                <a:cubicBezTo>
                  <a:pt x="49129" y="8593"/>
                  <a:pt x="47912" y="10025"/>
                  <a:pt x="47021" y="12053"/>
                </a:cubicBezTo>
                <a:cubicBezTo>
                  <a:pt x="46368" y="13485"/>
                  <a:pt x="46042" y="17245"/>
                  <a:pt x="46042" y="23332"/>
                </a:cubicBezTo>
                <a:lnTo>
                  <a:pt x="46042" y="102770"/>
                </a:lnTo>
                <a:cubicBezTo>
                  <a:pt x="46042" y="108976"/>
                  <a:pt x="46383" y="112855"/>
                  <a:pt x="47066" y="114408"/>
                </a:cubicBezTo>
                <a:cubicBezTo>
                  <a:pt x="47748" y="115959"/>
                  <a:pt x="49084" y="117316"/>
                  <a:pt x="51073" y="118480"/>
                </a:cubicBezTo>
                <a:cubicBezTo>
                  <a:pt x="53062" y="119643"/>
                  <a:pt x="55749" y="120225"/>
                  <a:pt x="59133" y="120225"/>
                </a:cubicBezTo>
                <a:lnTo>
                  <a:pt x="63140" y="120225"/>
                </a:lnTo>
                <a:close/>
                <a:moveTo>
                  <a:pt x="152968" y="0"/>
                </a:moveTo>
                <a:lnTo>
                  <a:pt x="153947" y="40253"/>
                </a:lnTo>
                <a:lnTo>
                  <a:pt x="150296" y="40253"/>
                </a:lnTo>
                <a:cubicBezTo>
                  <a:pt x="148574" y="30186"/>
                  <a:pt x="144344" y="22088"/>
                  <a:pt x="137606" y="15960"/>
                </a:cubicBezTo>
                <a:cubicBezTo>
                  <a:pt x="130867" y="9832"/>
                  <a:pt x="123580" y="6768"/>
                  <a:pt x="115743" y="6768"/>
                </a:cubicBezTo>
                <a:cubicBezTo>
                  <a:pt x="109687" y="6768"/>
                  <a:pt x="104893" y="8381"/>
                  <a:pt x="101360" y="11608"/>
                </a:cubicBezTo>
                <a:cubicBezTo>
                  <a:pt x="97828" y="14832"/>
                  <a:pt x="96061" y="18546"/>
                  <a:pt x="96061" y="22748"/>
                </a:cubicBezTo>
                <a:cubicBezTo>
                  <a:pt x="96061" y="25410"/>
                  <a:pt x="96685" y="27778"/>
                  <a:pt x="97932" y="29850"/>
                </a:cubicBezTo>
                <a:cubicBezTo>
                  <a:pt x="99653" y="32631"/>
                  <a:pt x="102414" y="35383"/>
                  <a:pt x="106214" y="38104"/>
                </a:cubicBezTo>
                <a:cubicBezTo>
                  <a:pt x="109004" y="40058"/>
                  <a:pt x="115446" y="43521"/>
                  <a:pt x="125539" y="48493"/>
                </a:cubicBezTo>
                <a:cubicBezTo>
                  <a:pt x="139669" y="55417"/>
                  <a:pt x="149198" y="61958"/>
                  <a:pt x="154125" y="68116"/>
                </a:cubicBezTo>
                <a:cubicBezTo>
                  <a:pt x="158994" y="74272"/>
                  <a:pt x="161428" y="81317"/>
                  <a:pt x="161428" y="89250"/>
                </a:cubicBezTo>
                <a:cubicBezTo>
                  <a:pt x="161428" y="99313"/>
                  <a:pt x="157495" y="107971"/>
                  <a:pt x="149628" y="115224"/>
                </a:cubicBezTo>
                <a:cubicBezTo>
                  <a:pt x="141762" y="122476"/>
                  <a:pt x="131773" y="126102"/>
                  <a:pt x="119661" y="126102"/>
                </a:cubicBezTo>
                <a:cubicBezTo>
                  <a:pt x="115861" y="126102"/>
                  <a:pt x="112269" y="125716"/>
                  <a:pt x="108885" y="124944"/>
                </a:cubicBezTo>
                <a:cubicBezTo>
                  <a:pt x="105501" y="124173"/>
                  <a:pt x="101256" y="122718"/>
                  <a:pt x="96150" y="120581"/>
                </a:cubicBezTo>
                <a:cubicBezTo>
                  <a:pt x="93301" y="119393"/>
                  <a:pt x="90956" y="118800"/>
                  <a:pt x="89115" y="118800"/>
                </a:cubicBezTo>
                <a:cubicBezTo>
                  <a:pt x="87572" y="118800"/>
                  <a:pt x="85939" y="119401"/>
                  <a:pt x="84217" y="120603"/>
                </a:cubicBezTo>
                <a:cubicBezTo>
                  <a:pt x="82495" y="121805"/>
                  <a:pt x="81100" y="123638"/>
                  <a:pt x="80031" y="126102"/>
                </a:cubicBezTo>
                <a:lnTo>
                  <a:pt x="76736" y="126102"/>
                </a:lnTo>
                <a:lnTo>
                  <a:pt x="76736" y="80506"/>
                </a:lnTo>
                <a:lnTo>
                  <a:pt x="80031" y="80506"/>
                </a:lnTo>
                <a:cubicBezTo>
                  <a:pt x="82644" y="93300"/>
                  <a:pt x="87675" y="103059"/>
                  <a:pt x="95126" y="109783"/>
                </a:cubicBezTo>
                <a:cubicBezTo>
                  <a:pt x="102577" y="116506"/>
                  <a:pt x="110607" y="119868"/>
                  <a:pt x="119216" y="119868"/>
                </a:cubicBezTo>
                <a:cubicBezTo>
                  <a:pt x="125865" y="119868"/>
                  <a:pt x="131164" y="118063"/>
                  <a:pt x="135112" y="114453"/>
                </a:cubicBezTo>
                <a:cubicBezTo>
                  <a:pt x="139060" y="110842"/>
                  <a:pt x="141034" y="106640"/>
                  <a:pt x="141034" y="101846"/>
                </a:cubicBezTo>
                <a:cubicBezTo>
                  <a:pt x="141034" y="99005"/>
                  <a:pt x="140277" y="96254"/>
                  <a:pt x="138763" y="93591"/>
                </a:cubicBezTo>
                <a:cubicBezTo>
                  <a:pt x="137249" y="90927"/>
                  <a:pt x="134949" y="88397"/>
                  <a:pt x="131862" y="86000"/>
                </a:cubicBezTo>
                <a:cubicBezTo>
                  <a:pt x="128774" y="83602"/>
                  <a:pt x="123312" y="80481"/>
                  <a:pt x="115475" y="76635"/>
                </a:cubicBezTo>
                <a:cubicBezTo>
                  <a:pt x="104492" y="71249"/>
                  <a:pt x="96596" y="66659"/>
                  <a:pt x="91787" y="62865"/>
                </a:cubicBezTo>
                <a:cubicBezTo>
                  <a:pt x="86978" y="59071"/>
                  <a:pt x="83282" y="54832"/>
                  <a:pt x="80699" y="50149"/>
                </a:cubicBezTo>
                <a:cubicBezTo>
                  <a:pt x="78117" y="45466"/>
                  <a:pt x="76826" y="40310"/>
                  <a:pt x="76826" y="34679"/>
                </a:cubicBezTo>
                <a:cubicBezTo>
                  <a:pt x="76826" y="25076"/>
                  <a:pt x="80358" y="16895"/>
                  <a:pt x="87423" y="10138"/>
                </a:cubicBezTo>
                <a:cubicBezTo>
                  <a:pt x="94488" y="3379"/>
                  <a:pt x="103394" y="0"/>
                  <a:pt x="114140" y="0"/>
                </a:cubicBezTo>
                <a:cubicBezTo>
                  <a:pt x="118058" y="0"/>
                  <a:pt x="121858" y="481"/>
                  <a:pt x="125539" y="1442"/>
                </a:cubicBezTo>
                <a:cubicBezTo>
                  <a:pt x="128329" y="2161"/>
                  <a:pt x="131728" y="3496"/>
                  <a:pt x="135736" y="5446"/>
                </a:cubicBezTo>
                <a:cubicBezTo>
                  <a:pt x="139743" y="7396"/>
                  <a:pt x="142548" y="8371"/>
                  <a:pt x="144151" y="8371"/>
                </a:cubicBezTo>
                <a:cubicBezTo>
                  <a:pt x="145695" y="8371"/>
                  <a:pt x="146912" y="7892"/>
                  <a:pt x="147803" y="6932"/>
                </a:cubicBezTo>
                <a:cubicBezTo>
                  <a:pt x="148693" y="5971"/>
                  <a:pt x="149524" y="3661"/>
                  <a:pt x="150296" y="0"/>
                </a:cubicBezTo>
                <a:lnTo>
                  <a:pt x="152968" y="0"/>
                </a:lnTo>
                <a:close/>
                <a:moveTo>
                  <a:pt x="245307" y="88877"/>
                </a:moveTo>
                <a:lnTo>
                  <a:pt x="202650" y="88877"/>
                </a:lnTo>
                <a:lnTo>
                  <a:pt x="197574" y="100691"/>
                </a:lnTo>
                <a:cubicBezTo>
                  <a:pt x="195911" y="104652"/>
                  <a:pt x="195080" y="107923"/>
                  <a:pt x="195080" y="110504"/>
                </a:cubicBezTo>
                <a:cubicBezTo>
                  <a:pt x="195080" y="113923"/>
                  <a:pt x="196446" y="116443"/>
                  <a:pt x="199177" y="118065"/>
                </a:cubicBezTo>
                <a:cubicBezTo>
                  <a:pt x="200780" y="119024"/>
                  <a:pt x="204728" y="119744"/>
                  <a:pt x="211021" y="120225"/>
                </a:cubicBezTo>
                <a:lnTo>
                  <a:pt x="211021" y="123431"/>
                </a:lnTo>
                <a:lnTo>
                  <a:pt x="170857" y="123431"/>
                </a:lnTo>
                <a:lnTo>
                  <a:pt x="170857" y="120225"/>
                </a:lnTo>
                <a:cubicBezTo>
                  <a:pt x="175191" y="119566"/>
                  <a:pt x="178753" y="117753"/>
                  <a:pt x="181544" y="114787"/>
                </a:cubicBezTo>
                <a:cubicBezTo>
                  <a:pt x="184334" y="111818"/>
                  <a:pt x="187777" y="105688"/>
                  <a:pt x="191874" y="96397"/>
                </a:cubicBezTo>
                <a:lnTo>
                  <a:pt x="235066" y="0"/>
                </a:lnTo>
                <a:lnTo>
                  <a:pt x="236758" y="0"/>
                </a:lnTo>
                <a:lnTo>
                  <a:pt x="280306" y="99082"/>
                </a:lnTo>
                <a:cubicBezTo>
                  <a:pt x="284462" y="108559"/>
                  <a:pt x="287876" y="114527"/>
                  <a:pt x="290547" y="116985"/>
                </a:cubicBezTo>
                <a:cubicBezTo>
                  <a:pt x="292566" y="118844"/>
                  <a:pt x="295416" y="119924"/>
                  <a:pt x="299097" y="120225"/>
                </a:cubicBezTo>
                <a:lnTo>
                  <a:pt x="299097" y="123431"/>
                </a:lnTo>
                <a:lnTo>
                  <a:pt x="240676" y="123431"/>
                </a:lnTo>
                <a:lnTo>
                  <a:pt x="240676" y="120225"/>
                </a:lnTo>
                <a:lnTo>
                  <a:pt x="243081" y="120225"/>
                </a:lnTo>
                <a:cubicBezTo>
                  <a:pt x="247771" y="120225"/>
                  <a:pt x="251066" y="119560"/>
                  <a:pt x="252966" y="118232"/>
                </a:cubicBezTo>
                <a:cubicBezTo>
                  <a:pt x="254272" y="117267"/>
                  <a:pt x="254925" y="115878"/>
                  <a:pt x="254925" y="114066"/>
                </a:cubicBezTo>
                <a:cubicBezTo>
                  <a:pt x="254925" y="112980"/>
                  <a:pt x="254747" y="111864"/>
                  <a:pt x="254391" y="110715"/>
                </a:cubicBezTo>
                <a:cubicBezTo>
                  <a:pt x="254272" y="110173"/>
                  <a:pt x="253381" y="107910"/>
                  <a:pt x="251719" y="103925"/>
                </a:cubicBezTo>
                <a:lnTo>
                  <a:pt x="245307" y="88877"/>
                </a:lnTo>
                <a:moveTo>
                  <a:pt x="242279" y="82287"/>
                </a:moveTo>
                <a:lnTo>
                  <a:pt x="224290" y="40648"/>
                </a:lnTo>
                <a:lnTo>
                  <a:pt x="205767" y="82287"/>
                </a:lnTo>
                <a:lnTo>
                  <a:pt x="242279" y="82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14865-1754-4C75-A994-FDB18EF7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619" y="3097007"/>
            <a:ext cx="1035947" cy="361122"/>
          </a:xfrm>
          <a:custGeom xmlns:a="http://schemas.openxmlformats.org/drawingml/2006/main">
            <a:pathLst>
              <a:path w="1035947" h="361122">
                <a:moveTo>
                  <a:pt x="0" y="361122"/>
                </a:moveTo>
                <a:lnTo>
                  <a:pt x="0" y="0"/>
                </a:lnTo>
                <a:lnTo>
                  <a:pt x="1035947" y="0"/>
                </a:lnTo>
                <a:lnTo>
                  <a:pt x="1035947" y="361122"/>
                </a:lnTo>
                <a:lnTo>
                  <a:pt x="0" y="361122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603F9-8C64-4317-B153-C23BFB60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619" y="3097007"/>
            <a:ext cx="1035947" cy="361122"/>
          </a:xfrm>
          <a:custGeom xmlns:a="http://schemas.openxmlformats.org/drawingml/2006/main">
            <a:pathLst>
              <a:path w="1035947" h="361122" fill="none">
                <a:moveTo>
                  <a:pt x="0" y="361122"/>
                </a:moveTo>
                <a:lnTo>
                  <a:pt x="1035947" y="361122"/>
                </a:lnTo>
                <a:lnTo>
                  <a:pt x="1035947" y="0"/>
                </a:lnTo>
                <a:lnTo>
                  <a:pt x="0" y="0"/>
                </a:lnTo>
                <a:lnTo>
                  <a:pt x="0" y="361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35" name="Text X86">
            <a:extLst xmlns:a="http://schemas.openxmlformats.org/drawingml/2006/main">
              <a:ext uri="{FF2B5EF4-FFF2-40B4-BE49-F238E27FC236}">
                <a16:creationId xmlns:a16="http://schemas.microsoft.com/office/drawing/2014/main" id="{0E819BB1-A462-40AE-936D-540B77E1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685" y="3222406"/>
            <a:ext cx="305696" cy="125390"/>
          </a:xfrm>
          <a:custGeom xmlns:a="http://schemas.openxmlformats.org/drawingml/2006/main">
            <a:pathLst>
              <a:path w="305696" h="125390">
                <a:moveTo>
                  <a:pt x="73075" y="56372"/>
                </a:moveTo>
                <a:lnTo>
                  <a:pt x="99029" y="95022"/>
                </a:lnTo>
                <a:cubicBezTo>
                  <a:pt x="106213" y="105670"/>
                  <a:pt x="111542" y="112399"/>
                  <a:pt x="115015" y="115210"/>
                </a:cubicBezTo>
                <a:cubicBezTo>
                  <a:pt x="118488" y="118020"/>
                  <a:pt x="122896" y="119573"/>
                  <a:pt x="128240" y="119868"/>
                </a:cubicBezTo>
                <a:lnTo>
                  <a:pt x="128240" y="123252"/>
                </a:lnTo>
                <a:lnTo>
                  <a:pt x="76409" y="123252"/>
                </a:lnTo>
                <a:lnTo>
                  <a:pt x="76409" y="119868"/>
                </a:lnTo>
                <a:cubicBezTo>
                  <a:pt x="79853" y="119809"/>
                  <a:pt x="82406" y="119455"/>
                  <a:pt x="84068" y="118805"/>
                </a:cubicBezTo>
                <a:cubicBezTo>
                  <a:pt x="85315" y="118275"/>
                  <a:pt x="86339" y="117464"/>
                  <a:pt x="87141" y="116373"/>
                </a:cubicBezTo>
                <a:cubicBezTo>
                  <a:pt x="87942" y="115280"/>
                  <a:pt x="88343" y="114173"/>
                  <a:pt x="88343" y="113053"/>
                </a:cubicBezTo>
                <a:cubicBezTo>
                  <a:pt x="88343" y="111695"/>
                  <a:pt x="88076" y="110337"/>
                  <a:pt x="87541" y="108979"/>
                </a:cubicBezTo>
                <a:cubicBezTo>
                  <a:pt x="87126" y="107977"/>
                  <a:pt x="85493" y="105380"/>
                  <a:pt x="82643" y="101189"/>
                </a:cubicBezTo>
                <a:lnTo>
                  <a:pt x="62085" y="70401"/>
                </a:lnTo>
                <a:lnTo>
                  <a:pt x="36869" y="102592"/>
                </a:lnTo>
                <a:cubicBezTo>
                  <a:pt x="34197" y="106017"/>
                  <a:pt x="32594" y="108305"/>
                  <a:pt x="32060" y="109457"/>
                </a:cubicBezTo>
                <a:cubicBezTo>
                  <a:pt x="31526" y="110609"/>
                  <a:pt x="31258" y="111806"/>
                  <a:pt x="31258" y="113047"/>
                </a:cubicBezTo>
                <a:cubicBezTo>
                  <a:pt x="31258" y="114936"/>
                  <a:pt x="32060" y="116501"/>
                  <a:pt x="33663" y="117742"/>
                </a:cubicBezTo>
                <a:cubicBezTo>
                  <a:pt x="35266" y="118981"/>
                  <a:pt x="38323" y="119690"/>
                  <a:pt x="42836" y="119868"/>
                </a:cubicBezTo>
                <a:lnTo>
                  <a:pt x="42836" y="123252"/>
                </a:lnTo>
                <a:lnTo>
                  <a:pt x="0" y="123252"/>
                </a:lnTo>
                <a:lnTo>
                  <a:pt x="0" y="119868"/>
                </a:lnTo>
                <a:cubicBezTo>
                  <a:pt x="3028" y="119573"/>
                  <a:pt x="5640" y="118953"/>
                  <a:pt x="7837" y="118007"/>
                </a:cubicBezTo>
                <a:cubicBezTo>
                  <a:pt x="11518" y="116470"/>
                  <a:pt x="15021" y="114402"/>
                  <a:pt x="18345" y="111800"/>
                </a:cubicBezTo>
                <a:cubicBezTo>
                  <a:pt x="21670" y="109199"/>
                  <a:pt x="25470" y="105209"/>
                  <a:pt x="29744" y="99831"/>
                </a:cubicBezTo>
                <a:lnTo>
                  <a:pt x="57816" y="64006"/>
                </a:lnTo>
                <a:lnTo>
                  <a:pt x="34464" y="29146"/>
                </a:lnTo>
                <a:cubicBezTo>
                  <a:pt x="27993" y="19697"/>
                  <a:pt x="22501" y="13501"/>
                  <a:pt x="17989" y="10559"/>
                </a:cubicBezTo>
                <a:cubicBezTo>
                  <a:pt x="13477" y="7616"/>
                  <a:pt x="8282" y="6056"/>
                  <a:pt x="2404" y="5878"/>
                </a:cubicBezTo>
                <a:lnTo>
                  <a:pt x="2404" y="2494"/>
                </a:lnTo>
                <a:lnTo>
                  <a:pt x="58242" y="2494"/>
                </a:lnTo>
                <a:lnTo>
                  <a:pt x="58242" y="5878"/>
                </a:lnTo>
                <a:cubicBezTo>
                  <a:pt x="53493" y="6054"/>
                  <a:pt x="50242" y="6819"/>
                  <a:pt x="48491" y="8174"/>
                </a:cubicBezTo>
                <a:cubicBezTo>
                  <a:pt x="46739" y="9528"/>
                  <a:pt x="45863" y="11030"/>
                  <a:pt x="45863" y="12679"/>
                </a:cubicBezTo>
                <a:cubicBezTo>
                  <a:pt x="45863" y="14857"/>
                  <a:pt x="47288" y="18036"/>
                  <a:pt x="50138" y="22216"/>
                </a:cubicBezTo>
                <a:lnTo>
                  <a:pt x="68795" y="49999"/>
                </a:lnTo>
                <a:lnTo>
                  <a:pt x="90124" y="22779"/>
                </a:lnTo>
                <a:cubicBezTo>
                  <a:pt x="92617" y="19593"/>
                  <a:pt x="94146" y="17410"/>
                  <a:pt x="94710" y="16230"/>
                </a:cubicBezTo>
                <a:cubicBezTo>
                  <a:pt x="95274" y="15050"/>
                  <a:pt x="95556" y="13841"/>
                  <a:pt x="95556" y="12601"/>
                </a:cubicBezTo>
                <a:cubicBezTo>
                  <a:pt x="95556" y="11364"/>
                  <a:pt x="95200" y="10273"/>
                  <a:pt x="94488" y="9329"/>
                </a:cubicBezTo>
                <a:cubicBezTo>
                  <a:pt x="93597" y="8089"/>
                  <a:pt x="92469" y="7219"/>
                  <a:pt x="91103" y="6718"/>
                </a:cubicBezTo>
                <a:cubicBezTo>
                  <a:pt x="89738" y="6217"/>
                  <a:pt x="86918" y="5937"/>
                  <a:pt x="82643" y="5878"/>
                </a:cubicBezTo>
                <a:lnTo>
                  <a:pt x="82643" y="2494"/>
                </a:lnTo>
                <a:lnTo>
                  <a:pt x="125479" y="2494"/>
                </a:lnTo>
                <a:lnTo>
                  <a:pt x="125479" y="5878"/>
                </a:lnTo>
                <a:cubicBezTo>
                  <a:pt x="122095" y="6056"/>
                  <a:pt x="119334" y="6589"/>
                  <a:pt x="117197" y="7478"/>
                </a:cubicBezTo>
                <a:cubicBezTo>
                  <a:pt x="113991" y="8842"/>
                  <a:pt x="111052" y="10679"/>
                  <a:pt x="108380" y="12991"/>
                </a:cubicBezTo>
                <a:cubicBezTo>
                  <a:pt x="105709" y="15301"/>
                  <a:pt x="101939" y="19567"/>
                  <a:pt x="97070" y="25790"/>
                </a:cubicBezTo>
                <a:lnTo>
                  <a:pt x="73075" y="56372"/>
                </a:lnTo>
                <a:close/>
                <a:moveTo>
                  <a:pt x="165345" y="62428"/>
                </a:moveTo>
                <a:cubicBezTo>
                  <a:pt x="155786" y="54591"/>
                  <a:pt x="149627" y="48298"/>
                  <a:pt x="146866" y="43548"/>
                </a:cubicBezTo>
                <a:cubicBezTo>
                  <a:pt x="144105" y="38798"/>
                  <a:pt x="142725" y="33871"/>
                  <a:pt x="142725" y="28765"/>
                </a:cubicBezTo>
                <a:cubicBezTo>
                  <a:pt x="142725" y="20928"/>
                  <a:pt x="145753" y="14175"/>
                  <a:pt x="151808" y="8505"/>
                </a:cubicBezTo>
                <a:cubicBezTo>
                  <a:pt x="157864" y="2835"/>
                  <a:pt x="165909" y="0"/>
                  <a:pt x="175942" y="0"/>
                </a:cubicBezTo>
                <a:cubicBezTo>
                  <a:pt x="185679" y="0"/>
                  <a:pt x="193516" y="2642"/>
                  <a:pt x="199453" y="7926"/>
                </a:cubicBezTo>
                <a:cubicBezTo>
                  <a:pt x="205390" y="13210"/>
                  <a:pt x="208358" y="19236"/>
                  <a:pt x="208358" y="26004"/>
                </a:cubicBezTo>
                <a:cubicBezTo>
                  <a:pt x="208358" y="30516"/>
                  <a:pt x="206755" y="35117"/>
                  <a:pt x="203549" y="39808"/>
                </a:cubicBezTo>
                <a:cubicBezTo>
                  <a:pt x="200343" y="44498"/>
                  <a:pt x="193664" y="50019"/>
                  <a:pt x="183512" y="56372"/>
                </a:cubicBezTo>
                <a:cubicBezTo>
                  <a:pt x="193961" y="64446"/>
                  <a:pt x="200878" y="70799"/>
                  <a:pt x="204262" y="75430"/>
                </a:cubicBezTo>
                <a:cubicBezTo>
                  <a:pt x="208774" y="81486"/>
                  <a:pt x="211030" y="87868"/>
                  <a:pt x="211030" y="94577"/>
                </a:cubicBezTo>
                <a:cubicBezTo>
                  <a:pt x="211030" y="103067"/>
                  <a:pt x="207794" y="110325"/>
                  <a:pt x="201323" y="116351"/>
                </a:cubicBezTo>
                <a:cubicBezTo>
                  <a:pt x="194852" y="122377"/>
                  <a:pt x="186362" y="125390"/>
                  <a:pt x="175853" y="125390"/>
                </a:cubicBezTo>
                <a:cubicBezTo>
                  <a:pt x="164395" y="125390"/>
                  <a:pt x="155460" y="121798"/>
                  <a:pt x="149048" y="114614"/>
                </a:cubicBezTo>
                <a:cubicBezTo>
                  <a:pt x="143942" y="108855"/>
                  <a:pt x="141389" y="102562"/>
                  <a:pt x="141389" y="95734"/>
                </a:cubicBezTo>
                <a:cubicBezTo>
                  <a:pt x="141389" y="90391"/>
                  <a:pt x="143185" y="85092"/>
                  <a:pt x="146777" y="79838"/>
                </a:cubicBezTo>
                <a:cubicBezTo>
                  <a:pt x="150369" y="74584"/>
                  <a:pt x="156558" y="68780"/>
                  <a:pt x="165345" y="62428"/>
                </a:cubicBezTo>
                <a:moveTo>
                  <a:pt x="179326" y="52899"/>
                </a:moveTo>
                <a:cubicBezTo>
                  <a:pt x="186451" y="46463"/>
                  <a:pt x="190963" y="41383"/>
                  <a:pt x="192863" y="37659"/>
                </a:cubicBezTo>
                <a:cubicBezTo>
                  <a:pt x="194763" y="33934"/>
                  <a:pt x="195713" y="29718"/>
                  <a:pt x="195713" y="25011"/>
                </a:cubicBezTo>
                <a:cubicBezTo>
                  <a:pt x="195713" y="18753"/>
                  <a:pt x="193961" y="13851"/>
                  <a:pt x="190458" y="10305"/>
                </a:cubicBezTo>
                <a:cubicBezTo>
                  <a:pt x="186955" y="6760"/>
                  <a:pt x="182176" y="4987"/>
                  <a:pt x="176120" y="4987"/>
                </a:cubicBezTo>
                <a:cubicBezTo>
                  <a:pt x="170065" y="4987"/>
                  <a:pt x="165137" y="6745"/>
                  <a:pt x="161337" y="10261"/>
                </a:cubicBezTo>
                <a:cubicBezTo>
                  <a:pt x="157538" y="13777"/>
                  <a:pt x="155638" y="17889"/>
                  <a:pt x="155638" y="22598"/>
                </a:cubicBezTo>
                <a:cubicBezTo>
                  <a:pt x="155638" y="25696"/>
                  <a:pt x="156424" y="28795"/>
                  <a:pt x="157998" y="31893"/>
                </a:cubicBezTo>
                <a:cubicBezTo>
                  <a:pt x="159571" y="34991"/>
                  <a:pt x="161812" y="37941"/>
                  <a:pt x="164721" y="40743"/>
                </a:cubicBezTo>
                <a:lnTo>
                  <a:pt x="179326" y="52899"/>
                </a:lnTo>
                <a:moveTo>
                  <a:pt x="169530" y="65812"/>
                </a:moveTo>
                <a:cubicBezTo>
                  <a:pt x="164603" y="69955"/>
                  <a:pt x="160951" y="74468"/>
                  <a:pt x="158577" y="79351"/>
                </a:cubicBezTo>
                <a:cubicBezTo>
                  <a:pt x="156202" y="84232"/>
                  <a:pt x="155014" y="89513"/>
                  <a:pt x="155014" y="95194"/>
                </a:cubicBezTo>
                <a:cubicBezTo>
                  <a:pt x="155014" y="102827"/>
                  <a:pt x="157107" y="108937"/>
                  <a:pt x="161293" y="113523"/>
                </a:cubicBezTo>
                <a:cubicBezTo>
                  <a:pt x="165478" y="118109"/>
                  <a:pt x="170807" y="120403"/>
                  <a:pt x="177278" y="120403"/>
                </a:cubicBezTo>
                <a:cubicBezTo>
                  <a:pt x="183690" y="120403"/>
                  <a:pt x="188826" y="118598"/>
                  <a:pt x="192685" y="114990"/>
                </a:cubicBezTo>
                <a:cubicBezTo>
                  <a:pt x="196544" y="111379"/>
                  <a:pt x="198473" y="107000"/>
                  <a:pt x="198473" y="101851"/>
                </a:cubicBezTo>
                <a:cubicBezTo>
                  <a:pt x="198473" y="97590"/>
                  <a:pt x="197345" y="93772"/>
                  <a:pt x="195089" y="90399"/>
                </a:cubicBezTo>
                <a:cubicBezTo>
                  <a:pt x="190874" y="84127"/>
                  <a:pt x="182354" y="75931"/>
                  <a:pt x="169530" y="65812"/>
                </a:cubicBezTo>
                <a:close/>
                <a:moveTo>
                  <a:pt x="303291" y="0"/>
                </a:moveTo>
                <a:lnTo>
                  <a:pt x="303291" y="3562"/>
                </a:lnTo>
                <a:cubicBezTo>
                  <a:pt x="295454" y="4328"/>
                  <a:pt x="289057" y="5877"/>
                  <a:pt x="284100" y="8207"/>
                </a:cubicBezTo>
                <a:cubicBezTo>
                  <a:pt x="279142" y="10535"/>
                  <a:pt x="274244" y="14088"/>
                  <a:pt x="269406" y="18866"/>
                </a:cubicBezTo>
                <a:cubicBezTo>
                  <a:pt x="264567" y="23641"/>
                  <a:pt x="260560" y="28963"/>
                  <a:pt x="257383" y="34832"/>
                </a:cubicBezTo>
                <a:cubicBezTo>
                  <a:pt x="254207" y="40698"/>
                  <a:pt x="251550" y="47671"/>
                  <a:pt x="249413" y="55751"/>
                </a:cubicBezTo>
                <a:cubicBezTo>
                  <a:pt x="257962" y="49812"/>
                  <a:pt x="266541" y="46843"/>
                  <a:pt x="275150" y="46843"/>
                </a:cubicBezTo>
                <a:cubicBezTo>
                  <a:pt x="283402" y="46843"/>
                  <a:pt x="290556" y="50175"/>
                  <a:pt x="296612" y="56839"/>
                </a:cubicBezTo>
                <a:cubicBezTo>
                  <a:pt x="302668" y="63504"/>
                  <a:pt x="305696" y="72073"/>
                  <a:pt x="305696" y="82546"/>
                </a:cubicBezTo>
                <a:cubicBezTo>
                  <a:pt x="305696" y="92661"/>
                  <a:pt x="302638" y="101885"/>
                  <a:pt x="296523" y="110217"/>
                </a:cubicBezTo>
                <a:cubicBezTo>
                  <a:pt x="289161" y="120332"/>
                  <a:pt x="279424" y="125390"/>
                  <a:pt x="267313" y="125390"/>
                </a:cubicBezTo>
                <a:cubicBezTo>
                  <a:pt x="259061" y="125390"/>
                  <a:pt x="252055" y="122659"/>
                  <a:pt x="246296" y="117197"/>
                </a:cubicBezTo>
                <a:cubicBezTo>
                  <a:pt x="235016" y="106569"/>
                  <a:pt x="229375" y="92796"/>
                  <a:pt x="229375" y="75875"/>
                </a:cubicBezTo>
                <a:cubicBezTo>
                  <a:pt x="229375" y="65070"/>
                  <a:pt x="231542" y="54799"/>
                  <a:pt x="235876" y="45062"/>
                </a:cubicBezTo>
                <a:cubicBezTo>
                  <a:pt x="240211" y="35325"/>
                  <a:pt x="246400" y="26687"/>
                  <a:pt x="254445" y="19147"/>
                </a:cubicBezTo>
                <a:cubicBezTo>
                  <a:pt x="262489" y="11607"/>
                  <a:pt x="270192" y="6531"/>
                  <a:pt x="277554" y="3918"/>
                </a:cubicBezTo>
                <a:cubicBezTo>
                  <a:pt x="284916" y="1306"/>
                  <a:pt x="291773" y="0"/>
                  <a:pt x="298126" y="0"/>
                </a:cubicBezTo>
                <a:lnTo>
                  <a:pt x="303291" y="0"/>
                </a:lnTo>
                <a:moveTo>
                  <a:pt x="247899" y="62261"/>
                </a:moveTo>
                <a:cubicBezTo>
                  <a:pt x="246830" y="70287"/>
                  <a:pt x="246296" y="76767"/>
                  <a:pt x="246296" y="81700"/>
                </a:cubicBezTo>
                <a:cubicBezTo>
                  <a:pt x="246296" y="87407"/>
                  <a:pt x="247350" y="93604"/>
                  <a:pt x="249457" y="100293"/>
                </a:cubicBezTo>
                <a:cubicBezTo>
                  <a:pt x="251565" y="106981"/>
                  <a:pt x="254697" y="112287"/>
                  <a:pt x="258853" y="116211"/>
                </a:cubicBezTo>
                <a:cubicBezTo>
                  <a:pt x="261881" y="119006"/>
                  <a:pt x="265562" y="120403"/>
                  <a:pt x="269896" y="120403"/>
                </a:cubicBezTo>
                <a:cubicBezTo>
                  <a:pt x="275061" y="120403"/>
                  <a:pt x="279677" y="117966"/>
                  <a:pt x="283744" y="113092"/>
                </a:cubicBezTo>
                <a:cubicBezTo>
                  <a:pt x="287811" y="108216"/>
                  <a:pt x="289844" y="101259"/>
                  <a:pt x="289844" y="92222"/>
                </a:cubicBezTo>
                <a:cubicBezTo>
                  <a:pt x="289844" y="82057"/>
                  <a:pt x="287825" y="73259"/>
                  <a:pt x="283788" y="65829"/>
                </a:cubicBezTo>
                <a:cubicBezTo>
                  <a:pt x="279751" y="58396"/>
                  <a:pt x="274022" y="54680"/>
                  <a:pt x="266601" y="54680"/>
                </a:cubicBezTo>
                <a:cubicBezTo>
                  <a:pt x="264344" y="54680"/>
                  <a:pt x="261925" y="55156"/>
                  <a:pt x="259343" y="56108"/>
                </a:cubicBezTo>
                <a:cubicBezTo>
                  <a:pt x="256760" y="57057"/>
                  <a:pt x="252945" y="59109"/>
                  <a:pt x="247899" y="622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21EF4-5E72-4D4A-9558-28ECD43F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40" y="3651458"/>
            <a:ext cx="4468434" cy="638348"/>
          </a:xfrm>
          <a:custGeom xmlns:a="http://schemas.openxmlformats.org/drawingml/2006/main">
            <a:pathLst>
              <a:path w="4468434" h="638348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499BA-BF08-4D5A-8940-6F596270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40" y="3651458"/>
            <a:ext cx="4468434" cy="638348"/>
          </a:xfrm>
          <a:custGeom xmlns:a="http://schemas.openxmlformats.org/drawingml/2006/main">
            <a:pathLst>
              <a:path w="4468434" h="638348" fill="none">
                <a:moveTo>
                  <a:pt x="0" y="53804"/>
                </a:moveTo>
                <a:cubicBezTo>
                  <a:pt x="0" y="24014"/>
                  <a:pt x="24014" y="0"/>
                  <a:pt x="53804" y="0"/>
                </a:cubicBezTo>
                <a:lnTo>
                  <a:pt x="4414631" y="0"/>
                </a:lnTo>
                <a:cubicBezTo>
                  <a:pt x="4444420" y="0"/>
                  <a:pt x="4468434" y="24014"/>
                  <a:pt x="4468434" y="53804"/>
                </a:cubicBezTo>
                <a:lnTo>
                  <a:pt x="4468434" y="584544"/>
                </a:lnTo>
                <a:cubicBezTo>
                  <a:pt x="4468434" y="614334"/>
                  <a:pt x="4444420" y="638348"/>
                  <a:pt x="4414631" y="638348"/>
                </a:cubicBezTo>
                <a:lnTo>
                  <a:pt x="53804" y="638348"/>
                </a:lnTo>
                <a:cubicBezTo>
                  <a:pt x="24014" y="638348"/>
                  <a:pt x="0" y="614334"/>
                  <a:pt x="0" y="584544"/>
                </a:cubicBezTo>
                <a:lnTo>
                  <a:pt x="0" y="53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38" name="Text Hardware">
            <a:extLst xmlns:a="http://schemas.openxmlformats.org/drawingml/2006/main">
              <a:ext uri="{FF2B5EF4-FFF2-40B4-BE49-F238E27FC236}">
                <a16:creationId xmlns:a16="http://schemas.microsoft.com/office/drawing/2014/main" id="{59199315-0E3C-44C9-B157-601C59A2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80" y="3900333"/>
            <a:ext cx="789439" cy="123252"/>
          </a:xfrm>
          <a:custGeom xmlns:a="http://schemas.openxmlformats.org/drawingml/2006/main">
            <a:pathLst>
              <a:path w="789439" h="123252">
                <a:moveTo>
                  <a:pt x="46042" y="62695"/>
                </a:moveTo>
                <a:lnTo>
                  <a:pt x="46042" y="100098"/>
                </a:lnTo>
                <a:cubicBezTo>
                  <a:pt x="46042" y="106304"/>
                  <a:pt x="46383" y="110184"/>
                  <a:pt x="47066" y="111736"/>
                </a:cubicBezTo>
                <a:cubicBezTo>
                  <a:pt x="47748" y="113288"/>
                  <a:pt x="49084" y="114645"/>
                  <a:pt x="51073" y="115808"/>
                </a:cubicBezTo>
                <a:cubicBezTo>
                  <a:pt x="53062" y="116971"/>
                  <a:pt x="55749" y="117553"/>
                  <a:pt x="59133" y="117553"/>
                </a:cubicBezTo>
                <a:lnTo>
                  <a:pt x="63140" y="117553"/>
                </a:lnTo>
                <a:lnTo>
                  <a:pt x="63140" y="120759"/>
                </a:lnTo>
                <a:lnTo>
                  <a:pt x="0" y="120759"/>
                </a:lnTo>
                <a:lnTo>
                  <a:pt x="0" y="117553"/>
                </a:lnTo>
                <a:lnTo>
                  <a:pt x="4007" y="117553"/>
                </a:lnTo>
                <a:cubicBezTo>
                  <a:pt x="7510" y="117553"/>
                  <a:pt x="10330" y="116927"/>
                  <a:pt x="12468" y="115674"/>
                </a:cubicBezTo>
                <a:cubicBezTo>
                  <a:pt x="14011" y="114838"/>
                  <a:pt x="15199" y="113405"/>
                  <a:pt x="16030" y="111377"/>
                </a:cubicBezTo>
                <a:cubicBezTo>
                  <a:pt x="16683" y="109945"/>
                  <a:pt x="17010" y="106185"/>
                  <a:pt x="17010" y="100098"/>
                </a:cubicBezTo>
                <a:lnTo>
                  <a:pt x="17010" y="20661"/>
                </a:lnTo>
                <a:cubicBezTo>
                  <a:pt x="17010" y="14455"/>
                  <a:pt x="16683" y="10576"/>
                  <a:pt x="16030" y="9025"/>
                </a:cubicBezTo>
                <a:cubicBezTo>
                  <a:pt x="15377" y="7472"/>
                  <a:pt x="14056" y="6114"/>
                  <a:pt x="12067" y="4951"/>
                </a:cubicBezTo>
                <a:cubicBezTo>
                  <a:pt x="10078" y="3788"/>
                  <a:pt x="7392" y="3206"/>
                  <a:pt x="4007" y="3206"/>
                </a:cubicBezTo>
                <a:lnTo>
                  <a:pt x="0" y="3206"/>
                </a:lnTo>
                <a:lnTo>
                  <a:pt x="0" y="0"/>
                </a:lnTo>
                <a:lnTo>
                  <a:pt x="63140" y="0"/>
                </a:lnTo>
                <a:lnTo>
                  <a:pt x="63140" y="3206"/>
                </a:lnTo>
                <a:lnTo>
                  <a:pt x="59133" y="3206"/>
                </a:lnTo>
                <a:cubicBezTo>
                  <a:pt x="55630" y="3206"/>
                  <a:pt x="52810" y="3832"/>
                  <a:pt x="50672" y="5084"/>
                </a:cubicBezTo>
                <a:cubicBezTo>
                  <a:pt x="49129" y="5921"/>
                  <a:pt x="47912" y="7354"/>
                  <a:pt x="47021" y="9381"/>
                </a:cubicBezTo>
                <a:cubicBezTo>
                  <a:pt x="46368" y="10814"/>
                  <a:pt x="46042" y="14574"/>
                  <a:pt x="46042" y="20661"/>
                </a:cubicBezTo>
                <a:lnTo>
                  <a:pt x="46042" y="54858"/>
                </a:lnTo>
                <a:lnTo>
                  <a:pt x="88699" y="54858"/>
                </a:lnTo>
                <a:lnTo>
                  <a:pt x="88699" y="20661"/>
                </a:lnTo>
                <a:cubicBezTo>
                  <a:pt x="88699" y="14455"/>
                  <a:pt x="88372" y="10576"/>
                  <a:pt x="87719" y="9025"/>
                </a:cubicBezTo>
                <a:cubicBezTo>
                  <a:pt x="87066" y="7472"/>
                  <a:pt x="85730" y="6114"/>
                  <a:pt x="83712" y="4951"/>
                </a:cubicBezTo>
                <a:cubicBezTo>
                  <a:pt x="81693" y="3788"/>
                  <a:pt x="78992" y="3206"/>
                  <a:pt x="75608" y="3206"/>
                </a:cubicBezTo>
                <a:lnTo>
                  <a:pt x="71689" y="3206"/>
                </a:lnTo>
                <a:lnTo>
                  <a:pt x="71689" y="0"/>
                </a:lnTo>
                <a:lnTo>
                  <a:pt x="134741" y="0"/>
                </a:lnTo>
                <a:lnTo>
                  <a:pt x="134741" y="3206"/>
                </a:lnTo>
                <a:lnTo>
                  <a:pt x="130822" y="3206"/>
                </a:lnTo>
                <a:cubicBezTo>
                  <a:pt x="127260" y="3206"/>
                  <a:pt x="124440" y="3832"/>
                  <a:pt x="122362" y="5084"/>
                </a:cubicBezTo>
                <a:cubicBezTo>
                  <a:pt x="120818" y="5921"/>
                  <a:pt x="119601" y="7354"/>
                  <a:pt x="118711" y="9381"/>
                </a:cubicBezTo>
                <a:cubicBezTo>
                  <a:pt x="118058" y="10814"/>
                  <a:pt x="117731" y="14574"/>
                  <a:pt x="117731" y="20661"/>
                </a:cubicBezTo>
                <a:lnTo>
                  <a:pt x="117731" y="100098"/>
                </a:lnTo>
                <a:cubicBezTo>
                  <a:pt x="117731" y="106304"/>
                  <a:pt x="118058" y="110184"/>
                  <a:pt x="118711" y="111736"/>
                </a:cubicBezTo>
                <a:cubicBezTo>
                  <a:pt x="119364" y="113288"/>
                  <a:pt x="120700" y="114645"/>
                  <a:pt x="122718" y="115808"/>
                </a:cubicBezTo>
                <a:cubicBezTo>
                  <a:pt x="124737" y="116971"/>
                  <a:pt x="127438" y="117553"/>
                  <a:pt x="130822" y="117553"/>
                </a:cubicBezTo>
                <a:lnTo>
                  <a:pt x="134741" y="117553"/>
                </a:lnTo>
                <a:lnTo>
                  <a:pt x="134741" y="120759"/>
                </a:lnTo>
                <a:lnTo>
                  <a:pt x="71689" y="120759"/>
                </a:lnTo>
                <a:lnTo>
                  <a:pt x="71689" y="117553"/>
                </a:lnTo>
                <a:lnTo>
                  <a:pt x="75608" y="117553"/>
                </a:lnTo>
                <a:cubicBezTo>
                  <a:pt x="79170" y="117553"/>
                  <a:pt x="81990" y="116927"/>
                  <a:pt x="84068" y="115674"/>
                </a:cubicBezTo>
                <a:cubicBezTo>
                  <a:pt x="85612" y="114838"/>
                  <a:pt x="86829" y="113405"/>
                  <a:pt x="87719" y="111377"/>
                </a:cubicBezTo>
                <a:cubicBezTo>
                  <a:pt x="88372" y="109945"/>
                  <a:pt x="88699" y="106185"/>
                  <a:pt x="88699" y="100098"/>
                </a:cubicBezTo>
                <a:lnTo>
                  <a:pt x="88699" y="62695"/>
                </a:lnTo>
                <a:lnTo>
                  <a:pt x="46042" y="62695"/>
                </a:lnTo>
                <a:close/>
                <a:moveTo>
                  <a:pt x="190164" y="108469"/>
                </a:moveTo>
                <a:cubicBezTo>
                  <a:pt x="180011" y="117494"/>
                  <a:pt x="170898" y="122006"/>
                  <a:pt x="162824" y="122006"/>
                </a:cubicBezTo>
                <a:cubicBezTo>
                  <a:pt x="158074" y="122006"/>
                  <a:pt x="154126" y="120443"/>
                  <a:pt x="150979" y="117316"/>
                </a:cubicBezTo>
                <a:cubicBezTo>
                  <a:pt x="147833" y="114188"/>
                  <a:pt x="146259" y="110272"/>
                  <a:pt x="146259" y="105567"/>
                </a:cubicBezTo>
                <a:cubicBezTo>
                  <a:pt x="146259" y="99192"/>
                  <a:pt x="148990" y="93458"/>
                  <a:pt x="154452" y="88365"/>
                </a:cubicBezTo>
                <a:cubicBezTo>
                  <a:pt x="159915" y="83272"/>
                  <a:pt x="171818" y="76497"/>
                  <a:pt x="190164" y="68038"/>
                </a:cubicBezTo>
                <a:lnTo>
                  <a:pt x="190164" y="59667"/>
                </a:lnTo>
                <a:cubicBezTo>
                  <a:pt x="190164" y="53374"/>
                  <a:pt x="189822" y="49411"/>
                  <a:pt x="189139" y="47778"/>
                </a:cubicBezTo>
                <a:cubicBezTo>
                  <a:pt x="188457" y="46145"/>
                  <a:pt x="187165" y="44721"/>
                  <a:pt x="185266" y="43503"/>
                </a:cubicBezTo>
                <a:cubicBezTo>
                  <a:pt x="183366" y="42286"/>
                  <a:pt x="181228" y="41678"/>
                  <a:pt x="178854" y="41678"/>
                </a:cubicBezTo>
                <a:cubicBezTo>
                  <a:pt x="174995" y="41678"/>
                  <a:pt x="171818" y="42539"/>
                  <a:pt x="169325" y="44260"/>
                </a:cubicBezTo>
                <a:cubicBezTo>
                  <a:pt x="167781" y="45329"/>
                  <a:pt x="167009" y="46576"/>
                  <a:pt x="167009" y="48001"/>
                </a:cubicBezTo>
                <a:cubicBezTo>
                  <a:pt x="167009" y="49248"/>
                  <a:pt x="167840" y="50791"/>
                  <a:pt x="169503" y="52632"/>
                </a:cubicBezTo>
                <a:cubicBezTo>
                  <a:pt x="171759" y="55185"/>
                  <a:pt x="172887" y="57648"/>
                  <a:pt x="172887" y="60023"/>
                </a:cubicBezTo>
                <a:cubicBezTo>
                  <a:pt x="172887" y="62932"/>
                  <a:pt x="171803" y="65411"/>
                  <a:pt x="169636" y="67459"/>
                </a:cubicBezTo>
                <a:cubicBezTo>
                  <a:pt x="167469" y="69508"/>
                  <a:pt x="164634" y="70532"/>
                  <a:pt x="161132" y="70532"/>
                </a:cubicBezTo>
                <a:cubicBezTo>
                  <a:pt x="157391" y="70532"/>
                  <a:pt x="154260" y="69404"/>
                  <a:pt x="151736" y="67148"/>
                </a:cubicBezTo>
                <a:cubicBezTo>
                  <a:pt x="149213" y="64892"/>
                  <a:pt x="147951" y="62250"/>
                  <a:pt x="147951" y="59222"/>
                </a:cubicBezTo>
                <a:cubicBezTo>
                  <a:pt x="147951" y="54947"/>
                  <a:pt x="149644" y="50865"/>
                  <a:pt x="153028" y="46977"/>
                </a:cubicBezTo>
                <a:cubicBezTo>
                  <a:pt x="156412" y="43088"/>
                  <a:pt x="161132" y="40105"/>
                  <a:pt x="167187" y="38027"/>
                </a:cubicBezTo>
                <a:cubicBezTo>
                  <a:pt x="173243" y="35949"/>
                  <a:pt x="179536" y="34910"/>
                  <a:pt x="186067" y="34910"/>
                </a:cubicBezTo>
                <a:cubicBezTo>
                  <a:pt x="193963" y="34910"/>
                  <a:pt x="200212" y="36591"/>
                  <a:pt x="204813" y="39955"/>
                </a:cubicBezTo>
                <a:cubicBezTo>
                  <a:pt x="209414" y="43317"/>
                  <a:pt x="212398" y="46962"/>
                  <a:pt x="213763" y="50889"/>
                </a:cubicBezTo>
                <a:cubicBezTo>
                  <a:pt x="214594" y="53389"/>
                  <a:pt x="215010" y="59131"/>
                  <a:pt x="215010" y="68116"/>
                </a:cubicBezTo>
                <a:lnTo>
                  <a:pt x="215010" y="100518"/>
                </a:lnTo>
                <a:cubicBezTo>
                  <a:pt x="215010" y="104327"/>
                  <a:pt x="215158" y="106723"/>
                  <a:pt x="215455" y="107707"/>
                </a:cubicBezTo>
                <a:cubicBezTo>
                  <a:pt x="215752" y="108688"/>
                  <a:pt x="216197" y="109417"/>
                  <a:pt x="216791" y="109894"/>
                </a:cubicBezTo>
                <a:cubicBezTo>
                  <a:pt x="217385" y="110369"/>
                  <a:pt x="218068" y="110607"/>
                  <a:pt x="218839" y="110607"/>
                </a:cubicBezTo>
                <a:cubicBezTo>
                  <a:pt x="220383" y="110607"/>
                  <a:pt x="221956" y="109508"/>
                  <a:pt x="223559" y="107312"/>
                </a:cubicBezTo>
                <a:lnTo>
                  <a:pt x="226231" y="109449"/>
                </a:lnTo>
                <a:cubicBezTo>
                  <a:pt x="223262" y="113842"/>
                  <a:pt x="220190" y="117033"/>
                  <a:pt x="217014" y="119022"/>
                </a:cubicBezTo>
                <a:cubicBezTo>
                  <a:pt x="213837" y="121011"/>
                  <a:pt x="210231" y="122006"/>
                  <a:pt x="206194" y="122006"/>
                </a:cubicBezTo>
                <a:cubicBezTo>
                  <a:pt x="201444" y="122006"/>
                  <a:pt x="197733" y="120885"/>
                  <a:pt x="195062" y="118644"/>
                </a:cubicBezTo>
                <a:cubicBezTo>
                  <a:pt x="192390" y="116403"/>
                  <a:pt x="190757" y="113011"/>
                  <a:pt x="190164" y="108469"/>
                </a:cubicBezTo>
                <a:moveTo>
                  <a:pt x="190164" y="101879"/>
                </a:moveTo>
                <a:lnTo>
                  <a:pt x="190164" y="74022"/>
                </a:lnTo>
                <a:cubicBezTo>
                  <a:pt x="182980" y="78257"/>
                  <a:pt x="177637" y="82792"/>
                  <a:pt x="174134" y="87625"/>
                </a:cubicBezTo>
                <a:cubicBezTo>
                  <a:pt x="171818" y="90846"/>
                  <a:pt x="170661" y="94097"/>
                  <a:pt x="170661" y="97379"/>
                </a:cubicBezTo>
                <a:cubicBezTo>
                  <a:pt x="170661" y="100123"/>
                  <a:pt x="171640" y="102540"/>
                  <a:pt x="173599" y="104629"/>
                </a:cubicBezTo>
                <a:cubicBezTo>
                  <a:pt x="175084" y="106239"/>
                  <a:pt x="177162" y="107044"/>
                  <a:pt x="179833" y="107044"/>
                </a:cubicBezTo>
                <a:cubicBezTo>
                  <a:pt x="182802" y="107044"/>
                  <a:pt x="186245" y="105323"/>
                  <a:pt x="190164" y="101879"/>
                </a:cubicBezTo>
                <a:close/>
                <a:moveTo>
                  <a:pt x="269957" y="37403"/>
                </a:moveTo>
                <a:lnTo>
                  <a:pt x="269957" y="56283"/>
                </a:lnTo>
                <a:cubicBezTo>
                  <a:pt x="275479" y="47674"/>
                  <a:pt x="280317" y="41960"/>
                  <a:pt x="284473" y="39140"/>
                </a:cubicBezTo>
                <a:cubicBezTo>
                  <a:pt x="288629" y="36320"/>
                  <a:pt x="292637" y="34910"/>
                  <a:pt x="296496" y="34910"/>
                </a:cubicBezTo>
                <a:cubicBezTo>
                  <a:pt x="299820" y="34910"/>
                  <a:pt x="302477" y="35937"/>
                  <a:pt x="304466" y="37993"/>
                </a:cubicBezTo>
                <a:cubicBezTo>
                  <a:pt x="306455" y="40049"/>
                  <a:pt x="307450" y="42953"/>
                  <a:pt x="307450" y="46707"/>
                </a:cubicBezTo>
                <a:cubicBezTo>
                  <a:pt x="307450" y="50699"/>
                  <a:pt x="306485" y="53799"/>
                  <a:pt x="304555" y="56005"/>
                </a:cubicBezTo>
                <a:cubicBezTo>
                  <a:pt x="302626" y="58209"/>
                  <a:pt x="300295" y="59311"/>
                  <a:pt x="297564" y="59311"/>
                </a:cubicBezTo>
                <a:cubicBezTo>
                  <a:pt x="294418" y="59311"/>
                  <a:pt x="291687" y="58301"/>
                  <a:pt x="289371" y="56283"/>
                </a:cubicBezTo>
                <a:cubicBezTo>
                  <a:pt x="287056" y="54264"/>
                  <a:pt x="285690" y="53136"/>
                  <a:pt x="285275" y="52899"/>
                </a:cubicBezTo>
                <a:cubicBezTo>
                  <a:pt x="284681" y="52543"/>
                  <a:pt x="283998" y="52364"/>
                  <a:pt x="283227" y="52364"/>
                </a:cubicBezTo>
                <a:cubicBezTo>
                  <a:pt x="281505" y="52364"/>
                  <a:pt x="279872" y="53018"/>
                  <a:pt x="278328" y="54324"/>
                </a:cubicBezTo>
                <a:cubicBezTo>
                  <a:pt x="275894" y="56342"/>
                  <a:pt x="274054" y="59222"/>
                  <a:pt x="272807" y="62962"/>
                </a:cubicBezTo>
                <a:cubicBezTo>
                  <a:pt x="270907" y="68721"/>
                  <a:pt x="269957" y="75074"/>
                  <a:pt x="269957" y="82020"/>
                </a:cubicBezTo>
                <a:lnTo>
                  <a:pt x="269957" y="101167"/>
                </a:lnTo>
                <a:lnTo>
                  <a:pt x="270046" y="106154"/>
                </a:lnTo>
                <a:cubicBezTo>
                  <a:pt x="270046" y="109538"/>
                  <a:pt x="270254" y="111705"/>
                  <a:pt x="270670" y="112655"/>
                </a:cubicBezTo>
                <a:cubicBezTo>
                  <a:pt x="271382" y="114258"/>
                  <a:pt x="272436" y="115430"/>
                  <a:pt x="273831" y="116173"/>
                </a:cubicBezTo>
                <a:cubicBezTo>
                  <a:pt x="275226" y="116915"/>
                  <a:pt x="277586" y="117375"/>
                  <a:pt x="280911" y="117553"/>
                </a:cubicBezTo>
                <a:lnTo>
                  <a:pt x="280911" y="120759"/>
                </a:lnTo>
                <a:lnTo>
                  <a:pt x="235938" y="120759"/>
                </a:lnTo>
                <a:lnTo>
                  <a:pt x="235938" y="117553"/>
                </a:lnTo>
                <a:cubicBezTo>
                  <a:pt x="239560" y="117256"/>
                  <a:pt x="242009" y="116262"/>
                  <a:pt x="243285" y="114570"/>
                </a:cubicBezTo>
                <a:cubicBezTo>
                  <a:pt x="244562" y="112877"/>
                  <a:pt x="245200" y="108410"/>
                  <a:pt x="245200" y="101167"/>
                </a:cubicBezTo>
                <a:lnTo>
                  <a:pt x="245200" y="55036"/>
                </a:lnTo>
                <a:cubicBezTo>
                  <a:pt x="245200" y="50257"/>
                  <a:pt x="244962" y="47210"/>
                  <a:pt x="244487" y="45897"/>
                </a:cubicBezTo>
                <a:cubicBezTo>
                  <a:pt x="243894" y="44223"/>
                  <a:pt x="243033" y="42999"/>
                  <a:pt x="241905" y="42223"/>
                </a:cubicBezTo>
                <a:cubicBezTo>
                  <a:pt x="240777" y="41446"/>
                  <a:pt x="238788" y="40908"/>
                  <a:pt x="235938" y="40609"/>
                </a:cubicBezTo>
                <a:lnTo>
                  <a:pt x="235938" y="37403"/>
                </a:lnTo>
                <a:lnTo>
                  <a:pt x="269957" y="37403"/>
                </a:lnTo>
                <a:close/>
                <a:moveTo>
                  <a:pt x="397334" y="0"/>
                </a:moveTo>
                <a:lnTo>
                  <a:pt x="397334" y="95823"/>
                </a:lnTo>
                <a:cubicBezTo>
                  <a:pt x="397334" y="102230"/>
                  <a:pt x="397512" y="106020"/>
                  <a:pt x="397868" y="107195"/>
                </a:cubicBezTo>
                <a:cubicBezTo>
                  <a:pt x="398343" y="109135"/>
                  <a:pt x="399249" y="110576"/>
                  <a:pt x="400584" y="111517"/>
                </a:cubicBezTo>
                <a:cubicBezTo>
                  <a:pt x="401920" y="112455"/>
                  <a:pt x="404251" y="113043"/>
                  <a:pt x="407575" y="113278"/>
                </a:cubicBezTo>
                <a:lnTo>
                  <a:pt x="407575" y="116484"/>
                </a:lnTo>
                <a:lnTo>
                  <a:pt x="372399" y="123252"/>
                </a:lnTo>
                <a:lnTo>
                  <a:pt x="372399" y="110072"/>
                </a:lnTo>
                <a:cubicBezTo>
                  <a:pt x="368183" y="115178"/>
                  <a:pt x="364428" y="118651"/>
                  <a:pt x="361133" y="120492"/>
                </a:cubicBezTo>
                <a:cubicBezTo>
                  <a:pt x="357838" y="122332"/>
                  <a:pt x="354112" y="123252"/>
                  <a:pt x="349957" y="123252"/>
                </a:cubicBezTo>
                <a:cubicBezTo>
                  <a:pt x="339329" y="123252"/>
                  <a:pt x="330928" y="118498"/>
                  <a:pt x="324754" y="108990"/>
                </a:cubicBezTo>
                <a:cubicBezTo>
                  <a:pt x="319767" y="101264"/>
                  <a:pt x="317273" y="91785"/>
                  <a:pt x="317273" y="80553"/>
                </a:cubicBezTo>
                <a:cubicBezTo>
                  <a:pt x="317273" y="71579"/>
                  <a:pt x="318817" y="63541"/>
                  <a:pt x="321904" y="56439"/>
                </a:cubicBezTo>
                <a:cubicBezTo>
                  <a:pt x="324991" y="49337"/>
                  <a:pt x="329222" y="43973"/>
                  <a:pt x="334595" y="40348"/>
                </a:cubicBezTo>
                <a:cubicBezTo>
                  <a:pt x="339968" y="36722"/>
                  <a:pt x="345741" y="34910"/>
                  <a:pt x="351916" y="34910"/>
                </a:cubicBezTo>
                <a:cubicBezTo>
                  <a:pt x="355894" y="34910"/>
                  <a:pt x="359426" y="35688"/>
                  <a:pt x="362513" y="37245"/>
                </a:cubicBezTo>
                <a:cubicBezTo>
                  <a:pt x="365601" y="38801"/>
                  <a:pt x="368896" y="41526"/>
                  <a:pt x="372399" y="45418"/>
                </a:cubicBezTo>
                <a:lnTo>
                  <a:pt x="372399" y="20305"/>
                </a:lnTo>
                <a:cubicBezTo>
                  <a:pt x="372399" y="13952"/>
                  <a:pt x="372131" y="10123"/>
                  <a:pt x="371597" y="8816"/>
                </a:cubicBezTo>
                <a:cubicBezTo>
                  <a:pt x="370885" y="7095"/>
                  <a:pt x="369816" y="5818"/>
                  <a:pt x="368391" y="4987"/>
                </a:cubicBezTo>
                <a:cubicBezTo>
                  <a:pt x="366966" y="4156"/>
                  <a:pt x="364294" y="3740"/>
                  <a:pt x="360376" y="3740"/>
                </a:cubicBezTo>
                <a:lnTo>
                  <a:pt x="360376" y="0"/>
                </a:lnTo>
                <a:lnTo>
                  <a:pt x="397334" y="0"/>
                </a:lnTo>
                <a:moveTo>
                  <a:pt x="372399" y="56283"/>
                </a:moveTo>
                <a:cubicBezTo>
                  <a:pt x="368005" y="47971"/>
                  <a:pt x="362632" y="43815"/>
                  <a:pt x="356280" y="43815"/>
                </a:cubicBezTo>
                <a:cubicBezTo>
                  <a:pt x="354083" y="43815"/>
                  <a:pt x="352272" y="44409"/>
                  <a:pt x="350847" y="45596"/>
                </a:cubicBezTo>
                <a:cubicBezTo>
                  <a:pt x="348650" y="47437"/>
                  <a:pt x="346855" y="50672"/>
                  <a:pt x="345459" y="55303"/>
                </a:cubicBezTo>
                <a:cubicBezTo>
                  <a:pt x="344064" y="59934"/>
                  <a:pt x="343367" y="67029"/>
                  <a:pt x="343367" y="76587"/>
                </a:cubicBezTo>
                <a:cubicBezTo>
                  <a:pt x="343367" y="87096"/>
                  <a:pt x="344138" y="94873"/>
                  <a:pt x="345682" y="99920"/>
                </a:cubicBezTo>
                <a:cubicBezTo>
                  <a:pt x="347226" y="104966"/>
                  <a:pt x="349333" y="108618"/>
                  <a:pt x="352005" y="110874"/>
                </a:cubicBezTo>
                <a:cubicBezTo>
                  <a:pt x="353370" y="112002"/>
                  <a:pt x="355241" y="112566"/>
                  <a:pt x="357615" y="112566"/>
                </a:cubicBezTo>
                <a:cubicBezTo>
                  <a:pt x="362840" y="112566"/>
                  <a:pt x="367768" y="108456"/>
                  <a:pt x="372399" y="100237"/>
                </a:cubicBezTo>
                <a:lnTo>
                  <a:pt x="372399" y="56283"/>
                </a:lnTo>
                <a:close/>
                <a:moveTo>
                  <a:pt x="500343" y="123252"/>
                </a:moveTo>
                <a:lnTo>
                  <a:pt x="477545" y="62102"/>
                </a:lnTo>
                <a:lnTo>
                  <a:pt x="455192" y="123252"/>
                </a:lnTo>
                <a:lnTo>
                  <a:pt x="450561" y="123252"/>
                </a:lnTo>
                <a:lnTo>
                  <a:pt x="428386" y="62845"/>
                </a:lnTo>
                <a:cubicBezTo>
                  <a:pt x="425062" y="53580"/>
                  <a:pt x="422242" y="47543"/>
                  <a:pt x="419926" y="44734"/>
                </a:cubicBezTo>
                <a:cubicBezTo>
                  <a:pt x="418442" y="42821"/>
                  <a:pt x="416186" y="41446"/>
                  <a:pt x="413158" y="40609"/>
                </a:cubicBezTo>
                <a:lnTo>
                  <a:pt x="413158" y="37403"/>
                </a:lnTo>
                <a:lnTo>
                  <a:pt x="455192" y="37403"/>
                </a:lnTo>
                <a:lnTo>
                  <a:pt x="455192" y="40609"/>
                </a:lnTo>
                <a:cubicBezTo>
                  <a:pt x="452342" y="40609"/>
                  <a:pt x="450383" y="41028"/>
                  <a:pt x="449314" y="41867"/>
                </a:cubicBezTo>
                <a:cubicBezTo>
                  <a:pt x="448246" y="42704"/>
                  <a:pt x="447711" y="43661"/>
                  <a:pt x="447711" y="44739"/>
                </a:cubicBezTo>
                <a:cubicBezTo>
                  <a:pt x="447711" y="45756"/>
                  <a:pt x="448661" y="48808"/>
                  <a:pt x="450561" y="53895"/>
                </a:cubicBezTo>
                <a:lnTo>
                  <a:pt x="462762" y="86434"/>
                </a:lnTo>
                <a:lnTo>
                  <a:pt x="474517" y="53995"/>
                </a:lnTo>
                <a:lnTo>
                  <a:pt x="473626" y="51713"/>
                </a:lnTo>
                <a:cubicBezTo>
                  <a:pt x="471845" y="47236"/>
                  <a:pt x="470287" y="44386"/>
                  <a:pt x="468951" y="43161"/>
                </a:cubicBezTo>
                <a:cubicBezTo>
                  <a:pt x="467615" y="41937"/>
                  <a:pt x="465552" y="41086"/>
                  <a:pt x="462762" y="40609"/>
                </a:cubicBezTo>
                <a:lnTo>
                  <a:pt x="462762" y="37403"/>
                </a:lnTo>
                <a:lnTo>
                  <a:pt x="505419" y="37403"/>
                </a:lnTo>
                <a:lnTo>
                  <a:pt x="505419" y="40609"/>
                </a:lnTo>
                <a:cubicBezTo>
                  <a:pt x="502094" y="40789"/>
                  <a:pt x="499987" y="41253"/>
                  <a:pt x="499096" y="42001"/>
                </a:cubicBezTo>
                <a:cubicBezTo>
                  <a:pt x="498206" y="42748"/>
                  <a:pt x="497760" y="43811"/>
                  <a:pt x="497760" y="45187"/>
                </a:cubicBezTo>
                <a:cubicBezTo>
                  <a:pt x="497760" y="46504"/>
                  <a:pt x="498621" y="49407"/>
                  <a:pt x="500343" y="53895"/>
                </a:cubicBezTo>
                <a:lnTo>
                  <a:pt x="512098" y="86434"/>
                </a:lnTo>
                <a:lnTo>
                  <a:pt x="522785" y="56480"/>
                </a:lnTo>
                <a:cubicBezTo>
                  <a:pt x="524329" y="52176"/>
                  <a:pt x="525100" y="49247"/>
                  <a:pt x="525100" y="47692"/>
                </a:cubicBezTo>
                <a:cubicBezTo>
                  <a:pt x="525100" y="45362"/>
                  <a:pt x="524536" y="43658"/>
                  <a:pt x="523408" y="42582"/>
                </a:cubicBezTo>
                <a:cubicBezTo>
                  <a:pt x="522280" y="41506"/>
                  <a:pt x="520084" y="40849"/>
                  <a:pt x="516818" y="40609"/>
                </a:cubicBezTo>
                <a:lnTo>
                  <a:pt x="516818" y="37403"/>
                </a:lnTo>
                <a:lnTo>
                  <a:pt x="541486" y="37403"/>
                </a:lnTo>
                <a:lnTo>
                  <a:pt x="541486" y="40609"/>
                </a:lnTo>
                <a:cubicBezTo>
                  <a:pt x="538755" y="40969"/>
                  <a:pt x="536588" y="41942"/>
                  <a:pt x="534985" y="43529"/>
                </a:cubicBezTo>
                <a:cubicBezTo>
                  <a:pt x="533382" y="45115"/>
                  <a:pt x="531304" y="49621"/>
                  <a:pt x="528752" y="57048"/>
                </a:cubicBezTo>
                <a:lnTo>
                  <a:pt x="505419" y="123252"/>
                </a:lnTo>
                <a:lnTo>
                  <a:pt x="500343" y="123252"/>
                </a:lnTo>
                <a:close/>
                <a:moveTo>
                  <a:pt x="597065" y="108469"/>
                </a:moveTo>
                <a:cubicBezTo>
                  <a:pt x="586913" y="117494"/>
                  <a:pt x="577799" y="122006"/>
                  <a:pt x="569725" y="122006"/>
                </a:cubicBezTo>
                <a:cubicBezTo>
                  <a:pt x="564975" y="122006"/>
                  <a:pt x="561027" y="120443"/>
                  <a:pt x="557881" y="117316"/>
                </a:cubicBezTo>
                <a:cubicBezTo>
                  <a:pt x="554734" y="114188"/>
                  <a:pt x="553161" y="110272"/>
                  <a:pt x="553161" y="105567"/>
                </a:cubicBezTo>
                <a:cubicBezTo>
                  <a:pt x="553161" y="99192"/>
                  <a:pt x="555892" y="93458"/>
                  <a:pt x="561354" y="88365"/>
                </a:cubicBezTo>
                <a:cubicBezTo>
                  <a:pt x="566816" y="83272"/>
                  <a:pt x="578719" y="76497"/>
                  <a:pt x="597065" y="68038"/>
                </a:cubicBezTo>
                <a:lnTo>
                  <a:pt x="597065" y="59667"/>
                </a:lnTo>
                <a:cubicBezTo>
                  <a:pt x="597065" y="53374"/>
                  <a:pt x="596723" y="49411"/>
                  <a:pt x="596041" y="47778"/>
                </a:cubicBezTo>
                <a:cubicBezTo>
                  <a:pt x="595358" y="46145"/>
                  <a:pt x="594067" y="44721"/>
                  <a:pt x="592167" y="43503"/>
                </a:cubicBezTo>
                <a:cubicBezTo>
                  <a:pt x="590267" y="42286"/>
                  <a:pt x="588130" y="41678"/>
                  <a:pt x="585755" y="41678"/>
                </a:cubicBezTo>
                <a:cubicBezTo>
                  <a:pt x="581896" y="41678"/>
                  <a:pt x="578719" y="42539"/>
                  <a:pt x="576226" y="44260"/>
                </a:cubicBezTo>
                <a:cubicBezTo>
                  <a:pt x="574682" y="45329"/>
                  <a:pt x="573910" y="46576"/>
                  <a:pt x="573910" y="48001"/>
                </a:cubicBezTo>
                <a:cubicBezTo>
                  <a:pt x="573910" y="49248"/>
                  <a:pt x="574742" y="50791"/>
                  <a:pt x="576404" y="52632"/>
                </a:cubicBezTo>
                <a:cubicBezTo>
                  <a:pt x="578660" y="55185"/>
                  <a:pt x="579788" y="57648"/>
                  <a:pt x="579788" y="60023"/>
                </a:cubicBezTo>
                <a:cubicBezTo>
                  <a:pt x="579788" y="62932"/>
                  <a:pt x="578705" y="65411"/>
                  <a:pt x="576538" y="67459"/>
                </a:cubicBezTo>
                <a:cubicBezTo>
                  <a:pt x="574371" y="69508"/>
                  <a:pt x="571536" y="70532"/>
                  <a:pt x="568033" y="70532"/>
                </a:cubicBezTo>
                <a:cubicBezTo>
                  <a:pt x="564293" y="70532"/>
                  <a:pt x="561161" y="69404"/>
                  <a:pt x="558638" y="67148"/>
                </a:cubicBezTo>
                <a:cubicBezTo>
                  <a:pt x="556114" y="64892"/>
                  <a:pt x="554853" y="62250"/>
                  <a:pt x="554853" y="59222"/>
                </a:cubicBezTo>
                <a:cubicBezTo>
                  <a:pt x="554853" y="54947"/>
                  <a:pt x="556545" y="50865"/>
                  <a:pt x="559929" y="46977"/>
                </a:cubicBezTo>
                <a:cubicBezTo>
                  <a:pt x="563313" y="43088"/>
                  <a:pt x="568033" y="40105"/>
                  <a:pt x="574089" y="38027"/>
                </a:cubicBezTo>
                <a:cubicBezTo>
                  <a:pt x="580144" y="35949"/>
                  <a:pt x="586438" y="34910"/>
                  <a:pt x="592968" y="34910"/>
                </a:cubicBezTo>
                <a:cubicBezTo>
                  <a:pt x="600865" y="34910"/>
                  <a:pt x="607113" y="36591"/>
                  <a:pt x="611714" y="39955"/>
                </a:cubicBezTo>
                <a:cubicBezTo>
                  <a:pt x="616316" y="43317"/>
                  <a:pt x="619299" y="46962"/>
                  <a:pt x="620664" y="50889"/>
                </a:cubicBezTo>
                <a:cubicBezTo>
                  <a:pt x="621496" y="53389"/>
                  <a:pt x="621911" y="59131"/>
                  <a:pt x="621911" y="68116"/>
                </a:cubicBezTo>
                <a:lnTo>
                  <a:pt x="621911" y="100518"/>
                </a:lnTo>
                <a:cubicBezTo>
                  <a:pt x="621911" y="104327"/>
                  <a:pt x="622060" y="106723"/>
                  <a:pt x="622357" y="107707"/>
                </a:cubicBezTo>
                <a:cubicBezTo>
                  <a:pt x="622653" y="108688"/>
                  <a:pt x="623099" y="109417"/>
                  <a:pt x="623692" y="109894"/>
                </a:cubicBezTo>
                <a:cubicBezTo>
                  <a:pt x="624286" y="110369"/>
                  <a:pt x="624969" y="110607"/>
                  <a:pt x="625741" y="110607"/>
                </a:cubicBezTo>
                <a:cubicBezTo>
                  <a:pt x="627284" y="110607"/>
                  <a:pt x="628858" y="109508"/>
                  <a:pt x="630461" y="107312"/>
                </a:cubicBezTo>
                <a:lnTo>
                  <a:pt x="633132" y="109449"/>
                </a:lnTo>
                <a:cubicBezTo>
                  <a:pt x="630164" y="113842"/>
                  <a:pt x="627091" y="117033"/>
                  <a:pt x="623915" y="119022"/>
                </a:cubicBezTo>
                <a:cubicBezTo>
                  <a:pt x="620739" y="121011"/>
                  <a:pt x="617132" y="122006"/>
                  <a:pt x="613095" y="122006"/>
                </a:cubicBezTo>
                <a:cubicBezTo>
                  <a:pt x="608345" y="122006"/>
                  <a:pt x="604635" y="120885"/>
                  <a:pt x="601963" y="118644"/>
                </a:cubicBezTo>
                <a:cubicBezTo>
                  <a:pt x="599291" y="116403"/>
                  <a:pt x="597659" y="113011"/>
                  <a:pt x="597065" y="108469"/>
                </a:cubicBezTo>
                <a:moveTo>
                  <a:pt x="597065" y="101879"/>
                </a:moveTo>
                <a:lnTo>
                  <a:pt x="597065" y="74022"/>
                </a:lnTo>
                <a:cubicBezTo>
                  <a:pt x="589881" y="78257"/>
                  <a:pt x="584538" y="82792"/>
                  <a:pt x="581035" y="87625"/>
                </a:cubicBezTo>
                <a:cubicBezTo>
                  <a:pt x="578719" y="90846"/>
                  <a:pt x="577562" y="94097"/>
                  <a:pt x="577562" y="97379"/>
                </a:cubicBezTo>
                <a:cubicBezTo>
                  <a:pt x="577562" y="100123"/>
                  <a:pt x="578541" y="102540"/>
                  <a:pt x="580501" y="104629"/>
                </a:cubicBezTo>
                <a:cubicBezTo>
                  <a:pt x="581985" y="106239"/>
                  <a:pt x="584063" y="107044"/>
                  <a:pt x="586734" y="107044"/>
                </a:cubicBezTo>
                <a:cubicBezTo>
                  <a:pt x="589703" y="107044"/>
                  <a:pt x="593146" y="105323"/>
                  <a:pt x="597065" y="101879"/>
                </a:cubicBezTo>
                <a:close/>
                <a:moveTo>
                  <a:pt x="676858" y="37403"/>
                </a:moveTo>
                <a:lnTo>
                  <a:pt x="676858" y="56283"/>
                </a:lnTo>
                <a:cubicBezTo>
                  <a:pt x="682379" y="47674"/>
                  <a:pt x="687218" y="41960"/>
                  <a:pt x="691374" y="39140"/>
                </a:cubicBezTo>
                <a:cubicBezTo>
                  <a:pt x="695530" y="36320"/>
                  <a:pt x="699537" y="34910"/>
                  <a:pt x="703396" y="34910"/>
                </a:cubicBezTo>
                <a:cubicBezTo>
                  <a:pt x="706721" y="34910"/>
                  <a:pt x="709378" y="35937"/>
                  <a:pt x="711367" y="37993"/>
                </a:cubicBezTo>
                <a:cubicBezTo>
                  <a:pt x="713356" y="40049"/>
                  <a:pt x="714350" y="42953"/>
                  <a:pt x="714350" y="46707"/>
                </a:cubicBezTo>
                <a:cubicBezTo>
                  <a:pt x="714350" y="50699"/>
                  <a:pt x="713386" y="53799"/>
                  <a:pt x="711456" y="56005"/>
                </a:cubicBezTo>
                <a:cubicBezTo>
                  <a:pt x="709526" y="58209"/>
                  <a:pt x="707196" y="59311"/>
                  <a:pt x="704465" y="59311"/>
                </a:cubicBezTo>
                <a:cubicBezTo>
                  <a:pt x="701319" y="59311"/>
                  <a:pt x="698587" y="58301"/>
                  <a:pt x="696272" y="56283"/>
                </a:cubicBezTo>
                <a:cubicBezTo>
                  <a:pt x="693957" y="54264"/>
                  <a:pt x="692591" y="53136"/>
                  <a:pt x="692176" y="52899"/>
                </a:cubicBezTo>
                <a:cubicBezTo>
                  <a:pt x="691582" y="52543"/>
                  <a:pt x="690899" y="52364"/>
                  <a:pt x="690127" y="52364"/>
                </a:cubicBezTo>
                <a:cubicBezTo>
                  <a:pt x="688406" y="52364"/>
                  <a:pt x="686773" y="53018"/>
                  <a:pt x="685229" y="54324"/>
                </a:cubicBezTo>
                <a:cubicBezTo>
                  <a:pt x="682795" y="56342"/>
                  <a:pt x="680955" y="59222"/>
                  <a:pt x="679708" y="62962"/>
                </a:cubicBezTo>
                <a:cubicBezTo>
                  <a:pt x="677808" y="68721"/>
                  <a:pt x="676858" y="75074"/>
                  <a:pt x="676858" y="82020"/>
                </a:cubicBezTo>
                <a:lnTo>
                  <a:pt x="676858" y="101167"/>
                </a:lnTo>
                <a:lnTo>
                  <a:pt x="676947" y="106154"/>
                </a:lnTo>
                <a:cubicBezTo>
                  <a:pt x="676947" y="109538"/>
                  <a:pt x="677155" y="111705"/>
                  <a:pt x="677570" y="112655"/>
                </a:cubicBezTo>
                <a:cubicBezTo>
                  <a:pt x="678283" y="114258"/>
                  <a:pt x="679337" y="115430"/>
                  <a:pt x="680732" y="116173"/>
                </a:cubicBezTo>
                <a:cubicBezTo>
                  <a:pt x="682127" y="116915"/>
                  <a:pt x="684487" y="117375"/>
                  <a:pt x="687812" y="117553"/>
                </a:cubicBezTo>
                <a:lnTo>
                  <a:pt x="687812" y="120759"/>
                </a:lnTo>
                <a:lnTo>
                  <a:pt x="642839" y="120759"/>
                </a:lnTo>
                <a:lnTo>
                  <a:pt x="642839" y="117553"/>
                </a:lnTo>
                <a:cubicBezTo>
                  <a:pt x="646461" y="117256"/>
                  <a:pt x="648910" y="116262"/>
                  <a:pt x="650186" y="114570"/>
                </a:cubicBezTo>
                <a:cubicBezTo>
                  <a:pt x="651462" y="112877"/>
                  <a:pt x="652101" y="108410"/>
                  <a:pt x="652101" y="101167"/>
                </a:cubicBezTo>
                <a:lnTo>
                  <a:pt x="652101" y="55036"/>
                </a:lnTo>
                <a:cubicBezTo>
                  <a:pt x="652101" y="50257"/>
                  <a:pt x="651863" y="47210"/>
                  <a:pt x="651388" y="45897"/>
                </a:cubicBezTo>
                <a:cubicBezTo>
                  <a:pt x="650795" y="44223"/>
                  <a:pt x="649934" y="42999"/>
                  <a:pt x="648806" y="42223"/>
                </a:cubicBezTo>
                <a:cubicBezTo>
                  <a:pt x="647678" y="41446"/>
                  <a:pt x="645689" y="40908"/>
                  <a:pt x="642839" y="40609"/>
                </a:cubicBezTo>
                <a:lnTo>
                  <a:pt x="642839" y="37403"/>
                </a:lnTo>
                <a:lnTo>
                  <a:pt x="676858" y="37403"/>
                </a:lnTo>
                <a:close/>
                <a:moveTo>
                  <a:pt x="789439" y="76053"/>
                </a:moveTo>
                <a:lnTo>
                  <a:pt x="743753" y="76053"/>
                </a:lnTo>
                <a:cubicBezTo>
                  <a:pt x="744288" y="87126"/>
                  <a:pt x="747226" y="95876"/>
                  <a:pt x="752570" y="102305"/>
                </a:cubicBezTo>
                <a:cubicBezTo>
                  <a:pt x="756666" y="107246"/>
                  <a:pt x="761594" y="109716"/>
                  <a:pt x="767353" y="109716"/>
                </a:cubicBezTo>
                <a:cubicBezTo>
                  <a:pt x="770915" y="109716"/>
                  <a:pt x="774151" y="108722"/>
                  <a:pt x="777060" y="106733"/>
                </a:cubicBezTo>
                <a:cubicBezTo>
                  <a:pt x="779969" y="104744"/>
                  <a:pt x="783086" y="101167"/>
                  <a:pt x="786411" y="96002"/>
                </a:cubicBezTo>
                <a:lnTo>
                  <a:pt x="789439" y="97961"/>
                </a:lnTo>
                <a:cubicBezTo>
                  <a:pt x="784926" y="107163"/>
                  <a:pt x="779939" y="113679"/>
                  <a:pt x="774477" y="117508"/>
                </a:cubicBezTo>
                <a:cubicBezTo>
                  <a:pt x="769015" y="121338"/>
                  <a:pt x="762692" y="123252"/>
                  <a:pt x="755508" y="123252"/>
                </a:cubicBezTo>
                <a:cubicBezTo>
                  <a:pt x="743159" y="123252"/>
                  <a:pt x="733809" y="118498"/>
                  <a:pt x="727456" y="108990"/>
                </a:cubicBezTo>
                <a:cubicBezTo>
                  <a:pt x="722350" y="101324"/>
                  <a:pt x="719797" y="91815"/>
                  <a:pt x="719797" y="80464"/>
                </a:cubicBezTo>
                <a:cubicBezTo>
                  <a:pt x="719797" y="66557"/>
                  <a:pt x="723552" y="55488"/>
                  <a:pt x="731063" y="47258"/>
                </a:cubicBezTo>
                <a:cubicBezTo>
                  <a:pt x="738573" y="39026"/>
                  <a:pt x="747375" y="34910"/>
                  <a:pt x="757468" y="34910"/>
                </a:cubicBezTo>
                <a:cubicBezTo>
                  <a:pt x="765898" y="34910"/>
                  <a:pt x="773216" y="38368"/>
                  <a:pt x="779420" y="45285"/>
                </a:cubicBezTo>
                <a:cubicBezTo>
                  <a:pt x="785624" y="52201"/>
                  <a:pt x="788964" y="62457"/>
                  <a:pt x="789439" y="76053"/>
                </a:cubicBezTo>
                <a:moveTo>
                  <a:pt x="767531" y="70176"/>
                </a:moveTo>
                <a:cubicBezTo>
                  <a:pt x="767531" y="60617"/>
                  <a:pt x="767011" y="54057"/>
                  <a:pt x="765972" y="50494"/>
                </a:cubicBezTo>
                <a:cubicBezTo>
                  <a:pt x="764933" y="46932"/>
                  <a:pt x="763316" y="44231"/>
                  <a:pt x="761119" y="42390"/>
                </a:cubicBezTo>
                <a:cubicBezTo>
                  <a:pt x="759872" y="41322"/>
                  <a:pt x="758210" y="40787"/>
                  <a:pt x="756132" y="40787"/>
                </a:cubicBezTo>
                <a:cubicBezTo>
                  <a:pt x="753045" y="40787"/>
                  <a:pt x="750521" y="42301"/>
                  <a:pt x="748562" y="45329"/>
                </a:cubicBezTo>
                <a:cubicBezTo>
                  <a:pt x="745059" y="50613"/>
                  <a:pt x="743308" y="57856"/>
                  <a:pt x="743308" y="67059"/>
                </a:cubicBezTo>
                <a:lnTo>
                  <a:pt x="743308" y="70176"/>
                </a:lnTo>
                <a:lnTo>
                  <a:pt x="767531" y="70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52DB7-9DC4-4EC2-8B25-D3DE2A9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586" y="3773656"/>
            <a:ext cx="1035947" cy="362946"/>
          </a:xfrm>
          <a:custGeom xmlns:a="http://schemas.openxmlformats.org/drawingml/2006/main">
            <a:pathLst>
              <a:path w="1035947" h="362946">
                <a:moveTo>
                  <a:pt x="0" y="362946"/>
                </a:moveTo>
                <a:lnTo>
                  <a:pt x="0" y="0"/>
                </a:lnTo>
                <a:lnTo>
                  <a:pt x="1035947" y="0"/>
                </a:lnTo>
                <a:lnTo>
                  <a:pt x="1035947" y="362946"/>
                </a:lnTo>
                <a:lnTo>
                  <a:pt x="0" y="362946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07487-3C96-4BE6-AB3E-C33332A0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586" y="3773656"/>
            <a:ext cx="1035947" cy="362946"/>
          </a:xfrm>
          <a:custGeom xmlns:a="http://schemas.openxmlformats.org/drawingml/2006/main">
            <a:pathLst>
              <a:path w="1035947" h="362946" fill="none">
                <a:moveTo>
                  <a:pt x="0" y="362946"/>
                </a:moveTo>
                <a:lnTo>
                  <a:pt x="1035947" y="362946"/>
                </a:lnTo>
                <a:lnTo>
                  <a:pt x="1035947" y="0"/>
                </a:lnTo>
                <a:lnTo>
                  <a:pt x="0" y="0"/>
                </a:lnTo>
                <a:lnTo>
                  <a:pt x="0" y="362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41" name="Text DRAM">
            <a:extLst xmlns:a="http://schemas.openxmlformats.org/drawingml/2006/main">
              <a:ext uri="{FF2B5EF4-FFF2-40B4-BE49-F238E27FC236}">
                <a16:creationId xmlns:a16="http://schemas.microsoft.com/office/drawing/2014/main" id="{9CEE9A01-FC74-4E5C-B4DF-0B8142D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257" y="3898934"/>
            <a:ext cx="540770" cy="123677"/>
          </a:xfrm>
          <a:custGeom xmlns:a="http://schemas.openxmlformats.org/drawingml/2006/main">
            <a:pathLst>
              <a:path w="540770" h="123677">
                <a:moveTo>
                  <a:pt x="289698" y="123677"/>
                </a:moveTo>
                <a:lnTo>
                  <a:pt x="289698" y="120287"/>
                </a:lnTo>
                <a:lnTo>
                  <a:pt x="288980" y="120232"/>
                </a:lnTo>
                <a:lnTo>
                  <a:pt x="288283" y="120173"/>
                </a:lnTo>
                <a:lnTo>
                  <a:pt x="287607" y="120108"/>
                </a:lnTo>
                <a:lnTo>
                  <a:pt x="286953" y="120039"/>
                </a:lnTo>
                <a:lnTo>
                  <a:pt x="286320" y="119964"/>
                </a:lnTo>
                <a:lnTo>
                  <a:pt x="285708" y="119884"/>
                </a:lnTo>
                <a:lnTo>
                  <a:pt x="285117" y="119799"/>
                </a:lnTo>
                <a:lnTo>
                  <a:pt x="284547" y="119709"/>
                </a:lnTo>
                <a:lnTo>
                  <a:pt x="283999" y="119614"/>
                </a:lnTo>
                <a:lnTo>
                  <a:pt x="283472" y="119514"/>
                </a:lnTo>
                <a:lnTo>
                  <a:pt x="282966" y="119409"/>
                </a:lnTo>
                <a:lnTo>
                  <a:pt x="282481" y="119299"/>
                </a:lnTo>
                <a:lnTo>
                  <a:pt x="282018" y="119183"/>
                </a:lnTo>
                <a:lnTo>
                  <a:pt x="281576" y="119063"/>
                </a:lnTo>
                <a:lnTo>
                  <a:pt x="281155" y="118937"/>
                </a:lnTo>
                <a:lnTo>
                  <a:pt x="280755" y="118807"/>
                </a:lnTo>
                <a:lnTo>
                  <a:pt x="280376" y="118671"/>
                </a:lnTo>
                <a:lnTo>
                  <a:pt x="280019" y="118530"/>
                </a:lnTo>
                <a:lnTo>
                  <a:pt x="279683" y="118384"/>
                </a:lnTo>
                <a:lnTo>
                  <a:pt x="279368" y="118233"/>
                </a:lnTo>
                <a:lnTo>
                  <a:pt x="279074" y="118077"/>
                </a:lnTo>
                <a:lnTo>
                  <a:pt x="278802" y="117916"/>
                </a:lnTo>
                <a:lnTo>
                  <a:pt x="278551" y="117750"/>
                </a:lnTo>
                <a:lnTo>
                  <a:pt x="278321" y="117579"/>
                </a:lnTo>
                <a:lnTo>
                  <a:pt x="278106" y="117404"/>
                </a:lnTo>
                <a:lnTo>
                  <a:pt x="277900" y="117227"/>
                </a:lnTo>
                <a:lnTo>
                  <a:pt x="277704" y="117047"/>
                </a:lnTo>
                <a:lnTo>
                  <a:pt x="277516" y="116865"/>
                </a:lnTo>
                <a:lnTo>
                  <a:pt x="277338" y="116681"/>
                </a:lnTo>
                <a:lnTo>
                  <a:pt x="277169" y="116494"/>
                </a:lnTo>
                <a:lnTo>
                  <a:pt x="277009" y="116305"/>
                </a:lnTo>
                <a:lnTo>
                  <a:pt x="276858" y="116114"/>
                </a:lnTo>
                <a:lnTo>
                  <a:pt x="276717" y="115920"/>
                </a:lnTo>
                <a:lnTo>
                  <a:pt x="276584" y="115724"/>
                </a:lnTo>
                <a:lnTo>
                  <a:pt x="276461" y="115526"/>
                </a:lnTo>
                <a:lnTo>
                  <a:pt x="276346" y="115326"/>
                </a:lnTo>
                <a:lnTo>
                  <a:pt x="276241" y="115123"/>
                </a:lnTo>
                <a:lnTo>
                  <a:pt x="276145" y="114918"/>
                </a:lnTo>
                <a:lnTo>
                  <a:pt x="276059" y="114710"/>
                </a:lnTo>
                <a:lnTo>
                  <a:pt x="275981" y="114500"/>
                </a:lnTo>
                <a:lnTo>
                  <a:pt x="275912" y="114288"/>
                </a:lnTo>
                <a:lnTo>
                  <a:pt x="275853" y="114074"/>
                </a:lnTo>
                <a:lnTo>
                  <a:pt x="275803" y="113857"/>
                </a:lnTo>
                <a:lnTo>
                  <a:pt x="275761" y="113638"/>
                </a:lnTo>
                <a:lnTo>
                  <a:pt x="275729" y="113416"/>
                </a:lnTo>
                <a:lnTo>
                  <a:pt x="275707" y="113192"/>
                </a:lnTo>
                <a:lnTo>
                  <a:pt x="275693" y="112966"/>
                </a:lnTo>
                <a:lnTo>
                  <a:pt x="275688" y="112738"/>
                </a:lnTo>
                <a:lnTo>
                  <a:pt x="275694" y="112443"/>
                </a:lnTo>
                <a:lnTo>
                  <a:pt x="275709" y="112136"/>
                </a:lnTo>
                <a:lnTo>
                  <a:pt x="275736" y="111817"/>
                </a:lnTo>
                <a:lnTo>
                  <a:pt x="275773" y="111486"/>
                </a:lnTo>
                <a:lnTo>
                  <a:pt x="275820" y="111142"/>
                </a:lnTo>
                <a:lnTo>
                  <a:pt x="275878" y="110785"/>
                </a:lnTo>
                <a:lnTo>
                  <a:pt x="275946" y="110417"/>
                </a:lnTo>
                <a:lnTo>
                  <a:pt x="276025" y="110036"/>
                </a:lnTo>
                <a:lnTo>
                  <a:pt x="276115" y="109643"/>
                </a:lnTo>
                <a:lnTo>
                  <a:pt x="276215" y="109237"/>
                </a:lnTo>
                <a:lnTo>
                  <a:pt x="276326" y="108819"/>
                </a:lnTo>
                <a:lnTo>
                  <a:pt x="276447" y="108389"/>
                </a:lnTo>
                <a:lnTo>
                  <a:pt x="276579" y="107946"/>
                </a:lnTo>
                <a:lnTo>
                  <a:pt x="276721" y="107491"/>
                </a:lnTo>
                <a:lnTo>
                  <a:pt x="276873" y="107023"/>
                </a:lnTo>
                <a:lnTo>
                  <a:pt x="277037" y="106544"/>
                </a:lnTo>
                <a:lnTo>
                  <a:pt x="277211" y="106052"/>
                </a:lnTo>
                <a:lnTo>
                  <a:pt x="277395" y="105547"/>
                </a:lnTo>
                <a:lnTo>
                  <a:pt x="277590" y="105030"/>
                </a:lnTo>
                <a:lnTo>
                  <a:pt x="277795" y="104501"/>
                </a:lnTo>
                <a:lnTo>
                  <a:pt x="278011" y="103960"/>
                </a:lnTo>
                <a:lnTo>
                  <a:pt x="278238" y="103406"/>
                </a:lnTo>
                <a:lnTo>
                  <a:pt x="278475" y="102840"/>
                </a:lnTo>
                <a:lnTo>
                  <a:pt x="278722" y="102261"/>
                </a:lnTo>
                <a:lnTo>
                  <a:pt x="286932" y="83165"/>
                </a:lnTo>
                <a:lnTo>
                  <a:pt x="333779" y="83165"/>
                </a:lnTo>
                <a:lnTo>
                  <a:pt x="341096" y="100566"/>
                </a:lnTo>
                <a:lnTo>
                  <a:pt x="341388" y="101261"/>
                </a:lnTo>
                <a:lnTo>
                  <a:pt x="341666" y="101941"/>
                </a:lnTo>
                <a:lnTo>
                  <a:pt x="341933" y="102605"/>
                </a:lnTo>
                <a:lnTo>
                  <a:pt x="342187" y="103253"/>
                </a:lnTo>
                <a:lnTo>
                  <a:pt x="342429" y="103885"/>
                </a:lnTo>
                <a:lnTo>
                  <a:pt x="342658" y="104502"/>
                </a:lnTo>
                <a:lnTo>
                  <a:pt x="342875" y="105103"/>
                </a:lnTo>
                <a:lnTo>
                  <a:pt x="343079" y="105688"/>
                </a:lnTo>
                <a:lnTo>
                  <a:pt x="343271" y="106258"/>
                </a:lnTo>
                <a:lnTo>
                  <a:pt x="343451" y="106812"/>
                </a:lnTo>
                <a:lnTo>
                  <a:pt x="343618" y="107350"/>
                </a:lnTo>
                <a:lnTo>
                  <a:pt x="343773" y="107872"/>
                </a:lnTo>
                <a:lnTo>
                  <a:pt x="343916" y="108379"/>
                </a:lnTo>
                <a:lnTo>
                  <a:pt x="344046" y="108869"/>
                </a:lnTo>
                <a:lnTo>
                  <a:pt x="344164" y="109345"/>
                </a:lnTo>
                <a:lnTo>
                  <a:pt x="344269" y="109804"/>
                </a:lnTo>
                <a:lnTo>
                  <a:pt x="344362" y="110248"/>
                </a:lnTo>
                <a:lnTo>
                  <a:pt x="344443" y="110676"/>
                </a:lnTo>
                <a:lnTo>
                  <a:pt x="344511" y="111088"/>
                </a:lnTo>
                <a:lnTo>
                  <a:pt x="344567" y="111485"/>
                </a:lnTo>
                <a:lnTo>
                  <a:pt x="344610" y="111865"/>
                </a:lnTo>
                <a:lnTo>
                  <a:pt x="344641" y="112231"/>
                </a:lnTo>
                <a:lnTo>
                  <a:pt x="344660" y="112580"/>
                </a:lnTo>
                <a:lnTo>
                  <a:pt x="344666" y="112914"/>
                </a:lnTo>
                <a:lnTo>
                  <a:pt x="344661" y="113156"/>
                </a:lnTo>
                <a:lnTo>
                  <a:pt x="344648" y="113396"/>
                </a:lnTo>
                <a:lnTo>
                  <a:pt x="344626" y="113632"/>
                </a:lnTo>
                <a:lnTo>
                  <a:pt x="344595" y="113866"/>
                </a:lnTo>
                <a:lnTo>
                  <a:pt x="344555" y="114096"/>
                </a:lnTo>
                <a:lnTo>
                  <a:pt x="344507" y="114324"/>
                </a:lnTo>
                <a:lnTo>
                  <a:pt x="344449" y="114548"/>
                </a:lnTo>
                <a:lnTo>
                  <a:pt x="344383" y="114769"/>
                </a:lnTo>
                <a:lnTo>
                  <a:pt x="344308" y="114987"/>
                </a:lnTo>
                <a:lnTo>
                  <a:pt x="344224" y="115202"/>
                </a:lnTo>
                <a:lnTo>
                  <a:pt x="344131" y="115414"/>
                </a:lnTo>
                <a:lnTo>
                  <a:pt x="344030" y="115623"/>
                </a:lnTo>
                <a:lnTo>
                  <a:pt x="343920" y="115828"/>
                </a:lnTo>
                <a:lnTo>
                  <a:pt x="343800" y="116031"/>
                </a:lnTo>
                <a:lnTo>
                  <a:pt x="343672" y="116231"/>
                </a:lnTo>
                <a:lnTo>
                  <a:pt x="343535" y="116427"/>
                </a:lnTo>
                <a:lnTo>
                  <a:pt x="343390" y="116621"/>
                </a:lnTo>
                <a:lnTo>
                  <a:pt x="343235" y="116811"/>
                </a:lnTo>
                <a:lnTo>
                  <a:pt x="343072" y="116998"/>
                </a:lnTo>
                <a:lnTo>
                  <a:pt x="342900" y="117182"/>
                </a:lnTo>
                <a:lnTo>
                  <a:pt x="342719" y="117364"/>
                </a:lnTo>
                <a:lnTo>
                  <a:pt x="342529" y="117542"/>
                </a:lnTo>
                <a:lnTo>
                  <a:pt x="342330" y="117717"/>
                </a:lnTo>
                <a:lnTo>
                  <a:pt x="342123" y="117888"/>
                </a:lnTo>
                <a:lnTo>
                  <a:pt x="341903" y="118056"/>
                </a:lnTo>
                <a:lnTo>
                  <a:pt x="341666" y="118217"/>
                </a:lnTo>
                <a:lnTo>
                  <a:pt x="341414" y="118373"/>
                </a:lnTo>
                <a:lnTo>
                  <a:pt x="341145" y="118523"/>
                </a:lnTo>
                <a:lnTo>
                  <a:pt x="340860" y="118667"/>
                </a:lnTo>
                <a:lnTo>
                  <a:pt x="340558" y="118805"/>
                </a:lnTo>
                <a:lnTo>
                  <a:pt x="340241" y="118937"/>
                </a:lnTo>
                <a:lnTo>
                  <a:pt x="339907" y="119063"/>
                </a:lnTo>
                <a:lnTo>
                  <a:pt x="339556" y="119184"/>
                </a:lnTo>
                <a:lnTo>
                  <a:pt x="339190" y="119298"/>
                </a:lnTo>
                <a:lnTo>
                  <a:pt x="338807" y="119407"/>
                </a:lnTo>
                <a:lnTo>
                  <a:pt x="338408" y="119510"/>
                </a:lnTo>
                <a:lnTo>
                  <a:pt x="337993" y="119607"/>
                </a:lnTo>
                <a:lnTo>
                  <a:pt x="337561" y="119698"/>
                </a:lnTo>
                <a:lnTo>
                  <a:pt x="337114" y="119783"/>
                </a:lnTo>
                <a:lnTo>
                  <a:pt x="336650" y="119863"/>
                </a:lnTo>
                <a:lnTo>
                  <a:pt x="336169" y="119936"/>
                </a:lnTo>
                <a:lnTo>
                  <a:pt x="335673" y="120004"/>
                </a:lnTo>
                <a:lnTo>
                  <a:pt x="335160" y="120066"/>
                </a:lnTo>
                <a:lnTo>
                  <a:pt x="334631" y="120122"/>
                </a:lnTo>
                <a:lnTo>
                  <a:pt x="334085" y="120172"/>
                </a:lnTo>
                <a:lnTo>
                  <a:pt x="333524" y="120216"/>
                </a:lnTo>
                <a:lnTo>
                  <a:pt x="332946" y="120254"/>
                </a:lnTo>
                <a:lnTo>
                  <a:pt x="332352" y="120287"/>
                </a:lnTo>
                <a:lnTo>
                  <a:pt x="332352" y="123677"/>
                </a:lnTo>
                <a:lnTo>
                  <a:pt x="380091" y="123677"/>
                </a:lnTo>
                <a:lnTo>
                  <a:pt x="380091" y="120287"/>
                </a:lnTo>
                <a:lnTo>
                  <a:pt x="379480" y="120244"/>
                </a:lnTo>
                <a:lnTo>
                  <a:pt x="378880" y="120191"/>
                </a:lnTo>
                <a:lnTo>
                  <a:pt x="378291" y="120126"/>
                </a:lnTo>
                <a:lnTo>
                  <a:pt x="377713" y="120051"/>
                </a:lnTo>
                <a:lnTo>
                  <a:pt x="377147" y="119965"/>
                </a:lnTo>
                <a:lnTo>
                  <a:pt x="376592" y="119868"/>
                </a:lnTo>
                <a:lnTo>
                  <a:pt x="376048" y="119760"/>
                </a:lnTo>
                <a:lnTo>
                  <a:pt x="375516" y="119641"/>
                </a:lnTo>
                <a:lnTo>
                  <a:pt x="374995" y="119510"/>
                </a:lnTo>
                <a:lnTo>
                  <a:pt x="374485" y="119369"/>
                </a:lnTo>
                <a:lnTo>
                  <a:pt x="373986" y="119218"/>
                </a:lnTo>
                <a:lnTo>
                  <a:pt x="373499" y="119055"/>
                </a:lnTo>
                <a:lnTo>
                  <a:pt x="373023" y="118881"/>
                </a:lnTo>
                <a:lnTo>
                  <a:pt x="372559" y="118696"/>
                </a:lnTo>
                <a:lnTo>
                  <a:pt x="372106" y="118500"/>
                </a:lnTo>
                <a:lnTo>
                  <a:pt x="371664" y="118294"/>
                </a:lnTo>
                <a:lnTo>
                  <a:pt x="371233" y="118076"/>
                </a:lnTo>
                <a:lnTo>
                  <a:pt x="370814" y="117847"/>
                </a:lnTo>
                <a:lnTo>
                  <a:pt x="370406" y="117608"/>
                </a:lnTo>
                <a:lnTo>
                  <a:pt x="370009" y="117357"/>
                </a:lnTo>
                <a:lnTo>
                  <a:pt x="369624" y="117096"/>
                </a:lnTo>
                <a:lnTo>
                  <a:pt x="369250" y="116824"/>
                </a:lnTo>
                <a:lnTo>
                  <a:pt x="368887" y="116540"/>
                </a:lnTo>
                <a:lnTo>
                  <a:pt x="368536" y="116246"/>
                </a:lnTo>
                <a:lnTo>
                  <a:pt x="368188" y="115931"/>
                </a:lnTo>
                <a:lnTo>
                  <a:pt x="367838" y="115587"/>
                </a:lnTo>
                <a:lnTo>
                  <a:pt x="367484" y="115213"/>
                </a:lnTo>
                <a:lnTo>
                  <a:pt x="367127" y="114810"/>
                </a:lnTo>
                <a:lnTo>
                  <a:pt x="366766" y="114378"/>
                </a:lnTo>
                <a:lnTo>
                  <a:pt x="366402" y="113916"/>
                </a:lnTo>
                <a:lnTo>
                  <a:pt x="366035" y="113425"/>
                </a:lnTo>
                <a:lnTo>
                  <a:pt x="365665" y="112904"/>
                </a:lnTo>
                <a:lnTo>
                  <a:pt x="365292" y="112353"/>
                </a:lnTo>
                <a:lnTo>
                  <a:pt x="364915" y="111774"/>
                </a:lnTo>
                <a:lnTo>
                  <a:pt x="364535" y="111165"/>
                </a:lnTo>
                <a:lnTo>
                  <a:pt x="364152" y="110526"/>
                </a:lnTo>
                <a:lnTo>
                  <a:pt x="363766" y="109858"/>
                </a:lnTo>
                <a:lnTo>
                  <a:pt x="363376" y="109160"/>
                </a:lnTo>
                <a:lnTo>
                  <a:pt x="362983" y="108433"/>
                </a:lnTo>
                <a:lnTo>
                  <a:pt x="362587" y="107677"/>
                </a:lnTo>
                <a:lnTo>
                  <a:pt x="362187" y="106891"/>
                </a:lnTo>
                <a:lnTo>
                  <a:pt x="361785" y="106076"/>
                </a:lnTo>
                <a:lnTo>
                  <a:pt x="361379" y="105231"/>
                </a:lnTo>
                <a:lnTo>
                  <a:pt x="360969" y="104357"/>
                </a:lnTo>
                <a:lnTo>
                  <a:pt x="360557" y="103453"/>
                </a:lnTo>
                <a:lnTo>
                  <a:pt x="360141" y="102520"/>
                </a:lnTo>
                <a:lnTo>
                  <a:pt x="359722" y="101558"/>
                </a:lnTo>
                <a:lnTo>
                  <a:pt x="359300" y="100566"/>
                </a:lnTo>
                <a:lnTo>
                  <a:pt x="317182" y="0"/>
                </a:lnTo>
                <a:lnTo>
                  <a:pt x="314059" y="0"/>
                </a:lnTo>
                <a:lnTo>
                  <a:pt x="271494" y="99453"/>
                </a:lnTo>
                <a:lnTo>
                  <a:pt x="271035" y="100529"/>
                </a:lnTo>
                <a:lnTo>
                  <a:pt x="270579" y="101573"/>
                </a:lnTo>
                <a:lnTo>
                  <a:pt x="270127" y="102587"/>
                </a:lnTo>
                <a:lnTo>
                  <a:pt x="269678" y="103571"/>
                </a:lnTo>
                <a:lnTo>
                  <a:pt x="269232" y="104524"/>
                </a:lnTo>
                <a:lnTo>
                  <a:pt x="268790" y="105446"/>
                </a:lnTo>
                <a:lnTo>
                  <a:pt x="268351" y="106338"/>
                </a:lnTo>
                <a:lnTo>
                  <a:pt x="267915" y="107199"/>
                </a:lnTo>
                <a:lnTo>
                  <a:pt x="267483" y="108029"/>
                </a:lnTo>
                <a:lnTo>
                  <a:pt x="267054" y="108829"/>
                </a:lnTo>
                <a:lnTo>
                  <a:pt x="266629" y="109598"/>
                </a:lnTo>
                <a:lnTo>
                  <a:pt x="266207" y="110337"/>
                </a:lnTo>
                <a:lnTo>
                  <a:pt x="265789" y="111045"/>
                </a:lnTo>
                <a:lnTo>
                  <a:pt x="265374" y="111723"/>
                </a:lnTo>
                <a:lnTo>
                  <a:pt x="264962" y="112370"/>
                </a:lnTo>
                <a:lnTo>
                  <a:pt x="264554" y="112986"/>
                </a:lnTo>
                <a:lnTo>
                  <a:pt x="264149" y="113572"/>
                </a:lnTo>
                <a:lnTo>
                  <a:pt x="263748" y="114127"/>
                </a:lnTo>
                <a:lnTo>
                  <a:pt x="263350" y="114651"/>
                </a:lnTo>
                <a:lnTo>
                  <a:pt x="262955" y="115145"/>
                </a:lnTo>
                <a:lnTo>
                  <a:pt x="262564" y="115608"/>
                </a:lnTo>
                <a:lnTo>
                  <a:pt x="262176" y="116041"/>
                </a:lnTo>
                <a:lnTo>
                  <a:pt x="261792" y="116443"/>
                </a:lnTo>
                <a:lnTo>
                  <a:pt x="261411" y="116815"/>
                </a:lnTo>
                <a:lnTo>
                  <a:pt x="261216" y="116991"/>
                </a:lnTo>
                <a:lnTo>
                  <a:pt x="261002" y="117165"/>
                </a:lnTo>
                <a:lnTo>
                  <a:pt x="260770" y="117336"/>
                </a:lnTo>
                <a:lnTo>
                  <a:pt x="260519" y="117505"/>
                </a:lnTo>
                <a:lnTo>
                  <a:pt x="260249" y="117670"/>
                </a:lnTo>
                <a:lnTo>
                  <a:pt x="259961" y="117833"/>
                </a:lnTo>
                <a:lnTo>
                  <a:pt x="259654" y="117993"/>
                </a:lnTo>
                <a:lnTo>
                  <a:pt x="259329" y="118150"/>
                </a:lnTo>
                <a:lnTo>
                  <a:pt x="258985" y="118304"/>
                </a:lnTo>
                <a:lnTo>
                  <a:pt x="258622" y="118456"/>
                </a:lnTo>
                <a:lnTo>
                  <a:pt x="258241" y="118605"/>
                </a:lnTo>
                <a:lnTo>
                  <a:pt x="257842" y="118751"/>
                </a:lnTo>
                <a:lnTo>
                  <a:pt x="257423" y="118894"/>
                </a:lnTo>
                <a:lnTo>
                  <a:pt x="256987" y="119034"/>
                </a:lnTo>
                <a:lnTo>
                  <a:pt x="256531" y="119172"/>
                </a:lnTo>
                <a:lnTo>
                  <a:pt x="256057" y="119307"/>
                </a:lnTo>
                <a:lnTo>
                  <a:pt x="255564" y="119439"/>
                </a:lnTo>
                <a:lnTo>
                  <a:pt x="255053" y="119569"/>
                </a:lnTo>
                <a:lnTo>
                  <a:pt x="254523" y="119695"/>
                </a:lnTo>
                <a:lnTo>
                  <a:pt x="253975" y="119819"/>
                </a:lnTo>
                <a:lnTo>
                  <a:pt x="253408" y="119940"/>
                </a:lnTo>
                <a:lnTo>
                  <a:pt x="252822" y="120058"/>
                </a:lnTo>
                <a:lnTo>
                  <a:pt x="252218" y="120174"/>
                </a:lnTo>
                <a:lnTo>
                  <a:pt x="251664" y="120274"/>
                </a:lnTo>
                <a:lnTo>
                  <a:pt x="250953" y="120192"/>
                </a:lnTo>
                <a:lnTo>
                  <a:pt x="250147" y="120088"/>
                </a:lnTo>
                <a:lnTo>
                  <a:pt x="249355" y="119974"/>
                </a:lnTo>
                <a:lnTo>
                  <a:pt x="248575" y="119850"/>
                </a:lnTo>
                <a:lnTo>
                  <a:pt x="247808" y="119716"/>
                </a:lnTo>
                <a:lnTo>
                  <a:pt x="247054" y="119573"/>
                </a:lnTo>
                <a:lnTo>
                  <a:pt x="246313" y="119419"/>
                </a:lnTo>
                <a:lnTo>
                  <a:pt x="245585" y="119255"/>
                </a:lnTo>
                <a:lnTo>
                  <a:pt x="244871" y="119082"/>
                </a:lnTo>
                <a:lnTo>
                  <a:pt x="244169" y="118898"/>
                </a:lnTo>
                <a:lnTo>
                  <a:pt x="243480" y="118705"/>
                </a:lnTo>
                <a:lnTo>
                  <a:pt x="242804" y="118502"/>
                </a:lnTo>
                <a:lnTo>
                  <a:pt x="242141" y="118289"/>
                </a:lnTo>
                <a:lnTo>
                  <a:pt x="241492" y="118066"/>
                </a:lnTo>
                <a:lnTo>
                  <a:pt x="240855" y="117833"/>
                </a:lnTo>
                <a:lnTo>
                  <a:pt x="240231" y="117590"/>
                </a:lnTo>
                <a:lnTo>
                  <a:pt x="239621" y="117337"/>
                </a:lnTo>
                <a:lnTo>
                  <a:pt x="239023" y="117074"/>
                </a:lnTo>
                <a:lnTo>
                  <a:pt x="238438" y="116801"/>
                </a:lnTo>
                <a:lnTo>
                  <a:pt x="237867" y="116519"/>
                </a:lnTo>
                <a:lnTo>
                  <a:pt x="237308" y="116226"/>
                </a:lnTo>
                <a:lnTo>
                  <a:pt x="236762" y="115924"/>
                </a:lnTo>
                <a:lnTo>
                  <a:pt x="236230" y="115612"/>
                </a:lnTo>
                <a:lnTo>
                  <a:pt x="235710" y="115289"/>
                </a:lnTo>
                <a:lnTo>
                  <a:pt x="235193" y="114948"/>
                </a:lnTo>
                <a:lnTo>
                  <a:pt x="234667" y="114579"/>
                </a:lnTo>
                <a:lnTo>
                  <a:pt x="234133" y="114182"/>
                </a:lnTo>
                <a:lnTo>
                  <a:pt x="233591" y="113758"/>
                </a:lnTo>
                <a:lnTo>
                  <a:pt x="233040" y="113305"/>
                </a:lnTo>
                <a:lnTo>
                  <a:pt x="232481" y="112824"/>
                </a:lnTo>
                <a:lnTo>
                  <a:pt x="231914" y="112316"/>
                </a:lnTo>
                <a:lnTo>
                  <a:pt x="231338" y="111780"/>
                </a:lnTo>
                <a:lnTo>
                  <a:pt x="230754" y="111215"/>
                </a:lnTo>
                <a:lnTo>
                  <a:pt x="230161" y="110623"/>
                </a:lnTo>
                <a:lnTo>
                  <a:pt x="229560" y="110003"/>
                </a:lnTo>
                <a:lnTo>
                  <a:pt x="228951" y="109355"/>
                </a:lnTo>
                <a:lnTo>
                  <a:pt x="228333" y="108680"/>
                </a:lnTo>
                <a:lnTo>
                  <a:pt x="227707" y="107976"/>
                </a:lnTo>
                <a:lnTo>
                  <a:pt x="227073" y="107245"/>
                </a:lnTo>
                <a:lnTo>
                  <a:pt x="226430" y="106485"/>
                </a:lnTo>
                <a:lnTo>
                  <a:pt x="225779" y="105698"/>
                </a:lnTo>
                <a:lnTo>
                  <a:pt x="225119" y="104883"/>
                </a:lnTo>
                <a:lnTo>
                  <a:pt x="224451" y="104040"/>
                </a:lnTo>
                <a:lnTo>
                  <a:pt x="223775" y="103169"/>
                </a:lnTo>
                <a:lnTo>
                  <a:pt x="223091" y="102270"/>
                </a:lnTo>
                <a:lnTo>
                  <a:pt x="222398" y="101343"/>
                </a:lnTo>
                <a:lnTo>
                  <a:pt x="221696" y="100388"/>
                </a:lnTo>
                <a:lnTo>
                  <a:pt x="220987" y="99406"/>
                </a:lnTo>
                <a:lnTo>
                  <a:pt x="196001" y="64725"/>
                </a:lnTo>
                <a:lnTo>
                  <a:pt x="197259" y="64434"/>
                </a:lnTo>
                <a:lnTo>
                  <a:pt x="198489" y="64127"/>
                </a:lnTo>
                <a:lnTo>
                  <a:pt x="199691" y="63803"/>
                </a:lnTo>
                <a:lnTo>
                  <a:pt x="200866" y="63462"/>
                </a:lnTo>
                <a:lnTo>
                  <a:pt x="202013" y="63104"/>
                </a:lnTo>
                <a:lnTo>
                  <a:pt x="203132" y="62730"/>
                </a:lnTo>
                <a:lnTo>
                  <a:pt x="204223" y="62339"/>
                </a:lnTo>
                <a:lnTo>
                  <a:pt x="205287" y="61931"/>
                </a:lnTo>
                <a:lnTo>
                  <a:pt x="206322" y="61507"/>
                </a:lnTo>
                <a:lnTo>
                  <a:pt x="207331" y="61066"/>
                </a:lnTo>
                <a:lnTo>
                  <a:pt x="208311" y="60608"/>
                </a:lnTo>
                <a:lnTo>
                  <a:pt x="209264" y="60133"/>
                </a:lnTo>
                <a:lnTo>
                  <a:pt x="210189" y="59642"/>
                </a:lnTo>
                <a:lnTo>
                  <a:pt x="211086" y="59134"/>
                </a:lnTo>
                <a:lnTo>
                  <a:pt x="211955" y="58610"/>
                </a:lnTo>
                <a:lnTo>
                  <a:pt x="212797" y="58068"/>
                </a:lnTo>
                <a:lnTo>
                  <a:pt x="213611" y="57510"/>
                </a:lnTo>
                <a:lnTo>
                  <a:pt x="214397" y="56935"/>
                </a:lnTo>
                <a:lnTo>
                  <a:pt x="215156" y="56344"/>
                </a:lnTo>
                <a:lnTo>
                  <a:pt x="215887" y="55736"/>
                </a:lnTo>
                <a:lnTo>
                  <a:pt x="216590" y="55111"/>
                </a:lnTo>
                <a:lnTo>
                  <a:pt x="217265" y="54469"/>
                </a:lnTo>
                <a:lnTo>
                  <a:pt x="217913" y="53811"/>
                </a:lnTo>
                <a:lnTo>
                  <a:pt x="218533" y="53136"/>
                </a:lnTo>
                <a:lnTo>
                  <a:pt x="219126" y="52447"/>
                </a:lnTo>
                <a:lnTo>
                  <a:pt x="219694" y="51748"/>
                </a:lnTo>
                <a:lnTo>
                  <a:pt x="220237" y="51039"/>
                </a:lnTo>
                <a:lnTo>
                  <a:pt x="220755" y="50320"/>
                </a:lnTo>
                <a:lnTo>
                  <a:pt x="221247" y="49591"/>
                </a:lnTo>
                <a:lnTo>
                  <a:pt x="221714" y="48851"/>
                </a:lnTo>
                <a:lnTo>
                  <a:pt x="222156" y="48101"/>
                </a:lnTo>
                <a:lnTo>
                  <a:pt x="222573" y="47341"/>
                </a:lnTo>
                <a:lnTo>
                  <a:pt x="222964" y="46571"/>
                </a:lnTo>
                <a:lnTo>
                  <a:pt x="223331" y="45790"/>
                </a:lnTo>
                <a:lnTo>
                  <a:pt x="223672" y="44999"/>
                </a:lnTo>
                <a:lnTo>
                  <a:pt x="223987" y="44198"/>
                </a:lnTo>
                <a:lnTo>
                  <a:pt x="224278" y="43387"/>
                </a:lnTo>
                <a:lnTo>
                  <a:pt x="224543" y="42566"/>
                </a:lnTo>
                <a:lnTo>
                  <a:pt x="224783" y="41734"/>
                </a:lnTo>
                <a:lnTo>
                  <a:pt x="224997" y="40892"/>
                </a:lnTo>
                <a:lnTo>
                  <a:pt x="225187" y="40040"/>
                </a:lnTo>
                <a:lnTo>
                  <a:pt x="225351" y="39178"/>
                </a:lnTo>
                <a:lnTo>
                  <a:pt x="225490" y="38305"/>
                </a:lnTo>
                <a:lnTo>
                  <a:pt x="225603" y="37422"/>
                </a:lnTo>
                <a:lnTo>
                  <a:pt x="225692" y="36529"/>
                </a:lnTo>
                <a:lnTo>
                  <a:pt x="225755" y="35626"/>
                </a:lnTo>
                <a:lnTo>
                  <a:pt x="225793" y="34712"/>
                </a:lnTo>
                <a:lnTo>
                  <a:pt x="225805" y="33789"/>
                </a:lnTo>
                <a:lnTo>
                  <a:pt x="225794" y="32925"/>
                </a:lnTo>
                <a:lnTo>
                  <a:pt x="225761" y="32071"/>
                </a:lnTo>
                <a:lnTo>
                  <a:pt x="225706" y="31227"/>
                </a:lnTo>
                <a:lnTo>
                  <a:pt x="225628" y="30393"/>
                </a:lnTo>
                <a:lnTo>
                  <a:pt x="225528" y="29569"/>
                </a:lnTo>
                <a:lnTo>
                  <a:pt x="225407" y="28755"/>
                </a:lnTo>
                <a:lnTo>
                  <a:pt x="225263" y="27952"/>
                </a:lnTo>
                <a:lnTo>
                  <a:pt x="225096" y="27158"/>
                </a:lnTo>
                <a:lnTo>
                  <a:pt x="224908" y="26374"/>
                </a:lnTo>
                <a:lnTo>
                  <a:pt x="224698" y="25601"/>
                </a:lnTo>
                <a:lnTo>
                  <a:pt x="224465" y="24837"/>
                </a:lnTo>
                <a:lnTo>
                  <a:pt x="224210" y="24084"/>
                </a:lnTo>
                <a:lnTo>
                  <a:pt x="223933" y="23341"/>
                </a:lnTo>
                <a:lnTo>
                  <a:pt x="223634" y="22607"/>
                </a:lnTo>
                <a:lnTo>
                  <a:pt x="223313" y="21884"/>
                </a:lnTo>
                <a:lnTo>
                  <a:pt x="222970" y="21171"/>
                </a:lnTo>
                <a:lnTo>
                  <a:pt x="222604" y="20468"/>
                </a:lnTo>
                <a:lnTo>
                  <a:pt x="222216" y="19775"/>
                </a:lnTo>
                <a:lnTo>
                  <a:pt x="221807" y="19092"/>
                </a:lnTo>
                <a:lnTo>
                  <a:pt x="221375" y="18419"/>
                </a:lnTo>
                <a:lnTo>
                  <a:pt x="220920" y="17756"/>
                </a:lnTo>
                <a:lnTo>
                  <a:pt x="220444" y="17103"/>
                </a:lnTo>
                <a:lnTo>
                  <a:pt x="219946" y="16460"/>
                </a:lnTo>
                <a:lnTo>
                  <a:pt x="219425" y="15828"/>
                </a:lnTo>
                <a:lnTo>
                  <a:pt x="218889" y="15208"/>
                </a:lnTo>
                <a:lnTo>
                  <a:pt x="218343" y="14605"/>
                </a:lnTo>
                <a:lnTo>
                  <a:pt x="217787" y="14018"/>
                </a:lnTo>
                <a:lnTo>
                  <a:pt x="217222" y="13448"/>
                </a:lnTo>
                <a:lnTo>
                  <a:pt x="216647" y="12893"/>
                </a:lnTo>
                <a:lnTo>
                  <a:pt x="216062" y="12356"/>
                </a:lnTo>
                <a:lnTo>
                  <a:pt x="215468" y="11835"/>
                </a:lnTo>
                <a:lnTo>
                  <a:pt x="214864" y="11330"/>
                </a:lnTo>
                <a:lnTo>
                  <a:pt x="214251" y="10841"/>
                </a:lnTo>
                <a:lnTo>
                  <a:pt x="213628" y="10369"/>
                </a:lnTo>
                <a:lnTo>
                  <a:pt x="212995" y="9914"/>
                </a:lnTo>
                <a:lnTo>
                  <a:pt x="212353" y="9475"/>
                </a:lnTo>
                <a:lnTo>
                  <a:pt x="211702" y="9052"/>
                </a:lnTo>
                <a:lnTo>
                  <a:pt x="211040" y="8646"/>
                </a:lnTo>
                <a:lnTo>
                  <a:pt x="210369" y="8256"/>
                </a:lnTo>
                <a:lnTo>
                  <a:pt x="209689" y="7882"/>
                </a:lnTo>
                <a:lnTo>
                  <a:pt x="208999" y="7525"/>
                </a:lnTo>
                <a:lnTo>
                  <a:pt x="208299" y="7184"/>
                </a:lnTo>
                <a:lnTo>
                  <a:pt x="207589" y="6860"/>
                </a:lnTo>
                <a:lnTo>
                  <a:pt x="206870" y="6552"/>
                </a:lnTo>
                <a:lnTo>
                  <a:pt x="206142" y="6261"/>
                </a:lnTo>
                <a:lnTo>
                  <a:pt x="205404" y="5986"/>
                </a:lnTo>
                <a:lnTo>
                  <a:pt x="204656" y="5727"/>
                </a:lnTo>
                <a:lnTo>
                  <a:pt x="203899" y="5485"/>
                </a:lnTo>
                <a:lnTo>
                  <a:pt x="203119" y="5256"/>
                </a:lnTo>
                <a:lnTo>
                  <a:pt x="202304" y="5037"/>
                </a:lnTo>
                <a:lnTo>
                  <a:pt x="201454" y="4827"/>
                </a:lnTo>
                <a:lnTo>
                  <a:pt x="200568" y="4627"/>
                </a:lnTo>
                <a:lnTo>
                  <a:pt x="199648" y="4437"/>
                </a:lnTo>
                <a:lnTo>
                  <a:pt x="198692" y="4257"/>
                </a:lnTo>
                <a:lnTo>
                  <a:pt x="197702" y="4086"/>
                </a:lnTo>
                <a:lnTo>
                  <a:pt x="196676" y="3925"/>
                </a:lnTo>
                <a:lnTo>
                  <a:pt x="195614" y="3774"/>
                </a:lnTo>
                <a:lnTo>
                  <a:pt x="194518" y="3633"/>
                </a:lnTo>
                <a:lnTo>
                  <a:pt x="193387" y="3501"/>
                </a:lnTo>
                <a:lnTo>
                  <a:pt x="192220" y="3379"/>
                </a:lnTo>
                <a:lnTo>
                  <a:pt x="191018" y="3267"/>
                </a:lnTo>
                <a:lnTo>
                  <a:pt x="189781" y="3165"/>
                </a:lnTo>
                <a:lnTo>
                  <a:pt x="188509" y="3072"/>
                </a:lnTo>
                <a:lnTo>
                  <a:pt x="187202" y="2989"/>
                </a:lnTo>
                <a:lnTo>
                  <a:pt x="185860" y="2916"/>
                </a:lnTo>
                <a:lnTo>
                  <a:pt x="184482" y="2852"/>
                </a:lnTo>
                <a:lnTo>
                  <a:pt x="183069" y="2799"/>
                </a:lnTo>
                <a:lnTo>
                  <a:pt x="181621" y="2755"/>
                </a:lnTo>
                <a:lnTo>
                  <a:pt x="180138" y="2721"/>
                </a:lnTo>
                <a:lnTo>
                  <a:pt x="178620" y="2696"/>
                </a:lnTo>
                <a:lnTo>
                  <a:pt x="177066" y="2682"/>
                </a:lnTo>
                <a:lnTo>
                  <a:pt x="175478" y="2677"/>
                </a:lnTo>
                <a:lnTo>
                  <a:pt x="131396" y="2677"/>
                </a:lnTo>
                <a:lnTo>
                  <a:pt x="131396" y="6068"/>
                </a:lnTo>
                <a:lnTo>
                  <a:pt x="135947" y="6068"/>
                </a:lnTo>
                <a:lnTo>
                  <a:pt x="136514" y="6075"/>
                </a:lnTo>
                <a:lnTo>
                  <a:pt x="137069" y="6095"/>
                </a:lnTo>
                <a:lnTo>
                  <a:pt x="137612" y="6129"/>
                </a:lnTo>
                <a:lnTo>
                  <a:pt x="138143" y="6176"/>
                </a:lnTo>
                <a:lnTo>
                  <a:pt x="138663" y="6237"/>
                </a:lnTo>
                <a:lnTo>
                  <a:pt x="139171" y="6312"/>
                </a:lnTo>
                <a:lnTo>
                  <a:pt x="139667" y="6400"/>
                </a:lnTo>
                <a:lnTo>
                  <a:pt x="140151" y="6502"/>
                </a:lnTo>
                <a:lnTo>
                  <a:pt x="140624" y="6617"/>
                </a:lnTo>
                <a:lnTo>
                  <a:pt x="141084" y="6746"/>
                </a:lnTo>
                <a:lnTo>
                  <a:pt x="141533" y="6889"/>
                </a:lnTo>
                <a:lnTo>
                  <a:pt x="141971" y="7045"/>
                </a:lnTo>
                <a:lnTo>
                  <a:pt x="142396" y="7214"/>
                </a:lnTo>
                <a:lnTo>
                  <a:pt x="142810" y="7397"/>
                </a:lnTo>
                <a:lnTo>
                  <a:pt x="143211" y="7594"/>
                </a:lnTo>
                <a:lnTo>
                  <a:pt x="143602" y="7804"/>
                </a:lnTo>
                <a:lnTo>
                  <a:pt x="143980" y="8028"/>
                </a:lnTo>
                <a:lnTo>
                  <a:pt x="144346" y="8265"/>
                </a:lnTo>
                <a:lnTo>
                  <a:pt x="144701" y="8516"/>
                </a:lnTo>
                <a:lnTo>
                  <a:pt x="145044" y="8781"/>
                </a:lnTo>
                <a:lnTo>
                  <a:pt x="145375" y="9059"/>
                </a:lnTo>
                <a:lnTo>
                  <a:pt x="145695" y="9351"/>
                </a:lnTo>
                <a:lnTo>
                  <a:pt x="146002" y="9656"/>
                </a:lnTo>
                <a:lnTo>
                  <a:pt x="146298" y="9975"/>
                </a:lnTo>
                <a:lnTo>
                  <a:pt x="146502" y="10219"/>
                </a:lnTo>
                <a:lnTo>
                  <a:pt x="146697" y="10493"/>
                </a:lnTo>
                <a:lnTo>
                  <a:pt x="146884" y="10797"/>
                </a:lnTo>
                <a:lnTo>
                  <a:pt x="147062" y="11131"/>
                </a:lnTo>
                <a:lnTo>
                  <a:pt x="147231" y="11495"/>
                </a:lnTo>
                <a:lnTo>
                  <a:pt x="147391" y="11889"/>
                </a:lnTo>
                <a:lnTo>
                  <a:pt x="147543" y="12313"/>
                </a:lnTo>
                <a:lnTo>
                  <a:pt x="147686" y="12767"/>
                </a:lnTo>
                <a:lnTo>
                  <a:pt x="147821" y="13250"/>
                </a:lnTo>
                <a:lnTo>
                  <a:pt x="147947" y="13764"/>
                </a:lnTo>
                <a:lnTo>
                  <a:pt x="148064" y="14307"/>
                </a:lnTo>
                <a:lnTo>
                  <a:pt x="148172" y="14880"/>
                </a:lnTo>
                <a:lnTo>
                  <a:pt x="148272" y="15484"/>
                </a:lnTo>
                <a:lnTo>
                  <a:pt x="148363" y="16117"/>
                </a:lnTo>
                <a:lnTo>
                  <a:pt x="148446" y="16780"/>
                </a:lnTo>
                <a:lnTo>
                  <a:pt x="148519" y="17473"/>
                </a:lnTo>
                <a:lnTo>
                  <a:pt x="148584" y="18196"/>
                </a:lnTo>
                <a:lnTo>
                  <a:pt x="148641" y="18948"/>
                </a:lnTo>
                <a:lnTo>
                  <a:pt x="148688" y="19731"/>
                </a:lnTo>
                <a:lnTo>
                  <a:pt x="148728" y="20544"/>
                </a:lnTo>
                <a:lnTo>
                  <a:pt x="148758" y="21386"/>
                </a:lnTo>
                <a:lnTo>
                  <a:pt x="148780" y="22258"/>
                </a:lnTo>
                <a:lnTo>
                  <a:pt x="148793" y="23161"/>
                </a:lnTo>
                <a:lnTo>
                  <a:pt x="148797" y="24093"/>
                </a:lnTo>
                <a:lnTo>
                  <a:pt x="148797" y="102261"/>
                </a:lnTo>
                <a:lnTo>
                  <a:pt x="148794" y="103107"/>
                </a:lnTo>
                <a:lnTo>
                  <a:pt x="148784" y="103926"/>
                </a:lnTo>
                <a:lnTo>
                  <a:pt x="148768" y="104719"/>
                </a:lnTo>
                <a:lnTo>
                  <a:pt x="148745" y="105485"/>
                </a:lnTo>
                <a:lnTo>
                  <a:pt x="148716" y="106226"/>
                </a:lnTo>
                <a:lnTo>
                  <a:pt x="148680" y="106940"/>
                </a:lnTo>
                <a:lnTo>
                  <a:pt x="148638" y="107628"/>
                </a:lnTo>
                <a:lnTo>
                  <a:pt x="148589" y="108290"/>
                </a:lnTo>
                <a:lnTo>
                  <a:pt x="148533" y="108926"/>
                </a:lnTo>
                <a:lnTo>
                  <a:pt x="148472" y="109535"/>
                </a:lnTo>
                <a:lnTo>
                  <a:pt x="148403" y="110118"/>
                </a:lnTo>
                <a:lnTo>
                  <a:pt x="148328" y="110675"/>
                </a:lnTo>
                <a:lnTo>
                  <a:pt x="148247" y="111206"/>
                </a:lnTo>
                <a:lnTo>
                  <a:pt x="148159" y="111710"/>
                </a:lnTo>
                <a:lnTo>
                  <a:pt x="148065" y="112189"/>
                </a:lnTo>
                <a:lnTo>
                  <a:pt x="147964" y="112641"/>
                </a:lnTo>
                <a:lnTo>
                  <a:pt x="147857" y="113067"/>
                </a:lnTo>
                <a:lnTo>
                  <a:pt x="147743" y="113467"/>
                </a:lnTo>
                <a:lnTo>
                  <a:pt x="147622" y="113840"/>
                </a:lnTo>
                <a:lnTo>
                  <a:pt x="147496" y="114187"/>
                </a:lnTo>
                <a:lnTo>
                  <a:pt x="147362" y="114509"/>
                </a:lnTo>
                <a:lnTo>
                  <a:pt x="147222" y="114803"/>
                </a:lnTo>
                <a:lnTo>
                  <a:pt x="147076" y="115072"/>
                </a:lnTo>
                <a:lnTo>
                  <a:pt x="146923" y="115315"/>
                </a:lnTo>
                <a:lnTo>
                  <a:pt x="146640" y="115720"/>
                </a:lnTo>
                <a:lnTo>
                  <a:pt x="146342" y="116109"/>
                </a:lnTo>
                <a:lnTo>
                  <a:pt x="146029" y="116480"/>
                </a:lnTo>
                <a:lnTo>
                  <a:pt x="145701" y="116834"/>
                </a:lnTo>
                <a:lnTo>
                  <a:pt x="145358" y="117170"/>
                </a:lnTo>
                <a:lnTo>
                  <a:pt x="144999" y="117490"/>
                </a:lnTo>
                <a:lnTo>
                  <a:pt x="144625" y="117792"/>
                </a:lnTo>
                <a:lnTo>
                  <a:pt x="144236" y="118077"/>
                </a:lnTo>
                <a:lnTo>
                  <a:pt x="143832" y="118344"/>
                </a:lnTo>
                <a:lnTo>
                  <a:pt x="143413" y="118595"/>
                </a:lnTo>
                <a:lnTo>
                  <a:pt x="142978" y="118828"/>
                </a:lnTo>
                <a:lnTo>
                  <a:pt x="142528" y="119044"/>
                </a:lnTo>
                <a:lnTo>
                  <a:pt x="142063" y="119242"/>
                </a:lnTo>
                <a:lnTo>
                  <a:pt x="141583" y="119423"/>
                </a:lnTo>
                <a:lnTo>
                  <a:pt x="141088" y="119587"/>
                </a:lnTo>
                <a:lnTo>
                  <a:pt x="140578" y="119734"/>
                </a:lnTo>
                <a:lnTo>
                  <a:pt x="140052" y="119864"/>
                </a:lnTo>
                <a:lnTo>
                  <a:pt x="139511" y="119976"/>
                </a:lnTo>
                <a:lnTo>
                  <a:pt x="138955" y="120071"/>
                </a:lnTo>
                <a:lnTo>
                  <a:pt x="138384" y="120148"/>
                </a:lnTo>
                <a:lnTo>
                  <a:pt x="137798" y="120209"/>
                </a:lnTo>
                <a:lnTo>
                  <a:pt x="137196" y="120252"/>
                </a:lnTo>
                <a:lnTo>
                  <a:pt x="136579" y="120278"/>
                </a:lnTo>
                <a:lnTo>
                  <a:pt x="135947" y="120287"/>
                </a:lnTo>
                <a:lnTo>
                  <a:pt x="131396" y="120287"/>
                </a:lnTo>
                <a:lnTo>
                  <a:pt x="131396" y="123677"/>
                </a:lnTo>
                <a:lnTo>
                  <a:pt x="183241" y="123677"/>
                </a:lnTo>
                <a:lnTo>
                  <a:pt x="183241" y="120287"/>
                </a:lnTo>
                <a:lnTo>
                  <a:pt x="178512" y="120287"/>
                </a:lnTo>
                <a:lnTo>
                  <a:pt x="177952" y="120280"/>
                </a:lnTo>
                <a:lnTo>
                  <a:pt x="177405" y="120259"/>
                </a:lnTo>
                <a:lnTo>
                  <a:pt x="176869" y="120225"/>
                </a:lnTo>
                <a:lnTo>
                  <a:pt x="176345" y="120178"/>
                </a:lnTo>
                <a:lnTo>
                  <a:pt x="175833" y="120117"/>
                </a:lnTo>
                <a:lnTo>
                  <a:pt x="175333" y="120042"/>
                </a:lnTo>
                <a:lnTo>
                  <a:pt x="174844" y="119954"/>
                </a:lnTo>
                <a:lnTo>
                  <a:pt x="174367" y="119852"/>
                </a:lnTo>
                <a:lnTo>
                  <a:pt x="173902" y="119737"/>
                </a:lnTo>
                <a:lnTo>
                  <a:pt x="173449" y="119608"/>
                </a:lnTo>
                <a:lnTo>
                  <a:pt x="173007" y="119466"/>
                </a:lnTo>
                <a:lnTo>
                  <a:pt x="172578" y="119310"/>
                </a:lnTo>
                <a:lnTo>
                  <a:pt x="172160" y="119140"/>
                </a:lnTo>
                <a:lnTo>
                  <a:pt x="171753" y="118957"/>
                </a:lnTo>
                <a:lnTo>
                  <a:pt x="171359" y="118760"/>
                </a:lnTo>
                <a:lnTo>
                  <a:pt x="170976" y="118550"/>
                </a:lnTo>
                <a:lnTo>
                  <a:pt x="170605" y="118326"/>
                </a:lnTo>
                <a:lnTo>
                  <a:pt x="170246" y="118089"/>
                </a:lnTo>
                <a:lnTo>
                  <a:pt x="169899" y="117838"/>
                </a:lnTo>
                <a:lnTo>
                  <a:pt x="169563" y="117574"/>
                </a:lnTo>
                <a:lnTo>
                  <a:pt x="169240" y="117295"/>
                </a:lnTo>
                <a:lnTo>
                  <a:pt x="168928" y="117004"/>
                </a:lnTo>
                <a:lnTo>
                  <a:pt x="168627" y="116699"/>
                </a:lnTo>
                <a:lnTo>
                  <a:pt x="168339" y="116380"/>
                </a:lnTo>
                <a:lnTo>
                  <a:pt x="168135" y="116135"/>
                </a:lnTo>
                <a:lnTo>
                  <a:pt x="167940" y="115861"/>
                </a:lnTo>
                <a:lnTo>
                  <a:pt x="167753" y="115557"/>
                </a:lnTo>
                <a:lnTo>
                  <a:pt x="167576" y="115223"/>
                </a:lnTo>
                <a:lnTo>
                  <a:pt x="167406" y="114859"/>
                </a:lnTo>
                <a:lnTo>
                  <a:pt x="167246" y="114465"/>
                </a:lnTo>
                <a:lnTo>
                  <a:pt x="167094" y="114042"/>
                </a:lnTo>
                <a:lnTo>
                  <a:pt x="166951" y="113588"/>
                </a:lnTo>
                <a:lnTo>
                  <a:pt x="166816" y="113104"/>
                </a:lnTo>
                <a:lnTo>
                  <a:pt x="166691" y="112591"/>
                </a:lnTo>
                <a:lnTo>
                  <a:pt x="166574" y="112047"/>
                </a:lnTo>
                <a:lnTo>
                  <a:pt x="166465" y="111474"/>
                </a:lnTo>
                <a:lnTo>
                  <a:pt x="166365" y="110871"/>
                </a:lnTo>
                <a:lnTo>
                  <a:pt x="166274" y="110238"/>
                </a:lnTo>
                <a:lnTo>
                  <a:pt x="166192" y="109575"/>
                </a:lnTo>
                <a:lnTo>
                  <a:pt x="166118" y="108882"/>
                </a:lnTo>
                <a:lnTo>
                  <a:pt x="166053" y="108159"/>
                </a:lnTo>
                <a:lnTo>
                  <a:pt x="165997" y="107406"/>
                </a:lnTo>
                <a:lnTo>
                  <a:pt x="165949" y="106623"/>
                </a:lnTo>
                <a:lnTo>
                  <a:pt x="165910" y="105811"/>
                </a:lnTo>
                <a:lnTo>
                  <a:pt x="165880" y="104968"/>
                </a:lnTo>
                <a:lnTo>
                  <a:pt x="165858" y="104096"/>
                </a:lnTo>
                <a:lnTo>
                  <a:pt x="165845" y="103194"/>
                </a:lnTo>
                <a:lnTo>
                  <a:pt x="165840" y="102261"/>
                </a:lnTo>
                <a:lnTo>
                  <a:pt x="165840" y="67103"/>
                </a:lnTo>
                <a:lnTo>
                  <a:pt x="165959" y="67111"/>
                </a:lnTo>
                <a:lnTo>
                  <a:pt x="166078" y="67118"/>
                </a:lnTo>
                <a:lnTo>
                  <a:pt x="166196" y="67125"/>
                </a:lnTo>
                <a:lnTo>
                  <a:pt x="166314" y="67132"/>
                </a:lnTo>
                <a:lnTo>
                  <a:pt x="166432" y="67139"/>
                </a:lnTo>
                <a:lnTo>
                  <a:pt x="166549" y="67145"/>
                </a:lnTo>
                <a:lnTo>
                  <a:pt x="166666" y="67152"/>
                </a:lnTo>
                <a:lnTo>
                  <a:pt x="166782" y="67158"/>
                </a:lnTo>
                <a:lnTo>
                  <a:pt x="166899" y="67164"/>
                </a:lnTo>
                <a:lnTo>
                  <a:pt x="167015" y="67170"/>
                </a:lnTo>
                <a:lnTo>
                  <a:pt x="167130" y="67176"/>
                </a:lnTo>
                <a:lnTo>
                  <a:pt x="167246" y="67182"/>
                </a:lnTo>
                <a:lnTo>
                  <a:pt x="167361" y="67187"/>
                </a:lnTo>
                <a:lnTo>
                  <a:pt x="167476" y="67192"/>
                </a:lnTo>
                <a:lnTo>
                  <a:pt x="167590" y="67198"/>
                </a:lnTo>
                <a:lnTo>
                  <a:pt x="167704" y="67203"/>
                </a:lnTo>
                <a:lnTo>
                  <a:pt x="167818" y="67207"/>
                </a:lnTo>
                <a:lnTo>
                  <a:pt x="167932" y="67212"/>
                </a:lnTo>
                <a:lnTo>
                  <a:pt x="168045" y="67217"/>
                </a:lnTo>
                <a:lnTo>
                  <a:pt x="168158" y="67221"/>
                </a:lnTo>
                <a:lnTo>
                  <a:pt x="168271" y="67225"/>
                </a:lnTo>
                <a:lnTo>
                  <a:pt x="168383" y="67230"/>
                </a:lnTo>
                <a:lnTo>
                  <a:pt x="168495" y="67234"/>
                </a:lnTo>
                <a:lnTo>
                  <a:pt x="168607" y="67237"/>
                </a:lnTo>
                <a:lnTo>
                  <a:pt x="168718" y="67241"/>
                </a:lnTo>
                <a:lnTo>
                  <a:pt x="168829" y="67244"/>
                </a:lnTo>
                <a:lnTo>
                  <a:pt x="168939" y="67248"/>
                </a:lnTo>
                <a:lnTo>
                  <a:pt x="169048" y="67251"/>
                </a:lnTo>
                <a:lnTo>
                  <a:pt x="169157" y="67254"/>
                </a:lnTo>
                <a:lnTo>
                  <a:pt x="169265" y="67257"/>
                </a:lnTo>
                <a:lnTo>
                  <a:pt x="169372" y="67260"/>
                </a:lnTo>
                <a:lnTo>
                  <a:pt x="169479" y="67262"/>
                </a:lnTo>
                <a:lnTo>
                  <a:pt x="169585" y="67264"/>
                </a:lnTo>
                <a:lnTo>
                  <a:pt x="169691" y="67267"/>
                </a:lnTo>
                <a:lnTo>
                  <a:pt x="169796" y="67269"/>
                </a:lnTo>
                <a:lnTo>
                  <a:pt x="169901" y="67271"/>
                </a:lnTo>
                <a:lnTo>
                  <a:pt x="170004" y="67273"/>
                </a:lnTo>
                <a:lnTo>
                  <a:pt x="170108" y="67274"/>
                </a:lnTo>
                <a:lnTo>
                  <a:pt x="170210" y="67276"/>
                </a:lnTo>
                <a:lnTo>
                  <a:pt x="170312" y="67277"/>
                </a:lnTo>
                <a:lnTo>
                  <a:pt x="170413" y="67278"/>
                </a:lnTo>
                <a:lnTo>
                  <a:pt x="170514" y="67279"/>
                </a:lnTo>
                <a:lnTo>
                  <a:pt x="170614" y="67280"/>
                </a:lnTo>
                <a:lnTo>
                  <a:pt x="170714" y="67281"/>
                </a:lnTo>
                <a:lnTo>
                  <a:pt x="170812" y="67281"/>
                </a:lnTo>
                <a:lnTo>
                  <a:pt x="170911" y="67282"/>
                </a:lnTo>
                <a:lnTo>
                  <a:pt x="171008" y="67282"/>
                </a:lnTo>
                <a:lnTo>
                  <a:pt x="171105" y="67282"/>
                </a:lnTo>
                <a:lnTo>
                  <a:pt x="171346" y="67282"/>
                </a:lnTo>
                <a:lnTo>
                  <a:pt x="171593" y="67281"/>
                </a:lnTo>
                <a:lnTo>
                  <a:pt x="171846" y="67279"/>
                </a:lnTo>
                <a:lnTo>
                  <a:pt x="172104" y="67277"/>
                </a:lnTo>
                <a:lnTo>
                  <a:pt x="172369" y="67274"/>
                </a:lnTo>
                <a:lnTo>
                  <a:pt x="172639" y="67271"/>
                </a:lnTo>
                <a:lnTo>
                  <a:pt x="172915" y="67267"/>
                </a:lnTo>
                <a:lnTo>
                  <a:pt x="173197" y="67262"/>
                </a:lnTo>
                <a:lnTo>
                  <a:pt x="173485" y="67257"/>
                </a:lnTo>
                <a:lnTo>
                  <a:pt x="173779" y="67251"/>
                </a:lnTo>
                <a:lnTo>
                  <a:pt x="174079" y="67244"/>
                </a:lnTo>
                <a:lnTo>
                  <a:pt x="174385" y="67237"/>
                </a:lnTo>
                <a:lnTo>
                  <a:pt x="174696" y="67230"/>
                </a:lnTo>
                <a:lnTo>
                  <a:pt x="175014" y="67221"/>
                </a:lnTo>
                <a:lnTo>
                  <a:pt x="175337" y="67212"/>
                </a:lnTo>
                <a:lnTo>
                  <a:pt x="175666" y="67203"/>
                </a:lnTo>
                <a:lnTo>
                  <a:pt x="176001" y="67192"/>
                </a:lnTo>
                <a:lnTo>
                  <a:pt x="176342" y="67182"/>
                </a:lnTo>
                <a:lnTo>
                  <a:pt x="176689" y="67170"/>
                </a:lnTo>
                <a:lnTo>
                  <a:pt x="177042" y="67158"/>
                </a:lnTo>
                <a:lnTo>
                  <a:pt x="177400" y="67145"/>
                </a:lnTo>
                <a:lnTo>
                  <a:pt x="177765" y="67132"/>
                </a:lnTo>
                <a:lnTo>
                  <a:pt x="178135" y="67118"/>
                </a:lnTo>
                <a:lnTo>
                  <a:pt x="178512" y="67103"/>
                </a:lnTo>
                <a:lnTo>
                  <a:pt x="219470" y="123677"/>
                </a:lnTo>
                <a:lnTo>
                  <a:pt x="251595" y="123677"/>
                </a:lnTo>
                <a:lnTo>
                  <a:pt x="251772" y="123677"/>
                </a:lnTo>
                <a:lnTo>
                  <a:pt x="289698" y="123677"/>
                </a:lnTo>
                <a:close/>
                <a:moveTo>
                  <a:pt x="310757" y="27662"/>
                </a:moveTo>
                <a:lnTo>
                  <a:pt x="331281" y="76562"/>
                </a:lnTo>
                <a:lnTo>
                  <a:pt x="289698" y="76562"/>
                </a:lnTo>
                <a:lnTo>
                  <a:pt x="310757" y="27662"/>
                </a:lnTo>
                <a:close/>
                <a:moveTo>
                  <a:pt x="166570" y="11098"/>
                </a:moveTo>
                <a:lnTo>
                  <a:pt x="167287" y="10958"/>
                </a:lnTo>
                <a:lnTo>
                  <a:pt x="167992" y="10825"/>
                </a:lnTo>
                <a:lnTo>
                  <a:pt x="168684" y="10698"/>
                </a:lnTo>
                <a:lnTo>
                  <a:pt x="169363" y="10577"/>
                </a:lnTo>
                <a:lnTo>
                  <a:pt x="170029" y="10463"/>
                </a:lnTo>
                <a:lnTo>
                  <a:pt x="170682" y="10354"/>
                </a:lnTo>
                <a:lnTo>
                  <a:pt x="171323" y="10252"/>
                </a:lnTo>
                <a:lnTo>
                  <a:pt x="171952" y="10156"/>
                </a:lnTo>
                <a:lnTo>
                  <a:pt x="172567" y="10066"/>
                </a:lnTo>
                <a:lnTo>
                  <a:pt x="173170" y="9982"/>
                </a:lnTo>
                <a:lnTo>
                  <a:pt x="173760" y="9905"/>
                </a:lnTo>
                <a:lnTo>
                  <a:pt x="174337" y="9834"/>
                </a:lnTo>
                <a:lnTo>
                  <a:pt x="174902" y="9769"/>
                </a:lnTo>
                <a:lnTo>
                  <a:pt x="175454" y="9710"/>
                </a:lnTo>
                <a:lnTo>
                  <a:pt x="175993" y="9657"/>
                </a:lnTo>
                <a:lnTo>
                  <a:pt x="176520" y="9611"/>
                </a:lnTo>
                <a:lnTo>
                  <a:pt x="177034" y="9570"/>
                </a:lnTo>
                <a:lnTo>
                  <a:pt x="177535" y="9536"/>
                </a:lnTo>
                <a:lnTo>
                  <a:pt x="178023" y="9508"/>
                </a:lnTo>
                <a:lnTo>
                  <a:pt x="178499" y="9487"/>
                </a:lnTo>
                <a:lnTo>
                  <a:pt x="178962" y="9471"/>
                </a:lnTo>
                <a:lnTo>
                  <a:pt x="179412" y="9462"/>
                </a:lnTo>
                <a:lnTo>
                  <a:pt x="179850" y="9459"/>
                </a:lnTo>
                <a:lnTo>
                  <a:pt x="180816" y="9471"/>
                </a:lnTo>
                <a:lnTo>
                  <a:pt x="181766" y="9508"/>
                </a:lnTo>
                <a:lnTo>
                  <a:pt x="182701" y="9569"/>
                </a:lnTo>
                <a:lnTo>
                  <a:pt x="183619" y="9655"/>
                </a:lnTo>
                <a:lnTo>
                  <a:pt x="184521" y="9766"/>
                </a:lnTo>
                <a:lnTo>
                  <a:pt x="185408" y="9901"/>
                </a:lnTo>
                <a:lnTo>
                  <a:pt x="186278" y="10061"/>
                </a:lnTo>
                <a:lnTo>
                  <a:pt x="187133" y="10246"/>
                </a:lnTo>
                <a:lnTo>
                  <a:pt x="187971" y="10455"/>
                </a:lnTo>
                <a:lnTo>
                  <a:pt x="188794" y="10688"/>
                </a:lnTo>
                <a:lnTo>
                  <a:pt x="189600" y="10947"/>
                </a:lnTo>
                <a:lnTo>
                  <a:pt x="190391" y="11229"/>
                </a:lnTo>
                <a:lnTo>
                  <a:pt x="191165" y="11537"/>
                </a:lnTo>
                <a:lnTo>
                  <a:pt x="191924" y="11869"/>
                </a:lnTo>
                <a:lnTo>
                  <a:pt x="192667" y="12225"/>
                </a:lnTo>
                <a:lnTo>
                  <a:pt x="193394" y="12607"/>
                </a:lnTo>
                <a:lnTo>
                  <a:pt x="194105" y="13012"/>
                </a:lnTo>
                <a:lnTo>
                  <a:pt x="194799" y="13443"/>
                </a:lnTo>
                <a:lnTo>
                  <a:pt x="195478" y="13898"/>
                </a:lnTo>
                <a:lnTo>
                  <a:pt x="196141" y="14377"/>
                </a:lnTo>
                <a:lnTo>
                  <a:pt x="196788" y="14882"/>
                </a:lnTo>
                <a:lnTo>
                  <a:pt x="197419" y="15410"/>
                </a:lnTo>
                <a:lnTo>
                  <a:pt x="198035" y="15964"/>
                </a:lnTo>
                <a:lnTo>
                  <a:pt x="198634" y="16542"/>
                </a:lnTo>
                <a:lnTo>
                  <a:pt x="199213" y="17139"/>
                </a:lnTo>
                <a:lnTo>
                  <a:pt x="199767" y="17751"/>
                </a:lnTo>
                <a:lnTo>
                  <a:pt x="200296" y="18378"/>
                </a:lnTo>
                <a:lnTo>
                  <a:pt x="200801" y="19019"/>
                </a:lnTo>
                <a:lnTo>
                  <a:pt x="201282" y="19675"/>
                </a:lnTo>
                <a:lnTo>
                  <a:pt x="201737" y="20346"/>
                </a:lnTo>
                <a:lnTo>
                  <a:pt x="202168" y="21032"/>
                </a:lnTo>
                <a:lnTo>
                  <a:pt x="202575" y="21732"/>
                </a:lnTo>
                <a:lnTo>
                  <a:pt x="202957" y="22447"/>
                </a:lnTo>
                <a:lnTo>
                  <a:pt x="203314" y="23177"/>
                </a:lnTo>
                <a:lnTo>
                  <a:pt x="203646" y="23921"/>
                </a:lnTo>
                <a:lnTo>
                  <a:pt x="203954" y="24680"/>
                </a:lnTo>
                <a:lnTo>
                  <a:pt x="204238" y="25454"/>
                </a:lnTo>
                <a:lnTo>
                  <a:pt x="204496" y="26242"/>
                </a:lnTo>
                <a:lnTo>
                  <a:pt x="204730" y="27045"/>
                </a:lnTo>
                <a:lnTo>
                  <a:pt x="204940" y="27863"/>
                </a:lnTo>
                <a:lnTo>
                  <a:pt x="205124" y="28696"/>
                </a:lnTo>
                <a:lnTo>
                  <a:pt x="205284" y="29543"/>
                </a:lnTo>
                <a:lnTo>
                  <a:pt x="205420" y="30405"/>
                </a:lnTo>
                <a:lnTo>
                  <a:pt x="205531" y="31281"/>
                </a:lnTo>
                <a:lnTo>
                  <a:pt x="205617" y="32173"/>
                </a:lnTo>
                <a:lnTo>
                  <a:pt x="205679" y="33079"/>
                </a:lnTo>
                <a:lnTo>
                  <a:pt x="205715" y="33999"/>
                </a:lnTo>
                <a:lnTo>
                  <a:pt x="205728" y="34935"/>
                </a:lnTo>
                <a:lnTo>
                  <a:pt x="205713" y="35893"/>
                </a:lnTo>
                <a:lnTo>
                  <a:pt x="205667" y="36837"/>
                </a:lnTo>
                <a:lnTo>
                  <a:pt x="205590" y="37766"/>
                </a:lnTo>
                <a:lnTo>
                  <a:pt x="205484" y="38681"/>
                </a:lnTo>
                <a:lnTo>
                  <a:pt x="205346" y="39582"/>
                </a:lnTo>
                <a:lnTo>
                  <a:pt x="205178" y="40469"/>
                </a:lnTo>
                <a:lnTo>
                  <a:pt x="204980" y="41342"/>
                </a:lnTo>
                <a:lnTo>
                  <a:pt x="204751" y="42200"/>
                </a:lnTo>
                <a:lnTo>
                  <a:pt x="204492" y="43044"/>
                </a:lnTo>
                <a:lnTo>
                  <a:pt x="204202" y="43874"/>
                </a:lnTo>
                <a:lnTo>
                  <a:pt x="203881" y="44690"/>
                </a:lnTo>
                <a:lnTo>
                  <a:pt x="203530" y="45492"/>
                </a:lnTo>
                <a:lnTo>
                  <a:pt x="203149" y="46279"/>
                </a:lnTo>
                <a:lnTo>
                  <a:pt x="202737" y="47052"/>
                </a:lnTo>
                <a:lnTo>
                  <a:pt x="202294" y="47811"/>
                </a:lnTo>
                <a:lnTo>
                  <a:pt x="201821" y="48555"/>
                </a:lnTo>
                <a:lnTo>
                  <a:pt x="201318" y="49286"/>
                </a:lnTo>
                <a:lnTo>
                  <a:pt x="200784" y="50002"/>
                </a:lnTo>
                <a:lnTo>
                  <a:pt x="200219" y="50704"/>
                </a:lnTo>
                <a:lnTo>
                  <a:pt x="199624" y="51391"/>
                </a:lnTo>
                <a:lnTo>
                  <a:pt x="198998" y="52065"/>
                </a:lnTo>
                <a:lnTo>
                  <a:pt x="198342" y="52724"/>
                </a:lnTo>
                <a:lnTo>
                  <a:pt x="197656" y="53369"/>
                </a:lnTo>
                <a:lnTo>
                  <a:pt x="196938" y="54000"/>
                </a:lnTo>
                <a:lnTo>
                  <a:pt x="196191" y="54611"/>
                </a:lnTo>
                <a:lnTo>
                  <a:pt x="195414" y="55195"/>
                </a:lnTo>
                <a:lnTo>
                  <a:pt x="194608" y="55754"/>
                </a:lnTo>
                <a:lnTo>
                  <a:pt x="193772" y="56286"/>
                </a:lnTo>
                <a:lnTo>
                  <a:pt x="192906" y="56793"/>
                </a:lnTo>
                <a:lnTo>
                  <a:pt x="192011" y="57273"/>
                </a:lnTo>
                <a:lnTo>
                  <a:pt x="191086" y="57728"/>
                </a:lnTo>
                <a:lnTo>
                  <a:pt x="190132" y="58157"/>
                </a:lnTo>
                <a:lnTo>
                  <a:pt x="189148" y="58559"/>
                </a:lnTo>
                <a:lnTo>
                  <a:pt x="188134" y="58936"/>
                </a:lnTo>
                <a:lnTo>
                  <a:pt x="187091" y="59287"/>
                </a:lnTo>
                <a:lnTo>
                  <a:pt x="186018" y="59611"/>
                </a:lnTo>
                <a:lnTo>
                  <a:pt x="184916" y="59910"/>
                </a:lnTo>
                <a:lnTo>
                  <a:pt x="183784" y="60183"/>
                </a:lnTo>
                <a:lnTo>
                  <a:pt x="182623" y="60430"/>
                </a:lnTo>
                <a:lnTo>
                  <a:pt x="181432" y="60650"/>
                </a:lnTo>
                <a:lnTo>
                  <a:pt x="180211" y="60845"/>
                </a:lnTo>
                <a:lnTo>
                  <a:pt x="178961" y="61014"/>
                </a:lnTo>
                <a:lnTo>
                  <a:pt x="177681" y="61157"/>
                </a:lnTo>
                <a:lnTo>
                  <a:pt x="176371" y="61274"/>
                </a:lnTo>
                <a:lnTo>
                  <a:pt x="175032" y="61365"/>
                </a:lnTo>
                <a:lnTo>
                  <a:pt x="173664" y="61430"/>
                </a:lnTo>
                <a:lnTo>
                  <a:pt x="172265" y="61469"/>
                </a:lnTo>
                <a:lnTo>
                  <a:pt x="170838" y="61482"/>
                </a:lnTo>
                <a:lnTo>
                  <a:pt x="170770" y="61482"/>
                </a:lnTo>
                <a:lnTo>
                  <a:pt x="170701" y="61481"/>
                </a:lnTo>
                <a:lnTo>
                  <a:pt x="170630" y="61481"/>
                </a:lnTo>
                <a:lnTo>
                  <a:pt x="170557" y="61481"/>
                </a:lnTo>
                <a:lnTo>
                  <a:pt x="170484" y="61480"/>
                </a:lnTo>
                <a:lnTo>
                  <a:pt x="170408" y="61479"/>
                </a:lnTo>
                <a:lnTo>
                  <a:pt x="170331" y="61478"/>
                </a:lnTo>
                <a:lnTo>
                  <a:pt x="170253" y="61477"/>
                </a:lnTo>
                <a:lnTo>
                  <a:pt x="170172" y="61475"/>
                </a:lnTo>
                <a:lnTo>
                  <a:pt x="170091" y="61474"/>
                </a:lnTo>
                <a:lnTo>
                  <a:pt x="170008" y="61472"/>
                </a:lnTo>
                <a:lnTo>
                  <a:pt x="169923" y="61471"/>
                </a:lnTo>
                <a:lnTo>
                  <a:pt x="169837" y="61469"/>
                </a:lnTo>
                <a:lnTo>
                  <a:pt x="169749" y="61467"/>
                </a:lnTo>
                <a:lnTo>
                  <a:pt x="169659" y="61464"/>
                </a:lnTo>
                <a:lnTo>
                  <a:pt x="169568" y="61462"/>
                </a:lnTo>
                <a:lnTo>
                  <a:pt x="169476" y="61459"/>
                </a:lnTo>
                <a:lnTo>
                  <a:pt x="169382" y="61457"/>
                </a:lnTo>
                <a:lnTo>
                  <a:pt x="169286" y="61454"/>
                </a:lnTo>
                <a:lnTo>
                  <a:pt x="169189" y="61451"/>
                </a:lnTo>
                <a:lnTo>
                  <a:pt x="169091" y="61448"/>
                </a:lnTo>
                <a:lnTo>
                  <a:pt x="168990" y="61444"/>
                </a:lnTo>
                <a:lnTo>
                  <a:pt x="168889" y="61441"/>
                </a:lnTo>
                <a:lnTo>
                  <a:pt x="168785" y="61437"/>
                </a:lnTo>
                <a:lnTo>
                  <a:pt x="168680" y="61434"/>
                </a:lnTo>
                <a:lnTo>
                  <a:pt x="168574" y="61430"/>
                </a:lnTo>
                <a:lnTo>
                  <a:pt x="168466" y="61427"/>
                </a:lnTo>
                <a:lnTo>
                  <a:pt x="168356" y="61424"/>
                </a:lnTo>
                <a:lnTo>
                  <a:pt x="168245" y="61420"/>
                </a:lnTo>
                <a:lnTo>
                  <a:pt x="168133" y="61418"/>
                </a:lnTo>
                <a:lnTo>
                  <a:pt x="168018" y="61415"/>
                </a:lnTo>
                <a:lnTo>
                  <a:pt x="167903" y="61412"/>
                </a:lnTo>
                <a:lnTo>
                  <a:pt x="167785" y="61410"/>
                </a:lnTo>
                <a:lnTo>
                  <a:pt x="167667" y="61408"/>
                </a:lnTo>
                <a:lnTo>
                  <a:pt x="167546" y="61406"/>
                </a:lnTo>
                <a:lnTo>
                  <a:pt x="167424" y="61404"/>
                </a:lnTo>
                <a:lnTo>
                  <a:pt x="167301" y="61402"/>
                </a:lnTo>
                <a:lnTo>
                  <a:pt x="167176" y="61400"/>
                </a:lnTo>
                <a:lnTo>
                  <a:pt x="167049" y="61399"/>
                </a:lnTo>
                <a:lnTo>
                  <a:pt x="166921" y="61397"/>
                </a:lnTo>
                <a:lnTo>
                  <a:pt x="166792" y="61396"/>
                </a:lnTo>
                <a:lnTo>
                  <a:pt x="166660" y="61395"/>
                </a:lnTo>
                <a:lnTo>
                  <a:pt x="166528" y="61394"/>
                </a:lnTo>
                <a:lnTo>
                  <a:pt x="166393" y="61394"/>
                </a:lnTo>
                <a:lnTo>
                  <a:pt x="166257" y="61393"/>
                </a:lnTo>
                <a:lnTo>
                  <a:pt x="166120" y="61393"/>
                </a:lnTo>
                <a:lnTo>
                  <a:pt x="165981" y="61393"/>
                </a:lnTo>
                <a:lnTo>
                  <a:pt x="165840" y="61393"/>
                </a:lnTo>
                <a:lnTo>
                  <a:pt x="165840" y="11243"/>
                </a:lnTo>
                <a:lnTo>
                  <a:pt x="166570" y="11098"/>
                </a:lnTo>
                <a:close/>
                <a:moveTo>
                  <a:pt x="56981" y="123645"/>
                </a:moveTo>
                <a:lnTo>
                  <a:pt x="59825" y="123546"/>
                </a:lnTo>
                <a:lnTo>
                  <a:pt x="62606" y="123382"/>
                </a:lnTo>
                <a:lnTo>
                  <a:pt x="65324" y="123152"/>
                </a:lnTo>
                <a:lnTo>
                  <a:pt x="67979" y="122856"/>
                </a:lnTo>
                <a:lnTo>
                  <a:pt x="70572" y="122495"/>
                </a:lnTo>
                <a:lnTo>
                  <a:pt x="73103" y="122068"/>
                </a:lnTo>
                <a:lnTo>
                  <a:pt x="75571" y="121575"/>
                </a:lnTo>
                <a:lnTo>
                  <a:pt x="77976" y="121017"/>
                </a:lnTo>
                <a:lnTo>
                  <a:pt x="80319" y="120393"/>
                </a:lnTo>
                <a:lnTo>
                  <a:pt x="82599" y="119703"/>
                </a:lnTo>
                <a:lnTo>
                  <a:pt x="84816" y="118948"/>
                </a:lnTo>
                <a:lnTo>
                  <a:pt x="86971" y="118127"/>
                </a:lnTo>
                <a:lnTo>
                  <a:pt x="89064" y="117240"/>
                </a:lnTo>
                <a:lnTo>
                  <a:pt x="91093" y="116288"/>
                </a:lnTo>
                <a:lnTo>
                  <a:pt x="93060" y="115270"/>
                </a:lnTo>
                <a:lnTo>
                  <a:pt x="94965" y="114186"/>
                </a:lnTo>
                <a:lnTo>
                  <a:pt x="96807" y="113036"/>
                </a:lnTo>
                <a:lnTo>
                  <a:pt x="98586" y="111821"/>
                </a:lnTo>
                <a:lnTo>
                  <a:pt x="100303" y="110540"/>
                </a:lnTo>
                <a:lnTo>
                  <a:pt x="101957" y="109194"/>
                </a:lnTo>
                <a:lnTo>
                  <a:pt x="103549" y="107781"/>
                </a:lnTo>
                <a:lnTo>
                  <a:pt x="105078" y="106304"/>
                </a:lnTo>
                <a:lnTo>
                  <a:pt x="106545" y="104760"/>
                </a:lnTo>
                <a:lnTo>
                  <a:pt x="107797" y="103333"/>
                </a:lnTo>
                <a:lnTo>
                  <a:pt x="108996" y="101877"/>
                </a:lnTo>
                <a:lnTo>
                  <a:pt x="110142" y="100392"/>
                </a:lnTo>
                <a:lnTo>
                  <a:pt x="111234" y="98878"/>
                </a:lnTo>
                <a:lnTo>
                  <a:pt x="112273" y="97335"/>
                </a:lnTo>
                <a:lnTo>
                  <a:pt x="113259" y="95764"/>
                </a:lnTo>
                <a:lnTo>
                  <a:pt x="114192" y="94164"/>
                </a:lnTo>
                <a:lnTo>
                  <a:pt x="115071" y="92535"/>
                </a:lnTo>
                <a:lnTo>
                  <a:pt x="115897" y="90877"/>
                </a:lnTo>
                <a:lnTo>
                  <a:pt x="116670" y="89191"/>
                </a:lnTo>
                <a:lnTo>
                  <a:pt x="117390" y="87475"/>
                </a:lnTo>
                <a:lnTo>
                  <a:pt x="118056" y="85731"/>
                </a:lnTo>
                <a:lnTo>
                  <a:pt x="118669" y="83958"/>
                </a:lnTo>
                <a:lnTo>
                  <a:pt x="119228" y="82156"/>
                </a:lnTo>
                <a:lnTo>
                  <a:pt x="119734" y="80325"/>
                </a:lnTo>
                <a:lnTo>
                  <a:pt x="120187" y="78466"/>
                </a:lnTo>
                <a:lnTo>
                  <a:pt x="120587" y="76578"/>
                </a:lnTo>
                <a:lnTo>
                  <a:pt x="120933" y="74660"/>
                </a:lnTo>
                <a:lnTo>
                  <a:pt x="121227" y="72714"/>
                </a:lnTo>
                <a:lnTo>
                  <a:pt x="121466" y="70740"/>
                </a:lnTo>
                <a:lnTo>
                  <a:pt x="121653" y="68736"/>
                </a:lnTo>
                <a:lnTo>
                  <a:pt x="121786" y="66704"/>
                </a:lnTo>
                <a:lnTo>
                  <a:pt x="121866" y="64643"/>
                </a:lnTo>
                <a:lnTo>
                  <a:pt x="121893" y="62553"/>
                </a:lnTo>
                <a:lnTo>
                  <a:pt x="121878" y="60991"/>
                </a:lnTo>
                <a:lnTo>
                  <a:pt x="121833" y="59446"/>
                </a:lnTo>
                <a:lnTo>
                  <a:pt x="121758" y="57915"/>
                </a:lnTo>
                <a:lnTo>
                  <a:pt x="121654" y="56400"/>
                </a:lnTo>
                <a:lnTo>
                  <a:pt x="121519" y="54901"/>
                </a:lnTo>
                <a:lnTo>
                  <a:pt x="121355" y="53417"/>
                </a:lnTo>
                <a:lnTo>
                  <a:pt x="121160" y="51949"/>
                </a:lnTo>
                <a:lnTo>
                  <a:pt x="120936" y="50496"/>
                </a:lnTo>
                <a:lnTo>
                  <a:pt x="120682" y="49059"/>
                </a:lnTo>
                <a:lnTo>
                  <a:pt x="120398" y="47637"/>
                </a:lnTo>
                <a:lnTo>
                  <a:pt x="120084" y="46231"/>
                </a:lnTo>
                <a:lnTo>
                  <a:pt x="119740" y="44840"/>
                </a:lnTo>
                <a:lnTo>
                  <a:pt x="119366" y="43464"/>
                </a:lnTo>
                <a:lnTo>
                  <a:pt x="118963" y="42104"/>
                </a:lnTo>
                <a:lnTo>
                  <a:pt x="118529" y="40760"/>
                </a:lnTo>
                <a:lnTo>
                  <a:pt x="118066" y="39431"/>
                </a:lnTo>
                <a:lnTo>
                  <a:pt x="117572" y="38118"/>
                </a:lnTo>
                <a:lnTo>
                  <a:pt x="117049" y="36820"/>
                </a:lnTo>
                <a:lnTo>
                  <a:pt x="116496" y="35537"/>
                </a:lnTo>
                <a:lnTo>
                  <a:pt x="115913" y="34271"/>
                </a:lnTo>
                <a:lnTo>
                  <a:pt x="115300" y="33019"/>
                </a:lnTo>
                <a:lnTo>
                  <a:pt x="114657" y="31783"/>
                </a:lnTo>
                <a:lnTo>
                  <a:pt x="113984" y="30563"/>
                </a:lnTo>
                <a:lnTo>
                  <a:pt x="113282" y="29358"/>
                </a:lnTo>
                <a:lnTo>
                  <a:pt x="112555" y="28175"/>
                </a:lnTo>
                <a:lnTo>
                  <a:pt x="111808" y="27020"/>
                </a:lnTo>
                <a:lnTo>
                  <a:pt x="111043" y="25894"/>
                </a:lnTo>
                <a:lnTo>
                  <a:pt x="110258" y="24797"/>
                </a:lnTo>
                <a:lnTo>
                  <a:pt x="109454" y="23728"/>
                </a:lnTo>
                <a:lnTo>
                  <a:pt x="108630" y="22688"/>
                </a:lnTo>
                <a:lnTo>
                  <a:pt x="107788" y="21676"/>
                </a:lnTo>
                <a:lnTo>
                  <a:pt x="106926" y="20692"/>
                </a:lnTo>
                <a:lnTo>
                  <a:pt x="106045" y="19737"/>
                </a:lnTo>
                <a:lnTo>
                  <a:pt x="105145" y="18811"/>
                </a:lnTo>
                <a:lnTo>
                  <a:pt x="104226" y="17913"/>
                </a:lnTo>
                <a:lnTo>
                  <a:pt x="103288" y="17044"/>
                </a:lnTo>
                <a:lnTo>
                  <a:pt x="102330" y="16203"/>
                </a:lnTo>
                <a:lnTo>
                  <a:pt x="101353" y="15390"/>
                </a:lnTo>
                <a:lnTo>
                  <a:pt x="100357" y="14606"/>
                </a:lnTo>
                <a:lnTo>
                  <a:pt x="99341" y="13851"/>
                </a:lnTo>
                <a:lnTo>
                  <a:pt x="98307" y="13124"/>
                </a:lnTo>
                <a:lnTo>
                  <a:pt x="97253" y="12426"/>
                </a:lnTo>
                <a:lnTo>
                  <a:pt x="96180" y="11756"/>
                </a:lnTo>
                <a:lnTo>
                  <a:pt x="95088" y="11114"/>
                </a:lnTo>
                <a:lnTo>
                  <a:pt x="93977" y="10502"/>
                </a:lnTo>
                <a:lnTo>
                  <a:pt x="92846" y="9917"/>
                </a:lnTo>
                <a:lnTo>
                  <a:pt x="91696" y="9361"/>
                </a:lnTo>
                <a:lnTo>
                  <a:pt x="90527" y="8834"/>
                </a:lnTo>
                <a:lnTo>
                  <a:pt x="89326" y="8332"/>
                </a:lnTo>
                <a:lnTo>
                  <a:pt x="88080" y="7851"/>
                </a:lnTo>
                <a:lnTo>
                  <a:pt x="86788" y="7391"/>
                </a:lnTo>
                <a:lnTo>
                  <a:pt x="85452" y="6953"/>
                </a:lnTo>
                <a:lnTo>
                  <a:pt x="84071" y="6536"/>
                </a:lnTo>
                <a:lnTo>
                  <a:pt x="82644" y="6140"/>
                </a:lnTo>
                <a:lnTo>
                  <a:pt x="81172" y="5766"/>
                </a:lnTo>
                <a:lnTo>
                  <a:pt x="79656" y="5413"/>
                </a:lnTo>
                <a:lnTo>
                  <a:pt x="78094" y="5082"/>
                </a:lnTo>
                <a:lnTo>
                  <a:pt x="76487" y="4772"/>
                </a:lnTo>
                <a:lnTo>
                  <a:pt x="74835" y="4484"/>
                </a:lnTo>
                <a:lnTo>
                  <a:pt x="73138" y="4216"/>
                </a:lnTo>
                <a:lnTo>
                  <a:pt x="71396" y="3970"/>
                </a:lnTo>
                <a:lnTo>
                  <a:pt x="69609" y="3746"/>
                </a:lnTo>
                <a:lnTo>
                  <a:pt x="67776" y="3543"/>
                </a:lnTo>
                <a:lnTo>
                  <a:pt x="65899" y="3361"/>
                </a:lnTo>
                <a:lnTo>
                  <a:pt x="63976" y="3201"/>
                </a:lnTo>
                <a:lnTo>
                  <a:pt x="62009" y="3062"/>
                </a:lnTo>
                <a:lnTo>
                  <a:pt x="59996" y="2944"/>
                </a:lnTo>
                <a:lnTo>
                  <a:pt x="57938" y="2848"/>
                </a:lnTo>
                <a:lnTo>
                  <a:pt x="55836" y="2773"/>
                </a:lnTo>
                <a:lnTo>
                  <a:pt x="53688" y="2720"/>
                </a:lnTo>
                <a:lnTo>
                  <a:pt x="51495" y="2688"/>
                </a:lnTo>
                <a:lnTo>
                  <a:pt x="49257" y="2677"/>
                </a:lnTo>
                <a:lnTo>
                  <a:pt x="0" y="2677"/>
                </a:lnTo>
                <a:lnTo>
                  <a:pt x="0" y="6068"/>
                </a:lnTo>
                <a:lnTo>
                  <a:pt x="4551" y="6068"/>
                </a:lnTo>
                <a:lnTo>
                  <a:pt x="5118" y="6075"/>
                </a:lnTo>
                <a:lnTo>
                  <a:pt x="5673" y="6095"/>
                </a:lnTo>
                <a:lnTo>
                  <a:pt x="6216" y="6129"/>
                </a:lnTo>
                <a:lnTo>
                  <a:pt x="6747" y="6176"/>
                </a:lnTo>
                <a:lnTo>
                  <a:pt x="7267" y="6237"/>
                </a:lnTo>
                <a:lnTo>
                  <a:pt x="7774" y="6312"/>
                </a:lnTo>
                <a:lnTo>
                  <a:pt x="8271" y="6400"/>
                </a:lnTo>
                <a:lnTo>
                  <a:pt x="8755" y="6502"/>
                </a:lnTo>
                <a:lnTo>
                  <a:pt x="9227" y="6617"/>
                </a:lnTo>
                <a:lnTo>
                  <a:pt x="9688" y="6746"/>
                </a:lnTo>
                <a:lnTo>
                  <a:pt x="10137" y="6889"/>
                </a:lnTo>
                <a:lnTo>
                  <a:pt x="10574" y="7045"/>
                </a:lnTo>
                <a:lnTo>
                  <a:pt x="11000" y="7214"/>
                </a:lnTo>
                <a:lnTo>
                  <a:pt x="11413" y="7397"/>
                </a:lnTo>
                <a:lnTo>
                  <a:pt x="11815" y="7594"/>
                </a:lnTo>
                <a:lnTo>
                  <a:pt x="12205" y="7804"/>
                </a:lnTo>
                <a:lnTo>
                  <a:pt x="12583" y="8028"/>
                </a:lnTo>
                <a:lnTo>
                  <a:pt x="12950" y="8265"/>
                </a:lnTo>
                <a:lnTo>
                  <a:pt x="13305" y="8516"/>
                </a:lnTo>
                <a:lnTo>
                  <a:pt x="13648" y="8781"/>
                </a:lnTo>
                <a:lnTo>
                  <a:pt x="13979" y="9059"/>
                </a:lnTo>
                <a:lnTo>
                  <a:pt x="14298" y="9351"/>
                </a:lnTo>
                <a:lnTo>
                  <a:pt x="14606" y="9656"/>
                </a:lnTo>
                <a:lnTo>
                  <a:pt x="14902" y="9975"/>
                </a:lnTo>
                <a:lnTo>
                  <a:pt x="15106" y="10226"/>
                </a:lnTo>
                <a:lnTo>
                  <a:pt x="15301" y="10507"/>
                </a:lnTo>
                <a:lnTo>
                  <a:pt x="15488" y="10817"/>
                </a:lnTo>
                <a:lnTo>
                  <a:pt x="15665" y="11156"/>
                </a:lnTo>
                <a:lnTo>
                  <a:pt x="15835" y="11525"/>
                </a:lnTo>
                <a:lnTo>
                  <a:pt x="15995" y="11923"/>
                </a:lnTo>
                <a:lnTo>
                  <a:pt x="16147" y="12350"/>
                </a:lnTo>
                <a:lnTo>
                  <a:pt x="16290" y="12806"/>
                </a:lnTo>
                <a:lnTo>
                  <a:pt x="16425" y="13292"/>
                </a:lnTo>
                <a:lnTo>
                  <a:pt x="16550" y="13807"/>
                </a:lnTo>
                <a:lnTo>
                  <a:pt x="16667" y="14351"/>
                </a:lnTo>
                <a:lnTo>
                  <a:pt x="16776" y="14925"/>
                </a:lnTo>
                <a:lnTo>
                  <a:pt x="16876" y="15528"/>
                </a:lnTo>
                <a:lnTo>
                  <a:pt x="16967" y="16160"/>
                </a:lnTo>
                <a:lnTo>
                  <a:pt x="17049" y="16822"/>
                </a:lnTo>
                <a:lnTo>
                  <a:pt x="17123" y="17512"/>
                </a:lnTo>
                <a:lnTo>
                  <a:pt x="17188" y="18232"/>
                </a:lnTo>
                <a:lnTo>
                  <a:pt x="17244" y="18982"/>
                </a:lnTo>
                <a:lnTo>
                  <a:pt x="17292" y="19760"/>
                </a:lnTo>
                <a:lnTo>
                  <a:pt x="17331" y="20568"/>
                </a:lnTo>
                <a:lnTo>
                  <a:pt x="17361" y="21406"/>
                </a:lnTo>
                <a:lnTo>
                  <a:pt x="17383" y="22272"/>
                </a:lnTo>
                <a:lnTo>
                  <a:pt x="17396" y="23168"/>
                </a:lnTo>
                <a:lnTo>
                  <a:pt x="17400" y="24093"/>
                </a:lnTo>
                <a:lnTo>
                  <a:pt x="17400" y="102261"/>
                </a:lnTo>
                <a:lnTo>
                  <a:pt x="17397" y="103100"/>
                </a:lnTo>
                <a:lnTo>
                  <a:pt x="17387" y="103913"/>
                </a:lnTo>
                <a:lnTo>
                  <a:pt x="17370" y="104701"/>
                </a:lnTo>
                <a:lnTo>
                  <a:pt x="17346" y="105463"/>
                </a:lnTo>
                <a:lnTo>
                  <a:pt x="17315" y="106200"/>
                </a:lnTo>
                <a:lnTo>
                  <a:pt x="17278" y="106912"/>
                </a:lnTo>
                <a:lnTo>
                  <a:pt x="17233" y="107599"/>
                </a:lnTo>
                <a:lnTo>
                  <a:pt x="17182" y="108260"/>
                </a:lnTo>
                <a:lnTo>
                  <a:pt x="17124" y="108896"/>
                </a:lnTo>
                <a:lnTo>
                  <a:pt x="17060" y="109507"/>
                </a:lnTo>
                <a:lnTo>
                  <a:pt x="16988" y="110093"/>
                </a:lnTo>
                <a:lnTo>
                  <a:pt x="16910" y="110653"/>
                </a:lnTo>
                <a:lnTo>
                  <a:pt x="16825" y="111188"/>
                </a:lnTo>
                <a:lnTo>
                  <a:pt x="16732" y="111697"/>
                </a:lnTo>
                <a:lnTo>
                  <a:pt x="16634" y="112182"/>
                </a:lnTo>
                <a:lnTo>
                  <a:pt x="16528" y="112641"/>
                </a:lnTo>
                <a:lnTo>
                  <a:pt x="16416" y="113075"/>
                </a:lnTo>
                <a:lnTo>
                  <a:pt x="16296" y="113483"/>
                </a:lnTo>
                <a:lnTo>
                  <a:pt x="16170" y="113867"/>
                </a:lnTo>
                <a:lnTo>
                  <a:pt x="16037" y="114225"/>
                </a:lnTo>
                <a:lnTo>
                  <a:pt x="15897" y="114557"/>
                </a:lnTo>
                <a:lnTo>
                  <a:pt x="15751" y="114865"/>
                </a:lnTo>
                <a:lnTo>
                  <a:pt x="15598" y="115147"/>
                </a:lnTo>
                <a:lnTo>
                  <a:pt x="15437" y="115404"/>
                </a:lnTo>
                <a:lnTo>
                  <a:pt x="15162" y="115802"/>
                </a:lnTo>
                <a:lnTo>
                  <a:pt x="14871" y="116184"/>
                </a:lnTo>
                <a:lnTo>
                  <a:pt x="14565" y="116548"/>
                </a:lnTo>
                <a:lnTo>
                  <a:pt x="14243" y="116896"/>
                </a:lnTo>
                <a:lnTo>
                  <a:pt x="13905" y="117226"/>
                </a:lnTo>
                <a:lnTo>
                  <a:pt x="13552" y="117540"/>
                </a:lnTo>
                <a:lnTo>
                  <a:pt x="13184" y="117837"/>
                </a:lnTo>
                <a:lnTo>
                  <a:pt x="12800" y="118116"/>
                </a:lnTo>
                <a:lnTo>
                  <a:pt x="12401" y="118379"/>
                </a:lnTo>
                <a:lnTo>
                  <a:pt x="11986" y="118625"/>
                </a:lnTo>
                <a:lnTo>
                  <a:pt x="11555" y="118854"/>
                </a:lnTo>
                <a:lnTo>
                  <a:pt x="11110" y="119066"/>
                </a:lnTo>
                <a:lnTo>
                  <a:pt x="10648" y="119261"/>
                </a:lnTo>
                <a:lnTo>
                  <a:pt x="10171" y="119439"/>
                </a:lnTo>
                <a:lnTo>
                  <a:pt x="9679" y="119600"/>
                </a:lnTo>
                <a:lnTo>
                  <a:pt x="9171" y="119744"/>
                </a:lnTo>
                <a:lnTo>
                  <a:pt x="8648" y="119871"/>
                </a:lnTo>
                <a:lnTo>
                  <a:pt x="8109" y="119981"/>
                </a:lnTo>
                <a:lnTo>
                  <a:pt x="7555" y="120075"/>
                </a:lnTo>
                <a:lnTo>
                  <a:pt x="6985" y="120151"/>
                </a:lnTo>
                <a:lnTo>
                  <a:pt x="6400" y="120210"/>
                </a:lnTo>
                <a:lnTo>
                  <a:pt x="5799" y="120253"/>
                </a:lnTo>
                <a:lnTo>
                  <a:pt x="5183" y="120278"/>
                </a:lnTo>
                <a:lnTo>
                  <a:pt x="4551" y="120287"/>
                </a:lnTo>
                <a:lnTo>
                  <a:pt x="0" y="120287"/>
                </a:lnTo>
                <a:lnTo>
                  <a:pt x="0" y="123677"/>
                </a:lnTo>
                <a:lnTo>
                  <a:pt x="54075" y="123677"/>
                </a:lnTo>
                <a:lnTo>
                  <a:pt x="56981" y="123645"/>
                </a:lnTo>
                <a:close/>
                <a:moveTo>
                  <a:pt x="35385" y="11830"/>
                </a:moveTo>
                <a:lnTo>
                  <a:pt x="36228" y="11628"/>
                </a:lnTo>
                <a:lnTo>
                  <a:pt x="37064" y="11436"/>
                </a:lnTo>
                <a:lnTo>
                  <a:pt x="37892" y="11252"/>
                </a:lnTo>
                <a:lnTo>
                  <a:pt x="38712" y="11077"/>
                </a:lnTo>
                <a:lnTo>
                  <a:pt x="39525" y="10911"/>
                </a:lnTo>
                <a:lnTo>
                  <a:pt x="40330" y="10754"/>
                </a:lnTo>
                <a:lnTo>
                  <a:pt x="41127" y="10606"/>
                </a:lnTo>
                <a:lnTo>
                  <a:pt x="41916" y="10467"/>
                </a:lnTo>
                <a:lnTo>
                  <a:pt x="42698" y="10337"/>
                </a:lnTo>
                <a:lnTo>
                  <a:pt x="43471" y="10216"/>
                </a:lnTo>
                <a:lnTo>
                  <a:pt x="44237" y="10104"/>
                </a:lnTo>
                <a:lnTo>
                  <a:pt x="44996" y="10001"/>
                </a:lnTo>
                <a:lnTo>
                  <a:pt x="45746" y="9907"/>
                </a:lnTo>
                <a:lnTo>
                  <a:pt x="46489" y="9822"/>
                </a:lnTo>
                <a:lnTo>
                  <a:pt x="47224" y="9746"/>
                </a:lnTo>
                <a:lnTo>
                  <a:pt x="47952" y="9678"/>
                </a:lnTo>
                <a:lnTo>
                  <a:pt x="48671" y="9620"/>
                </a:lnTo>
                <a:lnTo>
                  <a:pt x="49383" y="9571"/>
                </a:lnTo>
                <a:lnTo>
                  <a:pt x="50087" y="9530"/>
                </a:lnTo>
                <a:lnTo>
                  <a:pt x="50784" y="9499"/>
                </a:lnTo>
                <a:lnTo>
                  <a:pt x="51472" y="9477"/>
                </a:lnTo>
                <a:lnTo>
                  <a:pt x="52153" y="9463"/>
                </a:lnTo>
                <a:lnTo>
                  <a:pt x="52826" y="9459"/>
                </a:lnTo>
                <a:lnTo>
                  <a:pt x="54597" y="9484"/>
                </a:lnTo>
                <a:lnTo>
                  <a:pt x="56342" y="9559"/>
                </a:lnTo>
                <a:lnTo>
                  <a:pt x="58059" y="9684"/>
                </a:lnTo>
                <a:lnTo>
                  <a:pt x="59749" y="9860"/>
                </a:lnTo>
                <a:lnTo>
                  <a:pt x="61413" y="10085"/>
                </a:lnTo>
                <a:lnTo>
                  <a:pt x="63049" y="10361"/>
                </a:lnTo>
                <a:lnTo>
                  <a:pt x="64658" y="10687"/>
                </a:lnTo>
                <a:lnTo>
                  <a:pt x="66241" y="11062"/>
                </a:lnTo>
                <a:lnTo>
                  <a:pt x="67796" y="11488"/>
                </a:lnTo>
                <a:lnTo>
                  <a:pt x="69325" y="11965"/>
                </a:lnTo>
                <a:lnTo>
                  <a:pt x="70827" y="12491"/>
                </a:lnTo>
                <a:lnTo>
                  <a:pt x="72301" y="13067"/>
                </a:lnTo>
                <a:lnTo>
                  <a:pt x="73749" y="13694"/>
                </a:lnTo>
                <a:lnTo>
                  <a:pt x="75170" y="14370"/>
                </a:lnTo>
                <a:lnTo>
                  <a:pt x="76564" y="15097"/>
                </a:lnTo>
                <a:lnTo>
                  <a:pt x="77930" y="15874"/>
                </a:lnTo>
                <a:lnTo>
                  <a:pt x="79270" y="16701"/>
                </a:lnTo>
                <a:lnTo>
                  <a:pt x="80583" y="17578"/>
                </a:lnTo>
                <a:lnTo>
                  <a:pt x="81869" y="18505"/>
                </a:lnTo>
                <a:lnTo>
                  <a:pt x="83128" y="19482"/>
                </a:lnTo>
                <a:lnTo>
                  <a:pt x="84360" y="20509"/>
                </a:lnTo>
                <a:lnTo>
                  <a:pt x="85565" y="21587"/>
                </a:lnTo>
                <a:lnTo>
                  <a:pt x="86744" y="22714"/>
                </a:lnTo>
                <a:lnTo>
                  <a:pt x="87895" y="23892"/>
                </a:lnTo>
                <a:lnTo>
                  <a:pt x="89009" y="25113"/>
                </a:lnTo>
                <a:lnTo>
                  <a:pt x="90075" y="26371"/>
                </a:lnTo>
                <a:lnTo>
                  <a:pt x="91095" y="27666"/>
                </a:lnTo>
                <a:lnTo>
                  <a:pt x="92066" y="28997"/>
                </a:lnTo>
                <a:lnTo>
                  <a:pt x="92991" y="30365"/>
                </a:lnTo>
                <a:lnTo>
                  <a:pt x="93868" y="31770"/>
                </a:lnTo>
                <a:lnTo>
                  <a:pt x="94697" y="33212"/>
                </a:lnTo>
                <a:lnTo>
                  <a:pt x="95480" y="34691"/>
                </a:lnTo>
                <a:lnTo>
                  <a:pt x="96214" y="36206"/>
                </a:lnTo>
                <a:lnTo>
                  <a:pt x="96902" y="37758"/>
                </a:lnTo>
                <a:lnTo>
                  <a:pt x="97542" y="39348"/>
                </a:lnTo>
                <a:lnTo>
                  <a:pt x="98134" y="40973"/>
                </a:lnTo>
                <a:lnTo>
                  <a:pt x="98680" y="42636"/>
                </a:lnTo>
                <a:lnTo>
                  <a:pt x="99177" y="44336"/>
                </a:lnTo>
                <a:lnTo>
                  <a:pt x="99628" y="46072"/>
                </a:lnTo>
                <a:lnTo>
                  <a:pt x="100031" y="47845"/>
                </a:lnTo>
                <a:lnTo>
                  <a:pt x="100386" y="49655"/>
                </a:lnTo>
                <a:lnTo>
                  <a:pt x="100694" y="51502"/>
                </a:lnTo>
                <a:lnTo>
                  <a:pt x="100955" y="53386"/>
                </a:lnTo>
                <a:lnTo>
                  <a:pt x="101168" y="55306"/>
                </a:lnTo>
                <a:lnTo>
                  <a:pt x="101334" y="57263"/>
                </a:lnTo>
                <a:lnTo>
                  <a:pt x="101453" y="59257"/>
                </a:lnTo>
                <a:lnTo>
                  <a:pt x="101524" y="61288"/>
                </a:lnTo>
                <a:lnTo>
                  <a:pt x="101548" y="63356"/>
                </a:lnTo>
                <a:lnTo>
                  <a:pt x="101524" y="65409"/>
                </a:lnTo>
                <a:lnTo>
                  <a:pt x="101453" y="67426"/>
                </a:lnTo>
                <a:lnTo>
                  <a:pt x="101334" y="69408"/>
                </a:lnTo>
                <a:lnTo>
                  <a:pt x="101168" y="71353"/>
                </a:lnTo>
                <a:lnTo>
                  <a:pt x="100955" y="73263"/>
                </a:lnTo>
                <a:lnTo>
                  <a:pt x="100694" y="75137"/>
                </a:lnTo>
                <a:lnTo>
                  <a:pt x="100386" y="76975"/>
                </a:lnTo>
                <a:lnTo>
                  <a:pt x="100031" y="78777"/>
                </a:lnTo>
                <a:lnTo>
                  <a:pt x="99628" y="80543"/>
                </a:lnTo>
                <a:lnTo>
                  <a:pt x="99177" y="82274"/>
                </a:lnTo>
                <a:lnTo>
                  <a:pt x="98680" y="83968"/>
                </a:lnTo>
                <a:lnTo>
                  <a:pt x="98134" y="85627"/>
                </a:lnTo>
                <a:lnTo>
                  <a:pt x="97542" y="87250"/>
                </a:lnTo>
                <a:lnTo>
                  <a:pt x="96902" y="88837"/>
                </a:lnTo>
                <a:lnTo>
                  <a:pt x="96214" y="90388"/>
                </a:lnTo>
                <a:lnTo>
                  <a:pt x="95480" y="91903"/>
                </a:lnTo>
                <a:lnTo>
                  <a:pt x="94697" y="93382"/>
                </a:lnTo>
                <a:lnTo>
                  <a:pt x="93868" y="94826"/>
                </a:lnTo>
                <a:lnTo>
                  <a:pt x="92991" y="96233"/>
                </a:lnTo>
                <a:lnTo>
                  <a:pt x="92066" y="97605"/>
                </a:lnTo>
                <a:lnTo>
                  <a:pt x="91095" y="98941"/>
                </a:lnTo>
                <a:lnTo>
                  <a:pt x="90075" y="100240"/>
                </a:lnTo>
                <a:lnTo>
                  <a:pt x="89009" y="101504"/>
                </a:lnTo>
                <a:lnTo>
                  <a:pt x="87895" y="102733"/>
                </a:lnTo>
                <a:lnTo>
                  <a:pt x="86745" y="103917"/>
                </a:lnTo>
                <a:lnTo>
                  <a:pt x="85570" y="105052"/>
                </a:lnTo>
                <a:lnTo>
                  <a:pt x="84372" y="106136"/>
                </a:lnTo>
                <a:lnTo>
                  <a:pt x="83148" y="107169"/>
                </a:lnTo>
                <a:lnTo>
                  <a:pt x="81900" y="108152"/>
                </a:lnTo>
                <a:lnTo>
                  <a:pt x="80628" y="109085"/>
                </a:lnTo>
                <a:lnTo>
                  <a:pt x="79331" y="109967"/>
                </a:lnTo>
                <a:lnTo>
                  <a:pt x="78010" y="110799"/>
                </a:lnTo>
                <a:lnTo>
                  <a:pt x="76664" y="111581"/>
                </a:lnTo>
                <a:lnTo>
                  <a:pt x="75294" y="112312"/>
                </a:lnTo>
                <a:lnTo>
                  <a:pt x="73899" y="112992"/>
                </a:lnTo>
                <a:lnTo>
                  <a:pt x="72480" y="113623"/>
                </a:lnTo>
                <a:lnTo>
                  <a:pt x="71036" y="114202"/>
                </a:lnTo>
                <a:lnTo>
                  <a:pt x="69568" y="114732"/>
                </a:lnTo>
                <a:lnTo>
                  <a:pt x="68075" y="115211"/>
                </a:lnTo>
                <a:lnTo>
                  <a:pt x="66558" y="115639"/>
                </a:lnTo>
                <a:lnTo>
                  <a:pt x="65017" y="116017"/>
                </a:lnTo>
                <a:lnTo>
                  <a:pt x="63450" y="116345"/>
                </a:lnTo>
                <a:lnTo>
                  <a:pt x="61860" y="116622"/>
                </a:lnTo>
                <a:lnTo>
                  <a:pt x="60245" y="116849"/>
                </a:lnTo>
                <a:lnTo>
                  <a:pt x="58605" y="117026"/>
                </a:lnTo>
                <a:lnTo>
                  <a:pt x="56941" y="117152"/>
                </a:lnTo>
                <a:lnTo>
                  <a:pt x="55253" y="117227"/>
                </a:lnTo>
                <a:lnTo>
                  <a:pt x="53540" y="117253"/>
                </a:lnTo>
                <a:lnTo>
                  <a:pt x="52894" y="117248"/>
                </a:lnTo>
                <a:lnTo>
                  <a:pt x="52236" y="117235"/>
                </a:lnTo>
                <a:lnTo>
                  <a:pt x="51564" y="117214"/>
                </a:lnTo>
                <a:lnTo>
                  <a:pt x="50880" y="117183"/>
                </a:lnTo>
                <a:lnTo>
                  <a:pt x="50184" y="117144"/>
                </a:lnTo>
                <a:lnTo>
                  <a:pt x="49474" y="117097"/>
                </a:lnTo>
                <a:lnTo>
                  <a:pt x="48752" y="117040"/>
                </a:lnTo>
                <a:lnTo>
                  <a:pt x="48017" y="116975"/>
                </a:lnTo>
                <a:lnTo>
                  <a:pt x="47270" y="116902"/>
                </a:lnTo>
                <a:lnTo>
                  <a:pt x="46510" y="116819"/>
                </a:lnTo>
                <a:lnTo>
                  <a:pt x="45737" y="116728"/>
                </a:lnTo>
                <a:lnTo>
                  <a:pt x="44951" y="116629"/>
                </a:lnTo>
                <a:lnTo>
                  <a:pt x="44153" y="116520"/>
                </a:lnTo>
                <a:lnTo>
                  <a:pt x="43342" y="116403"/>
                </a:lnTo>
                <a:lnTo>
                  <a:pt x="42518" y="116278"/>
                </a:lnTo>
                <a:lnTo>
                  <a:pt x="41682" y="116143"/>
                </a:lnTo>
                <a:lnTo>
                  <a:pt x="40833" y="116000"/>
                </a:lnTo>
                <a:lnTo>
                  <a:pt x="39971" y="115849"/>
                </a:lnTo>
                <a:lnTo>
                  <a:pt x="39096" y="115688"/>
                </a:lnTo>
                <a:lnTo>
                  <a:pt x="38209" y="115519"/>
                </a:lnTo>
                <a:lnTo>
                  <a:pt x="37309" y="115342"/>
                </a:lnTo>
                <a:lnTo>
                  <a:pt x="36397" y="115155"/>
                </a:lnTo>
                <a:lnTo>
                  <a:pt x="35471" y="114960"/>
                </a:lnTo>
                <a:lnTo>
                  <a:pt x="34533" y="114757"/>
                </a:lnTo>
                <a:lnTo>
                  <a:pt x="34533" y="12041"/>
                </a:lnTo>
                <a:lnTo>
                  <a:pt x="35385" y="11830"/>
                </a:lnTo>
                <a:close/>
                <a:moveTo>
                  <a:pt x="506505" y="102618"/>
                </a:moveTo>
                <a:lnTo>
                  <a:pt x="506501" y="103453"/>
                </a:lnTo>
                <a:lnTo>
                  <a:pt x="506491" y="104263"/>
                </a:lnTo>
                <a:lnTo>
                  <a:pt x="506474" y="105047"/>
                </a:lnTo>
                <a:lnTo>
                  <a:pt x="506450" y="105806"/>
                </a:lnTo>
                <a:lnTo>
                  <a:pt x="506420" y="106539"/>
                </a:lnTo>
                <a:lnTo>
                  <a:pt x="506382" y="107247"/>
                </a:lnTo>
                <a:lnTo>
                  <a:pt x="506338" y="107930"/>
                </a:lnTo>
                <a:lnTo>
                  <a:pt x="506287" y="108587"/>
                </a:lnTo>
                <a:lnTo>
                  <a:pt x="506229" y="109219"/>
                </a:lnTo>
                <a:lnTo>
                  <a:pt x="506164" y="109825"/>
                </a:lnTo>
                <a:lnTo>
                  <a:pt x="506092" y="110406"/>
                </a:lnTo>
                <a:lnTo>
                  <a:pt x="506014" y="110962"/>
                </a:lnTo>
                <a:lnTo>
                  <a:pt x="505929" y="111492"/>
                </a:lnTo>
                <a:lnTo>
                  <a:pt x="505837" y="111996"/>
                </a:lnTo>
                <a:lnTo>
                  <a:pt x="505738" y="112476"/>
                </a:lnTo>
                <a:lnTo>
                  <a:pt x="505632" y="112930"/>
                </a:lnTo>
                <a:lnTo>
                  <a:pt x="505520" y="113358"/>
                </a:lnTo>
                <a:lnTo>
                  <a:pt x="505401" y="113761"/>
                </a:lnTo>
                <a:lnTo>
                  <a:pt x="505274" y="114139"/>
                </a:lnTo>
                <a:lnTo>
                  <a:pt x="505142" y="114491"/>
                </a:lnTo>
                <a:lnTo>
                  <a:pt x="505002" y="114818"/>
                </a:lnTo>
                <a:lnTo>
                  <a:pt x="504855" y="115120"/>
                </a:lnTo>
                <a:lnTo>
                  <a:pt x="504702" y="115396"/>
                </a:lnTo>
                <a:lnTo>
                  <a:pt x="504542" y="115646"/>
                </a:lnTo>
                <a:lnTo>
                  <a:pt x="504273" y="116025"/>
                </a:lnTo>
                <a:lnTo>
                  <a:pt x="503989" y="116388"/>
                </a:lnTo>
                <a:lnTo>
                  <a:pt x="503688" y="116734"/>
                </a:lnTo>
                <a:lnTo>
                  <a:pt x="503372" y="117064"/>
                </a:lnTo>
                <a:lnTo>
                  <a:pt x="503039" y="117378"/>
                </a:lnTo>
                <a:lnTo>
                  <a:pt x="502690" y="117676"/>
                </a:lnTo>
                <a:lnTo>
                  <a:pt x="502325" y="117958"/>
                </a:lnTo>
                <a:lnTo>
                  <a:pt x="501944" y="118224"/>
                </a:lnTo>
                <a:lnTo>
                  <a:pt x="501547" y="118474"/>
                </a:lnTo>
                <a:lnTo>
                  <a:pt x="501133" y="118708"/>
                </a:lnTo>
                <a:lnTo>
                  <a:pt x="500704" y="118925"/>
                </a:lnTo>
                <a:lnTo>
                  <a:pt x="500258" y="119126"/>
                </a:lnTo>
                <a:lnTo>
                  <a:pt x="499797" y="119312"/>
                </a:lnTo>
                <a:lnTo>
                  <a:pt x="499319" y="119481"/>
                </a:lnTo>
                <a:lnTo>
                  <a:pt x="498825" y="119634"/>
                </a:lnTo>
                <a:lnTo>
                  <a:pt x="498315" y="119771"/>
                </a:lnTo>
                <a:lnTo>
                  <a:pt x="497789" y="119892"/>
                </a:lnTo>
                <a:lnTo>
                  <a:pt x="497247" y="119997"/>
                </a:lnTo>
                <a:lnTo>
                  <a:pt x="496689" y="120085"/>
                </a:lnTo>
                <a:lnTo>
                  <a:pt x="496114" y="120158"/>
                </a:lnTo>
                <a:lnTo>
                  <a:pt x="495524" y="120214"/>
                </a:lnTo>
                <a:lnTo>
                  <a:pt x="494917" y="120254"/>
                </a:lnTo>
                <a:lnTo>
                  <a:pt x="494294" y="120278"/>
                </a:lnTo>
                <a:lnTo>
                  <a:pt x="493655" y="120287"/>
                </a:lnTo>
                <a:lnTo>
                  <a:pt x="489372" y="120287"/>
                </a:lnTo>
                <a:lnTo>
                  <a:pt x="489372" y="123677"/>
                </a:lnTo>
                <a:lnTo>
                  <a:pt x="540770" y="123677"/>
                </a:lnTo>
                <a:lnTo>
                  <a:pt x="540770" y="120287"/>
                </a:lnTo>
                <a:lnTo>
                  <a:pt x="536576" y="120287"/>
                </a:lnTo>
                <a:lnTo>
                  <a:pt x="535988" y="120280"/>
                </a:lnTo>
                <a:lnTo>
                  <a:pt x="535413" y="120260"/>
                </a:lnTo>
                <a:lnTo>
                  <a:pt x="534852" y="120228"/>
                </a:lnTo>
                <a:lnTo>
                  <a:pt x="534303" y="120182"/>
                </a:lnTo>
                <a:lnTo>
                  <a:pt x="533769" y="120124"/>
                </a:lnTo>
                <a:lnTo>
                  <a:pt x="533247" y="120052"/>
                </a:lnTo>
                <a:lnTo>
                  <a:pt x="532739" y="119968"/>
                </a:lnTo>
                <a:lnTo>
                  <a:pt x="532244" y="119870"/>
                </a:lnTo>
                <a:lnTo>
                  <a:pt x="531762" y="119759"/>
                </a:lnTo>
                <a:lnTo>
                  <a:pt x="531294" y="119636"/>
                </a:lnTo>
                <a:lnTo>
                  <a:pt x="530839" y="119499"/>
                </a:lnTo>
                <a:lnTo>
                  <a:pt x="530397" y="119350"/>
                </a:lnTo>
                <a:lnTo>
                  <a:pt x="529969" y="119187"/>
                </a:lnTo>
                <a:lnTo>
                  <a:pt x="529554" y="119011"/>
                </a:lnTo>
                <a:lnTo>
                  <a:pt x="529152" y="118823"/>
                </a:lnTo>
                <a:lnTo>
                  <a:pt x="528764" y="118621"/>
                </a:lnTo>
                <a:lnTo>
                  <a:pt x="528389" y="118406"/>
                </a:lnTo>
                <a:lnTo>
                  <a:pt x="528027" y="118178"/>
                </a:lnTo>
                <a:lnTo>
                  <a:pt x="527678" y="117938"/>
                </a:lnTo>
                <a:lnTo>
                  <a:pt x="527343" y="117684"/>
                </a:lnTo>
                <a:lnTo>
                  <a:pt x="527022" y="117417"/>
                </a:lnTo>
                <a:lnTo>
                  <a:pt x="526713" y="117137"/>
                </a:lnTo>
                <a:lnTo>
                  <a:pt x="526418" y="116845"/>
                </a:lnTo>
                <a:lnTo>
                  <a:pt x="526136" y="116539"/>
                </a:lnTo>
                <a:lnTo>
                  <a:pt x="525932" y="116294"/>
                </a:lnTo>
                <a:lnTo>
                  <a:pt x="525737" y="116019"/>
                </a:lnTo>
                <a:lnTo>
                  <a:pt x="525551" y="115716"/>
                </a:lnTo>
                <a:lnTo>
                  <a:pt x="525373" y="115384"/>
                </a:lnTo>
                <a:lnTo>
                  <a:pt x="525204" y="115022"/>
                </a:lnTo>
                <a:lnTo>
                  <a:pt x="525043" y="114631"/>
                </a:lnTo>
                <a:lnTo>
                  <a:pt x="524891" y="114212"/>
                </a:lnTo>
                <a:lnTo>
                  <a:pt x="524748" y="113763"/>
                </a:lnTo>
                <a:lnTo>
                  <a:pt x="524614" y="113284"/>
                </a:lnTo>
                <a:lnTo>
                  <a:pt x="524488" y="112777"/>
                </a:lnTo>
                <a:lnTo>
                  <a:pt x="524371" y="112241"/>
                </a:lnTo>
                <a:lnTo>
                  <a:pt x="524262" y="111676"/>
                </a:lnTo>
                <a:lnTo>
                  <a:pt x="524162" y="111081"/>
                </a:lnTo>
                <a:lnTo>
                  <a:pt x="524071" y="110457"/>
                </a:lnTo>
                <a:lnTo>
                  <a:pt x="523989" y="109804"/>
                </a:lnTo>
                <a:lnTo>
                  <a:pt x="523915" y="109122"/>
                </a:lnTo>
                <a:lnTo>
                  <a:pt x="523850" y="108411"/>
                </a:lnTo>
                <a:lnTo>
                  <a:pt x="523794" y="107671"/>
                </a:lnTo>
                <a:lnTo>
                  <a:pt x="523746" y="106902"/>
                </a:lnTo>
                <a:lnTo>
                  <a:pt x="523707" y="106103"/>
                </a:lnTo>
                <a:lnTo>
                  <a:pt x="523677" y="105276"/>
                </a:lnTo>
                <a:lnTo>
                  <a:pt x="523655" y="104419"/>
                </a:lnTo>
                <a:lnTo>
                  <a:pt x="523642" y="103533"/>
                </a:lnTo>
                <a:lnTo>
                  <a:pt x="523638" y="102618"/>
                </a:lnTo>
                <a:lnTo>
                  <a:pt x="523638" y="23736"/>
                </a:lnTo>
                <a:lnTo>
                  <a:pt x="523641" y="22901"/>
                </a:lnTo>
                <a:lnTo>
                  <a:pt x="523651" y="22091"/>
                </a:lnTo>
                <a:lnTo>
                  <a:pt x="523668" y="21307"/>
                </a:lnTo>
                <a:lnTo>
                  <a:pt x="523692" y="20548"/>
                </a:lnTo>
                <a:lnTo>
                  <a:pt x="523723" y="19815"/>
                </a:lnTo>
                <a:lnTo>
                  <a:pt x="523760" y="19107"/>
                </a:lnTo>
                <a:lnTo>
                  <a:pt x="523805" y="18425"/>
                </a:lnTo>
                <a:lnTo>
                  <a:pt x="523856" y="17767"/>
                </a:lnTo>
                <a:lnTo>
                  <a:pt x="523914" y="17136"/>
                </a:lnTo>
                <a:lnTo>
                  <a:pt x="523978" y="16529"/>
                </a:lnTo>
                <a:lnTo>
                  <a:pt x="524050" y="15948"/>
                </a:lnTo>
                <a:lnTo>
                  <a:pt x="524128" y="15393"/>
                </a:lnTo>
                <a:lnTo>
                  <a:pt x="524214" y="14863"/>
                </a:lnTo>
                <a:lnTo>
                  <a:pt x="524306" y="14358"/>
                </a:lnTo>
                <a:lnTo>
                  <a:pt x="524404" y="13879"/>
                </a:lnTo>
                <a:lnTo>
                  <a:pt x="524510" y="13425"/>
                </a:lnTo>
                <a:lnTo>
                  <a:pt x="524623" y="12996"/>
                </a:lnTo>
                <a:lnTo>
                  <a:pt x="524742" y="12593"/>
                </a:lnTo>
                <a:lnTo>
                  <a:pt x="524868" y="12215"/>
                </a:lnTo>
                <a:lnTo>
                  <a:pt x="525001" y="11863"/>
                </a:lnTo>
                <a:lnTo>
                  <a:pt x="525141" y="11536"/>
                </a:lnTo>
                <a:lnTo>
                  <a:pt x="525287" y="11235"/>
                </a:lnTo>
                <a:lnTo>
                  <a:pt x="525441" y="10959"/>
                </a:lnTo>
                <a:lnTo>
                  <a:pt x="525601" y="10708"/>
                </a:lnTo>
                <a:lnTo>
                  <a:pt x="525876" y="10329"/>
                </a:lnTo>
                <a:lnTo>
                  <a:pt x="526168" y="9967"/>
                </a:lnTo>
                <a:lnTo>
                  <a:pt x="526475" y="9620"/>
                </a:lnTo>
                <a:lnTo>
                  <a:pt x="526798" y="9290"/>
                </a:lnTo>
                <a:lnTo>
                  <a:pt x="527137" y="8976"/>
                </a:lnTo>
                <a:lnTo>
                  <a:pt x="527491" y="8678"/>
                </a:lnTo>
                <a:lnTo>
                  <a:pt x="527862" y="8396"/>
                </a:lnTo>
                <a:lnTo>
                  <a:pt x="528248" y="8130"/>
                </a:lnTo>
                <a:lnTo>
                  <a:pt x="528650" y="7880"/>
                </a:lnTo>
                <a:lnTo>
                  <a:pt x="529068" y="7647"/>
                </a:lnTo>
                <a:lnTo>
                  <a:pt x="529501" y="7429"/>
                </a:lnTo>
                <a:lnTo>
                  <a:pt x="529951" y="7228"/>
                </a:lnTo>
                <a:lnTo>
                  <a:pt x="530416" y="7043"/>
                </a:lnTo>
                <a:lnTo>
                  <a:pt x="530897" y="6873"/>
                </a:lnTo>
                <a:lnTo>
                  <a:pt x="531394" y="6720"/>
                </a:lnTo>
                <a:lnTo>
                  <a:pt x="531907" y="6583"/>
                </a:lnTo>
                <a:lnTo>
                  <a:pt x="532435" y="6463"/>
                </a:lnTo>
                <a:lnTo>
                  <a:pt x="532979" y="6358"/>
                </a:lnTo>
                <a:lnTo>
                  <a:pt x="533539" y="6269"/>
                </a:lnTo>
                <a:lnTo>
                  <a:pt x="534115" y="6197"/>
                </a:lnTo>
                <a:lnTo>
                  <a:pt x="534707" y="6140"/>
                </a:lnTo>
                <a:lnTo>
                  <a:pt x="535314" y="6100"/>
                </a:lnTo>
                <a:lnTo>
                  <a:pt x="535937" y="6076"/>
                </a:lnTo>
                <a:lnTo>
                  <a:pt x="536576" y="6068"/>
                </a:lnTo>
                <a:lnTo>
                  <a:pt x="540770" y="6068"/>
                </a:lnTo>
                <a:lnTo>
                  <a:pt x="540770" y="2677"/>
                </a:lnTo>
                <a:lnTo>
                  <a:pt x="506505" y="2677"/>
                </a:lnTo>
                <a:lnTo>
                  <a:pt x="463316" y="97334"/>
                </a:lnTo>
                <a:lnTo>
                  <a:pt x="419413" y="2677"/>
                </a:lnTo>
                <a:lnTo>
                  <a:pt x="385147" y="2677"/>
                </a:lnTo>
                <a:lnTo>
                  <a:pt x="385147" y="6068"/>
                </a:lnTo>
                <a:lnTo>
                  <a:pt x="385758" y="6071"/>
                </a:lnTo>
                <a:lnTo>
                  <a:pt x="386354" y="6080"/>
                </a:lnTo>
                <a:lnTo>
                  <a:pt x="386936" y="6095"/>
                </a:lnTo>
                <a:lnTo>
                  <a:pt x="387503" y="6116"/>
                </a:lnTo>
                <a:lnTo>
                  <a:pt x="388057" y="6143"/>
                </a:lnTo>
                <a:lnTo>
                  <a:pt x="388597" y="6177"/>
                </a:lnTo>
                <a:lnTo>
                  <a:pt x="389122" y="6216"/>
                </a:lnTo>
                <a:lnTo>
                  <a:pt x="389634" y="6261"/>
                </a:lnTo>
                <a:lnTo>
                  <a:pt x="390131" y="6313"/>
                </a:lnTo>
                <a:lnTo>
                  <a:pt x="390615" y="6370"/>
                </a:lnTo>
                <a:lnTo>
                  <a:pt x="391084" y="6433"/>
                </a:lnTo>
                <a:lnTo>
                  <a:pt x="391539" y="6503"/>
                </a:lnTo>
                <a:lnTo>
                  <a:pt x="391980" y="6578"/>
                </a:lnTo>
                <a:lnTo>
                  <a:pt x="392407" y="6660"/>
                </a:lnTo>
                <a:lnTo>
                  <a:pt x="392819" y="6748"/>
                </a:lnTo>
                <a:lnTo>
                  <a:pt x="393218" y="6841"/>
                </a:lnTo>
                <a:lnTo>
                  <a:pt x="393603" y="6941"/>
                </a:lnTo>
                <a:lnTo>
                  <a:pt x="393973" y="7047"/>
                </a:lnTo>
                <a:lnTo>
                  <a:pt x="394330" y="7158"/>
                </a:lnTo>
                <a:lnTo>
                  <a:pt x="394672" y="7276"/>
                </a:lnTo>
                <a:lnTo>
                  <a:pt x="395000" y="7400"/>
                </a:lnTo>
                <a:lnTo>
                  <a:pt x="395314" y="7530"/>
                </a:lnTo>
                <a:lnTo>
                  <a:pt x="395614" y="7666"/>
                </a:lnTo>
                <a:lnTo>
                  <a:pt x="395900" y="7808"/>
                </a:lnTo>
                <a:lnTo>
                  <a:pt x="396175" y="7954"/>
                </a:lnTo>
                <a:lnTo>
                  <a:pt x="396443" y="8104"/>
                </a:lnTo>
                <a:lnTo>
                  <a:pt x="396704" y="8256"/>
                </a:lnTo>
                <a:lnTo>
                  <a:pt x="396957" y="8411"/>
                </a:lnTo>
                <a:lnTo>
                  <a:pt x="397203" y="8570"/>
                </a:lnTo>
                <a:lnTo>
                  <a:pt x="397442" y="8731"/>
                </a:lnTo>
                <a:lnTo>
                  <a:pt x="397674" y="8895"/>
                </a:lnTo>
                <a:lnTo>
                  <a:pt x="397898" y="9062"/>
                </a:lnTo>
                <a:lnTo>
                  <a:pt x="398115" y="9232"/>
                </a:lnTo>
                <a:lnTo>
                  <a:pt x="398325" y="9405"/>
                </a:lnTo>
                <a:lnTo>
                  <a:pt x="398527" y="9581"/>
                </a:lnTo>
                <a:lnTo>
                  <a:pt x="398722" y="9760"/>
                </a:lnTo>
                <a:lnTo>
                  <a:pt x="398910" y="9942"/>
                </a:lnTo>
                <a:lnTo>
                  <a:pt x="399091" y="10126"/>
                </a:lnTo>
                <a:lnTo>
                  <a:pt x="399264" y="10314"/>
                </a:lnTo>
                <a:lnTo>
                  <a:pt x="399430" y="10505"/>
                </a:lnTo>
                <a:lnTo>
                  <a:pt x="399588" y="10698"/>
                </a:lnTo>
                <a:lnTo>
                  <a:pt x="399740" y="10895"/>
                </a:lnTo>
                <a:lnTo>
                  <a:pt x="399884" y="11094"/>
                </a:lnTo>
                <a:lnTo>
                  <a:pt x="400021" y="11297"/>
                </a:lnTo>
                <a:lnTo>
                  <a:pt x="400151" y="11502"/>
                </a:lnTo>
                <a:lnTo>
                  <a:pt x="400273" y="11710"/>
                </a:lnTo>
                <a:lnTo>
                  <a:pt x="400388" y="11922"/>
                </a:lnTo>
                <a:lnTo>
                  <a:pt x="400496" y="12136"/>
                </a:lnTo>
                <a:lnTo>
                  <a:pt x="400641" y="12441"/>
                </a:lnTo>
                <a:lnTo>
                  <a:pt x="400781" y="12762"/>
                </a:lnTo>
                <a:lnTo>
                  <a:pt x="400914" y="13098"/>
                </a:lnTo>
                <a:lnTo>
                  <a:pt x="401041" y="13449"/>
                </a:lnTo>
                <a:lnTo>
                  <a:pt x="401162" y="13817"/>
                </a:lnTo>
                <a:lnTo>
                  <a:pt x="401276" y="14199"/>
                </a:lnTo>
                <a:lnTo>
                  <a:pt x="401385" y="14597"/>
                </a:lnTo>
                <a:lnTo>
                  <a:pt x="401487" y="15011"/>
                </a:lnTo>
                <a:lnTo>
                  <a:pt x="401583" y="15440"/>
                </a:lnTo>
                <a:lnTo>
                  <a:pt x="401673" y="15885"/>
                </a:lnTo>
                <a:lnTo>
                  <a:pt x="401757" y="16345"/>
                </a:lnTo>
                <a:lnTo>
                  <a:pt x="401834" y="16820"/>
                </a:lnTo>
                <a:lnTo>
                  <a:pt x="401905" y="17312"/>
                </a:lnTo>
                <a:lnTo>
                  <a:pt x="401970" y="17818"/>
                </a:lnTo>
                <a:lnTo>
                  <a:pt x="402029" y="18340"/>
                </a:lnTo>
                <a:lnTo>
                  <a:pt x="402082" y="18878"/>
                </a:lnTo>
                <a:lnTo>
                  <a:pt x="402128" y="19431"/>
                </a:lnTo>
                <a:lnTo>
                  <a:pt x="402169" y="19999"/>
                </a:lnTo>
                <a:lnTo>
                  <a:pt x="402203" y="20583"/>
                </a:lnTo>
                <a:lnTo>
                  <a:pt x="402231" y="21183"/>
                </a:lnTo>
                <a:lnTo>
                  <a:pt x="402252" y="21798"/>
                </a:lnTo>
                <a:lnTo>
                  <a:pt x="402268" y="22429"/>
                </a:lnTo>
                <a:lnTo>
                  <a:pt x="402277" y="23075"/>
                </a:lnTo>
                <a:lnTo>
                  <a:pt x="402280" y="23736"/>
                </a:lnTo>
                <a:lnTo>
                  <a:pt x="402280" y="102618"/>
                </a:lnTo>
                <a:lnTo>
                  <a:pt x="402277" y="103453"/>
                </a:lnTo>
                <a:lnTo>
                  <a:pt x="402267" y="104263"/>
                </a:lnTo>
                <a:lnTo>
                  <a:pt x="402250" y="105047"/>
                </a:lnTo>
                <a:lnTo>
                  <a:pt x="402226" y="105806"/>
                </a:lnTo>
                <a:lnTo>
                  <a:pt x="402195" y="106539"/>
                </a:lnTo>
                <a:lnTo>
                  <a:pt x="402158" y="107247"/>
                </a:lnTo>
                <a:lnTo>
                  <a:pt x="402113" y="107930"/>
                </a:lnTo>
                <a:lnTo>
                  <a:pt x="402062" y="108587"/>
                </a:lnTo>
                <a:lnTo>
                  <a:pt x="402004" y="109219"/>
                </a:lnTo>
                <a:lnTo>
                  <a:pt x="401939" y="109825"/>
                </a:lnTo>
                <a:lnTo>
                  <a:pt x="401868" y="110406"/>
                </a:lnTo>
                <a:lnTo>
                  <a:pt x="401790" y="110962"/>
                </a:lnTo>
                <a:lnTo>
                  <a:pt x="401704" y="111492"/>
                </a:lnTo>
                <a:lnTo>
                  <a:pt x="401612" y="111996"/>
                </a:lnTo>
                <a:lnTo>
                  <a:pt x="401513" y="112476"/>
                </a:lnTo>
                <a:lnTo>
                  <a:pt x="401408" y="112930"/>
                </a:lnTo>
                <a:lnTo>
                  <a:pt x="401295" y="113358"/>
                </a:lnTo>
                <a:lnTo>
                  <a:pt x="401176" y="113761"/>
                </a:lnTo>
                <a:lnTo>
                  <a:pt x="401050" y="114139"/>
                </a:lnTo>
                <a:lnTo>
                  <a:pt x="400917" y="114491"/>
                </a:lnTo>
                <a:lnTo>
                  <a:pt x="400777" y="114818"/>
                </a:lnTo>
                <a:lnTo>
                  <a:pt x="400631" y="115120"/>
                </a:lnTo>
                <a:lnTo>
                  <a:pt x="400477" y="115396"/>
                </a:lnTo>
                <a:lnTo>
                  <a:pt x="400317" y="115646"/>
                </a:lnTo>
                <a:lnTo>
                  <a:pt x="400042" y="116025"/>
                </a:lnTo>
                <a:lnTo>
                  <a:pt x="399751" y="116388"/>
                </a:lnTo>
                <a:lnTo>
                  <a:pt x="399444" y="116734"/>
                </a:lnTo>
                <a:lnTo>
                  <a:pt x="399122" y="117064"/>
                </a:lnTo>
                <a:lnTo>
                  <a:pt x="398785" y="117378"/>
                </a:lnTo>
                <a:lnTo>
                  <a:pt x="398432" y="117676"/>
                </a:lnTo>
                <a:lnTo>
                  <a:pt x="398064" y="117958"/>
                </a:lnTo>
                <a:lnTo>
                  <a:pt x="397680" y="118224"/>
                </a:lnTo>
                <a:lnTo>
                  <a:pt x="397280" y="118474"/>
                </a:lnTo>
                <a:lnTo>
                  <a:pt x="396866" y="118708"/>
                </a:lnTo>
                <a:lnTo>
                  <a:pt x="396435" y="118925"/>
                </a:lnTo>
                <a:lnTo>
                  <a:pt x="395989" y="119126"/>
                </a:lnTo>
                <a:lnTo>
                  <a:pt x="395528" y="119312"/>
                </a:lnTo>
                <a:lnTo>
                  <a:pt x="395051" y="119481"/>
                </a:lnTo>
                <a:lnTo>
                  <a:pt x="394559" y="119634"/>
                </a:lnTo>
                <a:lnTo>
                  <a:pt x="394051" y="119771"/>
                </a:lnTo>
                <a:lnTo>
                  <a:pt x="393528" y="119892"/>
                </a:lnTo>
                <a:lnTo>
                  <a:pt x="392989" y="119997"/>
                </a:lnTo>
                <a:lnTo>
                  <a:pt x="392435" y="120085"/>
                </a:lnTo>
                <a:lnTo>
                  <a:pt x="391865" y="120158"/>
                </a:lnTo>
                <a:lnTo>
                  <a:pt x="391279" y="120214"/>
                </a:lnTo>
                <a:lnTo>
                  <a:pt x="390679" y="120254"/>
                </a:lnTo>
                <a:lnTo>
                  <a:pt x="390062" y="120278"/>
                </a:lnTo>
                <a:lnTo>
                  <a:pt x="389431" y="120287"/>
                </a:lnTo>
                <a:lnTo>
                  <a:pt x="385147" y="120287"/>
                </a:lnTo>
                <a:lnTo>
                  <a:pt x="385147" y="123677"/>
                </a:lnTo>
                <a:lnTo>
                  <a:pt x="427266" y="123677"/>
                </a:lnTo>
                <a:lnTo>
                  <a:pt x="427266" y="120287"/>
                </a:lnTo>
                <a:lnTo>
                  <a:pt x="422982" y="120287"/>
                </a:lnTo>
                <a:lnTo>
                  <a:pt x="422394" y="120280"/>
                </a:lnTo>
                <a:lnTo>
                  <a:pt x="421819" y="120260"/>
                </a:lnTo>
                <a:lnTo>
                  <a:pt x="421258" y="120228"/>
                </a:lnTo>
                <a:lnTo>
                  <a:pt x="420709" y="120182"/>
                </a:lnTo>
                <a:lnTo>
                  <a:pt x="420175" y="120124"/>
                </a:lnTo>
                <a:lnTo>
                  <a:pt x="419653" y="120052"/>
                </a:lnTo>
                <a:lnTo>
                  <a:pt x="419145" y="119968"/>
                </a:lnTo>
                <a:lnTo>
                  <a:pt x="418650" y="119870"/>
                </a:lnTo>
                <a:lnTo>
                  <a:pt x="418168" y="119759"/>
                </a:lnTo>
                <a:lnTo>
                  <a:pt x="417700" y="119636"/>
                </a:lnTo>
                <a:lnTo>
                  <a:pt x="417245" y="119499"/>
                </a:lnTo>
                <a:lnTo>
                  <a:pt x="416803" y="119350"/>
                </a:lnTo>
                <a:lnTo>
                  <a:pt x="416375" y="119187"/>
                </a:lnTo>
                <a:lnTo>
                  <a:pt x="415960" y="119011"/>
                </a:lnTo>
                <a:lnTo>
                  <a:pt x="415558" y="118823"/>
                </a:lnTo>
                <a:lnTo>
                  <a:pt x="415170" y="118621"/>
                </a:lnTo>
                <a:lnTo>
                  <a:pt x="414794" y="118406"/>
                </a:lnTo>
                <a:lnTo>
                  <a:pt x="414433" y="118178"/>
                </a:lnTo>
                <a:lnTo>
                  <a:pt x="414084" y="117938"/>
                </a:lnTo>
                <a:lnTo>
                  <a:pt x="413749" y="117684"/>
                </a:lnTo>
                <a:lnTo>
                  <a:pt x="413427" y="117417"/>
                </a:lnTo>
                <a:lnTo>
                  <a:pt x="413119" y="117137"/>
                </a:lnTo>
                <a:lnTo>
                  <a:pt x="412824" y="116845"/>
                </a:lnTo>
                <a:lnTo>
                  <a:pt x="412542" y="116539"/>
                </a:lnTo>
                <a:lnTo>
                  <a:pt x="412346" y="116294"/>
                </a:lnTo>
                <a:lnTo>
                  <a:pt x="412157" y="116019"/>
                </a:lnTo>
                <a:lnTo>
                  <a:pt x="411977" y="115716"/>
                </a:lnTo>
                <a:lnTo>
                  <a:pt x="411806" y="115384"/>
                </a:lnTo>
                <a:lnTo>
                  <a:pt x="411643" y="115022"/>
                </a:lnTo>
                <a:lnTo>
                  <a:pt x="411488" y="114631"/>
                </a:lnTo>
                <a:lnTo>
                  <a:pt x="411342" y="114212"/>
                </a:lnTo>
                <a:lnTo>
                  <a:pt x="411204" y="113763"/>
                </a:lnTo>
                <a:lnTo>
                  <a:pt x="411074" y="113284"/>
                </a:lnTo>
                <a:lnTo>
                  <a:pt x="410953" y="112777"/>
                </a:lnTo>
                <a:lnTo>
                  <a:pt x="410840" y="112241"/>
                </a:lnTo>
                <a:lnTo>
                  <a:pt x="410735" y="111676"/>
                </a:lnTo>
                <a:lnTo>
                  <a:pt x="410639" y="111081"/>
                </a:lnTo>
                <a:lnTo>
                  <a:pt x="410551" y="110457"/>
                </a:lnTo>
                <a:lnTo>
                  <a:pt x="410472" y="109804"/>
                </a:lnTo>
                <a:lnTo>
                  <a:pt x="410401" y="109122"/>
                </a:lnTo>
                <a:lnTo>
                  <a:pt x="410338" y="108411"/>
                </a:lnTo>
                <a:lnTo>
                  <a:pt x="410283" y="107671"/>
                </a:lnTo>
                <a:lnTo>
                  <a:pt x="410237" y="106902"/>
                </a:lnTo>
                <a:lnTo>
                  <a:pt x="410200" y="106103"/>
                </a:lnTo>
                <a:lnTo>
                  <a:pt x="410170" y="105276"/>
                </a:lnTo>
                <a:lnTo>
                  <a:pt x="410150" y="104419"/>
                </a:lnTo>
                <a:lnTo>
                  <a:pt x="410137" y="103533"/>
                </a:lnTo>
                <a:lnTo>
                  <a:pt x="410133" y="102618"/>
                </a:lnTo>
                <a:lnTo>
                  <a:pt x="410133" y="21862"/>
                </a:lnTo>
                <a:lnTo>
                  <a:pt x="456891" y="123677"/>
                </a:lnTo>
                <a:lnTo>
                  <a:pt x="459836" y="123677"/>
                </a:lnTo>
                <a:lnTo>
                  <a:pt x="506505" y="21862"/>
                </a:lnTo>
                <a:lnTo>
                  <a:pt x="506505" y="1026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def7dca9649d8"/>
          <a:stretch xmlns:a="http://schemas.openxmlformats.org/drawingml/2006/main"/>
        </p:blipFill>
        <p:spPr>
          <a:xfrm xmlns:a="http://schemas.openxmlformats.org/drawingml/2006/main">
            <a:off x="4093317" y="3725749"/>
            <a:ext cx="594575" cy="515299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938a42ac245cf"/>
          <a:stretch xmlns:a="http://schemas.openxmlformats.org/drawingml/2006/main"/>
        </p:blipFill>
        <p:spPr>
          <a:xfrm xmlns:a="http://schemas.openxmlformats.org/drawingml/2006/main">
            <a:off x="4428149" y="3654194"/>
            <a:ext cx="475715" cy="525269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2B5B5-0D5E-423D-9861-B0EE0572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362" y="2135838"/>
            <a:ext cx="287560" cy="1831754"/>
          </a:xfrm>
          <a:custGeom xmlns:a="http://schemas.openxmlformats.org/drawingml/2006/main">
            <a:pathLst>
              <a:path w="287560" h="1831754">
                <a:moveTo>
                  <a:pt x="194240" y="91193"/>
                </a:moveTo>
                <a:lnTo>
                  <a:pt x="285433" y="45596"/>
                </a:lnTo>
                <a:lnTo>
                  <a:pt x="194240" y="0"/>
                </a:lnTo>
                <a:lnTo>
                  <a:pt x="194240" y="33741"/>
                </a:lnTo>
                <a:lnTo>
                  <a:pt x="11855" y="33741"/>
                </a:lnTo>
                <a:lnTo>
                  <a:pt x="11045" y="33769"/>
                </a:lnTo>
                <a:lnTo>
                  <a:pt x="10249" y="33850"/>
                </a:lnTo>
                <a:lnTo>
                  <a:pt x="9469" y="33983"/>
                </a:lnTo>
                <a:lnTo>
                  <a:pt x="8708" y="34166"/>
                </a:lnTo>
                <a:lnTo>
                  <a:pt x="7966" y="34397"/>
                </a:lnTo>
                <a:lnTo>
                  <a:pt x="7246" y="34675"/>
                </a:lnTo>
                <a:lnTo>
                  <a:pt x="6549" y="34997"/>
                </a:lnTo>
                <a:lnTo>
                  <a:pt x="5877" y="35362"/>
                </a:lnTo>
                <a:lnTo>
                  <a:pt x="5232" y="35769"/>
                </a:lnTo>
                <a:lnTo>
                  <a:pt x="4616" y="36215"/>
                </a:lnTo>
                <a:lnTo>
                  <a:pt x="4030" y="36699"/>
                </a:lnTo>
                <a:lnTo>
                  <a:pt x="3477" y="37218"/>
                </a:lnTo>
                <a:lnTo>
                  <a:pt x="2957" y="37771"/>
                </a:lnTo>
                <a:lnTo>
                  <a:pt x="2474" y="38357"/>
                </a:lnTo>
                <a:lnTo>
                  <a:pt x="2028" y="38973"/>
                </a:lnTo>
                <a:lnTo>
                  <a:pt x="1621" y="39618"/>
                </a:lnTo>
                <a:lnTo>
                  <a:pt x="1256" y="40290"/>
                </a:lnTo>
                <a:lnTo>
                  <a:pt x="933" y="40987"/>
                </a:lnTo>
                <a:lnTo>
                  <a:pt x="656" y="41707"/>
                </a:lnTo>
                <a:lnTo>
                  <a:pt x="424" y="42449"/>
                </a:lnTo>
                <a:lnTo>
                  <a:pt x="241" y="43210"/>
                </a:lnTo>
                <a:lnTo>
                  <a:pt x="108" y="43990"/>
                </a:lnTo>
                <a:lnTo>
                  <a:pt x="27" y="44786"/>
                </a:lnTo>
                <a:lnTo>
                  <a:pt x="0" y="45596"/>
                </a:lnTo>
                <a:lnTo>
                  <a:pt x="0" y="1819899"/>
                </a:lnTo>
                <a:lnTo>
                  <a:pt x="27" y="1820709"/>
                </a:lnTo>
                <a:lnTo>
                  <a:pt x="108" y="1821505"/>
                </a:lnTo>
                <a:lnTo>
                  <a:pt x="241" y="1822285"/>
                </a:lnTo>
                <a:lnTo>
                  <a:pt x="424" y="1823047"/>
                </a:lnTo>
                <a:lnTo>
                  <a:pt x="656" y="1823788"/>
                </a:lnTo>
                <a:lnTo>
                  <a:pt x="933" y="1824509"/>
                </a:lnTo>
                <a:lnTo>
                  <a:pt x="1256" y="1825206"/>
                </a:lnTo>
                <a:lnTo>
                  <a:pt x="1621" y="1825877"/>
                </a:lnTo>
                <a:lnTo>
                  <a:pt x="2028" y="1826522"/>
                </a:lnTo>
                <a:lnTo>
                  <a:pt x="2474" y="1827138"/>
                </a:lnTo>
                <a:lnTo>
                  <a:pt x="2957" y="1827724"/>
                </a:lnTo>
                <a:lnTo>
                  <a:pt x="3477" y="1828277"/>
                </a:lnTo>
                <a:lnTo>
                  <a:pt x="4030" y="1828797"/>
                </a:lnTo>
                <a:lnTo>
                  <a:pt x="4616" y="1829280"/>
                </a:lnTo>
                <a:lnTo>
                  <a:pt x="5232" y="1829726"/>
                </a:lnTo>
                <a:lnTo>
                  <a:pt x="5877" y="1830133"/>
                </a:lnTo>
                <a:lnTo>
                  <a:pt x="6549" y="1830498"/>
                </a:lnTo>
                <a:lnTo>
                  <a:pt x="7246" y="1830821"/>
                </a:lnTo>
                <a:lnTo>
                  <a:pt x="7966" y="1831099"/>
                </a:lnTo>
                <a:lnTo>
                  <a:pt x="8708" y="1831330"/>
                </a:lnTo>
                <a:lnTo>
                  <a:pt x="9469" y="1831513"/>
                </a:lnTo>
                <a:lnTo>
                  <a:pt x="10249" y="1831646"/>
                </a:lnTo>
                <a:lnTo>
                  <a:pt x="11045" y="1831727"/>
                </a:lnTo>
                <a:lnTo>
                  <a:pt x="11855" y="1831754"/>
                </a:lnTo>
                <a:lnTo>
                  <a:pt x="287560" y="1831754"/>
                </a:lnTo>
                <a:lnTo>
                  <a:pt x="287560" y="1808044"/>
                </a:lnTo>
                <a:lnTo>
                  <a:pt x="23710" y="1808044"/>
                </a:lnTo>
                <a:lnTo>
                  <a:pt x="23710" y="57451"/>
                </a:lnTo>
                <a:lnTo>
                  <a:pt x="194240" y="57451"/>
                </a:lnTo>
                <a:lnTo>
                  <a:pt x="194240" y="911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a337b69ce4ad6"/>
          <a:stretch xmlns:a="http://schemas.openxmlformats.org/drawingml/2006/main"/>
        </p:blipFill>
        <p:spPr>
          <a:xfrm xmlns:a="http://schemas.openxmlformats.org/drawingml/2006/main">
            <a:off x="3185039" y="1925830"/>
            <a:ext cx="1698005" cy="492969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0956ede8742be"/>
          <a:stretch xmlns:a="http://schemas.openxmlformats.org/drawingml/2006/main"/>
        </p:blipFill>
        <p:spPr>
          <a:xfrm xmlns:a="http://schemas.openxmlformats.org/drawingml/2006/main">
            <a:off x="4520098" y="2025495"/>
            <a:ext cx="209743" cy="209743"/>
          </a:xfrm>
          <a:prstGeom xmlns:a="http://schemas.openxmlformats.org/drawingml/2006/main" prst="rect">
            <a:avLst/>
          </a:prstGeom>
        </p:spPr>
      </p:pic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12684-CB9C-4A95-8F32-727284BD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458" y="1342463"/>
            <a:ext cx="530893" cy="849459"/>
          </a:xfrm>
          <a:custGeom xmlns:a="http://schemas.openxmlformats.org/drawingml/2006/main">
            <a:pathLst>
              <a:path w="530893" h="849459">
                <a:moveTo>
                  <a:pt x="245460" y="45596"/>
                </a:moveTo>
                <a:lnTo>
                  <a:pt x="336652" y="91193"/>
                </a:lnTo>
                <a:lnTo>
                  <a:pt x="336652" y="57451"/>
                </a:lnTo>
                <a:lnTo>
                  <a:pt x="507183" y="57451"/>
                </a:lnTo>
                <a:lnTo>
                  <a:pt x="507183" y="825748"/>
                </a:lnTo>
                <a:lnTo>
                  <a:pt x="0" y="825748"/>
                </a:lnTo>
                <a:lnTo>
                  <a:pt x="0" y="849459"/>
                </a:lnTo>
                <a:lnTo>
                  <a:pt x="519038" y="849459"/>
                </a:lnTo>
                <a:lnTo>
                  <a:pt x="519848" y="849431"/>
                </a:lnTo>
                <a:lnTo>
                  <a:pt x="520644" y="849350"/>
                </a:lnTo>
                <a:lnTo>
                  <a:pt x="521423" y="849217"/>
                </a:lnTo>
                <a:lnTo>
                  <a:pt x="522185" y="849034"/>
                </a:lnTo>
                <a:lnTo>
                  <a:pt x="522927" y="848803"/>
                </a:lnTo>
                <a:lnTo>
                  <a:pt x="523647" y="848525"/>
                </a:lnTo>
                <a:lnTo>
                  <a:pt x="524344" y="848203"/>
                </a:lnTo>
                <a:lnTo>
                  <a:pt x="525016" y="847837"/>
                </a:lnTo>
                <a:lnTo>
                  <a:pt x="525661" y="847431"/>
                </a:lnTo>
                <a:lnTo>
                  <a:pt x="526277" y="846985"/>
                </a:lnTo>
                <a:lnTo>
                  <a:pt x="526862" y="846501"/>
                </a:lnTo>
                <a:lnTo>
                  <a:pt x="527416" y="845982"/>
                </a:lnTo>
                <a:lnTo>
                  <a:pt x="527935" y="845428"/>
                </a:lnTo>
                <a:lnTo>
                  <a:pt x="528419" y="844843"/>
                </a:lnTo>
                <a:lnTo>
                  <a:pt x="528865" y="844227"/>
                </a:lnTo>
                <a:lnTo>
                  <a:pt x="529271" y="843582"/>
                </a:lnTo>
                <a:lnTo>
                  <a:pt x="529637" y="842910"/>
                </a:lnTo>
                <a:lnTo>
                  <a:pt x="529959" y="842213"/>
                </a:lnTo>
                <a:lnTo>
                  <a:pt x="530237" y="841493"/>
                </a:lnTo>
                <a:lnTo>
                  <a:pt x="530468" y="840751"/>
                </a:lnTo>
                <a:lnTo>
                  <a:pt x="530651" y="839989"/>
                </a:lnTo>
                <a:lnTo>
                  <a:pt x="530784" y="839210"/>
                </a:lnTo>
                <a:lnTo>
                  <a:pt x="530865" y="838414"/>
                </a:lnTo>
                <a:lnTo>
                  <a:pt x="530893" y="837603"/>
                </a:lnTo>
                <a:lnTo>
                  <a:pt x="530893" y="45596"/>
                </a:lnTo>
                <a:lnTo>
                  <a:pt x="530865" y="44786"/>
                </a:lnTo>
                <a:lnTo>
                  <a:pt x="530784" y="43990"/>
                </a:lnTo>
                <a:lnTo>
                  <a:pt x="530651" y="43210"/>
                </a:lnTo>
                <a:lnTo>
                  <a:pt x="530468" y="42449"/>
                </a:lnTo>
                <a:lnTo>
                  <a:pt x="530237" y="41707"/>
                </a:lnTo>
                <a:lnTo>
                  <a:pt x="529959" y="40987"/>
                </a:lnTo>
                <a:lnTo>
                  <a:pt x="529637" y="40290"/>
                </a:lnTo>
                <a:lnTo>
                  <a:pt x="529271" y="39618"/>
                </a:lnTo>
                <a:lnTo>
                  <a:pt x="528865" y="38973"/>
                </a:lnTo>
                <a:lnTo>
                  <a:pt x="528419" y="38357"/>
                </a:lnTo>
                <a:lnTo>
                  <a:pt x="527935" y="37771"/>
                </a:lnTo>
                <a:lnTo>
                  <a:pt x="527416" y="37218"/>
                </a:lnTo>
                <a:lnTo>
                  <a:pt x="526862" y="36699"/>
                </a:lnTo>
                <a:lnTo>
                  <a:pt x="526277" y="36215"/>
                </a:lnTo>
                <a:lnTo>
                  <a:pt x="525661" y="35769"/>
                </a:lnTo>
                <a:lnTo>
                  <a:pt x="525016" y="35362"/>
                </a:lnTo>
                <a:lnTo>
                  <a:pt x="524344" y="34997"/>
                </a:lnTo>
                <a:lnTo>
                  <a:pt x="523647" y="34675"/>
                </a:lnTo>
                <a:lnTo>
                  <a:pt x="522927" y="34397"/>
                </a:lnTo>
                <a:lnTo>
                  <a:pt x="522185" y="34166"/>
                </a:lnTo>
                <a:lnTo>
                  <a:pt x="521423" y="33983"/>
                </a:lnTo>
                <a:lnTo>
                  <a:pt x="520644" y="33850"/>
                </a:lnTo>
                <a:lnTo>
                  <a:pt x="519848" y="33769"/>
                </a:lnTo>
                <a:lnTo>
                  <a:pt x="519038" y="33741"/>
                </a:lnTo>
                <a:lnTo>
                  <a:pt x="336652" y="33741"/>
                </a:lnTo>
                <a:lnTo>
                  <a:pt x="336652" y="0"/>
                </a:lnTo>
                <a:lnTo>
                  <a:pt x="245460" y="45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C845B-F496-438D-AF5F-B9BC9C0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362" y="505315"/>
            <a:ext cx="285433" cy="894295"/>
          </a:xfrm>
          <a:custGeom xmlns:a="http://schemas.openxmlformats.org/drawingml/2006/main">
            <a:pathLst>
              <a:path w="285433" h="894295">
                <a:moveTo>
                  <a:pt x="194240" y="91193"/>
                </a:moveTo>
                <a:lnTo>
                  <a:pt x="285433" y="45596"/>
                </a:lnTo>
                <a:lnTo>
                  <a:pt x="194240" y="0"/>
                </a:lnTo>
                <a:lnTo>
                  <a:pt x="194240" y="33741"/>
                </a:lnTo>
                <a:lnTo>
                  <a:pt x="11855" y="33741"/>
                </a:lnTo>
                <a:lnTo>
                  <a:pt x="11045" y="33769"/>
                </a:lnTo>
                <a:lnTo>
                  <a:pt x="10249" y="33850"/>
                </a:lnTo>
                <a:lnTo>
                  <a:pt x="9469" y="33983"/>
                </a:lnTo>
                <a:lnTo>
                  <a:pt x="8708" y="34166"/>
                </a:lnTo>
                <a:lnTo>
                  <a:pt x="7966" y="34397"/>
                </a:lnTo>
                <a:lnTo>
                  <a:pt x="7246" y="34675"/>
                </a:lnTo>
                <a:lnTo>
                  <a:pt x="6549" y="34997"/>
                </a:lnTo>
                <a:lnTo>
                  <a:pt x="5877" y="35362"/>
                </a:lnTo>
                <a:lnTo>
                  <a:pt x="5232" y="35769"/>
                </a:lnTo>
                <a:lnTo>
                  <a:pt x="4616" y="36215"/>
                </a:lnTo>
                <a:lnTo>
                  <a:pt x="4030" y="36699"/>
                </a:lnTo>
                <a:lnTo>
                  <a:pt x="3477" y="37218"/>
                </a:lnTo>
                <a:lnTo>
                  <a:pt x="2957" y="37771"/>
                </a:lnTo>
                <a:lnTo>
                  <a:pt x="2474" y="38357"/>
                </a:lnTo>
                <a:lnTo>
                  <a:pt x="2028" y="38973"/>
                </a:lnTo>
                <a:lnTo>
                  <a:pt x="1621" y="39618"/>
                </a:lnTo>
                <a:lnTo>
                  <a:pt x="1256" y="40290"/>
                </a:lnTo>
                <a:lnTo>
                  <a:pt x="933" y="40987"/>
                </a:lnTo>
                <a:lnTo>
                  <a:pt x="656" y="41707"/>
                </a:lnTo>
                <a:lnTo>
                  <a:pt x="424" y="42449"/>
                </a:lnTo>
                <a:lnTo>
                  <a:pt x="241" y="43210"/>
                </a:lnTo>
                <a:lnTo>
                  <a:pt x="108" y="43990"/>
                </a:lnTo>
                <a:lnTo>
                  <a:pt x="27" y="44786"/>
                </a:lnTo>
                <a:lnTo>
                  <a:pt x="0" y="45596"/>
                </a:lnTo>
                <a:lnTo>
                  <a:pt x="0" y="882440"/>
                </a:lnTo>
                <a:lnTo>
                  <a:pt x="27" y="883250"/>
                </a:lnTo>
                <a:lnTo>
                  <a:pt x="108" y="884046"/>
                </a:lnTo>
                <a:lnTo>
                  <a:pt x="241" y="884826"/>
                </a:lnTo>
                <a:lnTo>
                  <a:pt x="424" y="885587"/>
                </a:lnTo>
                <a:lnTo>
                  <a:pt x="656" y="886329"/>
                </a:lnTo>
                <a:lnTo>
                  <a:pt x="933" y="887049"/>
                </a:lnTo>
                <a:lnTo>
                  <a:pt x="1256" y="887746"/>
                </a:lnTo>
                <a:lnTo>
                  <a:pt x="1621" y="888418"/>
                </a:lnTo>
                <a:lnTo>
                  <a:pt x="2028" y="889063"/>
                </a:lnTo>
                <a:lnTo>
                  <a:pt x="2474" y="889679"/>
                </a:lnTo>
                <a:lnTo>
                  <a:pt x="2957" y="890265"/>
                </a:lnTo>
                <a:lnTo>
                  <a:pt x="3477" y="890818"/>
                </a:lnTo>
                <a:lnTo>
                  <a:pt x="4030" y="891338"/>
                </a:lnTo>
                <a:lnTo>
                  <a:pt x="4616" y="891821"/>
                </a:lnTo>
                <a:lnTo>
                  <a:pt x="5232" y="892267"/>
                </a:lnTo>
                <a:lnTo>
                  <a:pt x="5877" y="892674"/>
                </a:lnTo>
                <a:lnTo>
                  <a:pt x="6549" y="893039"/>
                </a:lnTo>
                <a:lnTo>
                  <a:pt x="7246" y="893362"/>
                </a:lnTo>
                <a:lnTo>
                  <a:pt x="7966" y="893639"/>
                </a:lnTo>
                <a:lnTo>
                  <a:pt x="8708" y="893871"/>
                </a:lnTo>
                <a:lnTo>
                  <a:pt x="9469" y="894054"/>
                </a:lnTo>
                <a:lnTo>
                  <a:pt x="10249" y="894186"/>
                </a:lnTo>
                <a:lnTo>
                  <a:pt x="11045" y="894267"/>
                </a:lnTo>
                <a:lnTo>
                  <a:pt x="11855" y="894295"/>
                </a:lnTo>
                <a:lnTo>
                  <a:pt x="285433" y="894295"/>
                </a:lnTo>
                <a:lnTo>
                  <a:pt x="285433" y="870585"/>
                </a:lnTo>
                <a:lnTo>
                  <a:pt x="23710" y="870585"/>
                </a:lnTo>
                <a:lnTo>
                  <a:pt x="23710" y="57451"/>
                </a:lnTo>
                <a:lnTo>
                  <a:pt x="194240" y="57451"/>
                </a:lnTo>
                <a:lnTo>
                  <a:pt x="194240" y="911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9d10c047a4d40"/>
          <a:stretch xmlns:a="http://schemas.openxmlformats.org/drawingml/2006/main"/>
        </p:blipFill>
        <p:spPr>
          <a:xfrm xmlns:a="http://schemas.openxmlformats.org/drawingml/2006/main">
            <a:off x="3725765" y="407785"/>
            <a:ext cx="219046" cy="226112"/>
          </a:xfrm>
          <a:prstGeom xmlns:a="http://schemas.openxmlformats.org/drawingml/2006/main" prst="rect">
            <a:avLst/>
          </a:prstGeom>
        </p:spPr>
      </p:pic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90E4F-76A3-48BD-ADD1-8AAF2E7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407" y="454248"/>
            <a:ext cx="67482" cy="72954"/>
          </a:xfrm>
          <a:custGeom xmlns:a="http://schemas.openxmlformats.org/drawingml/2006/main">
            <a:pathLst>
              <a:path w="67482" h="72954" fill="none">
                <a:moveTo>
                  <a:pt x="0" y="36477"/>
                </a:moveTo>
                <a:cubicBezTo>
                  <a:pt x="0" y="16263"/>
                  <a:pt x="15047" y="0"/>
                  <a:pt x="33741" y="0"/>
                </a:cubicBezTo>
                <a:cubicBezTo>
                  <a:pt x="52436" y="0"/>
                  <a:pt x="67482" y="16263"/>
                  <a:pt x="67482" y="36477"/>
                </a:cubicBezTo>
                <a:cubicBezTo>
                  <a:pt x="67482" y="56691"/>
                  <a:pt x="52436" y="72954"/>
                  <a:pt x="33741" y="72954"/>
                </a:cubicBezTo>
                <a:cubicBezTo>
                  <a:pt x="15047" y="72954"/>
                  <a:pt x="0" y="56691"/>
                  <a:pt x="0" y="36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389e14272468b"/>
          <a:stretch xmlns:a="http://schemas.openxmlformats.org/drawingml/2006/main"/>
        </p:blipFill>
        <p:spPr>
          <a:xfrm xmlns:a="http://schemas.openxmlformats.org/drawingml/2006/main">
            <a:off x="3724903" y="531700"/>
            <a:ext cx="220769" cy="227890"/>
          </a:xfrm>
          <a:prstGeom xmlns:a="http://schemas.openxmlformats.org/drawingml/2006/main" prst="rect">
            <a:avLst/>
          </a:prstGeom>
        </p:spPr>
      </p:pic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DE2FF-8372-4811-8F7B-7957162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407" y="578269"/>
            <a:ext cx="67482" cy="74778"/>
          </a:xfrm>
          <a:custGeom xmlns:a="http://schemas.openxmlformats.org/drawingml/2006/main">
            <a:pathLst>
              <a:path w="67482" h="74778" fill="none">
                <a:moveTo>
                  <a:pt x="0" y="37389"/>
                </a:moveTo>
                <a:cubicBezTo>
                  <a:pt x="0" y="16719"/>
                  <a:pt x="15047" y="0"/>
                  <a:pt x="33741" y="0"/>
                </a:cubicBezTo>
                <a:cubicBezTo>
                  <a:pt x="52436" y="0"/>
                  <a:pt x="67482" y="16719"/>
                  <a:pt x="67482" y="37389"/>
                </a:cubicBezTo>
                <a:cubicBezTo>
                  <a:pt x="67482" y="58059"/>
                  <a:pt x="52436" y="74778"/>
                  <a:pt x="33741" y="74778"/>
                </a:cubicBezTo>
                <a:cubicBezTo>
                  <a:pt x="15047" y="74778"/>
                  <a:pt x="0" y="58059"/>
                  <a:pt x="0" y="373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7a55ff0c540e6"/>
          <a:stretch xmlns:a="http://schemas.openxmlformats.org/drawingml/2006/main"/>
        </p:blipFill>
        <p:spPr>
          <a:xfrm xmlns:a="http://schemas.openxmlformats.org/drawingml/2006/main">
            <a:off x="3724899" y="657668"/>
            <a:ext cx="220777" cy="220777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80BF3-C206-478C-9623-C7EF42E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407" y="704115"/>
            <a:ext cx="67482" cy="67482"/>
          </a:xfrm>
          <a:custGeom xmlns:a="http://schemas.openxmlformats.org/drawingml/2006/main">
            <a:pathLst>
              <a:path w="67482" h="67482" fill="none">
                <a:moveTo>
                  <a:pt x="0" y="33741"/>
                </a:moveTo>
                <a:cubicBezTo>
                  <a:pt x="0" y="15047"/>
                  <a:pt x="15047" y="0"/>
                  <a:pt x="33741" y="0"/>
                </a:cubicBezTo>
                <a:cubicBezTo>
                  <a:pt x="52436" y="0"/>
                  <a:pt x="67482" y="15047"/>
                  <a:pt x="67482" y="33741"/>
                </a:cubicBezTo>
                <a:cubicBezTo>
                  <a:pt x="67482" y="52436"/>
                  <a:pt x="52436" y="67482"/>
                  <a:pt x="33741" y="67482"/>
                </a:cubicBezTo>
                <a:cubicBezTo>
                  <a:pt x="15047" y="67482"/>
                  <a:pt x="0" y="52436"/>
                  <a:pt x="0" y="337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4a91151704f90"/>
          <a:stretch xmlns:a="http://schemas.openxmlformats.org/drawingml/2006/main"/>
        </p:blipFill>
        <p:spPr>
          <a:xfrm xmlns:a="http://schemas.openxmlformats.org/drawingml/2006/main">
            <a:off x="3873452" y="360365"/>
            <a:ext cx="219046" cy="226112"/>
          </a:xfrm>
          <a:prstGeom xmlns:a="http://schemas.openxmlformats.org/drawingml/2006/main" prst="rect">
            <a:avLst/>
          </a:prstGeom>
        </p:spPr>
      </p:pic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014BE-DC84-4E73-96EE-49EB4315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315" y="406827"/>
            <a:ext cx="71130" cy="72954"/>
          </a:xfrm>
          <a:custGeom xmlns:a="http://schemas.openxmlformats.org/drawingml/2006/main">
            <a:pathLst>
              <a:path w="71130" h="72954" fill="none">
                <a:moveTo>
                  <a:pt x="0" y="36477"/>
                </a:moveTo>
                <a:cubicBezTo>
                  <a:pt x="0" y="16263"/>
                  <a:pt x="15959" y="0"/>
                  <a:pt x="35565" y="0"/>
                </a:cubicBezTo>
                <a:cubicBezTo>
                  <a:pt x="55171" y="0"/>
                  <a:pt x="71130" y="16263"/>
                  <a:pt x="71130" y="36477"/>
                </a:cubicBezTo>
                <a:cubicBezTo>
                  <a:pt x="71130" y="56691"/>
                  <a:pt x="55171" y="72954"/>
                  <a:pt x="35565" y="72954"/>
                </a:cubicBezTo>
                <a:cubicBezTo>
                  <a:pt x="15959" y="72954"/>
                  <a:pt x="0" y="56691"/>
                  <a:pt x="0" y="36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0970399434a0b"/>
          <a:stretch xmlns:a="http://schemas.openxmlformats.org/drawingml/2006/main"/>
        </p:blipFill>
        <p:spPr>
          <a:xfrm xmlns:a="http://schemas.openxmlformats.org/drawingml/2006/main">
            <a:off x="3870766" y="467866"/>
            <a:ext cx="220769" cy="227890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2A450-D31A-4289-A023-8B26CB4C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492" y="514435"/>
            <a:ext cx="71130" cy="74778"/>
          </a:xfrm>
          <a:custGeom xmlns:a="http://schemas.openxmlformats.org/drawingml/2006/main">
            <a:pathLst>
              <a:path w="71130" h="74778" fill="none">
                <a:moveTo>
                  <a:pt x="0" y="37389"/>
                </a:moveTo>
                <a:cubicBezTo>
                  <a:pt x="0" y="16719"/>
                  <a:pt x="15959" y="0"/>
                  <a:pt x="35565" y="0"/>
                </a:cubicBezTo>
                <a:cubicBezTo>
                  <a:pt x="55171" y="0"/>
                  <a:pt x="71130" y="16719"/>
                  <a:pt x="71130" y="37389"/>
                </a:cubicBezTo>
                <a:cubicBezTo>
                  <a:pt x="71130" y="58059"/>
                  <a:pt x="55171" y="74778"/>
                  <a:pt x="35565" y="74778"/>
                </a:cubicBezTo>
                <a:cubicBezTo>
                  <a:pt x="15959" y="74778"/>
                  <a:pt x="0" y="58059"/>
                  <a:pt x="0" y="373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2677aae244017"/>
          <a:stretch xmlns:a="http://schemas.openxmlformats.org/drawingml/2006/main"/>
        </p:blipFill>
        <p:spPr>
          <a:xfrm xmlns:a="http://schemas.openxmlformats.org/drawingml/2006/main">
            <a:off x="3870808" y="591051"/>
            <a:ext cx="226112" cy="219046"/>
          </a:xfrm>
          <a:prstGeom xmlns:a="http://schemas.openxmlformats.org/drawingml/2006/main" prst="rect">
            <a:avLst/>
          </a:prstGeom>
        </p:spPr>
      </p:pic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A555A-4D72-42FC-ACF9-04EC3A4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315" y="636632"/>
            <a:ext cx="72954" cy="67482"/>
          </a:xfrm>
          <a:custGeom xmlns:a="http://schemas.openxmlformats.org/drawingml/2006/main">
            <a:pathLst>
              <a:path w="72954" h="67482" fill="none">
                <a:moveTo>
                  <a:pt x="0" y="33741"/>
                </a:moveTo>
                <a:cubicBezTo>
                  <a:pt x="0" y="15047"/>
                  <a:pt x="16263" y="0"/>
                  <a:pt x="36477" y="0"/>
                </a:cubicBezTo>
                <a:cubicBezTo>
                  <a:pt x="56691" y="0"/>
                  <a:pt x="72954" y="15047"/>
                  <a:pt x="72954" y="33741"/>
                </a:cubicBezTo>
                <a:cubicBezTo>
                  <a:pt x="72954" y="52436"/>
                  <a:pt x="56691" y="67482"/>
                  <a:pt x="36477" y="67482"/>
                </a:cubicBezTo>
                <a:cubicBezTo>
                  <a:pt x="16263" y="67482"/>
                  <a:pt x="0" y="52436"/>
                  <a:pt x="0" y="337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549f0d20048c0"/>
          <a:stretch xmlns:a="http://schemas.openxmlformats.org/drawingml/2006/main"/>
        </p:blipFill>
        <p:spPr>
          <a:xfrm xmlns:a="http://schemas.openxmlformats.org/drawingml/2006/main">
            <a:off x="4035843" y="281848"/>
            <a:ext cx="222555" cy="222555"/>
          </a:xfrm>
          <a:prstGeom xmlns:a="http://schemas.openxmlformats.org/drawingml/2006/main" prst="rect">
            <a:avLst/>
          </a:prstGeom>
        </p:spPr>
      </p:pic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44D03-C4F1-4F8E-AC2A-7FB5BD2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2" y="328402"/>
            <a:ext cx="71130" cy="69306"/>
          </a:xfrm>
          <a:custGeom xmlns:a="http://schemas.openxmlformats.org/drawingml/2006/main">
            <a:pathLst>
              <a:path w="71130" h="69306" fill="none">
                <a:moveTo>
                  <a:pt x="0" y="34653"/>
                </a:moveTo>
                <a:cubicBezTo>
                  <a:pt x="0" y="15503"/>
                  <a:pt x="15959" y="0"/>
                  <a:pt x="35565" y="0"/>
                </a:cubicBezTo>
                <a:cubicBezTo>
                  <a:pt x="55171" y="0"/>
                  <a:pt x="71130" y="15503"/>
                  <a:pt x="71130" y="34653"/>
                </a:cubicBezTo>
                <a:cubicBezTo>
                  <a:pt x="71130" y="53804"/>
                  <a:pt x="55171" y="69306"/>
                  <a:pt x="35565" y="69306"/>
                </a:cubicBezTo>
                <a:cubicBezTo>
                  <a:pt x="15959" y="69306"/>
                  <a:pt x="0" y="53804"/>
                  <a:pt x="0" y="34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8bd5a6d8644b9"/>
          <a:stretch xmlns:a="http://schemas.openxmlformats.org/drawingml/2006/main"/>
        </p:blipFill>
        <p:spPr>
          <a:xfrm xmlns:a="http://schemas.openxmlformats.org/drawingml/2006/main">
            <a:off x="4031306" y="399440"/>
            <a:ext cx="226112" cy="219046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9BEB8-FA48-4782-ACE3-D29D68D1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814" y="443304"/>
            <a:ext cx="72954" cy="71130"/>
          </a:xfrm>
          <a:custGeom xmlns:a="http://schemas.openxmlformats.org/drawingml/2006/main">
            <a:pathLst>
              <a:path w="72954" h="71130" fill="none">
                <a:moveTo>
                  <a:pt x="0" y="35565"/>
                </a:moveTo>
                <a:cubicBezTo>
                  <a:pt x="0" y="15959"/>
                  <a:pt x="16263" y="0"/>
                  <a:pt x="36477" y="0"/>
                </a:cubicBezTo>
                <a:cubicBezTo>
                  <a:pt x="56691" y="0"/>
                  <a:pt x="72954" y="15959"/>
                  <a:pt x="72954" y="35565"/>
                </a:cubicBezTo>
                <a:cubicBezTo>
                  <a:pt x="72954" y="55171"/>
                  <a:pt x="56691" y="71130"/>
                  <a:pt x="36477" y="71130"/>
                </a:cubicBezTo>
                <a:cubicBezTo>
                  <a:pt x="16263" y="71130"/>
                  <a:pt x="0" y="55171"/>
                  <a:pt x="0" y="355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73A98-BA8C-47F1-A8DE-A6A016F7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442392"/>
            <a:ext cx="77818" cy="46964"/>
          </a:xfrm>
          <a:custGeom xmlns:a="http://schemas.openxmlformats.org/drawingml/2006/main">
            <a:pathLst>
              <a:path w="77818" h="46964" fill="none">
                <a:moveTo>
                  <a:pt x="0" y="46964"/>
                </a:moveTo>
                <a:lnTo>
                  <a:pt x="77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0080A-8B31-4AF5-93D3-D33E8CB4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489813"/>
            <a:ext cx="76450" cy="61859"/>
          </a:xfrm>
          <a:custGeom xmlns:a="http://schemas.openxmlformats.org/drawingml/2006/main">
            <a:pathLst>
              <a:path w="76450" h="61859" fill="none">
                <a:moveTo>
                  <a:pt x="0" y="0"/>
                </a:moveTo>
                <a:lnTo>
                  <a:pt x="76450" y="61859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77CA5-3E6E-4B91-AEA7-42BF3438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489813"/>
            <a:ext cx="77818" cy="180257"/>
          </a:xfrm>
          <a:custGeom xmlns:a="http://schemas.openxmlformats.org/drawingml/2006/main">
            <a:pathLst>
              <a:path w="77818" h="180257" fill="none">
                <a:moveTo>
                  <a:pt x="0" y="0"/>
                </a:moveTo>
                <a:lnTo>
                  <a:pt x="77818" y="180257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20CF4-8B7D-440F-B7B8-88013C4F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442393"/>
            <a:ext cx="77818" cy="172506"/>
          </a:xfrm>
          <a:custGeom xmlns:a="http://schemas.openxmlformats.org/drawingml/2006/main">
            <a:pathLst>
              <a:path w="77818" h="172506" fill="none">
                <a:moveTo>
                  <a:pt x="0" y="172506"/>
                </a:moveTo>
                <a:lnTo>
                  <a:pt x="77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F5C17-0BDD-406E-8EA6-24B6D6F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551824"/>
            <a:ext cx="76450" cy="63531"/>
          </a:xfrm>
          <a:custGeom xmlns:a="http://schemas.openxmlformats.org/drawingml/2006/main">
            <a:pathLst>
              <a:path w="76450" h="63531" fill="none">
                <a:moveTo>
                  <a:pt x="0" y="63531"/>
                </a:moveTo>
                <a:lnTo>
                  <a:pt x="76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9EEB8-BBE5-4174-9D11-21852DC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613834"/>
            <a:ext cx="77818" cy="54868"/>
          </a:xfrm>
          <a:custGeom xmlns:a="http://schemas.openxmlformats.org/drawingml/2006/main">
            <a:pathLst>
              <a:path w="77818" h="54868" fill="none">
                <a:moveTo>
                  <a:pt x="0" y="0"/>
                </a:moveTo>
                <a:lnTo>
                  <a:pt x="77818" y="54868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FEF5D-008B-4D28-9AE0-E9E9B287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442392"/>
            <a:ext cx="77818" cy="294552"/>
          </a:xfrm>
          <a:custGeom xmlns:a="http://schemas.openxmlformats.org/drawingml/2006/main">
            <a:pathLst>
              <a:path w="77818" h="294552" fill="none">
                <a:moveTo>
                  <a:pt x="0" y="294552"/>
                </a:moveTo>
                <a:lnTo>
                  <a:pt x="77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69A13-59F5-4F42-936D-785ED6BE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551824"/>
            <a:ext cx="76450" cy="185577"/>
          </a:xfrm>
          <a:custGeom xmlns:a="http://schemas.openxmlformats.org/drawingml/2006/main">
            <a:pathLst>
              <a:path w="76450" h="185577" fill="none">
                <a:moveTo>
                  <a:pt x="0" y="185577"/>
                </a:moveTo>
                <a:lnTo>
                  <a:pt x="76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85CC4-5D36-4B0A-A302-E180EEE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78" y="668550"/>
            <a:ext cx="77818" cy="67179"/>
          </a:xfrm>
          <a:custGeom xmlns:a="http://schemas.openxmlformats.org/drawingml/2006/main">
            <a:pathLst>
              <a:path w="77818" h="67179" fill="none">
                <a:moveTo>
                  <a:pt x="0" y="67179"/>
                </a:moveTo>
                <a:lnTo>
                  <a:pt x="77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D4086-2F48-4D5C-A5C3-6D08CB1B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534" y="362143"/>
            <a:ext cx="93624" cy="79793"/>
          </a:xfrm>
          <a:custGeom xmlns:a="http://schemas.openxmlformats.org/drawingml/2006/main">
            <a:pathLst>
              <a:path w="93624" h="79793" fill="none">
                <a:moveTo>
                  <a:pt x="0" y="79793"/>
                </a:moveTo>
                <a:lnTo>
                  <a:pt x="936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ED1FA-A0AC-43F9-A0E5-DDD67803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534" y="442392"/>
            <a:ext cx="89521" cy="36021"/>
          </a:xfrm>
          <a:custGeom xmlns:a="http://schemas.openxmlformats.org/drawingml/2006/main">
            <a:pathLst>
              <a:path w="89521" h="36021" fill="none">
                <a:moveTo>
                  <a:pt x="0" y="0"/>
                </a:moveTo>
                <a:lnTo>
                  <a:pt x="89521" y="36021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19C6F-7572-44ED-8A79-09EA567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09" y="362143"/>
            <a:ext cx="95144" cy="188617"/>
          </a:xfrm>
          <a:custGeom xmlns:a="http://schemas.openxmlformats.org/drawingml/2006/main">
            <a:pathLst>
              <a:path w="95144" h="188617" fill="none">
                <a:moveTo>
                  <a:pt x="0" y="188617"/>
                </a:moveTo>
                <a:lnTo>
                  <a:pt x="95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D77F3-8A0D-43A7-924D-07AB2825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09" y="478870"/>
            <a:ext cx="91041" cy="72954"/>
          </a:xfrm>
          <a:custGeom xmlns:a="http://schemas.openxmlformats.org/drawingml/2006/main">
            <a:pathLst>
              <a:path w="91041" h="72954" fill="none">
                <a:moveTo>
                  <a:pt x="0" y="72954"/>
                </a:moveTo>
                <a:lnTo>
                  <a:pt x="910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90566-5DE3-47F9-9DA3-85B421C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357" y="362143"/>
            <a:ext cx="91952" cy="307015"/>
          </a:xfrm>
          <a:custGeom xmlns:a="http://schemas.openxmlformats.org/drawingml/2006/main">
            <a:pathLst>
              <a:path w="91952" h="307015" fill="none">
                <a:moveTo>
                  <a:pt x="0" y="307015"/>
                </a:moveTo>
                <a:lnTo>
                  <a:pt x="91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95EBE-F5E0-4A39-B1AA-C76A0C8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357" y="478869"/>
            <a:ext cx="87849" cy="191200"/>
          </a:xfrm>
          <a:custGeom xmlns:a="http://schemas.openxmlformats.org/drawingml/2006/main">
            <a:pathLst>
              <a:path w="87849" h="191200" fill="none">
                <a:moveTo>
                  <a:pt x="0" y="191200"/>
                </a:moveTo>
                <a:lnTo>
                  <a:pt x="878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619e26dd34f51"/>
          <a:stretch xmlns:a="http://schemas.openxmlformats.org/drawingml/2006/main"/>
        </p:blipFill>
        <p:spPr>
          <a:xfrm xmlns:a="http://schemas.openxmlformats.org/drawingml/2006/main">
            <a:off x="3729413" y="283763"/>
            <a:ext cx="219046" cy="226112"/>
          </a:xfrm>
          <a:prstGeom xmlns:a="http://schemas.openxmlformats.org/drawingml/2006/main" prst="rect">
            <a:avLst/>
          </a:prstGeom>
        </p:spPr>
      </p:pic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7E2B7-0483-4A0D-972D-4EA59A3D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055" y="330226"/>
            <a:ext cx="67482" cy="72954"/>
          </a:xfrm>
          <a:custGeom xmlns:a="http://schemas.openxmlformats.org/drawingml/2006/main">
            <a:pathLst>
              <a:path w="67482" h="72954" fill="none">
                <a:moveTo>
                  <a:pt x="0" y="36477"/>
                </a:moveTo>
                <a:cubicBezTo>
                  <a:pt x="0" y="16263"/>
                  <a:pt x="15047" y="0"/>
                  <a:pt x="33741" y="0"/>
                </a:cubicBezTo>
                <a:cubicBezTo>
                  <a:pt x="52436" y="0"/>
                  <a:pt x="67482" y="16263"/>
                  <a:pt x="67482" y="36477"/>
                </a:cubicBezTo>
                <a:cubicBezTo>
                  <a:pt x="67482" y="56691"/>
                  <a:pt x="52436" y="72954"/>
                  <a:pt x="33741" y="72954"/>
                </a:cubicBezTo>
                <a:cubicBezTo>
                  <a:pt x="15047" y="72954"/>
                  <a:pt x="0" y="56691"/>
                  <a:pt x="0" y="364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17162-C8CB-4243-AC1D-7AD86938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626" y="365791"/>
            <a:ext cx="84505" cy="51524"/>
          </a:xfrm>
          <a:custGeom xmlns:a="http://schemas.openxmlformats.org/drawingml/2006/main">
            <a:pathLst>
              <a:path w="84505" h="51524" fill="none">
                <a:moveTo>
                  <a:pt x="0" y="0"/>
                </a:moveTo>
                <a:lnTo>
                  <a:pt x="84505" y="51524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D456A-003E-471A-A3CD-A04E2BC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626" y="365791"/>
            <a:ext cx="72650" cy="185881"/>
          </a:xfrm>
          <a:custGeom xmlns:a="http://schemas.openxmlformats.org/drawingml/2006/main">
            <a:pathLst>
              <a:path w="72650" h="185881" fill="none">
                <a:moveTo>
                  <a:pt x="0" y="0"/>
                </a:moveTo>
                <a:lnTo>
                  <a:pt x="72650" y="185881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D16D0-A739-49C1-92A9-0B98C2AB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626" y="365791"/>
            <a:ext cx="74018" cy="304279"/>
          </a:xfrm>
          <a:custGeom xmlns:a="http://schemas.openxmlformats.org/drawingml/2006/main">
            <a:pathLst>
              <a:path w="74018" h="304279" fill="none">
                <a:moveTo>
                  <a:pt x="0" y="0"/>
                </a:moveTo>
                <a:lnTo>
                  <a:pt x="74018" y="304279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4a66e100e4cc2"/>
          <a:stretch xmlns:a="http://schemas.openxmlformats.org/drawingml/2006/main"/>
        </p:blipFill>
        <p:spPr>
          <a:xfrm xmlns:a="http://schemas.openxmlformats.org/drawingml/2006/main">
            <a:off x="4034908" y="528174"/>
            <a:ext cx="220777" cy="220777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4A87A-E52D-4F94-87E5-2A744878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38" y="574622"/>
            <a:ext cx="71130" cy="67482"/>
          </a:xfrm>
          <a:custGeom xmlns:a="http://schemas.openxmlformats.org/drawingml/2006/main">
            <a:pathLst>
              <a:path w="71130" h="67482" fill="none">
                <a:moveTo>
                  <a:pt x="0" y="33741"/>
                </a:moveTo>
                <a:cubicBezTo>
                  <a:pt x="0" y="15047"/>
                  <a:pt x="15959" y="0"/>
                  <a:pt x="35565" y="0"/>
                </a:cubicBezTo>
                <a:cubicBezTo>
                  <a:pt x="55171" y="0"/>
                  <a:pt x="71130" y="15047"/>
                  <a:pt x="71130" y="33741"/>
                </a:cubicBezTo>
                <a:cubicBezTo>
                  <a:pt x="71130" y="52436"/>
                  <a:pt x="55171" y="67482"/>
                  <a:pt x="35565" y="67482"/>
                </a:cubicBezTo>
                <a:cubicBezTo>
                  <a:pt x="15959" y="67482"/>
                  <a:pt x="0" y="52436"/>
                  <a:pt x="0" y="337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65e5750464333"/>
          <a:stretch xmlns:a="http://schemas.openxmlformats.org/drawingml/2006/main"/>
        </p:blipFill>
        <p:spPr>
          <a:xfrm xmlns:a="http://schemas.openxmlformats.org/drawingml/2006/main">
            <a:off x="4033130" y="655668"/>
            <a:ext cx="226112" cy="219046"/>
          </a:xfrm>
          <a:prstGeom xmlns:a="http://schemas.openxmlformats.org/drawingml/2006/main" prst="rect">
            <a:avLst/>
          </a:prstGeom>
        </p:spPr>
      </p:pic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B2602-C378-420B-8C9A-2889A5A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38" y="700467"/>
            <a:ext cx="72954" cy="69306"/>
          </a:xfrm>
          <a:custGeom xmlns:a="http://schemas.openxmlformats.org/drawingml/2006/main">
            <a:pathLst>
              <a:path w="72954" h="69306" fill="none">
                <a:moveTo>
                  <a:pt x="0" y="34653"/>
                </a:moveTo>
                <a:cubicBezTo>
                  <a:pt x="0" y="15503"/>
                  <a:pt x="16263" y="0"/>
                  <a:pt x="36477" y="0"/>
                </a:cubicBezTo>
                <a:cubicBezTo>
                  <a:pt x="56691" y="0"/>
                  <a:pt x="72954" y="15503"/>
                  <a:pt x="72954" y="34653"/>
                </a:cubicBezTo>
                <a:cubicBezTo>
                  <a:pt x="72954" y="53804"/>
                  <a:pt x="56691" y="69306"/>
                  <a:pt x="36477" y="69306"/>
                </a:cubicBezTo>
                <a:cubicBezTo>
                  <a:pt x="16263" y="69306"/>
                  <a:pt x="0" y="53804"/>
                  <a:pt x="0" y="34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098CD-91B2-4FC7-8BA5-4A16483E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534" y="442392"/>
            <a:ext cx="91649" cy="165210"/>
          </a:xfrm>
          <a:custGeom xmlns:a="http://schemas.openxmlformats.org/drawingml/2006/main">
            <a:pathLst>
              <a:path w="91649" h="165210" fill="none">
                <a:moveTo>
                  <a:pt x="0" y="0"/>
                </a:moveTo>
                <a:lnTo>
                  <a:pt x="91649" y="16521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4C217-256C-4D66-9168-F3A45A1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534" y="442392"/>
            <a:ext cx="91497" cy="292424"/>
          </a:xfrm>
          <a:custGeom xmlns:a="http://schemas.openxmlformats.org/drawingml/2006/main">
            <a:pathLst>
              <a:path w="91497" h="292424" fill="none">
                <a:moveTo>
                  <a:pt x="0" y="0"/>
                </a:moveTo>
                <a:lnTo>
                  <a:pt x="91497" y="292424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F87BD-228B-4F27-A8F3-87A8ECB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09" y="551824"/>
            <a:ext cx="93168" cy="56235"/>
          </a:xfrm>
          <a:custGeom xmlns:a="http://schemas.openxmlformats.org/drawingml/2006/main">
            <a:pathLst>
              <a:path w="93168" h="56235" fill="none">
                <a:moveTo>
                  <a:pt x="0" y="0"/>
                </a:moveTo>
                <a:lnTo>
                  <a:pt x="93168" y="56235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6046A-8DE1-4FAA-BAEF-856CB8C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709" y="551824"/>
            <a:ext cx="93016" cy="183601"/>
          </a:xfrm>
          <a:custGeom xmlns:a="http://schemas.openxmlformats.org/drawingml/2006/main">
            <a:pathLst>
              <a:path w="93016" h="183601" fill="none">
                <a:moveTo>
                  <a:pt x="0" y="0"/>
                </a:moveTo>
                <a:lnTo>
                  <a:pt x="93016" y="183601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7746E-BF57-4116-80F5-12C1AC6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357" y="606539"/>
            <a:ext cx="89977" cy="62163"/>
          </a:xfrm>
          <a:custGeom xmlns:a="http://schemas.openxmlformats.org/drawingml/2006/main">
            <a:pathLst>
              <a:path w="89977" h="62163" fill="none">
                <a:moveTo>
                  <a:pt x="0" y="62163"/>
                </a:moveTo>
                <a:lnTo>
                  <a:pt x="89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C0EC6-AD72-4DA5-9BC3-F2AB60D0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357" y="668550"/>
            <a:ext cx="89825" cy="65203"/>
          </a:xfrm>
          <a:custGeom xmlns:a="http://schemas.openxmlformats.org/drawingml/2006/main">
            <a:pathLst>
              <a:path w="89825" h="65203" fill="none">
                <a:moveTo>
                  <a:pt x="0" y="0"/>
                </a:moveTo>
                <a:lnTo>
                  <a:pt x="89825" y="65203"/>
                </a:lnTo>
              </a:path>
            </a:pathLst>
          </a:custGeom>
          <a:noFill xmlns:a="http://schemas.openxmlformats.org/drawingml/2006/main"/>
          <a:ln xmlns:a="http://schemas.openxmlformats.org/drawingml/2006/main" w="10943" cap="flat">
            <a:solidFill>
              <a:srgbClr val="000000"/>
            </a:solidFill>
            <a:round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42df595644179"/>
          <a:stretch xmlns:a="http://schemas.openxmlformats.org/drawingml/2006/main"/>
        </p:blipFill>
        <p:spPr>
          <a:xfrm xmlns:a="http://schemas.openxmlformats.org/drawingml/2006/main">
            <a:off x="3874455" y="596324"/>
            <a:ext cx="218999" cy="211934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FB125-2BF1-459E-AB96-6B7F7714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315" y="638456"/>
            <a:ext cx="72954" cy="67482"/>
          </a:xfrm>
          <a:custGeom xmlns:a="http://schemas.openxmlformats.org/drawingml/2006/main">
            <a:pathLst>
              <a:path w="72954" h="67482" fill="none">
                <a:moveTo>
                  <a:pt x="0" y="33741"/>
                </a:moveTo>
                <a:cubicBezTo>
                  <a:pt x="0" y="15047"/>
                  <a:pt x="16263" y="0"/>
                  <a:pt x="36477" y="0"/>
                </a:cubicBezTo>
                <a:cubicBezTo>
                  <a:pt x="56691" y="0"/>
                  <a:pt x="72954" y="15047"/>
                  <a:pt x="72954" y="33741"/>
                </a:cubicBezTo>
                <a:cubicBezTo>
                  <a:pt x="72954" y="52436"/>
                  <a:pt x="56691" y="67482"/>
                  <a:pt x="36477" y="67482"/>
                </a:cubicBezTo>
                <a:cubicBezTo>
                  <a:pt x="16263" y="67482"/>
                  <a:pt x="0" y="52436"/>
                  <a:pt x="0" y="337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710" cap="flat">
            <a:solidFill>
              <a:srgbClr val="FF0000"/>
            </a:solidFill>
            <a:round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76eb707fb47fa"/>
          <a:stretch xmlns:a="http://schemas.openxmlformats.org/drawingml/2006/main"/>
        </p:blipFill>
        <p:spPr>
          <a:xfrm xmlns:a="http://schemas.openxmlformats.org/drawingml/2006/main">
            <a:off x="4037667" y="659476"/>
            <a:ext cx="215169" cy="215169"/>
          </a:xfrm>
          <a:prstGeom xmlns:a="http://schemas.openxmlformats.org/drawingml/2006/main" prst="rect">
            <a:avLst/>
          </a:prstGeom>
        </p:spPr>
      </p:pic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8AD01-F61F-48F1-B7E3-B881E8BA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38" y="702291"/>
            <a:ext cx="71130" cy="69306"/>
          </a:xfrm>
          <a:custGeom xmlns:a="http://schemas.openxmlformats.org/drawingml/2006/main">
            <a:pathLst>
              <a:path w="71130" h="69306" fill="none">
                <a:moveTo>
                  <a:pt x="0" y="34653"/>
                </a:moveTo>
                <a:cubicBezTo>
                  <a:pt x="0" y="15503"/>
                  <a:pt x="15959" y="0"/>
                  <a:pt x="35565" y="0"/>
                </a:cubicBezTo>
                <a:cubicBezTo>
                  <a:pt x="55171" y="0"/>
                  <a:pt x="71130" y="15503"/>
                  <a:pt x="71130" y="34653"/>
                </a:cubicBezTo>
                <a:cubicBezTo>
                  <a:pt x="71130" y="53804"/>
                  <a:pt x="55171" y="69306"/>
                  <a:pt x="35565" y="69306"/>
                </a:cubicBezTo>
                <a:cubicBezTo>
                  <a:pt x="15959" y="69306"/>
                  <a:pt x="0" y="53804"/>
                  <a:pt x="0" y="346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710" cap="flat">
            <a:solidFill>
              <a:srgbClr val="FF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26DE7-0D3B-4CD1-A268-E92FD817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269" y="671286"/>
            <a:ext cx="89521" cy="65355"/>
          </a:xfrm>
          <a:custGeom xmlns:a="http://schemas.openxmlformats.org/drawingml/2006/main">
            <a:pathLst>
              <a:path w="89521" h="65355" fill="none">
                <a:moveTo>
                  <a:pt x="0" y="0"/>
                </a:moveTo>
                <a:lnTo>
                  <a:pt x="89521" y="65355"/>
                </a:lnTo>
              </a:path>
            </a:pathLst>
          </a:custGeom>
          <a:noFill xmlns:a="http://schemas.openxmlformats.org/drawingml/2006/main"/>
          <a:ln xmlns:a="http://schemas.openxmlformats.org/drawingml/2006/main" w="23710" cap="flat">
            <a:solidFill>
              <a:srgbClr val="FF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2B0BE-5B9A-427D-98BD-79B7B11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" y="1267685"/>
            <a:ext cx="435900" cy="1152674"/>
          </a:xfrm>
          <a:custGeom xmlns:a="http://schemas.openxmlformats.org/drawingml/2006/main">
            <a:pathLst>
              <a:path w="435900" h="1152674">
                <a:moveTo>
                  <a:pt x="0" y="1152674"/>
                </a:moveTo>
                <a:lnTo>
                  <a:pt x="0" y="0"/>
                </a:lnTo>
                <a:lnTo>
                  <a:pt x="435900" y="0"/>
                </a:lnTo>
                <a:lnTo>
                  <a:pt x="435900" y="1152674"/>
                </a:lnTo>
                <a:lnTo>
                  <a:pt x="0" y="1152674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1A00013-4559-4F5D-BF01-99FE61ED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3" y="1252182"/>
            <a:ext cx="465477" cy="1183679"/>
          </a:xfrm>
          <a:custGeom xmlns:a="http://schemas.openxmlformats.org/drawingml/2006/main">
            <a:pathLst>
              <a:path w="465477" h="1183679">
                <a:moveTo>
                  <a:pt x="170" y="1175033"/>
                </a:moveTo>
                <a:lnTo>
                  <a:pt x="0" y="1174658"/>
                </a:lnTo>
                <a:lnTo>
                  <a:pt x="0" y="9021"/>
                </a:lnTo>
                <a:lnTo>
                  <a:pt x="170" y="8646"/>
                </a:lnTo>
                <a:lnTo>
                  <a:pt x="648" y="7751"/>
                </a:lnTo>
                <a:lnTo>
                  <a:pt x="1184" y="6890"/>
                </a:lnTo>
                <a:lnTo>
                  <a:pt x="1775" y="6065"/>
                </a:lnTo>
                <a:lnTo>
                  <a:pt x="2418" y="5281"/>
                </a:lnTo>
                <a:lnTo>
                  <a:pt x="3112" y="4541"/>
                </a:lnTo>
                <a:lnTo>
                  <a:pt x="3852" y="3847"/>
                </a:lnTo>
                <a:lnTo>
                  <a:pt x="4637" y="3204"/>
                </a:lnTo>
                <a:lnTo>
                  <a:pt x="5461" y="2613"/>
                </a:lnTo>
                <a:lnTo>
                  <a:pt x="6323" y="2077"/>
                </a:lnTo>
                <a:lnTo>
                  <a:pt x="7217" y="1599"/>
                </a:lnTo>
                <a:lnTo>
                  <a:pt x="8141" y="1180"/>
                </a:lnTo>
                <a:lnTo>
                  <a:pt x="9091" y="823"/>
                </a:lnTo>
                <a:lnTo>
                  <a:pt x="10062" y="528"/>
                </a:lnTo>
                <a:lnTo>
                  <a:pt x="11050" y="298"/>
                </a:lnTo>
                <a:lnTo>
                  <a:pt x="12051" y="133"/>
                </a:lnTo>
                <a:lnTo>
                  <a:pt x="13060" y="33"/>
                </a:lnTo>
                <a:lnTo>
                  <a:pt x="14074" y="0"/>
                </a:lnTo>
                <a:lnTo>
                  <a:pt x="449975" y="0"/>
                </a:lnTo>
                <a:lnTo>
                  <a:pt x="450988" y="33"/>
                </a:lnTo>
                <a:lnTo>
                  <a:pt x="451998" y="133"/>
                </a:lnTo>
                <a:lnTo>
                  <a:pt x="452999" y="298"/>
                </a:lnTo>
                <a:lnTo>
                  <a:pt x="453987" y="528"/>
                </a:lnTo>
                <a:lnTo>
                  <a:pt x="454958" y="823"/>
                </a:lnTo>
                <a:lnTo>
                  <a:pt x="455907" y="1180"/>
                </a:lnTo>
                <a:lnTo>
                  <a:pt x="456831" y="1599"/>
                </a:lnTo>
                <a:lnTo>
                  <a:pt x="457726" y="2077"/>
                </a:lnTo>
                <a:lnTo>
                  <a:pt x="458587" y="2613"/>
                </a:lnTo>
                <a:lnTo>
                  <a:pt x="459412" y="3204"/>
                </a:lnTo>
                <a:lnTo>
                  <a:pt x="460196" y="3847"/>
                </a:lnTo>
                <a:lnTo>
                  <a:pt x="460937" y="4541"/>
                </a:lnTo>
                <a:lnTo>
                  <a:pt x="461630" y="5281"/>
                </a:lnTo>
                <a:lnTo>
                  <a:pt x="462274" y="6065"/>
                </a:lnTo>
                <a:lnTo>
                  <a:pt x="462865" y="6890"/>
                </a:lnTo>
                <a:lnTo>
                  <a:pt x="463400" y="7751"/>
                </a:lnTo>
                <a:lnTo>
                  <a:pt x="463879" y="8646"/>
                </a:lnTo>
                <a:lnTo>
                  <a:pt x="464297" y="9570"/>
                </a:lnTo>
                <a:lnTo>
                  <a:pt x="464655" y="10520"/>
                </a:lnTo>
                <a:lnTo>
                  <a:pt x="464949" y="11490"/>
                </a:lnTo>
                <a:lnTo>
                  <a:pt x="465179" y="12478"/>
                </a:lnTo>
                <a:lnTo>
                  <a:pt x="465345" y="13479"/>
                </a:lnTo>
                <a:lnTo>
                  <a:pt x="465444" y="14489"/>
                </a:lnTo>
                <a:lnTo>
                  <a:pt x="465477" y="15503"/>
                </a:lnTo>
                <a:lnTo>
                  <a:pt x="465477" y="1168176"/>
                </a:lnTo>
                <a:lnTo>
                  <a:pt x="465444" y="1169190"/>
                </a:lnTo>
                <a:lnTo>
                  <a:pt x="465345" y="1170200"/>
                </a:lnTo>
                <a:lnTo>
                  <a:pt x="465179" y="1171201"/>
                </a:lnTo>
                <a:lnTo>
                  <a:pt x="464949" y="1172189"/>
                </a:lnTo>
                <a:lnTo>
                  <a:pt x="464655" y="1173160"/>
                </a:lnTo>
                <a:lnTo>
                  <a:pt x="464297" y="1174109"/>
                </a:lnTo>
                <a:lnTo>
                  <a:pt x="463879" y="1175033"/>
                </a:lnTo>
                <a:lnTo>
                  <a:pt x="463400" y="1175928"/>
                </a:lnTo>
                <a:lnTo>
                  <a:pt x="462865" y="1176789"/>
                </a:lnTo>
                <a:lnTo>
                  <a:pt x="462274" y="1177614"/>
                </a:lnTo>
                <a:lnTo>
                  <a:pt x="461630" y="1178398"/>
                </a:lnTo>
                <a:lnTo>
                  <a:pt x="460937" y="1179139"/>
                </a:lnTo>
                <a:lnTo>
                  <a:pt x="460196" y="1179832"/>
                </a:lnTo>
                <a:lnTo>
                  <a:pt x="459412" y="1180476"/>
                </a:lnTo>
                <a:lnTo>
                  <a:pt x="458587" y="1181066"/>
                </a:lnTo>
                <a:lnTo>
                  <a:pt x="457726" y="1181602"/>
                </a:lnTo>
                <a:lnTo>
                  <a:pt x="456831" y="1182080"/>
                </a:lnTo>
                <a:lnTo>
                  <a:pt x="455907" y="1182499"/>
                </a:lnTo>
                <a:lnTo>
                  <a:pt x="454958" y="1182856"/>
                </a:lnTo>
                <a:lnTo>
                  <a:pt x="453987" y="1183151"/>
                </a:lnTo>
                <a:lnTo>
                  <a:pt x="452999" y="1183381"/>
                </a:lnTo>
                <a:lnTo>
                  <a:pt x="451998" y="1183547"/>
                </a:lnTo>
                <a:lnTo>
                  <a:pt x="450988" y="1183646"/>
                </a:lnTo>
                <a:lnTo>
                  <a:pt x="449975" y="1183679"/>
                </a:lnTo>
                <a:lnTo>
                  <a:pt x="14074" y="1183679"/>
                </a:lnTo>
                <a:lnTo>
                  <a:pt x="13060" y="1183646"/>
                </a:lnTo>
                <a:lnTo>
                  <a:pt x="12051" y="1183547"/>
                </a:lnTo>
                <a:lnTo>
                  <a:pt x="11050" y="1183381"/>
                </a:lnTo>
                <a:lnTo>
                  <a:pt x="10062" y="1183151"/>
                </a:lnTo>
                <a:lnTo>
                  <a:pt x="9091" y="1182856"/>
                </a:lnTo>
                <a:lnTo>
                  <a:pt x="8141" y="1182499"/>
                </a:lnTo>
                <a:lnTo>
                  <a:pt x="7217" y="1182080"/>
                </a:lnTo>
                <a:lnTo>
                  <a:pt x="6323" y="1181602"/>
                </a:lnTo>
                <a:lnTo>
                  <a:pt x="5461" y="1181066"/>
                </a:lnTo>
                <a:lnTo>
                  <a:pt x="4637" y="1180476"/>
                </a:lnTo>
                <a:lnTo>
                  <a:pt x="3852" y="1179832"/>
                </a:lnTo>
                <a:lnTo>
                  <a:pt x="3112" y="1179139"/>
                </a:lnTo>
                <a:lnTo>
                  <a:pt x="2418" y="1178398"/>
                </a:lnTo>
                <a:lnTo>
                  <a:pt x="1775" y="1177614"/>
                </a:lnTo>
                <a:lnTo>
                  <a:pt x="1184" y="1176789"/>
                </a:lnTo>
                <a:lnTo>
                  <a:pt x="648" y="1175928"/>
                </a:lnTo>
                <a:lnTo>
                  <a:pt x="170" y="1175033"/>
                </a:lnTo>
                <a:close/>
                <a:moveTo>
                  <a:pt x="29577" y="31005"/>
                </a:moveTo>
                <a:lnTo>
                  <a:pt x="29577" y="1152674"/>
                </a:lnTo>
                <a:lnTo>
                  <a:pt x="434472" y="1152674"/>
                </a:lnTo>
                <a:lnTo>
                  <a:pt x="434472" y="31005"/>
                </a:lnTo>
                <a:lnTo>
                  <a:pt x="29577" y="31005"/>
                </a:lnTo>
                <a:close/>
              </a:path>
            </a:pathLst>
          </a:custGeom>
          <a:solidFill xmlns:a="http://schemas.openxmlformats.org/drawingml/2006/main">
            <a:srgbClr val="89A4A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M">
            <a:extLst xmlns:a="http://schemas.openxmlformats.org/drawingml/2006/main">
              <a:ext uri="{FF2B5EF4-FFF2-40B4-BE49-F238E27FC236}">
                <a16:creationId xmlns:a16="http://schemas.microsoft.com/office/drawing/2014/main" id="{312098BB-ADD2-4DD8-9598-BA9EC3CC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9" y="1705261"/>
            <a:ext cx="120759" cy="165197"/>
          </a:xfrm>
          <a:custGeom xmlns:a="http://schemas.openxmlformats.org/drawingml/2006/main">
            <a:pathLst>
              <a:path w="120759" h="165197">
                <a:moveTo>
                  <a:pt x="41249" y="83267"/>
                </a:moveTo>
                <a:lnTo>
                  <a:pt x="120759" y="116039"/>
                </a:lnTo>
                <a:lnTo>
                  <a:pt x="120759" y="165197"/>
                </a:lnTo>
                <a:lnTo>
                  <a:pt x="117553" y="165197"/>
                </a:lnTo>
                <a:lnTo>
                  <a:pt x="117553" y="161279"/>
                </a:lnTo>
                <a:cubicBezTo>
                  <a:pt x="117553" y="157717"/>
                  <a:pt x="116920" y="154867"/>
                  <a:pt x="115655" y="152730"/>
                </a:cubicBezTo>
                <a:cubicBezTo>
                  <a:pt x="114811" y="151245"/>
                  <a:pt x="113393" y="150058"/>
                  <a:pt x="111403" y="149167"/>
                </a:cubicBezTo>
                <a:cubicBezTo>
                  <a:pt x="109955" y="148514"/>
                  <a:pt x="106187" y="148188"/>
                  <a:pt x="100098" y="148188"/>
                </a:cubicBezTo>
                <a:lnTo>
                  <a:pt x="20661" y="148188"/>
                </a:lnTo>
                <a:cubicBezTo>
                  <a:pt x="14455" y="148188"/>
                  <a:pt x="10575" y="148514"/>
                  <a:pt x="9022" y="149167"/>
                </a:cubicBezTo>
                <a:cubicBezTo>
                  <a:pt x="7471" y="149821"/>
                  <a:pt x="6114" y="151156"/>
                  <a:pt x="4951" y="153175"/>
                </a:cubicBezTo>
                <a:cubicBezTo>
                  <a:pt x="3788" y="155194"/>
                  <a:pt x="3206" y="157895"/>
                  <a:pt x="3206" y="161279"/>
                </a:cubicBezTo>
                <a:lnTo>
                  <a:pt x="3206" y="165197"/>
                </a:lnTo>
                <a:lnTo>
                  <a:pt x="0" y="165197"/>
                </a:lnTo>
                <a:lnTo>
                  <a:pt x="0" y="102146"/>
                </a:lnTo>
                <a:lnTo>
                  <a:pt x="3206" y="102146"/>
                </a:lnTo>
                <a:lnTo>
                  <a:pt x="3206" y="106065"/>
                </a:lnTo>
                <a:cubicBezTo>
                  <a:pt x="3206" y="109627"/>
                  <a:pt x="3832" y="112477"/>
                  <a:pt x="5084" y="114614"/>
                </a:cubicBezTo>
                <a:cubicBezTo>
                  <a:pt x="5921" y="116098"/>
                  <a:pt x="7354" y="117286"/>
                  <a:pt x="9381" y="118176"/>
                </a:cubicBezTo>
                <a:cubicBezTo>
                  <a:pt x="10814" y="118829"/>
                  <a:pt x="14574" y="119156"/>
                  <a:pt x="20661" y="119156"/>
                </a:cubicBezTo>
                <a:lnTo>
                  <a:pt x="110161" y="119156"/>
                </a:lnTo>
                <a:lnTo>
                  <a:pt x="0" y="72847"/>
                </a:lnTo>
                <a:lnTo>
                  <a:pt x="0" y="70710"/>
                </a:lnTo>
                <a:lnTo>
                  <a:pt x="109449" y="23689"/>
                </a:lnTo>
                <a:lnTo>
                  <a:pt x="24401" y="23689"/>
                </a:lnTo>
                <a:cubicBezTo>
                  <a:pt x="18414" y="23689"/>
                  <a:pt x="14732" y="23837"/>
                  <a:pt x="13355" y="24134"/>
                </a:cubicBezTo>
                <a:cubicBezTo>
                  <a:pt x="10361" y="24906"/>
                  <a:pt x="7920" y="26583"/>
                  <a:pt x="6033" y="29166"/>
                </a:cubicBezTo>
                <a:cubicBezTo>
                  <a:pt x="4148" y="31748"/>
                  <a:pt x="3206" y="35800"/>
                  <a:pt x="3206" y="41322"/>
                </a:cubicBezTo>
                <a:lnTo>
                  <a:pt x="0" y="41322"/>
                </a:lnTo>
                <a:lnTo>
                  <a:pt x="0" y="0"/>
                </a:lnTo>
                <a:lnTo>
                  <a:pt x="3206" y="0"/>
                </a:lnTo>
                <a:lnTo>
                  <a:pt x="3206" y="1247"/>
                </a:lnTo>
                <a:cubicBezTo>
                  <a:pt x="3147" y="3918"/>
                  <a:pt x="3583" y="6412"/>
                  <a:pt x="4514" y="8727"/>
                </a:cubicBezTo>
                <a:cubicBezTo>
                  <a:pt x="5445" y="11043"/>
                  <a:pt x="6693" y="12794"/>
                  <a:pt x="8257" y="13982"/>
                </a:cubicBezTo>
                <a:cubicBezTo>
                  <a:pt x="9821" y="15169"/>
                  <a:pt x="12017" y="16089"/>
                  <a:pt x="14844" y="16742"/>
                </a:cubicBezTo>
                <a:cubicBezTo>
                  <a:pt x="15505" y="16861"/>
                  <a:pt x="18572" y="16920"/>
                  <a:pt x="24045" y="16920"/>
                </a:cubicBezTo>
                <a:lnTo>
                  <a:pt x="100098" y="16920"/>
                </a:lnTo>
                <a:cubicBezTo>
                  <a:pt x="106308" y="16920"/>
                  <a:pt x="110182" y="16594"/>
                  <a:pt x="111720" y="15941"/>
                </a:cubicBezTo>
                <a:cubicBezTo>
                  <a:pt x="113258" y="15288"/>
                  <a:pt x="114614" y="13952"/>
                  <a:pt x="115788" y="11933"/>
                </a:cubicBezTo>
                <a:cubicBezTo>
                  <a:pt x="116965" y="9915"/>
                  <a:pt x="117553" y="7213"/>
                  <a:pt x="117553" y="3829"/>
                </a:cubicBezTo>
                <a:lnTo>
                  <a:pt x="117553" y="0"/>
                </a:lnTo>
                <a:lnTo>
                  <a:pt x="120759" y="0"/>
                </a:lnTo>
                <a:lnTo>
                  <a:pt x="120759" y="49337"/>
                </a:lnTo>
                <a:lnTo>
                  <a:pt x="41249" y="832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L">
            <a:extLst xmlns:a="http://schemas.openxmlformats.org/drawingml/2006/main">
              <a:ext uri="{FF2B5EF4-FFF2-40B4-BE49-F238E27FC236}">
                <a16:creationId xmlns:a16="http://schemas.microsoft.com/office/drawing/2014/main" id="{CBA49821-072E-4816-9E0D-60C846C4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9" y="1876435"/>
            <a:ext cx="120759" cy="111764"/>
          </a:xfrm>
          <a:custGeom xmlns:a="http://schemas.openxmlformats.org/drawingml/2006/main">
            <a:pathLst>
              <a:path w="120759" h="111764">
                <a:moveTo>
                  <a:pt x="42390" y="111764"/>
                </a:moveTo>
                <a:lnTo>
                  <a:pt x="0" y="107222"/>
                </a:lnTo>
                <a:lnTo>
                  <a:pt x="0" y="0"/>
                </a:lnTo>
                <a:lnTo>
                  <a:pt x="3206" y="0"/>
                </a:lnTo>
                <a:lnTo>
                  <a:pt x="3206" y="4007"/>
                </a:lnTo>
                <a:cubicBezTo>
                  <a:pt x="3206" y="7510"/>
                  <a:pt x="3832" y="10330"/>
                  <a:pt x="5084" y="12468"/>
                </a:cubicBezTo>
                <a:cubicBezTo>
                  <a:pt x="5921" y="14011"/>
                  <a:pt x="7354" y="15199"/>
                  <a:pt x="9381" y="16030"/>
                </a:cubicBezTo>
                <a:cubicBezTo>
                  <a:pt x="10814" y="16683"/>
                  <a:pt x="14574" y="17010"/>
                  <a:pt x="20661" y="17010"/>
                </a:cubicBezTo>
                <a:lnTo>
                  <a:pt x="100098" y="17010"/>
                </a:lnTo>
                <a:cubicBezTo>
                  <a:pt x="106304" y="17010"/>
                  <a:pt x="110183" y="16683"/>
                  <a:pt x="111734" y="16030"/>
                </a:cubicBezTo>
                <a:cubicBezTo>
                  <a:pt x="113287" y="15377"/>
                  <a:pt x="114645" y="14056"/>
                  <a:pt x="115808" y="12067"/>
                </a:cubicBezTo>
                <a:cubicBezTo>
                  <a:pt x="116971" y="10078"/>
                  <a:pt x="117553" y="7392"/>
                  <a:pt x="117553" y="4007"/>
                </a:cubicBezTo>
                <a:lnTo>
                  <a:pt x="117553" y="0"/>
                </a:lnTo>
                <a:lnTo>
                  <a:pt x="120759" y="0"/>
                </a:lnTo>
                <a:lnTo>
                  <a:pt x="120759" y="64387"/>
                </a:lnTo>
                <a:lnTo>
                  <a:pt x="117553" y="64387"/>
                </a:lnTo>
                <a:lnTo>
                  <a:pt x="117553" y="59133"/>
                </a:lnTo>
                <a:cubicBezTo>
                  <a:pt x="117553" y="55630"/>
                  <a:pt x="116927" y="52810"/>
                  <a:pt x="115674" y="50672"/>
                </a:cubicBezTo>
                <a:cubicBezTo>
                  <a:pt x="114838" y="49129"/>
                  <a:pt x="113405" y="47912"/>
                  <a:pt x="111377" y="47021"/>
                </a:cubicBezTo>
                <a:cubicBezTo>
                  <a:pt x="109945" y="46368"/>
                  <a:pt x="106185" y="46042"/>
                  <a:pt x="100098" y="46042"/>
                </a:cubicBezTo>
                <a:lnTo>
                  <a:pt x="23154" y="46042"/>
                </a:lnTo>
                <a:cubicBezTo>
                  <a:pt x="16980" y="46042"/>
                  <a:pt x="13047" y="46398"/>
                  <a:pt x="11355" y="47110"/>
                </a:cubicBezTo>
                <a:cubicBezTo>
                  <a:pt x="9662" y="47823"/>
                  <a:pt x="8401" y="49218"/>
                  <a:pt x="7570" y="51296"/>
                </a:cubicBezTo>
                <a:cubicBezTo>
                  <a:pt x="7035" y="52780"/>
                  <a:pt x="6768" y="56372"/>
                  <a:pt x="6768" y="62071"/>
                </a:cubicBezTo>
                <a:lnTo>
                  <a:pt x="6768" y="72135"/>
                </a:lnTo>
                <a:cubicBezTo>
                  <a:pt x="6768" y="78547"/>
                  <a:pt x="7896" y="83890"/>
                  <a:pt x="10152" y="88165"/>
                </a:cubicBezTo>
                <a:cubicBezTo>
                  <a:pt x="12408" y="92439"/>
                  <a:pt x="15971" y="96135"/>
                  <a:pt x="20839" y="99252"/>
                </a:cubicBezTo>
                <a:cubicBezTo>
                  <a:pt x="25707" y="102369"/>
                  <a:pt x="32891" y="105323"/>
                  <a:pt x="42390" y="108113"/>
                </a:cubicBezTo>
                <a:lnTo>
                  <a:pt x="42390" y="1117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C">
            <a:extLst xmlns:a="http://schemas.openxmlformats.org/drawingml/2006/main">
              <a:ext uri="{FF2B5EF4-FFF2-40B4-BE49-F238E27FC236}">
                <a16:creationId xmlns:a16="http://schemas.microsoft.com/office/drawing/2014/main" id="{715F8423-EB72-4B80-9655-88F46F9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" y="1477194"/>
            <a:ext cx="126102" cy="114525"/>
          </a:xfrm>
          <a:custGeom xmlns:a="http://schemas.openxmlformats.org/drawingml/2006/main">
            <a:pathLst>
              <a:path w="126102" h="114525">
                <a:moveTo>
                  <a:pt x="126102" y="114525"/>
                </a:moveTo>
                <a:lnTo>
                  <a:pt x="84246" y="114525"/>
                </a:lnTo>
                <a:lnTo>
                  <a:pt x="84246" y="111052"/>
                </a:lnTo>
                <a:cubicBezTo>
                  <a:pt x="95228" y="108440"/>
                  <a:pt x="103643" y="103571"/>
                  <a:pt x="109491" y="96447"/>
                </a:cubicBezTo>
                <a:cubicBezTo>
                  <a:pt x="115340" y="89322"/>
                  <a:pt x="118265" y="81248"/>
                  <a:pt x="118265" y="72224"/>
                </a:cubicBezTo>
                <a:cubicBezTo>
                  <a:pt x="118265" y="64684"/>
                  <a:pt x="116098" y="57767"/>
                  <a:pt x="111764" y="51474"/>
                </a:cubicBezTo>
                <a:cubicBezTo>
                  <a:pt x="107430" y="45181"/>
                  <a:pt x="101760" y="40579"/>
                  <a:pt x="94755" y="37670"/>
                </a:cubicBezTo>
                <a:cubicBezTo>
                  <a:pt x="85790" y="33930"/>
                  <a:pt x="75816" y="32060"/>
                  <a:pt x="64832" y="32060"/>
                </a:cubicBezTo>
                <a:cubicBezTo>
                  <a:pt x="54027" y="32060"/>
                  <a:pt x="44186" y="33425"/>
                  <a:pt x="35310" y="36156"/>
                </a:cubicBezTo>
                <a:cubicBezTo>
                  <a:pt x="26435" y="38887"/>
                  <a:pt x="19726" y="43162"/>
                  <a:pt x="15184" y="48980"/>
                </a:cubicBezTo>
                <a:cubicBezTo>
                  <a:pt x="10642" y="54799"/>
                  <a:pt x="8371" y="62339"/>
                  <a:pt x="8371" y="71600"/>
                </a:cubicBezTo>
                <a:cubicBezTo>
                  <a:pt x="8371" y="79200"/>
                  <a:pt x="10034" y="86161"/>
                  <a:pt x="13358" y="92484"/>
                </a:cubicBezTo>
                <a:cubicBezTo>
                  <a:pt x="16683" y="98807"/>
                  <a:pt x="22412" y="105471"/>
                  <a:pt x="30546" y="112477"/>
                </a:cubicBezTo>
                <a:lnTo>
                  <a:pt x="20126" y="112477"/>
                </a:lnTo>
                <a:cubicBezTo>
                  <a:pt x="13061" y="105709"/>
                  <a:pt x="7941" y="98658"/>
                  <a:pt x="4764" y="91326"/>
                </a:cubicBezTo>
                <a:cubicBezTo>
                  <a:pt x="1588" y="83994"/>
                  <a:pt x="0" y="75430"/>
                  <a:pt x="0" y="65634"/>
                </a:cubicBezTo>
                <a:cubicBezTo>
                  <a:pt x="0" y="52750"/>
                  <a:pt x="2579" y="41307"/>
                  <a:pt x="7737" y="31303"/>
                </a:cubicBezTo>
                <a:cubicBezTo>
                  <a:pt x="12894" y="21299"/>
                  <a:pt x="20305" y="13581"/>
                  <a:pt x="29967" y="8149"/>
                </a:cubicBezTo>
                <a:cubicBezTo>
                  <a:pt x="39631" y="2716"/>
                  <a:pt x="49918" y="0"/>
                  <a:pt x="60827" y="0"/>
                </a:cubicBezTo>
                <a:cubicBezTo>
                  <a:pt x="72329" y="0"/>
                  <a:pt x="83237" y="3013"/>
                  <a:pt x="93553" y="9039"/>
                </a:cubicBezTo>
                <a:cubicBezTo>
                  <a:pt x="103870" y="15065"/>
                  <a:pt x="111874" y="23199"/>
                  <a:pt x="117564" y="33440"/>
                </a:cubicBezTo>
                <a:cubicBezTo>
                  <a:pt x="123256" y="43682"/>
                  <a:pt x="126102" y="54561"/>
                  <a:pt x="126102" y="66079"/>
                </a:cubicBezTo>
                <a:cubicBezTo>
                  <a:pt x="126102" y="74569"/>
                  <a:pt x="124262" y="83534"/>
                  <a:pt x="120581" y="92974"/>
                </a:cubicBezTo>
                <a:cubicBezTo>
                  <a:pt x="118443" y="98436"/>
                  <a:pt x="117375" y="101909"/>
                  <a:pt x="117375" y="103393"/>
                </a:cubicBezTo>
                <a:cubicBezTo>
                  <a:pt x="117375" y="105293"/>
                  <a:pt x="118072" y="106940"/>
                  <a:pt x="119468" y="108336"/>
                </a:cubicBezTo>
                <a:cubicBezTo>
                  <a:pt x="120863" y="109731"/>
                  <a:pt x="123074" y="110636"/>
                  <a:pt x="126102" y="111052"/>
                </a:cubicBezTo>
                <a:lnTo>
                  <a:pt x="126102" y="114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o">
            <a:extLst xmlns:a="http://schemas.openxmlformats.org/drawingml/2006/main">
              <a:ext uri="{FF2B5EF4-FFF2-40B4-BE49-F238E27FC236}">
                <a16:creationId xmlns:a16="http://schemas.microsoft.com/office/drawing/2014/main" id="{F0C7DBA3-8227-4110-9AEF-072DF3B1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4" y="1608253"/>
            <a:ext cx="88343" cy="78101"/>
          </a:xfrm>
          <a:custGeom xmlns:a="http://schemas.openxmlformats.org/drawingml/2006/main">
            <a:pathLst>
              <a:path w="88343" h="78101">
                <a:moveTo>
                  <a:pt x="88343" y="38828"/>
                </a:moveTo>
                <a:cubicBezTo>
                  <a:pt x="88343" y="46071"/>
                  <a:pt x="86471" y="52810"/>
                  <a:pt x="82727" y="59044"/>
                </a:cubicBezTo>
                <a:cubicBezTo>
                  <a:pt x="78983" y="65277"/>
                  <a:pt x="73664" y="70012"/>
                  <a:pt x="66769" y="73248"/>
                </a:cubicBezTo>
                <a:cubicBezTo>
                  <a:pt x="59875" y="76484"/>
                  <a:pt x="52327" y="78101"/>
                  <a:pt x="44127" y="78101"/>
                </a:cubicBezTo>
                <a:cubicBezTo>
                  <a:pt x="32301" y="78101"/>
                  <a:pt x="22406" y="75103"/>
                  <a:pt x="14441" y="69107"/>
                </a:cubicBezTo>
                <a:cubicBezTo>
                  <a:pt x="4814" y="61864"/>
                  <a:pt x="0" y="51860"/>
                  <a:pt x="0" y="39095"/>
                </a:cubicBezTo>
                <a:cubicBezTo>
                  <a:pt x="0" y="26568"/>
                  <a:pt x="4398" y="16920"/>
                  <a:pt x="13194" y="10152"/>
                </a:cubicBezTo>
                <a:cubicBezTo>
                  <a:pt x="21990" y="3384"/>
                  <a:pt x="32182" y="0"/>
                  <a:pt x="43771" y="0"/>
                </a:cubicBezTo>
                <a:cubicBezTo>
                  <a:pt x="55715" y="0"/>
                  <a:pt x="66130" y="3458"/>
                  <a:pt x="75015" y="10375"/>
                </a:cubicBezTo>
                <a:cubicBezTo>
                  <a:pt x="83900" y="17292"/>
                  <a:pt x="88343" y="26776"/>
                  <a:pt x="88343" y="38828"/>
                </a:cubicBezTo>
                <a:moveTo>
                  <a:pt x="82109" y="39184"/>
                </a:moveTo>
                <a:cubicBezTo>
                  <a:pt x="82109" y="36156"/>
                  <a:pt x="80964" y="33559"/>
                  <a:pt x="78675" y="31392"/>
                </a:cubicBezTo>
                <a:cubicBezTo>
                  <a:pt x="76387" y="29225"/>
                  <a:pt x="71870" y="27800"/>
                  <a:pt x="65124" y="27117"/>
                </a:cubicBezTo>
                <a:cubicBezTo>
                  <a:pt x="58378" y="26435"/>
                  <a:pt x="49002" y="26093"/>
                  <a:pt x="36994" y="26093"/>
                </a:cubicBezTo>
                <a:cubicBezTo>
                  <a:pt x="30634" y="26093"/>
                  <a:pt x="24690" y="26509"/>
                  <a:pt x="19161" y="27340"/>
                </a:cubicBezTo>
                <a:cubicBezTo>
                  <a:pt x="14942" y="27993"/>
                  <a:pt x="11732" y="29388"/>
                  <a:pt x="9532" y="31526"/>
                </a:cubicBezTo>
                <a:cubicBezTo>
                  <a:pt x="7333" y="33663"/>
                  <a:pt x="6234" y="36097"/>
                  <a:pt x="6234" y="38828"/>
                </a:cubicBezTo>
                <a:cubicBezTo>
                  <a:pt x="6234" y="41500"/>
                  <a:pt x="6977" y="43726"/>
                  <a:pt x="8463" y="45507"/>
                </a:cubicBezTo>
                <a:cubicBezTo>
                  <a:pt x="10483" y="47823"/>
                  <a:pt x="13307" y="49366"/>
                  <a:pt x="16934" y="50138"/>
                </a:cubicBezTo>
                <a:cubicBezTo>
                  <a:pt x="22580" y="51325"/>
                  <a:pt x="33992" y="51919"/>
                  <a:pt x="51171" y="51919"/>
                </a:cubicBezTo>
                <a:cubicBezTo>
                  <a:pt x="61275" y="51919"/>
                  <a:pt x="68214" y="51355"/>
                  <a:pt x="71987" y="50227"/>
                </a:cubicBezTo>
                <a:cubicBezTo>
                  <a:pt x="75763" y="49099"/>
                  <a:pt x="78512" y="47437"/>
                  <a:pt x="80236" y="45240"/>
                </a:cubicBezTo>
                <a:cubicBezTo>
                  <a:pt x="81485" y="43696"/>
                  <a:pt x="82109" y="41678"/>
                  <a:pt x="82109" y="391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d">
            <a:extLst xmlns:a="http://schemas.openxmlformats.org/drawingml/2006/main">
              <a:ext uri="{FF2B5EF4-FFF2-40B4-BE49-F238E27FC236}">
                <a16:creationId xmlns:a16="http://schemas.microsoft.com/office/drawing/2014/main" id="{661A9ED4-76B8-4483-A4F1-9E67FCF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4" y="1699891"/>
            <a:ext cx="123252" cy="90302"/>
          </a:xfrm>
          <a:custGeom xmlns:a="http://schemas.openxmlformats.org/drawingml/2006/main">
            <a:pathLst>
              <a:path w="123252" h="90302">
                <a:moveTo>
                  <a:pt x="123252" y="80061"/>
                </a:moveTo>
                <a:lnTo>
                  <a:pt x="27429" y="80061"/>
                </a:lnTo>
                <a:cubicBezTo>
                  <a:pt x="21023" y="80061"/>
                  <a:pt x="17232" y="80239"/>
                  <a:pt x="16058" y="80595"/>
                </a:cubicBezTo>
                <a:cubicBezTo>
                  <a:pt x="14117" y="81070"/>
                  <a:pt x="12676" y="81975"/>
                  <a:pt x="11736" y="83311"/>
                </a:cubicBezTo>
                <a:cubicBezTo>
                  <a:pt x="10797" y="84647"/>
                  <a:pt x="10210" y="86977"/>
                  <a:pt x="9974" y="90302"/>
                </a:cubicBezTo>
                <a:lnTo>
                  <a:pt x="6768" y="90302"/>
                </a:lnTo>
                <a:lnTo>
                  <a:pt x="0" y="55125"/>
                </a:lnTo>
                <a:lnTo>
                  <a:pt x="13180" y="55125"/>
                </a:lnTo>
                <a:cubicBezTo>
                  <a:pt x="8074" y="50910"/>
                  <a:pt x="4601" y="47155"/>
                  <a:pt x="2761" y="43860"/>
                </a:cubicBezTo>
                <a:cubicBezTo>
                  <a:pt x="920" y="40565"/>
                  <a:pt x="0" y="36839"/>
                  <a:pt x="0" y="32683"/>
                </a:cubicBezTo>
                <a:cubicBezTo>
                  <a:pt x="0" y="22056"/>
                  <a:pt x="4754" y="13655"/>
                  <a:pt x="14263" y="7481"/>
                </a:cubicBezTo>
                <a:cubicBezTo>
                  <a:pt x="21988" y="2494"/>
                  <a:pt x="31467" y="0"/>
                  <a:pt x="42699" y="0"/>
                </a:cubicBezTo>
                <a:cubicBezTo>
                  <a:pt x="51673" y="0"/>
                  <a:pt x="59712" y="1544"/>
                  <a:pt x="66814" y="4631"/>
                </a:cubicBezTo>
                <a:cubicBezTo>
                  <a:pt x="73916" y="7718"/>
                  <a:pt x="79280" y="11948"/>
                  <a:pt x="82905" y="17321"/>
                </a:cubicBezTo>
                <a:cubicBezTo>
                  <a:pt x="86530" y="22694"/>
                  <a:pt x="88343" y="28468"/>
                  <a:pt x="88343" y="34642"/>
                </a:cubicBezTo>
                <a:cubicBezTo>
                  <a:pt x="88343" y="38620"/>
                  <a:pt x="87564" y="42153"/>
                  <a:pt x="86008" y="45240"/>
                </a:cubicBezTo>
                <a:cubicBezTo>
                  <a:pt x="84451" y="48327"/>
                  <a:pt x="81727" y="51622"/>
                  <a:pt x="77834" y="55125"/>
                </a:cubicBezTo>
                <a:lnTo>
                  <a:pt x="102948" y="55125"/>
                </a:lnTo>
                <a:cubicBezTo>
                  <a:pt x="109300" y="55125"/>
                  <a:pt x="113130" y="54858"/>
                  <a:pt x="114436" y="54324"/>
                </a:cubicBezTo>
                <a:cubicBezTo>
                  <a:pt x="116158" y="53611"/>
                  <a:pt x="117434" y="52543"/>
                  <a:pt x="118265" y="51118"/>
                </a:cubicBezTo>
                <a:cubicBezTo>
                  <a:pt x="119097" y="49693"/>
                  <a:pt x="119512" y="47021"/>
                  <a:pt x="119512" y="43103"/>
                </a:cubicBezTo>
                <a:lnTo>
                  <a:pt x="123252" y="43103"/>
                </a:lnTo>
                <a:lnTo>
                  <a:pt x="123252" y="80061"/>
                </a:lnTo>
                <a:moveTo>
                  <a:pt x="66970" y="55125"/>
                </a:moveTo>
                <a:cubicBezTo>
                  <a:pt x="75281" y="50732"/>
                  <a:pt x="79437" y="45359"/>
                  <a:pt x="79437" y="39006"/>
                </a:cubicBezTo>
                <a:cubicBezTo>
                  <a:pt x="79437" y="36809"/>
                  <a:pt x="78844" y="34999"/>
                  <a:pt x="77656" y="33574"/>
                </a:cubicBezTo>
                <a:cubicBezTo>
                  <a:pt x="75816" y="31377"/>
                  <a:pt x="72580" y="29581"/>
                  <a:pt x="67949" y="28186"/>
                </a:cubicBezTo>
                <a:cubicBezTo>
                  <a:pt x="63318" y="26791"/>
                  <a:pt x="56224" y="26093"/>
                  <a:pt x="46665" y="26093"/>
                </a:cubicBezTo>
                <a:cubicBezTo>
                  <a:pt x="36156" y="26093"/>
                  <a:pt x="28379" y="26865"/>
                  <a:pt x="23332" y="28409"/>
                </a:cubicBezTo>
                <a:cubicBezTo>
                  <a:pt x="18286" y="29952"/>
                  <a:pt x="14635" y="32060"/>
                  <a:pt x="12379" y="34732"/>
                </a:cubicBezTo>
                <a:cubicBezTo>
                  <a:pt x="11251" y="36097"/>
                  <a:pt x="10687" y="37967"/>
                  <a:pt x="10687" y="40342"/>
                </a:cubicBezTo>
                <a:cubicBezTo>
                  <a:pt x="10687" y="45567"/>
                  <a:pt x="14796" y="50494"/>
                  <a:pt x="23015" y="55125"/>
                </a:cubicBezTo>
                <a:lnTo>
                  <a:pt x="66970" y="55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e">
            <a:extLst xmlns:a="http://schemas.openxmlformats.org/drawingml/2006/main">
              <a:ext uri="{FF2B5EF4-FFF2-40B4-BE49-F238E27FC236}">
                <a16:creationId xmlns:a16="http://schemas.microsoft.com/office/drawing/2014/main" id="{D8935132-50FE-40EA-9BC9-C57030F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4" y="1801296"/>
            <a:ext cx="88343" cy="69641"/>
          </a:xfrm>
          <a:custGeom xmlns:a="http://schemas.openxmlformats.org/drawingml/2006/main">
            <a:pathLst>
              <a:path w="88343" h="69641">
                <a:moveTo>
                  <a:pt x="47199" y="69641"/>
                </a:moveTo>
                <a:lnTo>
                  <a:pt x="47199" y="23956"/>
                </a:lnTo>
                <a:cubicBezTo>
                  <a:pt x="36127" y="24490"/>
                  <a:pt x="27376" y="27429"/>
                  <a:pt x="20947" y="32772"/>
                </a:cubicBezTo>
                <a:cubicBezTo>
                  <a:pt x="16007" y="36869"/>
                  <a:pt x="13536" y="41797"/>
                  <a:pt x="13536" y="47555"/>
                </a:cubicBezTo>
                <a:cubicBezTo>
                  <a:pt x="13536" y="51118"/>
                  <a:pt x="14531" y="54353"/>
                  <a:pt x="16520" y="57263"/>
                </a:cubicBezTo>
                <a:cubicBezTo>
                  <a:pt x="18509" y="60172"/>
                  <a:pt x="22086" y="63289"/>
                  <a:pt x="27251" y="66613"/>
                </a:cubicBezTo>
                <a:lnTo>
                  <a:pt x="25292" y="69641"/>
                </a:lnTo>
                <a:cubicBezTo>
                  <a:pt x="16089" y="65129"/>
                  <a:pt x="9573" y="60142"/>
                  <a:pt x="5744" y="54680"/>
                </a:cubicBezTo>
                <a:cubicBezTo>
                  <a:pt x="1915" y="49218"/>
                  <a:pt x="0" y="42895"/>
                  <a:pt x="0" y="35711"/>
                </a:cubicBezTo>
                <a:cubicBezTo>
                  <a:pt x="0" y="23362"/>
                  <a:pt x="4754" y="14011"/>
                  <a:pt x="14263" y="7659"/>
                </a:cubicBezTo>
                <a:cubicBezTo>
                  <a:pt x="21929" y="2553"/>
                  <a:pt x="31437" y="0"/>
                  <a:pt x="42788" y="0"/>
                </a:cubicBezTo>
                <a:cubicBezTo>
                  <a:pt x="56696" y="0"/>
                  <a:pt x="67765" y="3755"/>
                  <a:pt x="75995" y="11265"/>
                </a:cubicBezTo>
                <a:cubicBezTo>
                  <a:pt x="84227" y="18776"/>
                  <a:pt x="88343" y="27577"/>
                  <a:pt x="88343" y="37670"/>
                </a:cubicBezTo>
                <a:cubicBezTo>
                  <a:pt x="88343" y="46101"/>
                  <a:pt x="84884" y="53418"/>
                  <a:pt x="77968" y="59622"/>
                </a:cubicBezTo>
                <a:cubicBezTo>
                  <a:pt x="71051" y="65827"/>
                  <a:pt x="60795" y="69166"/>
                  <a:pt x="47199" y="69641"/>
                </a:cubicBezTo>
                <a:moveTo>
                  <a:pt x="53077" y="47734"/>
                </a:moveTo>
                <a:cubicBezTo>
                  <a:pt x="62636" y="47734"/>
                  <a:pt x="69196" y="47214"/>
                  <a:pt x="72758" y="46175"/>
                </a:cubicBezTo>
                <a:cubicBezTo>
                  <a:pt x="76320" y="45136"/>
                  <a:pt x="79022" y="43518"/>
                  <a:pt x="80862" y="41322"/>
                </a:cubicBezTo>
                <a:cubicBezTo>
                  <a:pt x="81931" y="40075"/>
                  <a:pt x="82465" y="38412"/>
                  <a:pt x="82465" y="36335"/>
                </a:cubicBezTo>
                <a:cubicBezTo>
                  <a:pt x="82465" y="33247"/>
                  <a:pt x="80951" y="30724"/>
                  <a:pt x="77923" y="28765"/>
                </a:cubicBezTo>
                <a:cubicBezTo>
                  <a:pt x="72639" y="25262"/>
                  <a:pt x="65396" y="23511"/>
                  <a:pt x="56194" y="23511"/>
                </a:cubicBezTo>
                <a:lnTo>
                  <a:pt x="53077" y="23511"/>
                </a:lnTo>
                <a:lnTo>
                  <a:pt x="53077" y="477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b">
            <a:extLst xmlns:a="http://schemas.openxmlformats.org/drawingml/2006/main">
              <a:ext uri="{FF2B5EF4-FFF2-40B4-BE49-F238E27FC236}">
                <a16:creationId xmlns:a16="http://schemas.microsoft.com/office/drawing/2014/main" id="{F3183BB6-A381-4F55-8EE6-23733346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4" y="1879069"/>
            <a:ext cx="123252" cy="89768"/>
          </a:xfrm>
          <a:custGeom xmlns:a="http://schemas.openxmlformats.org/drawingml/2006/main">
            <a:pathLst>
              <a:path w="123252" h="89768">
                <a:moveTo>
                  <a:pt x="123252" y="34553"/>
                </a:moveTo>
                <a:lnTo>
                  <a:pt x="77478" y="34553"/>
                </a:lnTo>
                <a:cubicBezTo>
                  <a:pt x="84721" y="41559"/>
                  <a:pt x="88343" y="49218"/>
                  <a:pt x="88343" y="57530"/>
                </a:cubicBezTo>
                <a:cubicBezTo>
                  <a:pt x="88343" y="63229"/>
                  <a:pt x="86664" y="68602"/>
                  <a:pt x="83306" y="73649"/>
                </a:cubicBezTo>
                <a:cubicBezTo>
                  <a:pt x="79947" y="78695"/>
                  <a:pt x="75178" y="82643"/>
                  <a:pt x="68998" y="85493"/>
                </a:cubicBezTo>
                <a:cubicBezTo>
                  <a:pt x="62818" y="88343"/>
                  <a:pt x="55686" y="89768"/>
                  <a:pt x="47603" y="89768"/>
                </a:cubicBezTo>
                <a:cubicBezTo>
                  <a:pt x="38510" y="89768"/>
                  <a:pt x="30249" y="87957"/>
                  <a:pt x="22820" y="84335"/>
                </a:cubicBezTo>
                <a:cubicBezTo>
                  <a:pt x="15392" y="80714"/>
                  <a:pt x="9731" y="75875"/>
                  <a:pt x="5839" y="69819"/>
                </a:cubicBezTo>
                <a:cubicBezTo>
                  <a:pt x="1946" y="63764"/>
                  <a:pt x="0" y="56847"/>
                  <a:pt x="0" y="49069"/>
                </a:cubicBezTo>
                <a:cubicBezTo>
                  <a:pt x="0" y="44557"/>
                  <a:pt x="712" y="40550"/>
                  <a:pt x="2137" y="37047"/>
                </a:cubicBezTo>
                <a:cubicBezTo>
                  <a:pt x="3562" y="33544"/>
                  <a:pt x="5878" y="30101"/>
                  <a:pt x="9084" y="26717"/>
                </a:cubicBezTo>
                <a:lnTo>
                  <a:pt x="0" y="12913"/>
                </a:lnTo>
                <a:lnTo>
                  <a:pt x="0" y="9885"/>
                </a:lnTo>
                <a:lnTo>
                  <a:pt x="105976" y="9885"/>
                </a:lnTo>
                <a:cubicBezTo>
                  <a:pt x="110816" y="9885"/>
                  <a:pt x="113803" y="9677"/>
                  <a:pt x="114937" y="9262"/>
                </a:cubicBezTo>
                <a:cubicBezTo>
                  <a:pt x="116610" y="8668"/>
                  <a:pt x="117851" y="7733"/>
                  <a:pt x="118658" y="6457"/>
                </a:cubicBezTo>
                <a:cubicBezTo>
                  <a:pt x="119465" y="5180"/>
                  <a:pt x="119928" y="3028"/>
                  <a:pt x="120046" y="0"/>
                </a:cubicBezTo>
                <a:lnTo>
                  <a:pt x="123252" y="0"/>
                </a:lnTo>
                <a:lnTo>
                  <a:pt x="123252" y="34553"/>
                </a:lnTo>
                <a:moveTo>
                  <a:pt x="69541" y="34553"/>
                </a:moveTo>
                <a:lnTo>
                  <a:pt x="32449" y="34553"/>
                </a:lnTo>
                <a:cubicBezTo>
                  <a:pt x="24900" y="34553"/>
                  <a:pt x="20085" y="34732"/>
                  <a:pt x="18003" y="35088"/>
                </a:cubicBezTo>
                <a:cubicBezTo>
                  <a:pt x="14497" y="35681"/>
                  <a:pt x="11658" y="37106"/>
                  <a:pt x="9487" y="39362"/>
                </a:cubicBezTo>
                <a:cubicBezTo>
                  <a:pt x="7318" y="41618"/>
                  <a:pt x="6234" y="44498"/>
                  <a:pt x="6234" y="48001"/>
                </a:cubicBezTo>
                <a:cubicBezTo>
                  <a:pt x="6234" y="51029"/>
                  <a:pt x="7096" y="53626"/>
                  <a:pt x="8819" y="55793"/>
                </a:cubicBezTo>
                <a:cubicBezTo>
                  <a:pt x="10543" y="57960"/>
                  <a:pt x="13960" y="59771"/>
                  <a:pt x="19072" y="61225"/>
                </a:cubicBezTo>
                <a:cubicBezTo>
                  <a:pt x="24185" y="62680"/>
                  <a:pt x="33399" y="63407"/>
                  <a:pt x="46715" y="63407"/>
                </a:cubicBezTo>
                <a:cubicBezTo>
                  <a:pt x="59496" y="63407"/>
                  <a:pt x="68265" y="61804"/>
                  <a:pt x="73020" y="58598"/>
                </a:cubicBezTo>
                <a:cubicBezTo>
                  <a:pt x="76467" y="56283"/>
                  <a:pt x="78190" y="53166"/>
                  <a:pt x="78190" y="49248"/>
                </a:cubicBezTo>
                <a:cubicBezTo>
                  <a:pt x="78190" y="44142"/>
                  <a:pt x="75307" y="39244"/>
                  <a:pt x="69541" y="34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a">
            <a:extLst xmlns:a="http://schemas.openxmlformats.org/drawingml/2006/main">
              <a:ext uri="{FF2B5EF4-FFF2-40B4-BE49-F238E27FC236}">
                <a16:creationId xmlns:a16="http://schemas.microsoft.com/office/drawing/2014/main" id="{C168CF1A-62CC-4040-B4D9-4D001B20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60" y="1984839"/>
            <a:ext cx="87096" cy="79972"/>
          </a:xfrm>
          <a:custGeom xmlns:a="http://schemas.openxmlformats.org/drawingml/2006/main">
            <a:pathLst>
              <a:path w="87096" h="79972">
                <a:moveTo>
                  <a:pt x="13536" y="43904"/>
                </a:moveTo>
                <a:cubicBezTo>
                  <a:pt x="4512" y="33752"/>
                  <a:pt x="0" y="24639"/>
                  <a:pt x="0" y="16564"/>
                </a:cubicBezTo>
                <a:cubicBezTo>
                  <a:pt x="0" y="11815"/>
                  <a:pt x="1563" y="7867"/>
                  <a:pt x="4689" y="4720"/>
                </a:cubicBezTo>
                <a:cubicBezTo>
                  <a:pt x="7817" y="1573"/>
                  <a:pt x="11734" y="0"/>
                  <a:pt x="16439" y="0"/>
                </a:cubicBezTo>
                <a:cubicBezTo>
                  <a:pt x="22814" y="0"/>
                  <a:pt x="28548" y="2731"/>
                  <a:pt x="33641" y="8193"/>
                </a:cubicBezTo>
                <a:cubicBezTo>
                  <a:pt x="38733" y="13655"/>
                  <a:pt x="45509" y="25559"/>
                  <a:pt x="53967" y="43904"/>
                </a:cubicBezTo>
                <a:lnTo>
                  <a:pt x="62339" y="43904"/>
                </a:lnTo>
                <a:cubicBezTo>
                  <a:pt x="68632" y="43904"/>
                  <a:pt x="72595" y="43563"/>
                  <a:pt x="74228" y="42880"/>
                </a:cubicBezTo>
                <a:cubicBezTo>
                  <a:pt x="75860" y="42197"/>
                  <a:pt x="77285" y="40906"/>
                  <a:pt x="78502" y="39006"/>
                </a:cubicBezTo>
                <a:cubicBezTo>
                  <a:pt x="79719" y="37106"/>
                  <a:pt x="80328" y="34969"/>
                  <a:pt x="80328" y="32594"/>
                </a:cubicBezTo>
                <a:cubicBezTo>
                  <a:pt x="80328" y="28735"/>
                  <a:pt x="79467" y="25559"/>
                  <a:pt x="77745" y="23065"/>
                </a:cubicBezTo>
                <a:cubicBezTo>
                  <a:pt x="76677" y="21522"/>
                  <a:pt x="75430" y="20750"/>
                  <a:pt x="74005" y="20750"/>
                </a:cubicBezTo>
                <a:cubicBezTo>
                  <a:pt x="72758" y="20750"/>
                  <a:pt x="71214" y="21581"/>
                  <a:pt x="69374" y="23243"/>
                </a:cubicBezTo>
                <a:cubicBezTo>
                  <a:pt x="66821" y="25499"/>
                  <a:pt x="64357" y="26628"/>
                  <a:pt x="61982" y="26628"/>
                </a:cubicBezTo>
                <a:cubicBezTo>
                  <a:pt x="59073" y="26628"/>
                  <a:pt x="56595" y="25544"/>
                  <a:pt x="54546" y="23377"/>
                </a:cubicBezTo>
                <a:cubicBezTo>
                  <a:pt x="52498" y="21210"/>
                  <a:pt x="51474" y="18375"/>
                  <a:pt x="51474" y="14872"/>
                </a:cubicBezTo>
                <a:cubicBezTo>
                  <a:pt x="51474" y="11132"/>
                  <a:pt x="52602" y="8000"/>
                  <a:pt x="54858" y="5477"/>
                </a:cubicBezTo>
                <a:cubicBezTo>
                  <a:pt x="57114" y="2954"/>
                  <a:pt x="59756" y="1692"/>
                  <a:pt x="62784" y="1692"/>
                </a:cubicBezTo>
                <a:cubicBezTo>
                  <a:pt x="67059" y="1692"/>
                  <a:pt x="71140" y="3384"/>
                  <a:pt x="75029" y="6768"/>
                </a:cubicBezTo>
                <a:cubicBezTo>
                  <a:pt x="78918" y="10152"/>
                  <a:pt x="81901" y="14872"/>
                  <a:pt x="83979" y="20928"/>
                </a:cubicBezTo>
                <a:cubicBezTo>
                  <a:pt x="86057" y="26984"/>
                  <a:pt x="87096" y="33277"/>
                  <a:pt x="87096" y="39808"/>
                </a:cubicBezTo>
                <a:cubicBezTo>
                  <a:pt x="87096" y="47704"/>
                  <a:pt x="85414" y="53953"/>
                  <a:pt x="82050" y="58554"/>
                </a:cubicBezTo>
                <a:cubicBezTo>
                  <a:pt x="78689" y="63155"/>
                  <a:pt x="75044" y="66138"/>
                  <a:pt x="71116" y="67504"/>
                </a:cubicBezTo>
                <a:cubicBezTo>
                  <a:pt x="68617" y="68335"/>
                  <a:pt x="62875" y="68751"/>
                  <a:pt x="53890" y="68751"/>
                </a:cubicBezTo>
                <a:lnTo>
                  <a:pt x="21487" y="68751"/>
                </a:lnTo>
                <a:cubicBezTo>
                  <a:pt x="17678" y="68751"/>
                  <a:pt x="15282" y="68899"/>
                  <a:pt x="14299" y="69196"/>
                </a:cubicBezTo>
                <a:cubicBezTo>
                  <a:pt x="13317" y="69493"/>
                  <a:pt x="12588" y="69938"/>
                  <a:pt x="12112" y="70532"/>
                </a:cubicBezTo>
                <a:cubicBezTo>
                  <a:pt x="11637" y="71125"/>
                  <a:pt x="11399" y="71808"/>
                  <a:pt x="11399" y="72580"/>
                </a:cubicBezTo>
                <a:cubicBezTo>
                  <a:pt x="11399" y="74124"/>
                  <a:pt x="12497" y="75697"/>
                  <a:pt x="14694" y="77300"/>
                </a:cubicBezTo>
                <a:lnTo>
                  <a:pt x="12557" y="79972"/>
                </a:lnTo>
                <a:cubicBezTo>
                  <a:pt x="8163" y="77003"/>
                  <a:pt x="4972" y="73931"/>
                  <a:pt x="2983" y="70754"/>
                </a:cubicBezTo>
                <a:cubicBezTo>
                  <a:pt x="994" y="67578"/>
                  <a:pt x="0" y="63971"/>
                  <a:pt x="0" y="59934"/>
                </a:cubicBezTo>
                <a:cubicBezTo>
                  <a:pt x="0" y="55185"/>
                  <a:pt x="1121" y="51474"/>
                  <a:pt x="3362" y="48802"/>
                </a:cubicBezTo>
                <a:cubicBezTo>
                  <a:pt x="5603" y="46131"/>
                  <a:pt x="8995" y="44498"/>
                  <a:pt x="13536" y="43904"/>
                </a:cubicBezTo>
                <a:moveTo>
                  <a:pt x="20126" y="43904"/>
                </a:moveTo>
                <a:lnTo>
                  <a:pt x="47984" y="43904"/>
                </a:lnTo>
                <a:cubicBezTo>
                  <a:pt x="43748" y="36720"/>
                  <a:pt x="39214" y="31377"/>
                  <a:pt x="34381" y="27874"/>
                </a:cubicBezTo>
                <a:cubicBezTo>
                  <a:pt x="31160" y="25559"/>
                  <a:pt x="27909" y="24401"/>
                  <a:pt x="24627" y="24401"/>
                </a:cubicBezTo>
                <a:cubicBezTo>
                  <a:pt x="21883" y="24401"/>
                  <a:pt x="19466" y="25381"/>
                  <a:pt x="17377" y="27340"/>
                </a:cubicBezTo>
                <a:cubicBezTo>
                  <a:pt x="15766" y="28824"/>
                  <a:pt x="14961" y="30902"/>
                  <a:pt x="14961" y="33574"/>
                </a:cubicBezTo>
                <a:cubicBezTo>
                  <a:pt x="14961" y="36542"/>
                  <a:pt x="16683" y="39986"/>
                  <a:pt x="20126" y="439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s">
            <a:extLst xmlns:a="http://schemas.openxmlformats.org/drawingml/2006/main">
              <a:ext uri="{FF2B5EF4-FFF2-40B4-BE49-F238E27FC236}">
                <a16:creationId xmlns:a16="http://schemas.microsoft.com/office/drawing/2014/main" id="{3456CC47-5DB3-4AF6-858C-DD7BD6F9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4" y="2075052"/>
            <a:ext cx="88343" cy="57263"/>
          </a:xfrm>
          <a:custGeom xmlns:a="http://schemas.openxmlformats.org/drawingml/2006/main">
            <a:pathLst>
              <a:path w="88343" h="57263">
                <a:moveTo>
                  <a:pt x="87987" y="51563"/>
                </a:moveTo>
                <a:lnTo>
                  <a:pt x="59489" y="52899"/>
                </a:lnTo>
                <a:lnTo>
                  <a:pt x="59489" y="49871"/>
                </a:lnTo>
                <a:cubicBezTo>
                  <a:pt x="67988" y="46249"/>
                  <a:pt x="73793" y="42494"/>
                  <a:pt x="76905" y="38605"/>
                </a:cubicBezTo>
                <a:cubicBezTo>
                  <a:pt x="80018" y="34717"/>
                  <a:pt x="81575" y="30843"/>
                  <a:pt x="81575" y="26984"/>
                </a:cubicBezTo>
                <a:cubicBezTo>
                  <a:pt x="81575" y="24550"/>
                  <a:pt x="80758" y="22472"/>
                  <a:pt x="79126" y="20750"/>
                </a:cubicBezTo>
                <a:cubicBezTo>
                  <a:pt x="77493" y="19028"/>
                  <a:pt x="75608" y="18167"/>
                  <a:pt x="73471" y="18167"/>
                </a:cubicBezTo>
                <a:cubicBezTo>
                  <a:pt x="71868" y="18167"/>
                  <a:pt x="70324" y="18761"/>
                  <a:pt x="68840" y="19948"/>
                </a:cubicBezTo>
                <a:cubicBezTo>
                  <a:pt x="66406" y="21848"/>
                  <a:pt x="62235" y="27162"/>
                  <a:pt x="56327" y="35889"/>
                </a:cubicBezTo>
                <a:cubicBezTo>
                  <a:pt x="50420" y="44617"/>
                  <a:pt x="45403" y="50361"/>
                  <a:pt x="41277" y="53121"/>
                </a:cubicBezTo>
                <a:cubicBezTo>
                  <a:pt x="37151" y="55882"/>
                  <a:pt x="32535" y="57263"/>
                  <a:pt x="27429" y="57263"/>
                </a:cubicBezTo>
                <a:cubicBezTo>
                  <a:pt x="22798" y="57263"/>
                  <a:pt x="18256" y="56105"/>
                  <a:pt x="13804" y="53789"/>
                </a:cubicBezTo>
                <a:cubicBezTo>
                  <a:pt x="9351" y="51474"/>
                  <a:pt x="5937" y="48209"/>
                  <a:pt x="3562" y="43993"/>
                </a:cubicBezTo>
                <a:cubicBezTo>
                  <a:pt x="1187" y="39778"/>
                  <a:pt x="0" y="35117"/>
                  <a:pt x="0" y="30012"/>
                </a:cubicBezTo>
                <a:cubicBezTo>
                  <a:pt x="0" y="26034"/>
                  <a:pt x="1270" y="20720"/>
                  <a:pt x="3810" y="14071"/>
                </a:cubicBezTo>
                <a:cubicBezTo>
                  <a:pt x="4476" y="12290"/>
                  <a:pt x="4809" y="11073"/>
                  <a:pt x="4809" y="10419"/>
                </a:cubicBezTo>
                <a:cubicBezTo>
                  <a:pt x="4809" y="8460"/>
                  <a:pt x="3325" y="6828"/>
                  <a:pt x="356" y="5521"/>
                </a:cubicBezTo>
                <a:lnTo>
                  <a:pt x="356" y="2583"/>
                </a:lnTo>
                <a:lnTo>
                  <a:pt x="30279" y="1158"/>
                </a:lnTo>
                <a:lnTo>
                  <a:pt x="30279" y="4186"/>
                </a:lnTo>
                <a:cubicBezTo>
                  <a:pt x="22442" y="6857"/>
                  <a:pt x="16564" y="10523"/>
                  <a:pt x="12646" y="15184"/>
                </a:cubicBezTo>
                <a:cubicBezTo>
                  <a:pt x="8727" y="19844"/>
                  <a:pt x="6768" y="24253"/>
                  <a:pt x="6768" y="28409"/>
                </a:cubicBezTo>
                <a:cubicBezTo>
                  <a:pt x="6768" y="31258"/>
                  <a:pt x="7644" y="33589"/>
                  <a:pt x="9395" y="35399"/>
                </a:cubicBezTo>
                <a:cubicBezTo>
                  <a:pt x="11147" y="37210"/>
                  <a:pt x="13269" y="38116"/>
                  <a:pt x="15763" y="38116"/>
                </a:cubicBezTo>
                <a:cubicBezTo>
                  <a:pt x="18613" y="38116"/>
                  <a:pt x="21076" y="37225"/>
                  <a:pt x="23154" y="35444"/>
                </a:cubicBezTo>
                <a:cubicBezTo>
                  <a:pt x="25232" y="33663"/>
                  <a:pt x="28379" y="29685"/>
                  <a:pt x="32594" y="23511"/>
                </a:cubicBezTo>
                <a:cubicBezTo>
                  <a:pt x="38887" y="14427"/>
                  <a:pt x="43696" y="8549"/>
                  <a:pt x="47021" y="5878"/>
                </a:cubicBezTo>
                <a:cubicBezTo>
                  <a:pt x="51890" y="1959"/>
                  <a:pt x="57263" y="0"/>
                  <a:pt x="63140" y="0"/>
                </a:cubicBezTo>
                <a:cubicBezTo>
                  <a:pt x="69552" y="0"/>
                  <a:pt x="75356" y="2212"/>
                  <a:pt x="80550" y="6635"/>
                </a:cubicBezTo>
                <a:cubicBezTo>
                  <a:pt x="85745" y="11058"/>
                  <a:pt x="88343" y="17455"/>
                  <a:pt x="88343" y="25826"/>
                </a:cubicBezTo>
                <a:cubicBezTo>
                  <a:pt x="88343" y="30338"/>
                  <a:pt x="87202" y="34702"/>
                  <a:pt x="84920" y="38917"/>
                </a:cubicBezTo>
                <a:cubicBezTo>
                  <a:pt x="83996" y="40520"/>
                  <a:pt x="83534" y="41826"/>
                  <a:pt x="83534" y="42836"/>
                </a:cubicBezTo>
                <a:cubicBezTo>
                  <a:pt x="83534" y="43904"/>
                  <a:pt x="83756" y="44765"/>
                  <a:pt x="84202" y="45418"/>
                </a:cubicBezTo>
                <a:cubicBezTo>
                  <a:pt x="84647" y="46071"/>
                  <a:pt x="85909" y="47110"/>
                  <a:pt x="87987" y="48535"/>
                </a:cubicBezTo>
                <a:lnTo>
                  <a:pt x="87987" y="515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e">
            <a:extLst xmlns:a="http://schemas.openxmlformats.org/drawingml/2006/main">
              <a:ext uri="{FF2B5EF4-FFF2-40B4-BE49-F238E27FC236}">
                <a16:creationId xmlns:a16="http://schemas.microsoft.com/office/drawing/2014/main" id="{B4E42ADE-590C-447C-B4F4-D88CF71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4" y="2146186"/>
            <a:ext cx="88343" cy="69641"/>
          </a:xfrm>
          <a:custGeom xmlns:a="http://schemas.openxmlformats.org/drawingml/2006/main">
            <a:pathLst>
              <a:path w="88343" h="69641">
                <a:moveTo>
                  <a:pt x="47199" y="69641"/>
                </a:moveTo>
                <a:lnTo>
                  <a:pt x="47199" y="23956"/>
                </a:lnTo>
                <a:cubicBezTo>
                  <a:pt x="36127" y="24490"/>
                  <a:pt x="27376" y="27429"/>
                  <a:pt x="20947" y="32772"/>
                </a:cubicBezTo>
                <a:cubicBezTo>
                  <a:pt x="16007" y="36869"/>
                  <a:pt x="13536" y="41797"/>
                  <a:pt x="13536" y="47555"/>
                </a:cubicBezTo>
                <a:cubicBezTo>
                  <a:pt x="13536" y="51118"/>
                  <a:pt x="14531" y="54353"/>
                  <a:pt x="16520" y="57263"/>
                </a:cubicBezTo>
                <a:cubicBezTo>
                  <a:pt x="18509" y="60172"/>
                  <a:pt x="22086" y="63289"/>
                  <a:pt x="27251" y="66613"/>
                </a:cubicBezTo>
                <a:lnTo>
                  <a:pt x="25292" y="69641"/>
                </a:lnTo>
                <a:cubicBezTo>
                  <a:pt x="16089" y="65129"/>
                  <a:pt x="9573" y="60142"/>
                  <a:pt x="5744" y="54680"/>
                </a:cubicBezTo>
                <a:cubicBezTo>
                  <a:pt x="1915" y="49218"/>
                  <a:pt x="0" y="42895"/>
                  <a:pt x="0" y="35711"/>
                </a:cubicBezTo>
                <a:cubicBezTo>
                  <a:pt x="0" y="23362"/>
                  <a:pt x="4754" y="14011"/>
                  <a:pt x="14263" y="7659"/>
                </a:cubicBezTo>
                <a:cubicBezTo>
                  <a:pt x="21929" y="2553"/>
                  <a:pt x="31437" y="0"/>
                  <a:pt x="42788" y="0"/>
                </a:cubicBezTo>
                <a:cubicBezTo>
                  <a:pt x="56696" y="0"/>
                  <a:pt x="67765" y="3755"/>
                  <a:pt x="75995" y="11265"/>
                </a:cubicBezTo>
                <a:cubicBezTo>
                  <a:pt x="84227" y="18776"/>
                  <a:pt x="88343" y="27577"/>
                  <a:pt x="88343" y="37670"/>
                </a:cubicBezTo>
                <a:cubicBezTo>
                  <a:pt x="88343" y="46101"/>
                  <a:pt x="84884" y="53418"/>
                  <a:pt x="77968" y="59622"/>
                </a:cubicBezTo>
                <a:cubicBezTo>
                  <a:pt x="71051" y="65827"/>
                  <a:pt x="60795" y="69166"/>
                  <a:pt x="47199" y="69641"/>
                </a:cubicBezTo>
                <a:moveTo>
                  <a:pt x="53077" y="47734"/>
                </a:moveTo>
                <a:cubicBezTo>
                  <a:pt x="62636" y="47734"/>
                  <a:pt x="69196" y="47214"/>
                  <a:pt x="72758" y="46175"/>
                </a:cubicBezTo>
                <a:cubicBezTo>
                  <a:pt x="76320" y="45136"/>
                  <a:pt x="79022" y="43518"/>
                  <a:pt x="80862" y="41322"/>
                </a:cubicBezTo>
                <a:cubicBezTo>
                  <a:pt x="81931" y="40075"/>
                  <a:pt x="82465" y="38412"/>
                  <a:pt x="82465" y="36335"/>
                </a:cubicBezTo>
                <a:cubicBezTo>
                  <a:pt x="82465" y="33247"/>
                  <a:pt x="80951" y="30724"/>
                  <a:pt x="77923" y="28765"/>
                </a:cubicBezTo>
                <a:cubicBezTo>
                  <a:pt x="72639" y="25262"/>
                  <a:pt x="65396" y="23511"/>
                  <a:pt x="56194" y="23511"/>
                </a:cubicBezTo>
                <a:lnTo>
                  <a:pt x="53077" y="23511"/>
                </a:lnTo>
                <a:lnTo>
                  <a:pt x="53077" y="477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B6ABA-E5C5-406D-9665-AF16917A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" y="2881793"/>
            <a:ext cx="428605" cy="1152674"/>
          </a:xfrm>
          <a:custGeom xmlns:a="http://schemas.openxmlformats.org/drawingml/2006/main">
            <a:pathLst>
              <a:path w="428605" h="1152674">
                <a:moveTo>
                  <a:pt x="0" y="1152674"/>
                </a:moveTo>
                <a:lnTo>
                  <a:pt x="0" y="0"/>
                </a:lnTo>
                <a:lnTo>
                  <a:pt x="428605" y="0"/>
                </a:lnTo>
                <a:lnTo>
                  <a:pt x="428605" y="1152674"/>
                </a:lnTo>
                <a:lnTo>
                  <a:pt x="0" y="1152674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FAD9831-886A-4876-A6EC-DCBDFE9C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3" y="2866290"/>
            <a:ext cx="456358" cy="1183679"/>
          </a:xfrm>
          <a:custGeom xmlns:a="http://schemas.openxmlformats.org/drawingml/2006/main">
            <a:pathLst>
              <a:path w="456358" h="1183679">
                <a:moveTo>
                  <a:pt x="595" y="1178398"/>
                </a:moveTo>
                <a:lnTo>
                  <a:pt x="0" y="1177674"/>
                </a:lnTo>
                <a:lnTo>
                  <a:pt x="0" y="6006"/>
                </a:lnTo>
                <a:lnTo>
                  <a:pt x="595" y="5281"/>
                </a:lnTo>
                <a:lnTo>
                  <a:pt x="1288" y="4541"/>
                </a:lnTo>
                <a:lnTo>
                  <a:pt x="2029" y="3847"/>
                </a:lnTo>
                <a:lnTo>
                  <a:pt x="2813" y="3204"/>
                </a:lnTo>
                <a:lnTo>
                  <a:pt x="3637" y="2613"/>
                </a:lnTo>
                <a:lnTo>
                  <a:pt x="4499" y="2077"/>
                </a:lnTo>
                <a:lnTo>
                  <a:pt x="5394" y="1599"/>
                </a:lnTo>
                <a:lnTo>
                  <a:pt x="6318" y="1180"/>
                </a:lnTo>
                <a:lnTo>
                  <a:pt x="7267" y="823"/>
                </a:lnTo>
                <a:lnTo>
                  <a:pt x="8238" y="528"/>
                </a:lnTo>
                <a:lnTo>
                  <a:pt x="9226" y="298"/>
                </a:lnTo>
                <a:lnTo>
                  <a:pt x="10227" y="133"/>
                </a:lnTo>
                <a:lnTo>
                  <a:pt x="11236" y="33"/>
                </a:lnTo>
                <a:lnTo>
                  <a:pt x="12250" y="0"/>
                </a:lnTo>
                <a:lnTo>
                  <a:pt x="440855" y="0"/>
                </a:lnTo>
                <a:lnTo>
                  <a:pt x="441869" y="33"/>
                </a:lnTo>
                <a:lnTo>
                  <a:pt x="442878" y="133"/>
                </a:lnTo>
                <a:lnTo>
                  <a:pt x="443879" y="298"/>
                </a:lnTo>
                <a:lnTo>
                  <a:pt x="444867" y="528"/>
                </a:lnTo>
                <a:lnTo>
                  <a:pt x="445838" y="823"/>
                </a:lnTo>
                <a:lnTo>
                  <a:pt x="446788" y="1180"/>
                </a:lnTo>
                <a:lnTo>
                  <a:pt x="447712" y="1599"/>
                </a:lnTo>
                <a:lnTo>
                  <a:pt x="448606" y="2077"/>
                </a:lnTo>
                <a:lnTo>
                  <a:pt x="449468" y="2613"/>
                </a:lnTo>
                <a:lnTo>
                  <a:pt x="450292" y="3204"/>
                </a:lnTo>
                <a:lnTo>
                  <a:pt x="451077" y="3847"/>
                </a:lnTo>
                <a:lnTo>
                  <a:pt x="451817" y="4541"/>
                </a:lnTo>
                <a:lnTo>
                  <a:pt x="452511" y="5281"/>
                </a:lnTo>
                <a:lnTo>
                  <a:pt x="453154" y="6065"/>
                </a:lnTo>
                <a:lnTo>
                  <a:pt x="453745" y="6890"/>
                </a:lnTo>
                <a:lnTo>
                  <a:pt x="454281" y="7751"/>
                </a:lnTo>
                <a:lnTo>
                  <a:pt x="454759" y="8646"/>
                </a:lnTo>
                <a:lnTo>
                  <a:pt x="455178" y="9570"/>
                </a:lnTo>
                <a:lnTo>
                  <a:pt x="455535" y="10520"/>
                </a:lnTo>
                <a:lnTo>
                  <a:pt x="455829" y="11490"/>
                </a:lnTo>
                <a:lnTo>
                  <a:pt x="456060" y="12478"/>
                </a:lnTo>
                <a:lnTo>
                  <a:pt x="456225" y="13479"/>
                </a:lnTo>
                <a:lnTo>
                  <a:pt x="456325" y="14489"/>
                </a:lnTo>
                <a:lnTo>
                  <a:pt x="456358" y="15503"/>
                </a:lnTo>
                <a:lnTo>
                  <a:pt x="456358" y="1168176"/>
                </a:lnTo>
                <a:lnTo>
                  <a:pt x="456325" y="1169190"/>
                </a:lnTo>
                <a:lnTo>
                  <a:pt x="456225" y="1170200"/>
                </a:lnTo>
                <a:lnTo>
                  <a:pt x="456060" y="1171201"/>
                </a:lnTo>
                <a:lnTo>
                  <a:pt x="455829" y="1172189"/>
                </a:lnTo>
                <a:lnTo>
                  <a:pt x="455535" y="1173160"/>
                </a:lnTo>
                <a:lnTo>
                  <a:pt x="455178" y="1174109"/>
                </a:lnTo>
                <a:lnTo>
                  <a:pt x="454759" y="1175033"/>
                </a:lnTo>
                <a:lnTo>
                  <a:pt x="454281" y="1175928"/>
                </a:lnTo>
                <a:lnTo>
                  <a:pt x="453745" y="1176789"/>
                </a:lnTo>
                <a:lnTo>
                  <a:pt x="453154" y="1177614"/>
                </a:lnTo>
                <a:lnTo>
                  <a:pt x="452511" y="1178398"/>
                </a:lnTo>
                <a:lnTo>
                  <a:pt x="451817" y="1179139"/>
                </a:lnTo>
                <a:lnTo>
                  <a:pt x="451077" y="1179832"/>
                </a:lnTo>
                <a:lnTo>
                  <a:pt x="450292" y="1180476"/>
                </a:lnTo>
                <a:lnTo>
                  <a:pt x="449468" y="1181066"/>
                </a:lnTo>
                <a:lnTo>
                  <a:pt x="448606" y="1181602"/>
                </a:lnTo>
                <a:lnTo>
                  <a:pt x="447712" y="1182080"/>
                </a:lnTo>
                <a:lnTo>
                  <a:pt x="446788" y="1182499"/>
                </a:lnTo>
                <a:lnTo>
                  <a:pt x="445838" y="1182856"/>
                </a:lnTo>
                <a:lnTo>
                  <a:pt x="444867" y="1183151"/>
                </a:lnTo>
                <a:lnTo>
                  <a:pt x="443879" y="1183381"/>
                </a:lnTo>
                <a:lnTo>
                  <a:pt x="442878" y="1183547"/>
                </a:lnTo>
                <a:lnTo>
                  <a:pt x="441869" y="1183646"/>
                </a:lnTo>
                <a:lnTo>
                  <a:pt x="440855" y="1183679"/>
                </a:lnTo>
                <a:lnTo>
                  <a:pt x="12250" y="1183679"/>
                </a:lnTo>
                <a:lnTo>
                  <a:pt x="11236" y="1183646"/>
                </a:lnTo>
                <a:lnTo>
                  <a:pt x="10227" y="1183547"/>
                </a:lnTo>
                <a:lnTo>
                  <a:pt x="9226" y="1183381"/>
                </a:lnTo>
                <a:lnTo>
                  <a:pt x="8238" y="1183151"/>
                </a:lnTo>
                <a:lnTo>
                  <a:pt x="7267" y="1182856"/>
                </a:lnTo>
                <a:lnTo>
                  <a:pt x="6318" y="1182499"/>
                </a:lnTo>
                <a:lnTo>
                  <a:pt x="5394" y="1182080"/>
                </a:lnTo>
                <a:lnTo>
                  <a:pt x="4499" y="1181602"/>
                </a:lnTo>
                <a:lnTo>
                  <a:pt x="3637" y="1181066"/>
                </a:lnTo>
                <a:lnTo>
                  <a:pt x="2813" y="1180476"/>
                </a:lnTo>
                <a:lnTo>
                  <a:pt x="2029" y="1179832"/>
                </a:lnTo>
                <a:lnTo>
                  <a:pt x="1288" y="1179139"/>
                </a:lnTo>
                <a:lnTo>
                  <a:pt x="595" y="1178398"/>
                </a:lnTo>
                <a:close/>
                <a:moveTo>
                  <a:pt x="27753" y="31005"/>
                </a:moveTo>
                <a:lnTo>
                  <a:pt x="27753" y="1152674"/>
                </a:lnTo>
                <a:lnTo>
                  <a:pt x="425352" y="1152674"/>
                </a:lnTo>
                <a:lnTo>
                  <a:pt x="425352" y="31005"/>
                </a:lnTo>
                <a:lnTo>
                  <a:pt x="27753" y="31005"/>
                </a:lnTo>
                <a:close/>
              </a:path>
            </a:pathLst>
          </a:custGeom>
          <a:solidFill xmlns:a="http://schemas.openxmlformats.org/drawingml/2006/main">
            <a:srgbClr val="89A4A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H">
            <a:extLst xmlns:a="http://schemas.openxmlformats.org/drawingml/2006/main">
              <a:ext uri="{FF2B5EF4-FFF2-40B4-BE49-F238E27FC236}">
                <a16:creationId xmlns:a16="http://schemas.microsoft.com/office/drawing/2014/main" id="{2B48FA7C-1CD1-4050-B98A-FB66B74D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4" y="3064512"/>
            <a:ext cx="120759" cy="134741"/>
          </a:xfrm>
          <a:custGeom xmlns:a="http://schemas.openxmlformats.org/drawingml/2006/main">
            <a:pathLst>
              <a:path w="120759" h="134741">
                <a:moveTo>
                  <a:pt x="58064" y="46042"/>
                </a:moveTo>
                <a:lnTo>
                  <a:pt x="20661" y="46042"/>
                </a:lnTo>
                <a:cubicBezTo>
                  <a:pt x="14455" y="46042"/>
                  <a:pt x="10575" y="46383"/>
                  <a:pt x="9022" y="47066"/>
                </a:cubicBezTo>
                <a:cubicBezTo>
                  <a:pt x="7471" y="47748"/>
                  <a:pt x="6114" y="49084"/>
                  <a:pt x="4951" y="51073"/>
                </a:cubicBezTo>
                <a:cubicBezTo>
                  <a:pt x="3788" y="53062"/>
                  <a:pt x="3206" y="55749"/>
                  <a:pt x="3206" y="59133"/>
                </a:cubicBezTo>
                <a:lnTo>
                  <a:pt x="3206" y="63140"/>
                </a:lnTo>
                <a:lnTo>
                  <a:pt x="0" y="63140"/>
                </a:lnTo>
                <a:lnTo>
                  <a:pt x="0" y="0"/>
                </a:lnTo>
                <a:lnTo>
                  <a:pt x="3206" y="0"/>
                </a:lnTo>
                <a:lnTo>
                  <a:pt x="3206" y="4007"/>
                </a:lnTo>
                <a:cubicBezTo>
                  <a:pt x="3206" y="7510"/>
                  <a:pt x="3832" y="10330"/>
                  <a:pt x="5084" y="12468"/>
                </a:cubicBezTo>
                <a:cubicBezTo>
                  <a:pt x="5921" y="14011"/>
                  <a:pt x="7354" y="15199"/>
                  <a:pt x="9381" y="16030"/>
                </a:cubicBezTo>
                <a:cubicBezTo>
                  <a:pt x="10814" y="16683"/>
                  <a:pt x="14574" y="17010"/>
                  <a:pt x="20661" y="17010"/>
                </a:cubicBezTo>
                <a:lnTo>
                  <a:pt x="100098" y="17010"/>
                </a:lnTo>
                <a:cubicBezTo>
                  <a:pt x="106304" y="17010"/>
                  <a:pt x="110183" y="16683"/>
                  <a:pt x="111734" y="16030"/>
                </a:cubicBezTo>
                <a:cubicBezTo>
                  <a:pt x="113287" y="15377"/>
                  <a:pt x="114645" y="14056"/>
                  <a:pt x="115808" y="12067"/>
                </a:cubicBezTo>
                <a:cubicBezTo>
                  <a:pt x="116971" y="10078"/>
                  <a:pt x="117553" y="7392"/>
                  <a:pt x="117553" y="4007"/>
                </a:cubicBezTo>
                <a:lnTo>
                  <a:pt x="117553" y="0"/>
                </a:lnTo>
                <a:lnTo>
                  <a:pt x="120759" y="0"/>
                </a:lnTo>
                <a:lnTo>
                  <a:pt x="120759" y="63140"/>
                </a:lnTo>
                <a:lnTo>
                  <a:pt x="117553" y="63140"/>
                </a:lnTo>
                <a:lnTo>
                  <a:pt x="117553" y="59133"/>
                </a:lnTo>
                <a:cubicBezTo>
                  <a:pt x="117553" y="55630"/>
                  <a:pt x="116927" y="52810"/>
                  <a:pt x="115674" y="50672"/>
                </a:cubicBezTo>
                <a:cubicBezTo>
                  <a:pt x="114838" y="49129"/>
                  <a:pt x="113405" y="47912"/>
                  <a:pt x="111377" y="47021"/>
                </a:cubicBezTo>
                <a:cubicBezTo>
                  <a:pt x="109945" y="46368"/>
                  <a:pt x="106185" y="46042"/>
                  <a:pt x="100098" y="46042"/>
                </a:cubicBezTo>
                <a:lnTo>
                  <a:pt x="65901" y="46042"/>
                </a:lnTo>
                <a:lnTo>
                  <a:pt x="65901" y="88699"/>
                </a:lnTo>
                <a:lnTo>
                  <a:pt x="100098" y="88699"/>
                </a:lnTo>
                <a:cubicBezTo>
                  <a:pt x="106304" y="88699"/>
                  <a:pt x="110183" y="88372"/>
                  <a:pt x="111734" y="87719"/>
                </a:cubicBezTo>
                <a:cubicBezTo>
                  <a:pt x="113287" y="87066"/>
                  <a:pt x="114645" y="85730"/>
                  <a:pt x="115808" y="83712"/>
                </a:cubicBezTo>
                <a:cubicBezTo>
                  <a:pt x="116971" y="81693"/>
                  <a:pt x="117553" y="78992"/>
                  <a:pt x="117553" y="75608"/>
                </a:cubicBezTo>
                <a:lnTo>
                  <a:pt x="117553" y="71689"/>
                </a:lnTo>
                <a:lnTo>
                  <a:pt x="120759" y="71689"/>
                </a:lnTo>
                <a:lnTo>
                  <a:pt x="120759" y="134741"/>
                </a:lnTo>
                <a:lnTo>
                  <a:pt x="117553" y="134741"/>
                </a:lnTo>
                <a:lnTo>
                  <a:pt x="117553" y="130822"/>
                </a:lnTo>
                <a:cubicBezTo>
                  <a:pt x="117553" y="127260"/>
                  <a:pt x="116927" y="124440"/>
                  <a:pt x="115674" y="122362"/>
                </a:cubicBezTo>
                <a:cubicBezTo>
                  <a:pt x="114838" y="120818"/>
                  <a:pt x="113405" y="119601"/>
                  <a:pt x="111377" y="118711"/>
                </a:cubicBezTo>
                <a:cubicBezTo>
                  <a:pt x="109945" y="118058"/>
                  <a:pt x="106185" y="117731"/>
                  <a:pt x="100098" y="117731"/>
                </a:cubicBezTo>
                <a:lnTo>
                  <a:pt x="20661" y="117731"/>
                </a:lnTo>
                <a:cubicBezTo>
                  <a:pt x="14455" y="117731"/>
                  <a:pt x="10575" y="118058"/>
                  <a:pt x="9022" y="118711"/>
                </a:cubicBezTo>
                <a:cubicBezTo>
                  <a:pt x="7471" y="119364"/>
                  <a:pt x="6114" y="120700"/>
                  <a:pt x="4951" y="122718"/>
                </a:cubicBezTo>
                <a:cubicBezTo>
                  <a:pt x="3788" y="124737"/>
                  <a:pt x="3206" y="127438"/>
                  <a:pt x="3206" y="130822"/>
                </a:cubicBezTo>
                <a:lnTo>
                  <a:pt x="3206" y="134741"/>
                </a:lnTo>
                <a:lnTo>
                  <a:pt x="0" y="134741"/>
                </a:lnTo>
                <a:lnTo>
                  <a:pt x="0" y="71689"/>
                </a:lnTo>
                <a:lnTo>
                  <a:pt x="3206" y="71689"/>
                </a:lnTo>
                <a:lnTo>
                  <a:pt x="3206" y="75608"/>
                </a:lnTo>
                <a:cubicBezTo>
                  <a:pt x="3206" y="79170"/>
                  <a:pt x="3832" y="81990"/>
                  <a:pt x="5084" y="84068"/>
                </a:cubicBezTo>
                <a:cubicBezTo>
                  <a:pt x="5921" y="85612"/>
                  <a:pt x="7354" y="86829"/>
                  <a:pt x="9381" y="87719"/>
                </a:cubicBezTo>
                <a:cubicBezTo>
                  <a:pt x="10814" y="88372"/>
                  <a:pt x="14574" y="88699"/>
                  <a:pt x="20661" y="88699"/>
                </a:cubicBezTo>
                <a:lnTo>
                  <a:pt x="58064" y="88699"/>
                </a:lnTo>
                <a:lnTo>
                  <a:pt x="58064" y="460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a">
            <a:extLst xmlns:a="http://schemas.openxmlformats.org/drawingml/2006/main">
              <a:ext uri="{FF2B5EF4-FFF2-40B4-BE49-F238E27FC236}">
                <a16:creationId xmlns:a16="http://schemas.microsoft.com/office/drawing/2014/main" id="{0921FFB1-3156-4922-8B8A-C582172E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87" y="3210771"/>
            <a:ext cx="87096" cy="79972"/>
          </a:xfrm>
          <a:custGeom xmlns:a="http://schemas.openxmlformats.org/drawingml/2006/main">
            <a:pathLst>
              <a:path w="87096" h="79972">
                <a:moveTo>
                  <a:pt x="13536" y="43904"/>
                </a:moveTo>
                <a:cubicBezTo>
                  <a:pt x="4512" y="33752"/>
                  <a:pt x="0" y="24639"/>
                  <a:pt x="0" y="16564"/>
                </a:cubicBezTo>
                <a:cubicBezTo>
                  <a:pt x="0" y="11815"/>
                  <a:pt x="1563" y="7867"/>
                  <a:pt x="4689" y="4720"/>
                </a:cubicBezTo>
                <a:cubicBezTo>
                  <a:pt x="7817" y="1573"/>
                  <a:pt x="11734" y="0"/>
                  <a:pt x="16439" y="0"/>
                </a:cubicBezTo>
                <a:cubicBezTo>
                  <a:pt x="22814" y="0"/>
                  <a:pt x="28548" y="2731"/>
                  <a:pt x="33641" y="8193"/>
                </a:cubicBezTo>
                <a:cubicBezTo>
                  <a:pt x="38733" y="13655"/>
                  <a:pt x="45509" y="25559"/>
                  <a:pt x="53967" y="43904"/>
                </a:cubicBezTo>
                <a:lnTo>
                  <a:pt x="62339" y="43904"/>
                </a:lnTo>
                <a:cubicBezTo>
                  <a:pt x="68632" y="43904"/>
                  <a:pt x="72595" y="43563"/>
                  <a:pt x="74228" y="42880"/>
                </a:cubicBezTo>
                <a:cubicBezTo>
                  <a:pt x="75860" y="42197"/>
                  <a:pt x="77285" y="40906"/>
                  <a:pt x="78502" y="39006"/>
                </a:cubicBezTo>
                <a:cubicBezTo>
                  <a:pt x="79719" y="37106"/>
                  <a:pt x="80328" y="34969"/>
                  <a:pt x="80328" y="32594"/>
                </a:cubicBezTo>
                <a:cubicBezTo>
                  <a:pt x="80328" y="28735"/>
                  <a:pt x="79467" y="25559"/>
                  <a:pt x="77745" y="23065"/>
                </a:cubicBezTo>
                <a:cubicBezTo>
                  <a:pt x="76677" y="21522"/>
                  <a:pt x="75430" y="20750"/>
                  <a:pt x="74005" y="20750"/>
                </a:cubicBezTo>
                <a:cubicBezTo>
                  <a:pt x="72758" y="20750"/>
                  <a:pt x="71214" y="21581"/>
                  <a:pt x="69374" y="23243"/>
                </a:cubicBezTo>
                <a:cubicBezTo>
                  <a:pt x="66821" y="25499"/>
                  <a:pt x="64357" y="26628"/>
                  <a:pt x="61982" y="26628"/>
                </a:cubicBezTo>
                <a:cubicBezTo>
                  <a:pt x="59073" y="26628"/>
                  <a:pt x="56595" y="25544"/>
                  <a:pt x="54546" y="23377"/>
                </a:cubicBezTo>
                <a:cubicBezTo>
                  <a:pt x="52498" y="21210"/>
                  <a:pt x="51474" y="18375"/>
                  <a:pt x="51474" y="14872"/>
                </a:cubicBezTo>
                <a:cubicBezTo>
                  <a:pt x="51474" y="11132"/>
                  <a:pt x="52602" y="8000"/>
                  <a:pt x="54858" y="5477"/>
                </a:cubicBezTo>
                <a:cubicBezTo>
                  <a:pt x="57114" y="2954"/>
                  <a:pt x="59756" y="1692"/>
                  <a:pt x="62784" y="1692"/>
                </a:cubicBezTo>
                <a:cubicBezTo>
                  <a:pt x="67059" y="1692"/>
                  <a:pt x="71140" y="3384"/>
                  <a:pt x="75029" y="6768"/>
                </a:cubicBezTo>
                <a:cubicBezTo>
                  <a:pt x="78918" y="10152"/>
                  <a:pt x="81901" y="14872"/>
                  <a:pt x="83979" y="20928"/>
                </a:cubicBezTo>
                <a:cubicBezTo>
                  <a:pt x="86057" y="26984"/>
                  <a:pt x="87096" y="33277"/>
                  <a:pt x="87096" y="39808"/>
                </a:cubicBezTo>
                <a:cubicBezTo>
                  <a:pt x="87096" y="47704"/>
                  <a:pt x="85414" y="53953"/>
                  <a:pt x="82050" y="58554"/>
                </a:cubicBezTo>
                <a:cubicBezTo>
                  <a:pt x="78689" y="63155"/>
                  <a:pt x="75044" y="66138"/>
                  <a:pt x="71116" y="67504"/>
                </a:cubicBezTo>
                <a:cubicBezTo>
                  <a:pt x="68617" y="68335"/>
                  <a:pt x="62875" y="68751"/>
                  <a:pt x="53890" y="68751"/>
                </a:cubicBezTo>
                <a:lnTo>
                  <a:pt x="21487" y="68751"/>
                </a:lnTo>
                <a:cubicBezTo>
                  <a:pt x="17678" y="68751"/>
                  <a:pt x="15282" y="68899"/>
                  <a:pt x="14299" y="69196"/>
                </a:cubicBezTo>
                <a:cubicBezTo>
                  <a:pt x="13317" y="69493"/>
                  <a:pt x="12588" y="69938"/>
                  <a:pt x="12112" y="70532"/>
                </a:cubicBezTo>
                <a:cubicBezTo>
                  <a:pt x="11637" y="71125"/>
                  <a:pt x="11399" y="71808"/>
                  <a:pt x="11399" y="72580"/>
                </a:cubicBezTo>
                <a:cubicBezTo>
                  <a:pt x="11399" y="74124"/>
                  <a:pt x="12497" y="75697"/>
                  <a:pt x="14694" y="77300"/>
                </a:cubicBezTo>
                <a:lnTo>
                  <a:pt x="12557" y="79972"/>
                </a:lnTo>
                <a:cubicBezTo>
                  <a:pt x="8163" y="77003"/>
                  <a:pt x="4972" y="73931"/>
                  <a:pt x="2983" y="70754"/>
                </a:cubicBezTo>
                <a:cubicBezTo>
                  <a:pt x="994" y="67578"/>
                  <a:pt x="0" y="63971"/>
                  <a:pt x="0" y="59934"/>
                </a:cubicBezTo>
                <a:cubicBezTo>
                  <a:pt x="0" y="55185"/>
                  <a:pt x="1121" y="51474"/>
                  <a:pt x="3362" y="48802"/>
                </a:cubicBezTo>
                <a:cubicBezTo>
                  <a:pt x="5603" y="46131"/>
                  <a:pt x="8995" y="44498"/>
                  <a:pt x="13536" y="43904"/>
                </a:cubicBezTo>
                <a:moveTo>
                  <a:pt x="20126" y="43904"/>
                </a:moveTo>
                <a:lnTo>
                  <a:pt x="47984" y="43904"/>
                </a:lnTo>
                <a:cubicBezTo>
                  <a:pt x="43748" y="36720"/>
                  <a:pt x="39214" y="31377"/>
                  <a:pt x="34381" y="27874"/>
                </a:cubicBezTo>
                <a:cubicBezTo>
                  <a:pt x="31160" y="25559"/>
                  <a:pt x="27909" y="24401"/>
                  <a:pt x="24627" y="24401"/>
                </a:cubicBezTo>
                <a:cubicBezTo>
                  <a:pt x="21883" y="24401"/>
                  <a:pt x="19466" y="25381"/>
                  <a:pt x="17377" y="27340"/>
                </a:cubicBezTo>
                <a:cubicBezTo>
                  <a:pt x="15766" y="28824"/>
                  <a:pt x="14961" y="30902"/>
                  <a:pt x="14961" y="33574"/>
                </a:cubicBezTo>
                <a:cubicBezTo>
                  <a:pt x="14961" y="36542"/>
                  <a:pt x="16683" y="39986"/>
                  <a:pt x="20126" y="439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r">
            <a:extLst xmlns:a="http://schemas.openxmlformats.org/drawingml/2006/main">
              <a:ext uri="{FF2B5EF4-FFF2-40B4-BE49-F238E27FC236}">
                <a16:creationId xmlns:a16="http://schemas.microsoft.com/office/drawing/2014/main" id="{0080C4B5-885B-42FD-902C-A9F6FAF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4" y="3300449"/>
            <a:ext cx="85849" cy="71511"/>
          </a:xfrm>
          <a:custGeom xmlns:a="http://schemas.openxmlformats.org/drawingml/2006/main">
            <a:pathLst>
              <a:path w="85849" h="71511">
                <a:moveTo>
                  <a:pt x="83356" y="34019"/>
                </a:moveTo>
                <a:lnTo>
                  <a:pt x="64476" y="34019"/>
                </a:lnTo>
                <a:cubicBezTo>
                  <a:pt x="73085" y="39541"/>
                  <a:pt x="78799" y="44379"/>
                  <a:pt x="81619" y="48535"/>
                </a:cubicBezTo>
                <a:cubicBezTo>
                  <a:pt x="84439" y="52691"/>
                  <a:pt x="85849" y="56698"/>
                  <a:pt x="85849" y="60558"/>
                </a:cubicBezTo>
                <a:cubicBezTo>
                  <a:pt x="85849" y="63882"/>
                  <a:pt x="84821" y="66539"/>
                  <a:pt x="82766" y="68528"/>
                </a:cubicBezTo>
                <a:cubicBezTo>
                  <a:pt x="80710" y="70517"/>
                  <a:pt x="77806" y="71511"/>
                  <a:pt x="74052" y="71511"/>
                </a:cubicBezTo>
                <a:cubicBezTo>
                  <a:pt x="70060" y="71511"/>
                  <a:pt x="66960" y="70547"/>
                  <a:pt x="64754" y="68617"/>
                </a:cubicBezTo>
                <a:cubicBezTo>
                  <a:pt x="62550" y="66688"/>
                  <a:pt x="61448" y="64357"/>
                  <a:pt x="61448" y="61626"/>
                </a:cubicBezTo>
                <a:cubicBezTo>
                  <a:pt x="61448" y="58480"/>
                  <a:pt x="62457" y="55749"/>
                  <a:pt x="64476" y="53433"/>
                </a:cubicBezTo>
                <a:cubicBezTo>
                  <a:pt x="66495" y="51118"/>
                  <a:pt x="67623" y="49752"/>
                  <a:pt x="67860" y="49337"/>
                </a:cubicBezTo>
                <a:cubicBezTo>
                  <a:pt x="68216" y="48743"/>
                  <a:pt x="68394" y="48060"/>
                  <a:pt x="68394" y="47288"/>
                </a:cubicBezTo>
                <a:cubicBezTo>
                  <a:pt x="68394" y="45567"/>
                  <a:pt x="67741" y="43934"/>
                  <a:pt x="66435" y="42390"/>
                </a:cubicBezTo>
                <a:cubicBezTo>
                  <a:pt x="64417" y="39956"/>
                  <a:pt x="61537" y="38116"/>
                  <a:pt x="57797" y="36869"/>
                </a:cubicBezTo>
                <a:cubicBezTo>
                  <a:pt x="52038" y="34969"/>
                  <a:pt x="45685" y="34019"/>
                  <a:pt x="38739" y="34019"/>
                </a:cubicBezTo>
                <a:lnTo>
                  <a:pt x="19592" y="34019"/>
                </a:lnTo>
                <a:lnTo>
                  <a:pt x="14605" y="34108"/>
                </a:lnTo>
                <a:cubicBezTo>
                  <a:pt x="11221" y="34108"/>
                  <a:pt x="9054" y="34316"/>
                  <a:pt x="8104" y="34732"/>
                </a:cubicBezTo>
                <a:cubicBezTo>
                  <a:pt x="6501" y="35444"/>
                  <a:pt x="5328" y="36498"/>
                  <a:pt x="4586" y="37893"/>
                </a:cubicBezTo>
                <a:cubicBezTo>
                  <a:pt x="3844" y="39288"/>
                  <a:pt x="3384" y="41648"/>
                  <a:pt x="3206" y="44973"/>
                </a:cubicBezTo>
                <a:lnTo>
                  <a:pt x="0" y="44973"/>
                </a:lnTo>
                <a:lnTo>
                  <a:pt x="0" y="0"/>
                </a:lnTo>
                <a:lnTo>
                  <a:pt x="3206" y="0"/>
                </a:lnTo>
                <a:cubicBezTo>
                  <a:pt x="3503" y="3622"/>
                  <a:pt x="4497" y="6071"/>
                  <a:pt x="6189" y="7347"/>
                </a:cubicBezTo>
                <a:cubicBezTo>
                  <a:pt x="7881" y="8624"/>
                  <a:pt x="12349" y="9262"/>
                  <a:pt x="19592" y="9262"/>
                </a:cubicBezTo>
                <a:lnTo>
                  <a:pt x="65723" y="9262"/>
                </a:lnTo>
                <a:cubicBezTo>
                  <a:pt x="70502" y="9262"/>
                  <a:pt x="73548" y="9024"/>
                  <a:pt x="74862" y="8549"/>
                </a:cubicBezTo>
                <a:cubicBezTo>
                  <a:pt x="76536" y="7956"/>
                  <a:pt x="77760" y="7095"/>
                  <a:pt x="78536" y="5967"/>
                </a:cubicBezTo>
                <a:cubicBezTo>
                  <a:pt x="79313" y="4839"/>
                  <a:pt x="79851" y="2850"/>
                  <a:pt x="80150" y="0"/>
                </a:cubicBezTo>
                <a:lnTo>
                  <a:pt x="83356" y="0"/>
                </a:lnTo>
                <a:lnTo>
                  <a:pt x="83356" y="340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d">
            <a:extLst xmlns:a="http://schemas.openxmlformats.org/drawingml/2006/main">
              <a:ext uri="{FF2B5EF4-FFF2-40B4-BE49-F238E27FC236}">
                <a16:creationId xmlns:a16="http://schemas.microsoft.com/office/drawing/2014/main" id="{BF16CFDE-9610-48EC-8BCF-93E0E0DE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40" y="3381785"/>
            <a:ext cx="123252" cy="90302"/>
          </a:xfrm>
          <a:custGeom xmlns:a="http://schemas.openxmlformats.org/drawingml/2006/main">
            <a:pathLst>
              <a:path w="123252" h="90302">
                <a:moveTo>
                  <a:pt x="123252" y="80061"/>
                </a:moveTo>
                <a:lnTo>
                  <a:pt x="27429" y="80061"/>
                </a:lnTo>
                <a:cubicBezTo>
                  <a:pt x="21023" y="80061"/>
                  <a:pt x="17232" y="80239"/>
                  <a:pt x="16058" y="80595"/>
                </a:cubicBezTo>
                <a:cubicBezTo>
                  <a:pt x="14117" y="81070"/>
                  <a:pt x="12676" y="81975"/>
                  <a:pt x="11736" y="83311"/>
                </a:cubicBezTo>
                <a:cubicBezTo>
                  <a:pt x="10797" y="84647"/>
                  <a:pt x="10210" y="86977"/>
                  <a:pt x="9974" y="90302"/>
                </a:cubicBezTo>
                <a:lnTo>
                  <a:pt x="6768" y="90302"/>
                </a:lnTo>
                <a:lnTo>
                  <a:pt x="0" y="55125"/>
                </a:lnTo>
                <a:lnTo>
                  <a:pt x="13180" y="55125"/>
                </a:lnTo>
                <a:cubicBezTo>
                  <a:pt x="8074" y="50910"/>
                  <a:pt x="4601" y="47155"/>
                  <a:pt x="2761" y="43860"/>
                </a:cubicBezTo>
                <a:cubicBezTo>
                  <a:pt x="920" y="40565"/>
                  <a:pt x="0" y="36839"/>
                  <a:pt x="0" y="32683"/>
                </a:cubicBezTo>
                <a:cubicBezTo>
                  <a:pt x="0" y="22056"/>
                  <a:pt x="4754" y="13655"/>
                  <a:pt x="14263" y="7481"/>
                </a:cubicBezTo>
                <a:cubicBezTo>
                  <a:pt x="21988" y="2494"/>
                  <a:pt x="31467" y="0"/>
                  <a:pt x="42699" y="0"/>
                </a:cubicBezTo>
                <a:cubicBezTo>
                  <a:pt x="51673" y="0"/>
                  <a:pt x="59712" y="1544"/>
                  <a:pt x="66814" y="4631"/>
                </a:cubicBezTo>
                <a:cubicBezTo>
                  <a:pt x="73916" y="7718"/>
                  <a:pt x="79280" y="11948"/>
                  <a:pt x="82905" y="17321"/>
                </a:cubicBezTo>
                <a:cubicBezTo>
                  <a:pt x="86530" y="22694"/>
                  <a:pt x="88343" y="28468"/>
                  <a:pt x="88343" y="34642"/>
                </a:cubicBezTo>
                <a:cubicBezTo>
                  <a:pt x="88343" y="38620"/>
                  <a:pt x="87564" y="42153"/>
                  <a:pt x="86008" y="45240"/>
                </a:cubicBezTo>
                <a:cubicBezTo>
                  <a:pt x="84451" y="48327"/>
                  <a:pt x="81727" y="51622"/>
                  <a:pt x="77834" y="55125"/>
                </a:cubicBezTo>
                <a:lnTo>
                  <a:pt x="102948" y="55125"/>
                </a:lnTo>
                <a:cubicBezTo>
                  <a:pt x="109300" y="55125"/>
                  <a:pt x="113130" y="54858"/>
                  <a:pt x="114436" y="54324"/>
                </a:cubicBezTo>
                <a:cubicBezTo>
                  <a:pt x="116158" y="53611"/>
                  <a:pt x="117434" y="52543"/>
                  <a:pt x="118265" y="51118"/>
                </a:cubicBezTo>
                <a:cubicBezTo>
                  <a:pt x="119097" y="49693"/>
                  <a:pt x="119512" y="47021"/>
                  <a:pt x="119512" y="43103"/>
                </a:cubicBezTo>
                <a:lnTo>
                  <a:pt x="123252" y="43103"/>
                </a:lnTo>
                <a:lnTo>
                  <a:pt x="123252" y="80061"/>
                </a:lnTo>
                <a:moveTo>
                  <a:pt x="66970" y="55125"/>
                </a:moveTo>
                <a:cubicBezTo>
                  <a:pt x="75281" y="50732"/>
                  <a:pt x="79437" y="45359"/>
                  <a:pt x="79437" y="39006"/>
                </a:cubicBezTo>
                <a:cubicBezTo>
                  <a:pt x="79437" y="36809"/>
                  <a:pt x="78844" y="34999"/>
                  <a:pt x="77656" y="33574"/>
                </a:cubicBezTo>
                <a:cubicBezTo>
                  <a:pt x="75816" y="31377"/>
                  <a:pt x="72580" y="29581"/>
                  <a:pt x="67949" y="28186"/>
                </a:cubicBezTo>
                <a:cubicBezTo>
                  <a:pt x="63318" y="26791"/>
                  <a:pt x="56224" y="26093"/>
                  <a:pt x="46665" y="26093"/>
                </a:cubicBezTo>
                <a:cubicBezTo>
                  <a:pt x="36156" y="26093"/>
                  <a:pt x="28379" y="26865"/>
                  <a:pt x="23332" y="28409"/>
                </a:cubicBezTo>
                <a:cubicBezTo>
                  <a:pt x="18286" y="29952"/>
                  <a:pt x="14635" y="32060"/>
                  <a:pt x="12379" y="34732"/>
                </a:cubicBezTo>
                <a:cubicBezTo>
                  <a:pt x="11251" y="36097"/>
                  <a:pt x="10687" y="37967"/>
                  <a:pt x="10687" y="40342"/>
                </a:cubicBezTo>
                <a:cubicBezTo>
                  <a:pt x="10687" y="45567"/>
                  <a:pt x="14796" y="50494"/>
                  <a:pt x="23015" y="55125"/>
                </a:cubicBezTo>
                <a:lnTo>
                  <a:pt x="66970" y="55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w">
            <a:extLst xmlns:a="http://schemas.openxmlformats.org/drawingml/2006/main">
              <a:ext uri="{FF2B5EF4-FFF2-40B4-BE49-F238E27FC236}">
                <a16:creationId xmlns:a16="http://schemas.microsoft.com/office/drawing/2014/main" id="{E817F454-DD86-436D-9323-EC71D13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40" y="3477669"/>
            <a:ext cx="85849" cy="128329"/>
          </a:xfrm>
          <a:custGeom xmlns:a="http://schemas.openxmlformats.org/drawingml/2006/main">
            <a:pathLst>
              <a:path w="85849" h="128329">
                <a:moveTo>
                  <a:pt x="0" y="87185"/>
                </a:moveTo>
                <a:lnTo>
                  <a:pt x="61150" y="64387"/>
                </a:lnTo>
                <a:lnTo>
                  <a:pt x="0" y="42034"/>
                </a:lnTo>
                <a:lnTo>
                  <a:pt x="0" y="37403"/>
                </a:lnTo>
                <a:lnTo>
                  <a:pt x="60407" y="15228"/>
                </a:lnTo>
                <a:cubicBezTo>
                  <a:pt x="69673" y="11904"/>
                  <a:pt x="75710" y="9084"/>
                  <a:pt x="78519" y="6768"/>
                </a:cubicBezTo>
                <a:cubicBezTo>
                  <a:pt x="80432" y="5284"/>
                  <a:pt x="81806" y="3028"/>
                  <a:pt x="82643" y="0"/>
                </a:cubicBezTo>
                <a:lnTo>
                  <a:pt x="85849" y="0"/>
                </a:lnTo>
                <a:lnTo>
                  <a:pt x="85849" y="42034"/>
                </a:lnTo>
                <a:lnTo>
                  <a:pt x="82643" y="42034"/>
                </a:lnTo>
                <a:cubicBezTo>
                  <a:pt x="82643" y="39184"/>
                  <a:pt x="82224" y="37225"/>
                  <a:pt x="81385" y="36156"/>
                </a:cubicBezTo>
                <a:cubicBezTo>
                  <a:pt x="80549" y="35088"/>
                  <a:pt x="79591" y="34553"/>
                  <a:pt x="78513" y="34553"/>
                </a:cubicBezTo>
                <a:cubicBezTo>
                  <a:pt x="77497" y="34553"/>
                  <a:pt x="74445" y="35503"/>
                  <a:pt x="69357" y="37403"/>
                </a:cubicBezTo>
                <a:lnTo>
                  <a:pt x="36819" y="49604"/>
                </a:lnTo>
                <a:lnTo>
                  <a:pt x="69257" y="61359"/>
                </a:lnTo>
                <a:lnTo>
                  <a:pt x="71539" y="60468"/>
                </a:lnTo>
                <a:cubicBezTo>
                  <a:pt x="76016" y="58687"/>
                  <a:pt x="78867" y="57129"/>
                  <a:pt x="80091" y="55793"/>
                </a:cubicBezTo>
                <a:cubicBezTo>
                  <a:pt x="81316" y="54457"/>
                  <a:pt x="82166" y="52394"/>
                  <a:pt x="82643" y="49604"/>
                </a:cubicBezTo>
                <a:lnTo>
                  <a:pt x="85849" y="49604"/>
                </a:lnTo>
                <a:lnTo>
                  <a:pt x="85849" y="92261"/>
                </a:lnTo>
                <a:lnTo>
                  <a:pt x="82643" y="92261"/>
                </a:lnTo>
                <a:cubicBezTo>
                  <a:pt x="82463" y="88936"/>
                  <a:pt x="81999" y="86829"/>
                  <a:pt x="81252" y="85938"/>
                </a:cubicBezTo>
                <a:cubicBezTo>
                  <a:pt x="80504" y="85048"/>
                  <a:pt x="79442" y="84602"/>
                  <a:pt x="78065" y="84602"/>
                </a:cubicBezTo>
                <a:cubicBezTo>
                  <a:pt x="76748" y="84602"/>
                  <a:pt x="73845" y="85463"/>
                  <a:pt x="69357" y="87185"/>
                </a:cubicBezTo>
                <a:lnTo>
                  <a:pt x="36819" y="98940"/>
                </a:lnTo>
                <a:lnTo>
                  <a:pt x="66772" y="109627"/>
                </a:lnTo>
                <a:cubicBezTo>
                  <a:pt x="71076" y="111171"/>
                  <a:pt x="74006" y="111942"/>
                  <a:pt x="75561" y="111942"/>
                </a:cubicBezTo>
                <a:cubicBezTo>
                  <a:pt x="77891" y="111942"/>
                  <a:pt x="79594" y="111378"/>
                  <a:pt x="80670" y="110250"/>
                </a:cubicBezTo>
                <a:cubicBezTo>
                  <a:pt x="81746" y="109122"/>
                  <a:pt x="82404" y="106926"/>
                  <a:pt x="82643" y="103660"/>
                </a:cubicBezTo>
                <a:lnTo>
                  <a:pt x="85849" y="103660"/>
                </a:lnTo>
                <a:lnTo>
                  <a:pt x="85849" y="128329"/>
                </a:lnTo>
                <a:lnTo>
                  <a:pt x="82643" y="128329"/>
                </a:lnTo>
                <a:cubicBezTo>
                  <a:pt x="82283" y="125598"/>
                  <a:pt x="81310" y="123431"/>
                  <a:pt x="79724" y="121828"/>
                </a:cubicBezTo>
                <a:cubicBezTo>
                  <a:pt x="78138" y="120225"/>
                  <a:pt x="73631" y="118147"/>
                  <a:pt x="66204" y="115594"/>
                </a:cubicBezTo>
                <a:lnTo>
                  <a:pt x="0" y="92261"/>
                </a:lnTo>
                <a:lnTo>
                  <a:pt x="0" y="871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a">
            <a:extLst xmlns:a="http://schemas.openxmlformats.org/drawingml/2006/main">
              <a:ext uri="{FF2B5EF4-FFF2-40B4-BE49-F238E27FC236}">
                <a16:creationId xmlns:a16="http://schemas.microsoft.com/office/drawing/2014/main" id="{F00D73AF-2930-4F5C-95A8-BCA7C4D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87" y="3617672"/>
            <a:ext cx="87096" cy="79972"/>
          </a:xfrm>
          <a:custGeom xmlns:a="http://schemas.openxmlformats.org/drawingml/2006/main">
            <a:pathLst>
              <a:path w="87096" h="79972">
                <a:moveTo>
                  <a:pt x="13536" y="43904"/>
                </a:moveTo>
                <a:cubicBezTo>
                  <a:pt x="4512" y="33752"/>
                  <a:pt x="0" y="24639"/>
                  <a:pt x="0" y="16564"/>
                </a:cubicBezTo>
                <a:cubicBezTo>
                  <a:pt x="0" y="11815"/>
                  <a:pt x="1563" y="7867"/>
                  <a:pt x="4689" y="4720"/>
                </a:cubicBezTo>
                <a:cubicBezTo>
                  <a:pt x="7817" y="1573"/>
                  <a:pt x="11734" y="0"/>
                  <a:pt x="16439" y="0"/>
                </a:cubicBezTo>
                <a:cubicBezTo>
                  <a:pt x="22814" y="0"/>
                  <a:pt x="28548" y="2731"/>
                  <a:pt x="33641" y="8193"/>
                </a:cubicBezTo>
                <a:cubicBezTo>
                  <a:pt x="38733" y="13655"/>
                  <a:pt x="45509" y="25559"/>
                  <a:pt x="53967" y="43904"/>
                </a:cubicBezTo>
                <a:lnTo>
                  <a:pt x="62339" y="43904"/>
                </a:lnTo>
                <a:cubicBezTo>
                  <a:pt x="68632" y="43904"/>
                  <a:pt x="72595" y="43563"/>
                  <a:pt x="74228" y="42880"/>
                </a:cubicBezTo>
                <a:cubicBezTo>
                  <a:pt x="75860" y="42197"/>
                  <a:pt x="77285" y="40906"/>
                  <a:pt x="78502" y="39006"/>
                </a:cubicBezTo>
                <a:cubicBezTo>
                  <a:pt x="79719" y="37106"/>
                  <a:pt x="80328" y="34969"/>
                  <a:pt x="80328" y="32594"/>
                </a:cubicBezTo>
                <a:cubicBezTo>
                  <a:pt x="80328" y="28735"/>
                  <a:pt x="79467" y="25559"/>
                  <a:pt x="77745" y="23065"/>
                </a:cubicBezTo>
                <a:cubicBezTo>
                  <a:pt x="76677" y="21522"/>
                  <a:pt x="75430" y="20750"/>
                  <a:pt x="74005" y="20750"/>
                </a:cubicBezTo>
                <a:cubicBezTo>
                  <a:pt x="72758" y="20750"/>
                  <a:pt x="71214" y="21581"/>
                  <a:pt x="69374" y="23243"/>
                </a:cubicBezTo>
                <a:cubicBezTo>
                  <a:pt x="66821" y="25499"/>
                  <a:pt x="64357" y="26628"/>
                  <a:pt x="61982" y="26628"/>
                </a:cubicBezTo>
                <a:cubicBezTo>
                  <a:pt x="59073" y="26628"/>
                  <a:pt x="56595" y="25544"/>
                  <a:pt x="54546" y="23377"/>
                </a:cubicBezTo>
                <a:cubicBezTo>
                  <a:pt x="52498" y="21210"/>
                  <a:pt x="51474" y="18375"/>
                  <a:pt x="51474" y="14872"/>
                </a:cubicBezTo>
                <a:cubicBezTo>
                  <a:pt x="51474" y="11132"/>
                  <a:pt x="52602" y="8000"/>
                  <a:pt x="54858" y="5477"/>
                </a:cubicBezTo>
                <a:cubicBezTo>
                  <a:pt x="57114" y="2954"/>
                  <a:pt x="59756" y="1692"/>
                  <a:pt x="62784" y="1692"/>
                </a:cubicBezTo>
                <a:cubicBezTo>
                  <a:pt x="67059" y="1692"/>
                  <a:pt x="71140" y="3384"/>
                  <a:pt x="75029" y="6768"/>
                </a:cubicBezTo>
                <a:cubicBezTo>
                  <a:pt x="78918" y="10152"/>
                  <a:pt x="81901" y="14872"/>
                  <a:pt x="83979" y="20928"/>
                </a:cubicBezTo>
                <a:cubicBezTo>
                  <a:pt x="86057" y="26984"/>
                  <a:pt x="87096" y="33277"/>
                  <a:pt x="87096" y="39808"/>
                </a:cubicBezTo>
                <a:cubicBezTo>
                  <a:pt x="87096" y="47704"/>
                  <a:pt x="85414" y="53953"/>
                  <a:pt x="82050" y="58554"/>
                </a:cubicBezTo>
                <a:cubicBezTo>
                  <a:pt x="78689" y="63155"/>
                  <a:pt x="75044" y="66138"/>
                  <a:pt x="71116" y="67504"/>
                </a:cubicBezTo>
                <a:cubicBezTo>
                  <a:pt x="68617" y="68335"/>
                  <a:pt x="62875" y="68751"/>
                  <a:pt x="53890" y="68751"/>
                </a:cubicBezTo>
                <a:lnTo>
                  <a:pt x="21487" y="68751"/>
                </a:lnTo>
                <a:cubicBezTo>
                  <a:pt x="17678" y="68751"/>
                  <a:pt x="15282" y="68899"/>
                  <a:pt x="14299" y="69196"/>
                </a:cubicBezTo>
                <a:cubicBezTo>
                  <a:pt x="13317" y="69493"/>
                  <a:pt x="12588" y="69938"/>
                  <a:pt x="12112" y="70532"/>
                </a:cubicBezTo>
                <a:cubicBezTo>
                  <a:pt x="11637" y="71125"/>
                  <a:pt x="11399" y="71808"/>
                  <a:pt x="11399" y="72580"/>
                </a:cubicBezTo>
                <a:cubicBezTo>
                  <a:pt x="11399" y="74124"/>
                  <a:pt x="12497" y="75697"/>
                  <a:pt x="14694" y="77300"/>
                </a:cubicBezTo>
                <a:lnTo>
                  <a:pt x="12557" y="79972"/>
                </a:lnTo>
                <a:cubicBezTo>
                  <a:pt x="8163" y="77003"/>
                  <a:pt x="4972" y="73931"/>
                  <a:pt x="2983" y="70754"/>
                </a:cubicBezTo>
                <a:cubicBezTo>
                  <a:pt x="994" y="67578"/>
                  <a:pt x="0" y="63971"/>
                  <a:pt x="0" y="59934"/>
                </a:cubicBezTo>
                <a:cubicBezTo>
                  <a:pt x="0" y="55185"/>
                  <a:pt x="1121" y="51474"/>
                  <a:pt x="3362" y="48802"/>
                </a:cubicBezTo>
                <a:cubicBezTo>
                  <a:pt x="5603" y="46131"/>
                  <a:pt x="8995" y="44498"/>
                  <a:pt x="13536" y="43904"/>
                </a:cubicBezTo>
                <a:moveTo>
                  <a:pt x="20126" y="43904"/>
                </a:moveTo>
                <a:lnTo>
                  <a:pt x="47984" y="43904"/>
                </a:lnTo>
                <a:cubicBezTo>
                  <a:pt x="43748" y="36720"/>
                  <a:pt x="39214" y="31377"/>
                  <a:pt x="34381" y="27874"/>
                </a:cubicBezTo>
                <a:cubicBezTo>
                  <a:pt x="31160" y="25559"/>
                  <a:pt x="27909" y="24401"/>
                  <a:pt x="24627" y="24401"/>
                </a:cubicBezTo>
                <a:cubicBezTo>
                  <a:pt x="21883" y="24401"/>
                  <a:pt x="19466" y="25381"/>
                  <a:pt x="17377" y="27340"/>
                </a:cubicBezTo>
                <a:cubicBezTo>
                  <a:pt x="15766" y="28824"/>
                  <a:pt x="14961" y="30902"/>
                  <a:pt x="14961" y="33574"/>
                </a:cubicBezTo>
                <a:cubicBezTo>
                  <a:pt x="14961" y="36542"/>
                  <a:pt x="16683" y="39986"/>
                  <a:pt x="20126" y="439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r">
            <a:extLst xmlns:a="http://schemas.openxmlformats.org/drawingml/2006/main">
              <a:ext uri="{FF2B5EF4-FFF2-40B4-BE49-F238E27FC236}">
                <a16:creationId xmlns:a16="http://schemas.microsoft.com/office/drawing/2014/main" id="{0616CD99-60A8-40A3-A424-0DFE9581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4" y="3707351"/>
            <a:ext cx="85849" cy="71511"/>
          </a:xfrm>
          <a:custGeom xmlns:a="http://schemas.openxmlformats.org/drawingml/2006/main">
            <a:pathLst>
              <a:path w="85849" h="71511">
                <a:moveTo>
                  <a:pt x="83356" y="34019"/>
                </a:moveTo>
                <a:lnTo>
                  <a:pt x="64476" y="34019"/>
                </a:lnTo>
                <a:cubicBezTo>
                  <a:pt x="73085" y="39541"/>
                  <a:pt x="78799" y="44379"/>
                  <a:pt x="81619" y="48535"/>
                </a:cubicBezTo>
                <a:cubicBezTo>
                  <a:pt x="84439" y="52691"/>
                  <a:pt x="85849" y="56698"/>
                  <a:pt x="85849" y="60558"/>
                </a:cubicBezTo>
                <a:cubicBezTo>
                  <a:pt x="85849" y="63882"/>
                  <a:pt x="84821" y="66539"/>
                  <a:pt x="82766" y="68528"/>
                </a:cubicBezTo>
                <a:cubicBezTo>
                  <a:pt x="80710" y="70517"/>
                  <a:pt x="77806" y="71511"/>
                  <a:pt x="74052" y="71511"/>
                </a:cubicBezTo>
                <a:cubicBezTo>
                  <a:pt x="70060" y="71511"/>
                  <a:pt x="66960" y="70547"/>
                  <a:pt x="64754" y="68617"/>
                </a:cubicBezTo>
                <a:cubicBezTo>
                  <a:pt x="62550" y="66688"/>
                  <a:pt x="61448" y="64357"/>
                  <a:pt x="61448" y="61626"/>
                </a:cubicBezTo>
                <a:cubicBezTo>
                  <a:pt x="61448" y="58480"/>
                  <a:pt x="62457" y="55749"/>
                  <a:pt x="64476" y="53433"/>
                </a:cubicBezTo>
                <a:cubicBezTo>
                  <a:pt x="66495" y="51118"/>
                  <a:pt x="67623" y="49752"/>
                  <a:pt x="67860" y="49337"/>
                </a:cubicBezTo>
                <a:cubicBezTo>
                  <a:pt x="68216" y="48743"/>
                  <a:pt x="68394" y="48060"/>
                  <a:pt x="68394" y="47288"/>
                </a:cubicBezTo>
                <a:cubicBezTo>
                  <a:pt x="68394" y="45567"/>
                  <a:pt x="67741" y="43934"/>
                  <a:pt x="66435" y="42390"/>
                </a:cubicBezTo>
                <a:cubicBezTo>
                  <a:pt x="64417" y="39956"/>
                  <a:pt x="61537" y="38116"/>
                  <a:pt x="57797" y="36869"/>
                </a:cubicBezTo>
                <a:cubicBezTo>
                  <a:pt x="52038" y="34969"/>
                  <a:pt x="45685" y="34019"/>
                  <a:pt x="38739" y="34019"/>
                </a:cubicBezTo>
                <a:lnTo>
                  <a:pt x="19592" y="34019"/>
                </a:lnTo>
                <a:lnTo>
                  <a:pt x="14605" y="34108"/>
                </a:lnTo>
                <a:cubicBezTo>
                  <a:pt x="11221" y="34108"/>
                  <a:pt x="9054" y="34316"/>
                  <a:pt x="8104" y="34732"/>
                </a:cubicBezTo>
                <a:cubicBezTo>
                  <a:pt x="6501" y="35444"/>
                  <a:pt x="5328" y="36498"/>
                  <a:pt x="4586" y="37893"/>
                </a:cubicBezTo>
                <a:cubicBezTo>
                  <a:pt x="3844" y="39288"/>
                  <a:pt x="3384" y="41648"/>
                  <a:pt x="3206" y="44973"/>
                </a:cubicBezTo>
                <a:lnTo>
                  <a:pt x="0" y="44973"/>
                </a:lnTo>
                <a:lnTo>
                  <a:pt x="0" y="0"/>
                </a:lnTo>
                <a:lnTo>
                  <a:pt x="3206" y="0"/>
                </a:lnTo>
                <a:cubicBezTo>
                  <a:pt x="3503" y="3622"/>
                  <a:pt x="4497" y="6071"/>
                  <a:pt x="6189" y="7347"/>
                </a:cubicBezTo>
                <a:cubicBezTo>
                  <a:pt x="7881" y="8624"/>
                  <a:pt x="12349" y="9262"/>
                  <a:pt x="19592" y="9262"/>
                </a:cubicBezTo>
                <a:lnTo>
                  <a:pt x="65723" y="9262"/>
                </a:lnTo>
                <a:cubicBezTo>
                  <a:pt x="70502" y="9262"/>
                  <a:pt x="73548" y="9024"/>
                  <a:pt x="74862" y="8549"/>
                </a:cubicBezTo>
                <a:cubicBezTo>
                  <a:pt x="76536" y="7956"/>
                  <a:pt x="77760" y="7095"/>
                  <a:pt x="78536" y="5967"/>
                </a:cubicBezTo>
                <a:cubicBezTo>
                  <a:pt x="79313" y="4839"/>
                  <a:pt x="79851" y="2850"/>
                  <a:pt x="80150" y="0"/>
                </a:cubicBezTo>
                <a:lnTo>
                  <a:pt x="83356" y="0"/>
                </a:lnTo>
                <a:lnTo>
                  <a:pt x="83356" y="340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e">
            <a:extLst xmlns:a="http://schemas.openxmlformats.org/drawingml/2006/main">
              <a:ext uri="{FF2B5EF4-FFF2-40B4-BE49-F238E27FC236}">
                <a16:creationId xmlns:a16="http://schemas.microsoft.com/office/drawing/2014/main" id="{B79FE2B9-FD67-48E8-9985-32725CA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40" y="3784309"/>
            <a:ext cx="88343" cy="69641"/>
          </a:xfrm>
          <a:custGeom xmlns:a="http://schemas.openxmlformats.org/drawingml/2006/main">
            <a:pathLst>
              <a:path w="88343" h="69641">
                <a:moveTo>
                  <a:pt x="47199" y="69641"/>
                </a:moveTo>
                <a:lnTo>
                  <a:pt x="47199" y="23956"/>
                </a:lnTo>
                <a:cubicBezTo>
                  <a:pt x="36127" y="24490"/>
                  <a:pt x="27376" y="27429"/>
                  <a:pt x="20947" y="32772"/>
                </a:cubicBezTo>
                <a:cubicBezTo>
                  <a:pt x="16007" y="36869"/>
                  <a:pt x="13536" y="41797"/>
                  <a:pt x="13536" y="47555"/>
                </a:cubicBezTo>
                <a:cubicBezTo>
                  <a:pt x="13536" y="51118"/>
                  <a:pt x="14531" y="54353"/>
                  <a:pt x="16520" y="57263"/>
                </a:cubicBezTo>
                <a:cubicBezTo>
                  <a:pt x="18509" y="60172"/>
                  <a:pt x="22086" y="63289"/>
                  <a:pt x="27251" y="66613"/>
                </a:cubicBezTo>
                <a:lnTo>
                  <a:pt x="25292" y="69641"/>
                </a:lnTo>
                <a:cubicBezTo>
                  <a:pt x="16089" y="65129"/>
                  <a:pt x="9573" y="60142"/>
                  <a:pt x="5744" y="54680"/>
                </a:cubicBezTo>
                <a:cubicBezTo>
                  <a:pt x="1915" y="49218"/>
                  <a:pt x="0" y="42895"/>
                  <a:pt x="0" y="35711"/>
                </a:cubicBezTo>
                <a:cubicBezTo>
                  <a:pt x="0" y="23362"/>
                  <a:pt x="4754" y="14011"/>
                  <a:pt x="14263" y="7659"/>
                </a:cubicBezTo>
                <a:cubicBezTo>
                  <a:pt x="21929" y="2553"/>
                  <a:pt x="31437" y="0"/>
                  <a:pt x="42788" y="0"/>
                </a:cubicBezTo>
                <a:cubicBezTo>
                  <a:pt x="56696" y="0"/>
                  <a:pt x="67765" y="3755"/>
                  <a:pt x="75995" y="11265"/>
                </a:cubicBezTo>
                <a:cubicBezTo>
                  <a:pt x="84227" y="18776"/>
                  <a:pt x="88343" y="27577"/>
                  <a:pt x="88343" y="37670"/>
                </a:cubicBezTo>
                <a:cubicBezTo>
                  <a:pt x="88343" y="46101"/>
                  <a:pt x="84884" y="53418"/>
                  <a:pt x="77968" y="59622"/>
                </a:cubicBezTo>
                <a:cubicBezTo>
                  <a:pt x="71051" y="65827"/>
                  <a:pt x="60795" y="69166"/>
                  <a:pt x="47199" y="69641"/>
                </a:cubicBezTo>
                <a:moveTo>
                  <a:pt x="53077" y="47734"/>
                </a:moveTo>
                <a:cubicBezTo>
                  <a:pt x="62636" y="47734"/>
                  <a:pt x="69196" y="47214"/>
                  <a:pt x="72758" y="46175"/>
                </a:cubicBezTo>
                <a:cubicBezTo>
                  <a:pt x="76320" y="45136"/>
                  <a:pt x="79022" y="43518"/>
                  <a:pt x="80862" y="41322"/>
                </a:cubicBezTo>
                <a:cubicBezTo>
                  <a:pt x="81931" y="40075"/>
                  <a:pt x="82465" y="38412"/>
                  <a:pt x="82465" y="36335"/>
                </a:cubicBezTo>
                <a:cubicBezTo>
                  <a:pt x="82465" y="33247"/>
                  <a:pt x="80951" y="30724"/>
                  <a:pt x="77923" y="28765"/>
                </a:cubicBezTo>
                <a:cubicBezTo>
                  <a:pt x="72639" y="25262"/>
                  <a:pt x="65396" y="23511"/>
                  <a:pt x="56194" y="23511"/>
                </a:cubicBezTo>
                <a:lnTo>
                  <a:pt x="53077" y="23511"/>
                </a:lnTo>
                <a:lnTo>
                  <a:pt x="53077" y="477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P">
            <a:extLst xmlns:a="http://schemas.openxmlformats.org/drawingml/2006/main">
              <a:ext uri="{FF2B5EF4-FFF2-40B4-BE49-F238E27FC236}">
                <a16:creationId xmlns:a16="http://schemas.microsoft.com/office/drawing/2014/main" id="{48872140-C779-4BED-A679-8CB6C74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" y="3116381"/>
            <a:ext cx="120759" cy="101256"/>
          </a:xfrm>
          <a:custGeom xmlns:a="http://schemas.openxmlformats.org/drawingml/2006/main">
            <a:pathLst>
              <a:path w="120759" h="101256">
                <a:moveTo>
                  <a:pt x="54680" y="44617"/>
                </a:moveTo>
                <a:lnTo>
                  <a:pt x="21195" y="44617"/>
                </a:lnTo>
                <a:cubicBezTo>
                  <a:pt x="14631" y="44617"/>
                  <a:pt x="10498" y="45017"/>
                  <a:pt x="8797" y="45819"/>
                </a:cubicBezTo>
                <a:cubicBezTo>
                  <a:pt x="7098" y="46620"/>
                  <a:pt x="5740" y="48045"/>
                  <a:pt x="4725" y="50094"/>
                </a:cubicBezTo>
                <a:cubicBezTo>
                  <a:pt x="3712" y="52142"/>
                  <a:pt x="3206" y="55897"/>
                  <a:pt x="3206" y="61359"/>
                </a:cubicBezTo>
                <a:lnTo>
                  <a:pt x="0" y="61359"/>
                </a:lnTo>
                <a:lnTo>
                  <a:pt x="0" y="0"/>
                </a:lnTo>
                <a:lnTo>
                  <a:pt x="3206" y="0"/>
                </a:lnTo>
                <a:cubicBezTo>
                  <a:pt x="3206" y="5581"/>
                  <a:pt x="3728" y="9366"/>
                  <a:pt x="4773" y="11355"/>
                </a:cubicBezTo>
                <a:cubicBezTo>
                  <a:pt x="5817" y="13343"/>
                  <a:pt x="7175" y="14739"/>
                  <a:pt x="8844" y="15540"/>
                </a:cubicBezTo>
                <a:cubicBezTo>
                  <a:pt x="10514" y="16342"/>
                  <a:pt x="14631" y="16742"/>
                  <a:pt x="21195" y="16742"/>
                </a:cubicBezTo>
                <a:lnTo>
                  <a:pt x="99564" y="16742"/>
                </a:lnTo>
                <a:cubicBezTo>
                  <a:pt x="106128" y="16742"/>
                  <a:pt x="110260" y="16342"/>
                  <a:pt x="111959" y="15540"/>
                </a:cubicBezTo>
                <a:cubicBezTo>
                  <a:pt x="113660" y="14739"/>
                  <a:pt x="115018" y="13329"/>
                  <a:pt x="116031" y="11310"/>
                </a:cubicBezTo>
                <a:cubicBezTo>
                  <a:pt x="117045" y="9291"/>
                  <a:pt x="117553" y="5521"/>
                  <a:pt x="117553" y="0"/>
                </a:cubicBezTo>
                <a:lnTo>
                  <a:pt x="120759" y="0"/>
                </a:lnTo>
                <a:lnTo>
                  <a:pt x="120759" y="52632"/>
                </a:lnTo>
                <a:cubicBezTo>
                  <a:pt x="120759" y="69968"/>
                  <a:pt x="117672" y="82406"/>
                  <a:pt x="111497" y="89946"/>
                </a:cubicBezTo>
                <a:cubicBezTo>
                  <a:pt x="105323" y="97486"/>
                  <a:pt x="97605" y="101256"/>
                  <a:pt x="88343" y="101256"/>
                </a:cubicBezTo>
                <a:cubicBezTo>
                  <a:pt x="80506" y="101256"/>
                  <a:pt x="73797" y="98822"/>
                  <a:pt x="68216" y="93953"/>
                </a:cubicBezTo>
                <a:cubicBezTo>
                  <a:pt x="62636" y="89085"/>
                  <a:pt x="58836" y="82376"/>
                  <a:pt x="56817" y="73827"/>
                </a:cubicBezTo>
                <a:cubicBezTo>
                  <a:pt x="55392" y="68068"/>
                  <a:pt x="54680" y="58331"/>
                  <a:pt x="54680" y="44617"/>
                </a:cubicBezTo>
                <a:moveTo>
                  <a:pt x="113813" y="44617"/>
                </a:moveTo>
                <a:lnTo>
                  <a:pt x="61626" y="44617"/>
                </a:lnTo>
                <a:cubicBezTo>
                  <a:pt x="61507" y="46576"/>
                  <a:pt x="61448" y="48060"/>
                  <a:pt x="61448" y="49069"/>
                </a:cubicBezTo>
                <a:cubicBezTo>
                  <a:pt x="61448" y="56313"/>
                  <a:pt x="63600" y="61893"/>
                  <a:pt x="67905" y="65812"/>
                </a:cubicBezTo>
                <a:cubicBezTo>
                  <a:pt x="72209" y="69730"/>
                  <a:pt x="78873" y="71689"/>
                  <a:pt x="87897" y="71689"/>
                </a:cubicBezTo>
                <a:cubicBezTo>
                  <a:pt x="96862" y="71689"/>
                  <a:pt x="103423" y="69730"/>
                  <a:pt x="107579" y="65812"/>
                </a:cubicBezTo>
                <a:cubicBezTo>
                  <a:pt x="111735" y="61893"/>
                  <a:pt x="113813" y="56045"/>
                  <a:pt x="113813" y="48268"/>
                </a:cubicBezTo>
                <a:lnTo>
                  <a:pt x="113813" y="446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l">
            <a:extLst xmlns:a="http://schemas.openxmlformats.org/drawingml/2006/main">
              <a:ext uri="{FF2B5EF4-FFF2-40B4-BE49-F238E27FC236}">
                <a16:creationId xmlns:a16="http://schemas.microsoft.com/office/drawing/2014/main" id="{79CF069C-61BB-4AA1-A1E8-7903437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" y="3225010"/>
            <a:ext cx="120759" cy="44973"/>
          </a:xfrm>
          <a:custGeom xmlns:a="http://schemas.openxmlformats.org/drawingml/2006/main">
            <a:pathLst>
              <a:path w="120759" h="44973">
                <a:moveTo>
                  <a:pt x="120759" y="34910"/>
                </a:moveTo>
                <a:lnTo>
                  <a:pt x="17277" y="34910"/>
                </a:lnTo>
                <a:cubicBezTo>
                  <a:pt x="11399" y="34910"/>
                  <a:pt x="7644" y="35592"/>
                  <a:pt x="6011" y="36958"/>
                </a:cubicBezTo>
                <a:cubicBezTo>
                  <a:pt x="4379" y="38323"/>
                  <a:pt x="3443" y="40995"/>
                  <a:pt x="3206" y="44973"/>
                </a:cubicBezTo>
                <a:lnTo>
                  <a:pt x="0" y="44973"/>
                </a:lnTo>
                <a:lnTo>
                  <a:pt x="0" y="0"/>
                </a:lnTo>
                <a:lnTo>
                  <a:pt x="3206" y="0"/>
                </a:lnTo>
                <a:cubicBezTo>
                  <a:pt x="3325" y="3681"/>
                  <a:pt x="4393" y="6412"/>
                  <a:pt x="6412" y="8193"/>
                </a:cubicBezTo>
                <a:cubicBezTo>
                  <a:pt x="7777" y="9380"/>
                  <a:pt x="11399" y="9974"/>
                  <a:pt x="17277" y="9974"/>
                </a:cubicBezTo>
                <a:lnTo>
                  <a:pt x="103482" y="9974"/>
                </a:lnTo>
                <a:cubicBezTo>
                  <a:pt x="109338" y="9974"/>
                  <a:pt x="113086" y="9291"/>
                  <a:pt x="114728" y="7926"/>
                </a:cubicBezTo>
                <a:cubicBezTo>
                  <a:pt x="116372" y="6560"/>
                  <a:pt x="117314" y="3918"/>
                  <a:pt x="117553" y="0"/>
                </a:cubicBezTo>
                <a:lnTo>
                  <a:pt x="120759" y="0"/>
                </a:lnTo>
                <a:lnTo>
                  <a:pt x="120759" y="349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a">
            <a:extLst xmlns:a="http://schemas.openxmlformats.org/drawingml/2006/main">
              <a:ext uri="{FF2B5EF4-FFF2-40B4-BE49-F238E27FC236}">
                <a16:creationId xmlns:a16="http://schemas.microsoft.com/office/drawing/2014/main" id="{2E562603-1694-4078-8732-32292E59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5" y="3280077"/>
            <a:ext cx="87096" cy="79972"/>
          </a:xfrm>
          <a:custGeom xmlns:a="http://schemas.openxmlformats.org/drawingml/2006/main">
            <a:pathLst>
              <a:path w="87096" h="79972">
                <a:moveTo>
                  <a:pt x="13536" y="43904"/>
                </a:moveTo>
                <a:cubicBezTo>
                  <a:pt x="4512" y="33752"/>
                  <a:pt x="0" y="24639"/>
                  <a:pt x="0" y="16564"/>
                </a:cubicBezTo>
                <a:cubicBezTo>
                  <a:pt x="0" y="11815"/>
                  <a:pt x="1563" y="7867"/>
                  <a:pt x="4689" y="4720"/>
                </a:cubicBezTo>
                <a:cubicBezTo>
                  <a:pt x="7817" y="1573"/>
                  <a:pt x="11734" y="0"/>
                  <a:pt x="16439" y="0"/>
                </a:cubicBezTo>
                <a:cubicBezTo>
                  <a:pt x="22814" y="0"/>
                  <a:pt x="28548" y="2731"/>
                  <a:pt x="33641" y="8193"/>
                </a:cubicBezTo>
                <a:cubicBezTo>
                  <a:pt x="38733" y="13655"/>
                  <a:pt x="45509" y="25559"/>
                  <a:pt x="53967" y="43904"/>
                </a:cubicBezTo>
                <a:lnTo>
                  <a:pt x="62339" y="43904"/>
                </a:lnTo>
                <a:cubicBezTo>
                  <a:pt x="68632" y="43904"/>
                  <a:pt x="72595" y="43563"/>
                  <a:pt x="74228" y="42880"/>
                </a:cubicBezTo>
                <a:cubicBezTo>
                  <a:pt x="75860" y="42197"/>
                  <a:pt x="77285" y="40906"/>
                  <a:pt x="78502" y="39006"/>
                </a:cubicBezTo>
                <a:cubicBezTo>
                  <a:pt x="79719" y="37106"/>
                  <a:pt x="80328" y="34969"/>
                  <a:pt x="80328" y="32594"/>
                </a:cubicBezTo>
                <a:cubicBezTo>
                  <a:pt x="80328" y="28735"/>
                  <a:pt x="79467" y="25559"/>
                  <a:pt x="77745" y="23065"/>
                </a:cubicBezTo>
                <a:cubicBezTo>
                  <a:pt x="76677" y="21522"/>
                  <a:pt x="75430" y="20750"/>
                  <a:pt x="74005" y="20750"/>
                </a:cubicBezTo>
                <a:cubicBezTo>
                  <a:pt x="72758" y="20750"/>
                  <a:pt x="71214" y="21581"/>
                  <a:pt x="69374" y="23243"/>
                </a:cubicBezTo>
                <a:cubicBezTo>
                  <a:pt x="66821" y="25499"/>
                  <a:pt x="64357" y="26628"/>
                  <a:pt x="61982" y="26628"/>
                </a:cubicBezTo>
                <a:cubicBezTo>
                  <a:pt x="59073" y="26628"/>
                  <a:pt x="56595" y="25544"/>
                  <a:pt x="54546" y="23377"/>
                </a:cubicBezTo>
                <a:cubicBezTo>
                  <a:pt x="52498" y="21210"/>
                  <a:pt x="51474" y="18375"/>
                  <a:pt x="51474" y="14872"/>
                </a:cubicBezTo>
                <a:cubicBezTo>
                  <a:pt x="51474" y="11132"/>
                  <a:pt x="52602" y="8000"/>
                  <a:pt x="54858" y="5477"/>
                </a:cubicBezTo>
                <a:cubicBezTo>
                  <a:pt x="57114" y="2954"/>
                  <a:pt x="59756" y="1692"/>
                  <a:pt x="62784" y="1692"/>
                </a:cubicBezTo>
                <a:cubicBezTo>
                  <a:pt x="67059" y="1692"/>
                  <a:pt x="71140" y="3384"/>
                  <a:pt x="75029" y="6768"/>
                </a:cubicBezTo>
                <a:cubicBezTo>
                  <a:pt x="78918" y="10152"/>
                  <a:pt x="81901" y="14872"/>
                  <a:pt x="83979" y="20928"/>
                </a:cubicBezTo>
                <a:cubicBezTo>
                  <a:pt x="86057" y="26984"/>
                  <a:pt x="87096" y="33277"/>
                  <a:pt x="87096" y="39808"/>
                </a:cubicBezTo>
                <a:cubicBezTo>
                  <a:pt x="87096" y="47704"/>
                  <a:pt x="85414" y="53953"/>
                  <a:pt x="82050" y="58554"/>
                </a:cubicBezTo>
                <a:cubicBezTo>
                  <a:pt x="78689" y="63155"/>
                  <a:pt x="75044" y="66138"/>
                  <a:pt x="71116" y="67504"/>
                </a:cubicBezTo>
                <a:cubicBezTo>
                  <a:pt x="68617" y="68335"/>
                  <a:pt x="62875" y="68751"/>
                  <a:pt x="53890" y="68751"/>
                </a:cubicBezTo>
                <a:lnTo>
                  <a:pt x="21487" y="68751"/>
                </a:lnTo>
                <a:cubicBezTo>
                  <a:pt x="17678" y="68751"/>
                  <a:pt x="15282" y="68899"/>
                  <a:pt x="14299" y="69196"/>
                </a:cubicBezTo>
                <a:cubicBezTo>
                  <a:pt x="13317" y="69493"/>
                  <a:pt x="12588" y="69938"/>
                  <a:pt x="12112" y="70532"/>
                </a:cubicBezTo>
                <a:cubicBezTo>
                  <a:pt x="11637" y="71125"/>
                  <a:pt x="11399" y="71808"/>
                  <a:pt x="11399" y="72580"/>
                </a:cubicBezTo>
                <a:cubicBezTo>
                  <a:pt x="11399" y="74124"/>
                  <a:pt x="12497" y="75697"/>
                  <a:pt x="14694" y="77300"/>
                </a:cubicBezTo>
                <a:lnTo>
                  <a:pt x="12557" y="79972"/>
                </a:lnTo>
                <a:cubicBezTo>
                  <a:pt x="8163" y="77003"/>
                  <a:pt x="4972" y="73931"/>
                  <a:pt x="2983" y="70754"/>
                </a:cubicBezTo>
                <a:cubicBezTo>
                  <a:pt x="994" y="67578"/>
                  <a:pt x="0" y="63971"/>
                  <a:pt x="0" y="59934"/>
                </a:cubicBezTo>
                <a:cubicBezTo>
                  <a:pt x="0" y="55185"/>
                  <a:pt x="1121" y="51474"/>
                  <a:pt x="3362" y="48802"/>
                </a:cubicBezTo>
                <a:cubicBezTo>
                  <a:pt x="5603" y="46131"/>
                  <a:pt x="8995" y="44498"/>
                  <a:pt x="13536" y="43904"/>
                </a:cubicBezTo>
                <a:moveTo>
                  <a:pt x="20126" y="43904"/>
                </a:moveTo>
                <a:lnTo>
                  <a:pt x="47984" y="43904"/>
                </a:lnTo>
                <a:cubicBezTo>
                  <a:pt x="43748" y="36720"/>
                  <a:pt x="39214" y="31377"/>
                  <a:pt x="34381" y="27874"/>
                </a:cubicBezTo>
                <a:cubicBezTo>
                  <a:pt x="31160" y="25559"/>
                  <a:pt x="27909" y="24401"/>
                  <a:pt x="24627" y="24401"/>
                </a:cubicBezTo>
                <a:cubicBezTo>
                  <a:pt x="21883" y="24401"/>
                  <a:pt x="19466" y="25381"/>
                  <a:pt x="17377" y="27340"/>
                </a:cubicBezTo>
                <a:cubicBezTo>
                  <a:pt x="15766" y="28824"/>
                  <a:pt x="14961" y="30902"/>
                  <a:pt x="14961" y="33574"/>
                </a:cubicBezTo>
                <a:cubicBezTo>
                  <a:pt x="14961" y="36542"/>
                  <a:pt x="16683" y="39986"/>
                  <a:pt x="20126" y="439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t">
            <a:extLst xmlns:a="http://schemas.openxmlformats.org/drawingml/2006/main">
              <a:ext uri="{FF2B5EF4-FFF2-40B4-BE49-F238E27FC236}">
                <a16:creationId xmlns:a16="http://schemas.microsoft.com/office/drawing/2014/main" id="{528E0111-6FA8-4203-A82E-61B9A1F5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5" y="3366461"/>
            <a:ext cx="115237" cy="55570"/>
          </a:xfrm>
          <a:custGeom xmlns:a="http://schemas.openxmlformats.org/drawingml/2006/main">
            <a:pathLst>
              <a:path w="115237" h="55570">
                <a:moveTo>
                  <a:pt x="115237" y="35800"/>
                </a:moveTo>
                <a:lnTo>
                  <a:pt x="84602" y="35800"/>
                </a:lnTo>
                <a:lnTo>
                  <a:pt x="84602" y="55570"/>
                </a:lnTo>
                <a:lnTo>
                  <a:pt x="75875" y="55570"/>
                </a:lnTo>
                <a:lnTo>
                  <a:pt x="75875" y="35800"/>
                </a:lnTo>
                <a:lnTo>
                  <a:pt x="24351" y="35800"/>
                </a:lnTo>
                <a:cubicBezTo>
                  <a:pt x="19529" y="35800"/>
                  <a:pt x="16419" y="36023"/>
                  <a:pt x="15020" y="36468"/>
                </a:cubicBezTo>
                <a:cubicBezTo>
                  <a:pt x="13621" y="36913"/>
                  <a:pt x="12489" y="37700"/>
                  <a:pt x="11624" y="38828"/>
                </a:cubicBezTo>
                <a:cubicBezTo>
                  <a:pt x="10762" y="39956"/>
                  <a:pt x="10330" y="40995"/>
                  <a:pt x="10330" y="41945"/>
                </a:cubicBezTo>
                <a:cubicBezTo>
                  <a:pt x="10330" y="45804"/>
                  <a:pt x="13299" y="49455"/>
                  <a:pt x="19236" y="52899"/>
                </a:cubicBezTo>
                <a:lnTo>
                  <a:pt x="17257" y="55570"/>
                </a:lnTo>
                <a:cubicBezTo>
                  <a:pt x="5752" y="50761"/>
                  <a:pt x="0" y="42954"/>
                  <a:pt x="0" y="32149"/>
                </a:cubicBezTo>
                <a:cubicBezTo>
                  <a:pt x="0" y="26865"/>
                  <a:pt x="1474" y="22397"/>
                  <a:pt x="4422" y="18746"/>
                </a:cubicBezTo>
                <a:cubicBezTo>
                  <a:pt x="7372" y="15095"/>
                  <a:pt x="10664" y="12765"/>
                  <a:pt x="14299" y="11755"/>
                </a:cubicBezTo>
                <a:cubicBezTo>
                  <a:pt x="16325" y="11162"/>
                  <a:pt x="21806" y="10865"/>
                  <a:pt x="30744" y="10865"/>
                </a:cubicBezTo>
                <a:lnTo>
                  <a:pt x="75875" y="10865"/>
                </a:lnTo>
                <a:lnTo>
                  <a:pt x="75875" y="0"/>
                </a:lnTo>
                <a:lnTo>
                  <a:pt x="79000" y="0"/>
                </a:lnTo>
                <a:cubicBezTo>
                  <a:pt x="84295" y="7481"/>
                  <a:pt x="89859" y="13848"/>
                  <a:pt x="95690" y="19102"/>
                </a:cubicBezTo>
                <a:cubicBezTo>
                  <a:pt x="101521" y="24357"/>
                  <a:pt x="108037" y="28943"/>
                  <a:pt x="115237" y="32861"/>
                </a:cubicBezTo>
                <a:lnTo>
                  <a:pt x="115237" y="35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f">
            <a:extLst xmlns:a="http://schemas.openxmlformats.org/drawingml/2006/main">
              <a:ext uri="{FF2B5EF4-FFF2-40B4-BE49-F238E27FC236}">
                <a16:creationId xmlns:a16="http://schemas.microsoft.com/office/drawing/2014/main" id="{8AE400EB-E004-4F0E-B09E-C81F899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" y="3429688"/>
            <a:ext cx="123431" cy="68394"/>
          </a:xfrm>
          <a:custGeom xmlns:a="http://schemas.openxmlformats.org/drawingml/2006/main">
            <a:pathLst>
              <a:path w="123431" h="68394">
                <a:moveTo>
                  <a:pt x="74628" y="36780"/>
                </a:moveTo>
                <a:lnTo>
                  <a:pt x="16742" y="36780"/>
                </a:lnTo>
                <a:cubicBezTo>
                  <a:pt x="11162" y="36780"/>
                  <a:pt x="7659" y="37374"/>
                  <a:pt x="6234" y="38561"/>
                </a:cubicBezTo>
                <a:cubicBezTo>
                  <a:pt x="4037" y="40461"/>
                  <a:pt x="3028" y="43964"/>
                  <a:pt x="3206" y="49069"/>
                </a:cubicBezTo>
                <a:lnTo>
                  <a:pt x="0" y="49069"/>
                </a:lnTo>
                <a:lnTo>
                  <a:pt x="0" y="0"/>
                </a:lnTo>
                <a:lnTo>
                  <a:pt x="3206" y="0"/>
                </a:lnTo>
                <a:cubicBezTo>
                  <a:pt x="3265" y="3740"/>
                  <a:pt x="3696" y="6397"/>
                  <a:pt x="4497" y="7970"/>
                </a:cubicBezTo>
                <a:cubicBezTo>
                  <a:pt x="5299" y="9544"/>
                  <a:pt x="6412" y="10627"/>
                  <a:pt x="7837" y="11221"/>
                </a:cubicBezTo>
                <a:cubicBezTo>
                  <a:pt x="9262" y="11815"/>
                  <a:pt x="12230" y="12112"/>
                  <a:pt x="16742" y="12112"/>
                </a:cubicBezTo>
                <a:lnTo>
                  <a:pt x="74628" y="12112"/>
                </a:lnTo>
                <a:lnTo>
                  <a:pt x="74628" y="0"/>
                </a:lnTo>
                <a:lnTo>
                  <a:pt x="83356" y="0"/>
                </a:lnTo>
                <a:lnTo>
                  <a:pt x="83356" y="12112"/>
                </a:lnTo>
                <a:lnTo>
                  <a:pt x="89473" y="12112"/>
                </a:lnTo>
                <a:lnTo>
                  <a:pt x="93642" y="12022"/>
                </a:lnTo>
                <a:cubicBezTo>
                  <a:pt x="102152" y="12022"/>
                  <a:pt x="109244" y="15154"/>
                  <a:pt x="114917" y="21418"/>
                </a:cubicBezTo>
                <a:cubicBezTo>
                  <a:pt x="120593" y="27681"/>
                  <a:pt x="123431" y="36156"/>
                  <a:pt x="123431" y="46843"/>
                </a:cubicBezTo>
                <a:cubicBezTo>
                  <a:pt x="123431" y="54146"/>
                  <a:pt x="122059" y="59563"/>
                  <a:pt x="119317" y="63096"/>
                </a:cubicBezTo>
                <a:cubicBezTo>
                  <a:pt x="116577" y="66628"/>
                  <a:pt x="113538" y="68394"/>
                  <a:pt x="110200" y="68394"/>
                </a:cubicBezTo>
                <a:cubicBezTo>
                  <a:pt x="107517" y="68394"/>
                  <a:pt x="105193" y="67296"/>
                  <a:pt x="103226" y="65099"/>
                </a:cubicBezTo>
                <a:cubicBezTo>
                  <a:pt x="101259" y="62903"/>
                  <a:pt x="100276" y="59994"/>
                  <a:pt x="100276" y="56372"/>
                </a:cubicBezTo>
                <a:cubicBezTo>
                  <a:pt x="100276" y="53285"/>
                  <a:pt x="101078" y="50836"/>
                  <a:pt x="102681" y="49025"/>
                </a:cubicBezTo>
                <a:cubicBezTo>
                  <a:pt x="104284" y="47214"/>
                  <a:pt x="106065" y="46309"/>
                  <a:pt x="108024" y="46309"/>
                </a:cubicBezTo>
                <a:cubicBezTo>
                  <a:pt x="108558" y="46309"/>
                  <a:pt x="109657" y="46487"/>
                  <a:pt x="111319" y="46843"/>
                </a:cubicBezTo>
                <a:cubicBezTo>
                  <a:pt x="112328" y="47081"/>
                  <a:pt x="113278" y="47199"/>
                  <a:pt x="114169" y="47199"/>
                </a:cubicBezTo>
                <a:cubicBezTo>
                  <a:pt x="115416" y="47199"/>
                  <a:pt x="116336" y="46843"/>
                  <a:pt x="116930" y="46131"/>
                </a:cubicBezTo>
                <a:cubicBezTo>
                  <a:pt x="117820" y="45181"/>
                  <a:pt x="118265" y="44023"/>
                  <a:pt x="118265" y="42657"/>
                </a:cubicBezTo>
                <a:cubicBezTo>
                  <a:pt x="118265" y="40936"/>
                  <a:pt x="117558" y="39496"/>
                  <a:pt x="116145" y="38338"/>
                </a:cubicBezTo>
                <a:cubicBezTo>
                  <a:pt x="114731" y="37181"/>
                  <a:pt x="112463" y="36602"/>
                  <a:pt x="109340" y="36602"/>
                </a:cubicBezTo>
                <a:lnTo>
                  <a:pt x="93873" y="36780"/>
                </a:lnTo>
                <a:lnTo>
                  <a:pt x="83356" y="36780"/>
                </a:lnTo>
                <a:lnTo>
                  <a:pt x="83356" y="49069"/>
                </a:lnTo>
                <a:lnTo>
                  <a:pt x="74628" y="49069"/>
                </a:lnTo>
                <a:lnTo>
                  <a:pt x="74628" y="367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o">
            <a:extLst xmlns:a="http://schemas.openxmlformats.org/drawingml/2006/main">
              <a:ext uri="{FF2B5EF4-FFF2-40B4-BE49-F238E27FC236}">
                <a16:creationId xmlns:a16="http://schemas.microsoft.com/office/drawing/2014/main" id="{060318F2-2C50-4E13-96BE-515BBB10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8" y="3492047"/>
            <a:ext cx="88343" cy="78101"/>
          </a:xfrm>
          <a:custGeom xmlns:a="http://schemas.openxmlformats.org/drawingml/2006/main">
            <a:pathLst>
              <a:path w="88343" h="78101">
                <a:moveTo>
                  <a:pt x="88343" y="38828"/>
                </a:moveTo>
                <a:cubicBezTo>
                  <a:pt x="88343" y="46071"/>
                  <a:pt x="86471" y="52810"/>
                  <a:pt x="82727" y="59044"/>
                </a:cubicBezTo>
                <a:cubicBezTo>
                  <a:pt x="78983" y="65277"/>
                  <a:pt x="73664" y="70012"/>
                  <a:pt x="66769" y="73248"/>
                </a:cubicBezTo>
                <a:cubicBezTo>
                  <a:pt x="59875" y="76484"/>
                  <a:pt x="52327" y="78101"/>
                  <a:pt x="44127" y="78101"/>
                </a:cubicBezTo>
                <a:cubicBezTo>
                  <a:pt x="32301" y="78101"/>
                  <a:pt x="22406" y="75103"/>
                  <a:pt x="14441" y="69107"/>
                </a:cubicBezTo>
                <a:cubicBezTo>
                  <a:pt x="4814" y="61864"/>
                  <a:pt x="0" y="51860"/>
                  <a:pt x="0" y="39095"/>
                </a:cubicBezTo>
                <a:cubicBezTo>
                  <a:pt x="0" y="26568"/>
                  <a:pt x="4398" y="16920"/>
                  <a:pt x="13194" y="10152"/>
                </a:cubicBezTo>
                <a:cubicBezTo>
                  <a:pt x="21990" y="3384"/>
                  <a:pt x="32182" y="0"/>
                  <a:pt x="43771" y="0"/>
                </a:cubicBezTo>
                <a:cubicBezTo>
                  <a:pt x="55715" y="0"/>
                  <a:pt x="66130" y="3458"/>
                  <a:pt x="75015" y="10375"/>
                </a:cubicBezTo>
                <a:cubicBezTo>
                  <a:pt x="83900" y="17292"/>
                  <a:pt x="88343" y="26776"/>
                  <a:pt x="88343" y="38828"/>
                </a:cubicBezTo>
                <a:moveTo>
                  <a:pt x="82109" y="39184"/>
                </a:moveTo>
                <a:cubicBezTo>
                  <a:pt x="82109" y="36156"/>
                  <a:pt x="80964" y="33559"/>
                  <a:pt x="78675" y="31392"/>
                </a:cubicBezTo>
                <a:cubicBezTo>
                  <a:pt x="76387" y="29225"/>
                  <a:pt x="71870" y="27800"/>
                  <a:pt x="65124" y="27117"/>
                </a:cubicBezTo>
                <a:cubicBezTo>
                  <a:pt x="58378" y="26435"/>
                  <a:pt x="49002" y="26093"/>
                  <a:pt x="36994" y="26093"/>
                </a:cubicBezTo>
                <a:cubicBezTo>
                  <a:pt x="30634" y="26093"/>
                  <a:pt x="24690" y="26509"/>
                  <a:pt x="19161" y="27340"/>
                </a:cubicBezTo>
                <a:cubicBezTo>
                  <a:pt x="14942" y="27993"/>
                  <a:pt x="11732" y="29388"/>
                  <a:pt x="9532" y="31526"/>
                </a:cubicBezTo>
                <a:cubicBezTo>
                  <a:pt x="7333" y="33663"/>
                  <a:pt x="6234" y="36097"/>
                  <a:pt x="6234" y="38828"/>
                </a:cubicBezTo>
                <a:cubicBezTo>
                  <a:pt x="6234" y="41500"/>
                  <a:pt x="6977" y="43726"/>
                  <a:pt x="8463" y="45507"/>
                </a:cubicBezTo>
                <a:cubicBezTo>
                  <a:pt x="10483" y="47823"/>
                  <a:pt x="13307" y="49366"/>
                  <a:pt x="16934" y="50138"/>
                </a:cubicBezTo>
                <a:cubicBezTo>
                  <a:pt x="22580" y="51325"/>
                  <a:pt x="33992" y="51919"/>
                  <a:pt x="51171" y="51919"/>
                </a:cubicBezTo>
                <a:cubicBezTo>
                  <a:pt x="61275" y="51919"/>
                  <a:pt x="68214" y="51355"/>
                  <a:pt x="71987" y="50227"/>
                </a:cubicBezTo>
                <a:cubicBezTo>
                  <a:pt x="75763" y="49099"/>
                  <a:pt x="78512" y="47437"/>
                  <a:pt x="80236" y="45240"/>
                </a:cubicBezTo>
                <a:cubicBezTo>
                  <a:pt x="81485" y="43696"/>
                  <a:pt x="82109" y="41678"/>
                  <a:pt x="82109" y="391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r">
            <a:extLst xmlns:a="http://schemas.openxmlformats.org/drawingml/2006/main">
              <a:ext uri="{FF2B5EF4-FFF2-40B4-BE49-F238E27FC236}">
                <a16:creationId xmlns:a16="http://schemas.microsoft.com/office/drawing/2014/main" id="{C8025DCA-E21E-42A9-9F52-A0175DB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" y="3583328"/>
            <a:ext cx="85849" cy="71511"/>
          </a:xfrm>
          <a:custGeom xmlns:a="http://schemas.openxmlformats.org/drawingml/2006/main">
            <a:pathLst>
              <a:path w="85849" h="71511">
                <a:moveTo>
                  <a:pt x="83356" y="34019"/>
                </a:moveTo>
                <a:lnTo>
                  <a:pt x="64476" y="34019"/>
                </a:lnTo>
                <a:cubicBezTo>
                  <a:pt x="73085" y="39541"/>
                  <a:pt x="78799" y="44379"/>
                  <a:pt x="81619" y="48535"/>
                </a:cubicBezTo>
                <a:cubicBezTo>
                  <a:pt x="84439" y="52691"/>
                  <a:pt x="85849" y="56698"/>
                  <a:pt x="85849" y="60558"/>
                </a:cubicBezTo>
                <a:cubicBezTo>
                  <a:pt x="85849" y="63882"/>
                  <a:pt x="84821" y="66539"/>
                  <a:pt x="82766" y="68528"/>
                </a:cubicBezTo>
                <a:cubicBezTo>
                  <a:pt x="80710" y="70517"/>
                  <a:pt x="77806" y="71511"/>
                  <a:pt x="74052" y="71511"/>
                </a:cubicBezTo>
                <a:cubicBezTo>
                  <a:pt x="70060" y="71511"/>
                  <a:pt x="66960" y="70547"/>
                  <a:pt x="64754" y="68617"/>
                </a:cubicBezTo>
                <a:cubicBezTo>
                  <a:pt x="62550" y="66688"/>
                  <a:pt x="61448" y="64357"/>
                  <a:pt x="61448" y="61626"/>
                </a:cubicBezTo>
                <a:cubicBezTo>
                  <a:pt x="61448" y="58480"/>
                  <a:pt x="62457" y="55749"/>
                  <a:pt x="64476" y="53433"/>
                </a:cubicBezTo>
                <a:cubicBezTo>
                  <a:pt x="66495" y="51118"/>
                  <a:pt x="67623" y="49752"/>
                  <a:pt x="67860" y="49337"/>
                </a:cubicBezTo>
                <a:cubicBezTo>
                  <a:pt x="68216" y="48743"/>
                  <a:pt x="68394" y="48060"/>
                  <a:pt x="68394" y="47288"/>
                </a:cubicBezTo>
                <a:cubicBezTo>
                  <a:pt x="68394" y="45567"/>
                  <a:pt x="67741" y="43934"/>
                  <a:pt x="66435" y="42390"/>
                </a:cubicBezTo>
                <a:cubicBezTo>
                  <a:pt x="64417" y="39956"/>
                  <a:pt x="61537" y="38116"/>
                  <a:pt x="57797" y="36869"/>
                </a:cubicBezTo>
                <a:cubicBezTo>
                  <a:pt x="52038" y="34969"/>
                  <a:pt x="45685" y="34019"/>
                  <a:pt x="38739" y="34019"/>
                </a:cubicBezTo>
                <a:lnTo>
                  <a:pt x="19592" y="34019"/>
                </a:lnTo>
                <a:lnTo>
                  <a:pt x="14605" y="34108"/>
                </a:lnTo>
                <a:cubicBezTo>
                  <a:pt x="11221" y="34108"/>
                  <a:pt x="9054" y="34316"/>
                  <a:pt x="8104" y="34732"/>
                </a:cubicBezTo>
                <a:cubicBezTo>
                  <a:pt x="6501" y="35444"/>
                  <a:pt x="5328" y="36498"/>
                  <a:pt x="4586" y="37893"/>
                </a:cubicBezTo>
                <a:cubicBezTo>
                  <a:pt x="3844" y="39288"/>
                  <a:pt x="3384" y="41648"/>
                  <a:pt x="3206" y="44973"/>
                </a:cubicBezTo>
                <a:lnTo>
                  <a:pt x="0" y="44973"/>
                </a:lnTo>
                <a:lnTo>
                  <a:pt x="0" y="0"/>
                </a:lnTo>
                <a:lnTo>
                  <a:pt x="3206" y="0"/>
                </a:lnTo>
                <a:cubicBezTo>
                  <a:pt x="3503" y="3622"/>
                  <a:pt x="4497" y="6071"/>
                  <a:pt x="6189" y="7347"/>
                </a:cubicBezTo>
                <a:cubicBezTo>
                  <a:pt x="7881" y="8624"/>
                  <a:pt x="12349" y="9262"/>
                  <a:pt x="19592" y="9262"/>
                </a:cubicBezTo>
                <a:lnTo>
                  <a:pt x="65723" y="9262"/>
                </a:lnTo>
                <a:cubicBezTo>
                  <a:pt x="70502" y="9262"/>
                  <a:pt x="73548" y="9024"/>
                  <a:pt x="74862" y="8549"/>
                </a:cubicBezTo>
                <a:cubicBezTo>
                  <a:pt x="76536" y="7956"/>
                  <a:pt x="77760" y="7095"/>
                  <a:pt x="78536" y="5967"/>
                </a:cubicBezTo>
                <a:cubicBezTo>
                  <a:pt x="79313" y="4839"/>
                  <a:pt x="79851" y="2850"/>
                  <a:pt x="80150" y="0"/>
                </a:cubicBezTo>
                <a:lnTo>
                  <a:pt x="83356" y="0"/>
                </a:lnTo>
                <a:lnTo>
                  <a:pt x="83356" y="340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m">
            <a:extLst xmlns:a="http://schemas.openxmlformats.org/drawingml/2006/main">
              <a:ext uri="{FF2B5EF4-FFF2-40B4-BE49-F238E27FC236}">
                <a16:creationId xmlns:a16="http://schemas.microsoft.com/office/drawing/2014/main" id="{4AB5D9A5-D0A0-4ED4-AE4F-E261B7FB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" y="3663667"/>
            <a:ext cx="85849" cy="140440"/>
          </a:xfrm>
          <a:custGeom xmlns:a="http://schemas.openxmlformats.org/drawingml/2006/main">
            <a:pathLst>
              <a:path w="85849" h="140440">
                <a:moveTo>
                  <a:pt x="83356" y="33930"/>
                </a:moveTo>
                <a:lnTo>
                  <a:pt x="72313" y="33930"/>
                </a:lnTo>
                <a:cubicBezTo>
                  <a:pt x="77333" y="38502"/>
                  <a:pt x="80845" y="42732"/>
                  <a:pt x="82846" y="46620"/>
                </a:cubicBezTo>
                <a:cubicBezTo>
                  <a:pt x="84848" y="50509"/>
                  <a:pt x="85849" y="54769"/>
                  <a:pt x="85849" y="59400"/>
                </a:cubicBezTo>
                <a:cubicBezTo>
                  <a:pt x="85849" y="64743"/>
                  <a:pt x="84595" y="69226"/>
                  <a:pt x="82087" y="72847"/>
                </a:cubicBezTo>
                <a:cubicBezTo>
                  <a:pt x="79578" y="76469"/>
                  <a:pt x="75756" y="79259"/>
                  <a:pt x="70621" y="81218"/>
                </a:cubicBezTo>
                <a:cubicBezTo>
                  <a:pt x="75996" y="85968"/>
                  <a:pt x="79877" y="90525"/>
                  <a:pt x="82265" y="94888"/>
                </a:cubicBezTo>
                <a:cubicBezTo>
                  <a:pt x="84654" y="99252"/>
                  <a:pt x="85849" y="103809"/>
                  <a:pt x="85849" y="108558"/>
                </a:cubicBezTo>
                <a:cubicBezTo>
                  <a:pt x="85849" y="114317"/>
                  <a:pt x="84526" y="118904"/>
                  <a:pt x="81881" y="122317"/>
                </a:cubicBezTo>
                <a:cubicBezTo>
                  <a:pt x="79235" y="125731"/>
                  <a:pt x="75876" y="128106"/>
                  <a:pt x="71804" y="129442"/>
                </a:cubicBezTo>
                <a:cubicBezTo>
                  <a:pt x="67731" y="130778"/>
                  <a:pt x="61237" y="131445"/>
                  <a:pt x="52320" y="131445"/>
                </a:cubicBezTo>
                <a:lnTo>
                  <a:pt x="18167" y="131445"/>
                </a:lnTo>
                <a:cubicBezTo>
                  <a:pt x="11755" y="131445"/>
                  <a:pt x="7777" y="132024"/>
                  <a:pt x="6234" y="133182"/>
                </a:cubicBezTo>
                <a:cubicBezTo>
                  <a:pt x="4690" y="134340"/>
                  <a:pt x="3681" y="136759"/>
                  <a:pt x="3206" y="140440"/>
                </a:cubicBezTo>
                <a:lnTo>
                  <a:pt x="0" y="140440"/>
                </a:lnTo>
                <a:lnTo>
                  <a:pt x="0" y="97426"/>
                </a:lnTo>
                <a:lnTo>
                  <a:pt x="3206" y="97426"/>
                </a:lnTo>
                <a:cubicBezTo>
                  <a:pt x="3503" y="100811"/>
                  <a:pt x="4809" y="103304"/>
                  <a:pt x="7124" y="104907"/>
                </a:cubicBezTo>
                <a:cubicBezTo>
                  <a:pt x="8727" y="105976"/>
                  <a:pt x="12408" y="106510"/>
                  <a:pt x="18167" y="106510"/>
                </a:cubicBezTo>
                <a:lnTo>
                  <a:pt x="53967" y="106510"/>
                </a:lnTo>
                <a:cubicBezTo>
                  <a:pt x="61389" y="106510"/>
                  <a:pt x="66109" y="106213"/>
                  <a:pt x="68127" y="105619"/>
                </a:cubicBezTo>
                <a:cubicBezTo>
                  <a:pt x="70146" y="105026"/>
                  <a:pt x="71645" y="104091"/>
                  <a:pt x="72625" y="102814"/>
                </a:cubicBezTo>
                <a:cubicBezTo>
                  <a:pt x="73604" y="101538"/>
                  <a:pt x="74094" y="100039"/>
                  <a:pt x="74094" y="98317"/>
                </a:cubicBezTo>
                <a:cubicBezTo>
                  <a:pt x="74094" y="95764"/>
                  <a:pt x="73159" y="93181"/>
                  <a:pt x="71289" y="90569"/>
                </a:cubicBezTo>
                <a:cubicBezTo>
                  <a:pt x="69419" y="87957"/>
                  <a:pt x="66613" y="85315"/>
                  <a:pt x="62873" y="82643"/>
                </a:cubicBezTo>
                <a:lnTo>
                  <a:pt x="18167" y="82643"/>
                </a:lnTo>
                <a:cubicBezTo>
                  <a:pt x="12171" y="82643"/>
                  <a:pt x="8401" y="83148"/>
                  <a:pt x="6857" y="84157"/>
                </a:cubicBezTo>
                <a:cubicBezTo>
                  <a:pt x="4661" y="85523"/>
                  <a:pt x="3443" y="88135"/>
                  <a:pt x="3206" y="91994"/>
                </a:cubicBezTo>
                <a:lnTo>
                  <a:pt x="0" y="91994"/>
                </a:lnTo>
                <a:lnTo>
                  <a:pt x="0" y="48891"/>
                </a:lnTo>
                <a:lnTo>
                  <a:pt x="3206" y="48891"/>
                </a:lnTo>
                <a:cubicBezTo>
                  <a:pt x="3325" y="51207"/>
                  <a:pt x="3904" y="53032"/>
                  <a:pt x="4943" y="54368"/>
                </a:cubicBezTo>
                <a:cubicBezTo>
                  <a:pt x="5982" y="55704"/>
                  <a:pt x="7228" y="56595"/>
                  <a:pt x="8683" y="57040"/>
                </a:cubicBezTo>
                <a:cubicBezTo>
                  <a:pt x="10137" y="57485"/>
                  <a:pt x="13299" y="57708"/>
                  <a:pt x="18167" y="57708"/>
                </a:cubicBezTo>
                <a:lnTo>
                  <a:pt x="54023" y="57708"/>
                </a:lnTo>
                <a:cubicBezTo>
                  <a:pt x="61576" y="57708"/>
                  <a:pt x="66303" y="57411"/>
                  <a:pt x="68205" y="56817"/>
                </a:cubicBezTo>
                <a:cubicBezTo>
                  <a:pt x="70109" y="56224"/>
                  <a:pt x="71596" y="55229"/>
                  <a:pt x="72666" y="53834"/>
                </a:cubicBezTo>
                <a:cubicBezTo>
                  <a:pt x="73737" y="52439"/>
                  <a:pt x="74272" y="50940"/>
                  <a:pt x="74272" y="49337"/>
                </a:cubicBezTo>
                <a:cubicBezTo>
                  <a:pt x="74272" y="46962"/>
                  <a:pt x="73644" y="44795"/>
                  <a:pt x="72388" y="42836"/>
                </a:cubicBezTo>
                <a:cubicBezTo>
                  <a:pt x="70533" y="40045"/>
                  <a:pt x="67361" y="37077"/>
                  <a:pt x="62873" y="33930"/>
                </a:cubicBezTo>
                <a:lnTo>
                  <a:pt x="18167" y="33930"/>
                </a:lnTo>
                <a:cubicBezTo>
                  <a:pt x="12290" y="33930"/>
                  <a:pt x="8416" y="34509"/>
                  <a:pt x="6546" y="35667"/>
                </a:cubicBezTo>
                <a:cubicBezTo>
                  <a:pt x="4675" y="36824"/>
                  <a:pt x="3562" y="39244"/>
                  <a:pt x="3206" y="42925"/>
                </a:cubicBezTo>
                <a:lnTo>
                  <a:pt x="0" y="42925"/>
                </a:lnTo>
                <a:lnTo>
                  <a:pt x="0" y="0"/>
                </a:lnTo>
                <a:lnTo>
                  <a:pt x="3206" y="0"/>
                </a:lnTo>
                <a:cubicBezTo>
                  <a:pt x="3562" y="3503"/>
                  <a:pt x="4690" y="5996"/>
                  <a:pt x="6590" y="7481"/>
                </a:cubicBezTo>
                <a:cubicBezTo>
                  <a:pt x="7896" y="8490"/>
                  <a:pt x="11755" y="8995"/>
                  <a:pt x="18167" y="8995"/>
                </a:cubicBezTo>
                <a:lnTo>
                  <a:pt x="65188" y="8995"/>
                </a:lnTo>
                <a:cubicBezTo>
                  <a:pt x="71558" y="8995"/>
                  <a:pt x="75523" y="8416"/>
                  <a:pt x="77086" y="7258"/>
                </a:cubicBezTo>
                <a:cubicBezTo>
                  <a:pt x="78648" y="6100"/>
                  <a:pt x="79669" y="3681"/>
                  <a:pt x="80150" y="0"/>
                </a:cubicBezTo>
                <a:lnTo>
                  <a:pt x="83356" y="0"/>
                </a:lnTo>
                <a:lnTo>
                  <a:pt x="83356" y="339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B72C9-FF47-4FFB-8B3E-ECB3AE1F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" y="60296"/>
            <a:ext cx="434076" cy="813437"/>
          </a:xfrm>
          <a:custGeom xmlns:a="http://schemas.openxmlformats.org/drawingml/2006/main">
            <a:pathLst>
              <a:path w="434076" h="813437">
                <a:moveTo>
                  <a:pt x="0" y="813437"/>
                </a:moveTo>
                <a:lnTo>
                  <a:pt x="0" y="0"/>
                </a:lnTo>
                <a:lnTo>
                  <a:pt x="434076" y="0"/>
                </a:lnTo>
                <a:lnTo>
                  <a:pt x="434076" y="813437"/>
                </a:lnTo>
                <a:lnTo>
                  <a:pt x="0" y="813437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6DABFA1-A9C0-4405-8395-2E171ECA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3" y="44793"/>
            <a:ext cx="463653" cy="844443"/>
          </a:xfrm>
          <a:custGeom xmlns:a="http://schemas.openxmlformats.org/drawingml/2006/main">
            <a:pathLst>
              <a:path w="463653" h="844443">
                <a:moveTo>
                  <a:pt x="170" y="835797"/>
                </a:moveTo>
                <a:lnTo>
                  <a:pt x="0" y="835422"/>
                </a:lnTo>
                <a:lnTo>
                  <a:pt x="0" y="9021"/>
                </a:lnTo>
                <a:lnTo>
                  <a:pt x="170" y="8646"/>
                </a:lnTo>
                <a:lnTo>
                  <a:pt x="648" y="7751"/>
                </a:lnTo>
                <a:lnTo>
                  <a:pt x="1184" y="6890"/>
                </a:lnTo>
                <a:lnTo>
                  <a:pt x="1775" y="6065"/>
                </a:lnTo>
                <a:lnTo>
                  <a:pt x="2418" y="5281"/>
                </a:lnTo>
                <a:lnTo>
                  <a:pt x="3112" y="4541"/>
                </a:lnTo>
                <a:lnTo>
                  <a:pt x="3852" y="3847"/>
                </a:lnTo>
                <a:lnTo>
                  <a:pt x="4637" y="3204"/>
                </a:lnTo>
                <a:lnTo>
                  <a:pt x="5461" y="2613"/>
                </a:lnTo>
                <a:lnTo>
                  <a:pt x="6323" y="2077"/>
                </a:lnTo>
                <a:lnTo>
                  <a:pt x="7217" y="1599"/>
                </a:lnTo>
                <a:lnTo>
                  <a:pt x="8141" y="1180"/>
                </a:lnTo>
                <a:lnTo>
                  <a:pt x="9091" y="823"/>
                </a:lnTo>
                <a:lnTo>
                  <a:pt x="10062" y="528"/>
                </a:lnTo>
                <a:lnTo>
                  <a:pt x="11050" y="298"/>
                </a:lnTo>
                <a:lnTo>
                  <a:pt x="12051" y="133"/>
                </a:lnTo>
                <a:lnTo>
                  <a:pt x="13060" y="33"/>
                </a:lnTo>
                <a:lnTo>
                  <a:pt x="14074" y="0"/>
                </a:lnTo>
                <a:lnTo>
                  <a:pt x="448151" y="0"/>
                </a:lnTo>
                <a:lnTo>
                  <a:pt x="449164" y="33"/>
                </a:lnTo>
                <a:lnTo>
                  <a:pt x="450174" y="133"/>
                </a:lnTo>
                <a:lnTo>
                  <a:pt x="451175" y="298"/>
                </a:lnTo>
                <a:lnTo>
                  <a:pt x="452163" y="528"/>
                </a:lnTo>
                <a:lnTo>
                  <a:pt x="453134" y="823"/>
                </a:lnTo>
                <a:lnTo>
                  <a:pt x="454083" y="1180"/>
                </a:lnTo>
                <a:lnTo>
                  <a:pt x="455007" y="1599"/>
                </a:lnTo>
                <a:lnTo>
                  <a:pt x="455902" y="2077"/>
                </a:lnTo>
                <a:lnTo>
                  <a:pt x="456763" y="2613"/>
                </a:lnTo>
                <a:lnTo>
                  <a:pt x="457588" y="3204"/>
                </a:lnTo>
                <a:lnTo>
                  <a:pt x="458372" y="3847"/>
                </a:lnTo>
                <a:lnTo>
                  <a:pt x="459113" y="4541"/>
                </a:lnTo>
                <a:lnTo>
                  <a:pt x="459806" y="5281"/>
                </a:lnTo>
                <a:lnTo>
                  <a:pt x="460450" y="6065"/>
                </a:lnTo>
                <a:lnTo>
                  <a:pt x="461041" y="6890"/>
                </a:lnTo>
                <a:lnTo>
                  <a:pt x="461576" y="7751"/>
                </a:lnTo>
                <a:lnTo>
                  <a:pt x="462055" y="8646"/>
                </a:lnTo>
                <a:lnTo>
                  <a:pt x="462473" y="9570"/>
                </a:lnTo>
                <a:lnTo>
                  <a:pt x="462831" y="10520"/>
                </a:lnTo>
                <a:lnTo>
                  <a:pt x="463125" y="11490"/>
                </a:lnTo>
                <a:lnTo>
                  <a:pt x="463355" y="12478"/>
                </a:lnTo>
                <a:lnTo>
                  <a:pt x="463521" y="13479"/>
                </a:lnTo>
                <a:lnTo>
                  <a:pt x="463620" y="14489"/>
                </a:lnTo>
                <a:lnTo>
                  <a:pt x="463653" y="15503"/>
                </a:lnTo>
                <a:lnTo>
                  <a:pt x="463653" y="828940"/>
                </a:lnTo>
                <a:lnTo>
                  <a:pt x="463620" y="829954"/>
                </a:lnTo>
                <a:lnTo>
                  <a:pt x="463521" y="830964"/>
                </a:lnTo>
                <a:lnTo>
                  <a:pt x="463355" y="831965"/>
                </a:lnTo>
                <a:lnTo>
                  <a:pt x="463125" y="832953"/>
                </a:lnTo>
                <a:lnTo>
                  <a:pt x="462831" y="833923"/>
                </a:lnTo>
                <a:lnTo>
                  <a:pt x="462473" y="834873"/>
                </a:lnTo>
                <a:lnTo>
                  <a:pt x="462055" y="835797"/>
                </a:lnTo>
                <a:lnTo>
                  <a:pt x="461576" y="836692"/>
                </a:lnTo>
                <a:lnTo>
                  <a:pt x="461041" y="837553"/>
                </a:lnTo>
                <a:lnTo>
                  <a:pt x="460450" y="838378"/>
                </a:lnTo>
                <a:lnTo>
                  <a:pt x="459806" y="839162"/>
                </a:lnTo>
                <a:lnTo>
                  <a:pt x="459113" y="839902"/>
                </a:lnTo>
                <a:lnTo>
                  <a:pt x="458372" y="840596"/>
                </a:lnTo>
                <a:lnTo>
                  <a:pt x="457588" y="841239"/>
                </a:lnTo>
                <a:lnTo>
                  <a:pt x="456763" y="841830"/>
                </a:lnTo>
                <a:lnTo>
                  <a:pt x="455902" y="842366"/>
                </a:lnTo>
                <a:lnTo>
                  <a:pt x="455007" y="842844"/>
                </a:lnTo>
                <a:lnTo>
                  <a:pt x="454083" y="843263"/>
                </a:lnTo>
                <a:lnTo>
                  <a:pt x="453134" y="843620"/>
                </a:lnTo>
                <a:lnTo>
                  <a:pt x="452163" y="843915"/>
                </a:lnTo>
                <a:lnTo>
                  <a:pt x="451175" y="844145"/>
                </a:lnTo>
                <a:lnTo>
                  <a:pt x="450174" y="844310"/>
                </a:lnTo>
                <a:lnTo>
                  <a:pt x="449164" y="844410"/>
                </a:lnTo>
                <a:lnTo>
                  <a:pt x="448151" y="844443"/>
                </a:lnTo>
                <a:lnTo>
                  <a:pt x="14074" y="844443"/>
                </a:lnTo>
                <a:lnTo>
                  <a:pt x="13060" y="844410"/>
                </a:lnTo>
                <a:lnTo>
                  <a:pt x="12051" y="844310"/>
                </a:lnTo>
                <a:lnTo>
                  <a:pt x="11050" y="844145"/>
                </a:lnTo>
                <a:lnTo>
                  <a:pt x="10062" y="843915"/>
                </a:lnTo>
                <a:lnTo>
                  <a:pt x="9091" y="843620"/>
                </a:lnTo>
                <a:lnTo>
                  <a:pt x="8141" y="843263"/>
                </a:lnTo>
                <a:lnTo>
                  <a:pt x="7217" y="842844"/>
                </a:lnTo>
                <a:lnTo>
                  <a:pt x="6323" y="842366"/>
                </a:lnTo>
                <a:lnTo>
                  <a:pt x="5461" y="841830"/>
                </a:lnTo>
                <a:lnTo>
                  <a:pt x="4637" y="841239"/>
                </a:lnTo>
                <a:lnTo>
                  <a:pt x="3852" y="840596"/>
                </a:lnTo>
                <a:lnTo>
                  <a:pt x="3112" y="839902"/>
                </a:lnTo>
                <a:lnTo>
                  <a:pt x="2418" y="839162"/>
                </a:lnTo>
                <a:lnTo>
                  <a:pt x="1775" y="838378"/>
                </a:lnTo>
                <a:lnTo>
                  <a:pt x="1184" y="837553"/>
                </a:lnTo>
                <a:lnTo>
                  <a:pt x="648" y="836692"/>
                </a:lnTo>
                <a:lnTo>
                  <a:pt x="170" y="835797"/>
                </a:lnTo>
                <a:close/>
                <a:moveTo>
                  <a:pt x="29577" y="31005"/>
                </a:moveTo>
                <a:lnTo>
                  <a:pt x="29577" y="813437"/>
                </a:lnTo>
                <a:lnTo>
                  <a:pt x="432648" y="813437"/>
                </a:lnTo>
                <a:lnTo>
                  <a:pt x="432648" y="31005"/>
                </a:lnTo>
                <a:lnTo>
                  <a:pt x="29577" y="31005"/>
                </a:lnTo>
                <a:close/>
              </a:path>
            </a:pathLst>
          </a:custGeom>
          <a:solidFill xmlns:a="http://schemas.openxmlformats.org/drawingml/2006/main">
            <a:srgbClr val="89A4A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A">
            <a:extLst xmlns:a="http://schemas.openxmlformats.org/drawingml/2006/main">
              <a:ext uri="{FF2B5EF4-FFF2-40B4-BE49-F238E27FC236}">
                <a16:creationId xmlns:a16="http://schemas.microsoft.com/office/drawing/2014/main" id="{341856F5-0A72-49FC-9F5F-33D32746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6" y="366458"/>
            <a:ext cx="123677" cy="128496"/>
          </a:xfrm>
          <a:custGeom xmlns:a="http://schemas.openxmlformats.org/drawingml/2006/main">
            <a:pathLst>
              <a:path w="123677" h="128496">
                <a:moveTo>
                  <a:pt x="34623" y="74599"/>
                </a:moveTo>
                <a:lnTo>
                  <a:pt x="34623" y="31856"/>
                </a:lnTo>
                <a:lnTo>
                  <a:pt x="22785" y="26770"/>
                </a:lnTo>
                <a:cubicBezTo>
                  <a:pt x="18816" y="25104"/>
                  <a:pt x="15539" y="24271"/>
                  <a:pt x="12953" y="24271"/>
                </a:cubicBezTo>
                <a:cubicBezTo>
                  <a:pt x="9527" y="24271"/>
                  <a:pt x="7001" y="25640"/>
                  <a:pt x="5376" y="28376"/>
                </a:cubicBezTo>
                <a:cubicBezTo>
                  <a:pt x="4415" y="29982"/>
                  <a:pt x="3694" y="33938"/>
                  <a:pt x="3212" y="40244"/>
                </a:cubicBezTo>
                <a:lnTo>
                  <a:pt x="0" y="40244"/>
                </a:lnTo>
                <a:lnTo>
                  <a:pt x="0" y="0"/>
                </a:lnTo>
                <a:lnTo>
                  <a:pt x="3212" y="0"/>
                </a:lnTo>
                <a:cubicBezTo>
                  <a:pt x="3872" y="4343"/>
                  <a:pt x="5689" y="7912"/>
                  <a:pt x="8661" y="10708"/>
                </a:cubicBezTo>
                <a:cubicBezTo>
                  <a:pt x="11636" y="13504"/>
                  <a:pt x="17778" y="16954"/>
                  <a:pt x="27088" y="21059"/>
                </a:cubicBezTo>
                <a:lnTo>
                  <a:pt x="123677" y="64337"/>
                </a:lnTo>
                <a:lnTo>
                  <a:pt x="123677" y="66033"/>
                </a:lnTo>
                <a:lnTo>
                  <a:pt x="24397" y="109668"/>
                </a:lnTo>
                <a:cubicBezTo>
                  <a:pt x="14901" y="113832"/>
                  <a:pt x="8921" y="117253"/>
                  <a:pt x="6458" y="119930"/>
                </a:cubicBezTo>
                <a:cubicBezTo>
                  <a:pt x="4596" y="121952"/>
                  <a:pt x="3514" y="124808"/>
                  <a:pt x="3212" y="128496"/>
                </a:cubicBezTo>
                <a:lnTo>
                  <a:pt x="0" y="128496"/>
                </a:lnTo>
                <a:lnTo>
                  <a:pt x="0" y="69959"/>
                </a:lnTo>
                <a:lnTo>
                  <a:pt x="3212" y="69959"/>
                </a:lnTo>
                <a:lnTo>
                  <a:pt x="3212" y="72368"/>
                </a:lnTo>
                <a:cubicBezTo>
                  <a:pt x="3212" y="77068"/>
                  <a:pt x="3878" y="80369"/>
                  <a:pt x="5209" y="82273"/>
                </a:cubicBezTo>
                <a:cubicBezTo>
                  <a:pt x="6176" y="83582"/>
                  <a:pt x="7567" y="84236"/>
                  <a:pt x="9383" y="84236"/>
                </a:cubicBezTo>
                <a:cubicBezTo>
                  <a:pt x="10471" y="84236"/>
                  <a:pt x="11590" y="84058"/>
                  <a:pt x="12741" y="83701"/>
                </a:cubicBezTo>
                <a:cubicBezTo>
                  <a:pt x="13284" y="83582"/>
                  <a:pt x="15552" y="82690"/>
                  <a:pt x="19545" y="81024"/>
                </a:cubicBezTo>
                <a:lnTo>
                  <a:pt x="34623" y="74599"/>
                </a:lnTo>
                <a:moveTo>
                  <a:pt x="41226" y="71565"/>
                </a:moveTo>
                <a:lnTo>
                  <a:pt x="82948" y="53540"/>
                </a:lnTo>
                <a:lnTo>
                  <a:pt x="41226" y="34979"/>
                </a:lnTo>
                <a:lnTo>
                  <a:pt x="41226" y="715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I">
            <a:extLst xmlns:a="http://schemas.openxmlformats.org/drawingml/2006/main">
              <a:ext uri="{FF2B5EF4-FFF2-40B4-BE49-F238E27FC236}">
                <a16:creationId xmlns:a16="http://schemas.microsoft.com/office/drawing/2014/main" id="{616A9561-5C98-4E66-8C44-B6BF9C01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06" y="500086"/>
            <a:ext cx="121000" cy="63266"/>
          </a:xfrm>
          <a:custGeom xmlns:a="http://schemas.openxmlformats.org/drawingml/2006/main">
            <a:pathLst>
              <a:path w="121000" h="63266">
                <a:moveTo>
                  <a:pt x="3212" y="63266"/>
                </a:moveTo>
                <a:lnTo>
                  <a:pt x="0" y="63266"/>
                </a:lnTo>
                <a:lnTo>
                  <a:pt x="0" y="0"/>
                </a:lnTo>
                <a:lnTo>
                  <a:pt x="3212" y="0"/>
                </a:lnTo>
                <a:lnTo>
                  <a:pt x="3212" y="4015"/>
                </a:lnTo>
                <a:cubicBezTo>
                  <a:pt x="3212" y="7525"/>
                  <a:pt x="3840" y="10351"/>
                  <a:pt x="5095" y="12493"/>
                </a:cubicBezTo>
                <a:cubicBezTo>
                  <a:pt x="5933" y="14039"/>
                  <a:pt x="7368" y="15229"/>
                  <a:pt x="9400" y="16062"/>
                </a:cubicBezTo>
                <a:cubicBezTo>
                  <a:pt x="10835" y="16716"/>
                  <a:pt x="14603" y="17044"/>
                  <a:pt x="20702" y="17044"/>
                </a:cubicBezTo>
                <a:lnTo>
                  <a:pt x="100298" y="17044"/>
                </a:lnTo>
                <a:cubicBezTo>
                  <a:pt x="106517" y="17044"/>
                  <a:pt x="110403" y="16716"/>
                  <a:pt x="111957" y="16062"/>
                </a:cubicBezTo>
                <a:cubicBezTo>
                  <a:pt x="113513" y="15408"/>
                  <a:pt x="114874" y="14084"/>
                  <a:pt x="116040" y="12091"/>
                </a:cubicBezTo>
                <a:cubicBezTo>
                  <a:pt x="117205" y="10098"/>
                  <a:pt x="117788" y="7406"/>
                  <a:pt x="117788" y="4015"/>
                </a:cubicBezTo>
                <a:lnTo>
                  <a:pt x="117788" y="0"/>
                </a:lnTo>
                <a:lnTo>
                  <a:pt x="121000" y="0"/>
                </a:lnTo>
                <a:lnTo>
                  <a:pt x="121000" y="63266"/>
                </a:lnTo>
                <a:lnTo>
                  <a:pt x="117788" y="63266"/>
                </a:lnTo>
                <a:lnTo>
                  <a:pt x="117788" y="59251"/>
                </a:lnTo>
                <a:cubicBezTo>
                  <a:pt x="117788" y="55741"/>
                  <a:pt x="117161" y="52915"/>
                  <a:pt x="115906" y="50774"/>
                </a:cubicBezTo>
                <a:cubicBezTo>
                  <a:pt x="115067" y="49227"/>
                  <a:pt x="113632" y="48008"/>
                  <a:pt x="111600" y="47115"/>
                </a:cubicBezTo>
                <a:cubicBezTo>
                  <a:pt x="110165" y="46461"/>
                  <a:pt x="106398" y="46134"/>
                  <a:pt x="100298" y="46134"/>
                </a:cubicBezTo>
                <a:lnTo>
                  <a:pt x="20702" y="46134"/>
                </a:lnTo>
                <a:cubicBezTo>
                  <a:pt x="14484" y="46134"/>
                  <a:pt x="10596" y="46476"/>
                  <a:pt x="9040" y="47160"/>
                </a:cubicBezTo>
                <a:cubicBezTo>
                  <a:pt x="7486" y="47844"/>
                  <a:pt x="6126" y="49182"/>
                  <a:pt x="4961" y="51175"/>
                </a:cubicBezTo>
                <a:cubicBezTo>
                  <a:pt x="3795" y="53168"/>
                  <a:pt x="3212" y="55860"/>
                  <a:pt x="3212" y="59251"/>
                </a:cubicBezTo>
                <a:lnTo>
                  <a:pt x="3212" y="63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S">
            <a:extLst xmlns:a="http://schemas.openxmlformats.org/drawingml/2006/main">
              <a:ext uri="{FF2B5EF4-FFF2-40B4-BE49-F238E27FC236}">
                <a16:creationId xmlns:a16="http://schemas.microsoft.com/office/drawing/2014/main" id="{3A79F00A-8594-4AB0-BF6F-97B34CF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8" y="162904"/>
            <a:ext cx="126102" cy="84692"/>
          </a:xfrm>
          <a:custGeom xmlns:a="http://schemas.openxmlformats.org/drawingml/2006/main">
            <a:pathLst>
              <a:path w="126102" h="84692">
                <a:moveTo>
                  <a:pt x="126102" y="76231"/>
                </a:moveTo>
                <a:lnTo>
                  <a:pt x="85849" y="77211"/>
                </a:lnTo>
                <a:lnTo>
                  <a:pt x="85849" y="73560"/>
                </a:lnTo>
                <a:cubicBezTo>
                  <a:pt x="95916" y="71838"/>
                  <a:pt x="104014" y="67608"/>
                  <a:pt x="110142" y="60869"/>
                </a:cubicBezTo>
                <a:cubicBezTo>
                  <a:pt x="116270" y="54131"/>
                  <a:pt x="119334" y="46843"/>
                  <a:pt x="119334" y="39006"/>
                </a:cubicBezTo>
                <a:cubicBezTo>
                  <a:pt x="119334" y="32950"/>
                  <a:pt x="117721" y="28156"/>
                  <a:pt x="114494" y="24624"/>
                </a:cubicBezTo>
                <a:cubicBezTo>
                  <a:pt x="111270" y="21091"/>
                  <a:pt x="107556" y="19325"/>
                  <a:pt x="103354" y="19325"/>
                </a:cubicBezTo>
                <a:cubicBezTo>
                  <a:pt x="100692" y="19325"/>
                  <a:pt x="98324" y="19948"/>
                  <a:pt x="96252" y="21195"/>
                </a:cubicBezTo>
                <a:cubicBezTo>
                  <a:pt x="93471" y="22917"/>
                  <a:pt x="90719" y="25678"/>
                  <a:pt x="87998" y="29477"/>
                </a:cubicBezTo>
                <a:cubicBezTo>
                  <a:pt x="86044" y="32268"/>
                  <a:pt x="82581" y="38709"/>
                  <a:pt x="77609" y="48802"/>
                </a:cubicBezTo>
                <a:cubicBezTo>
                  <a:pt x="70685" y="62932"/>
                  <a:pt x="64144" y="72461"/>
                  <a:pt x="57986" y="77389"/>
                </a:cubicBezTo>
                <a:cubicBezTo>
                  <a:pt x="51830" y="82257"/>
                  <a:pt x="44785" y="84692"/>
                  <a:pt x="36852" y="84692"/>
                </a:cubicBezTo>
                <a:cubicBezTo>
                  <a:pt x="26789" y="84692"/>
                  <a:pt x="18131" y="80758"/>
                  <a:pt x="10879" y="72892"/>
                </a:cubicBezTo>
                <a:cubicBezTo>
                  <a:pt x="3626" y="65025"/>
                  <a:pt x="0" y="55036"/>
                  <a:pt x="0" y="42925"/>
                </a:cubicBezTo>
                <a:cubicBezTo>
                  <a:pt x="0" y="39125"/>
                  <a:pt x="386" y="35533"/>
                  <a:pt x="1158" y="32149"/>
                </a:cubicBezTo>
                <a:cubicBezTo>
                  <a:pt x="1930" y="28765"/>
                  <a:pt x="3384" y="24520"/>
                  <a:pt x="5521" y="19414"/>
                </a:cubicBezTo>
                <a:cubicBezTo>
                  <a:pt x="6709" y="16564"/>
                  <a:pt x="7303" y="14219"/>
                  <a:pt x="7303" y="12379"/>
                </a:cubicBezTo>
                <a:cubicBezTo>
                  <a:pt x="7303" y="10835"/>
                  <a:pt x="6701" y="9202"/>
                  <a:pt x="5499" y="7481"/>
                </a:cubicBezTo>
                <a:cubicBezTo>
                  <a:pt x="4297" y="5759"/>
                  <a:pt x="2464" y="4364"/>
                  <a:pt x="0" y="3295"/>
                </a:cubicBezTo>
                <a:lnTo>
                  <a:pt x="0" y="0"/>
                </a:lnTo>
                <a:lnTo>
                  <a:pt x="45596" y="0"/>
                </a:lnTo>
                <a:lnTo>
                  <a:pt x="45596" y="3295"/>
                </a:lnTo>
                <a:cubicBezTo>
                  <a:pt x="32802" y="5907"/>
                  <a:pt x="23043" y="10939"/>
                  <a:pt x="16319" y="18390"/>
                </a:cubicBezTo>
                <a:cubicBezTo>
                  <a:pt x="9596" y="25841"/>
                  <a:pt x="6234" y="33871"/>
                  <a:pt x="6234" y="42479"/>
                </a:cubicBezTo>
                <a:cubicBezTo>
                  <a:pt x="6234" y="49129"/>
                  <a:pt x="8039" y="54428"/>
                  <a:pt x="11650" y="58376"/>
                </a:cubicBezTo>
                <a:cubicBezTo>
                  <a:pt x="15260" y="62324"/>
                  <a:pt x="19462" y="64298"/>
                  <a:pt x="24256" y="64298"/>
                </a:cubicBezTo>
                <a:cubicBezTo>
                  <a:pt x="27097" y="64298"/>
                  <a:pt x="29848" y="63541"/>
                  <a:pt x="32511" y="62027"/>
                </a:cubicBezTo>
                <a:cubicBezTo>
                  <a:pt x="35175" y="60513"/>
                  <a:pt x="37706" y="58212"/>
                  <a:pt x="40103" y="55125"/>
                </a:cubicBezTo>
                <a:cubicBezTo>
                  <a:pt x="42500" y="52038"/>
                  <a:pt x="45621" y="46576"/>
                  <a:pt x="49467" y="38739"/>
                </a:cubicBezTo>
                <a:cubicBezTo>
                  <a:pt x="54853" y="27756"/>
                  <a:pt x="59443" y="19859"/>
                  <a:pt x="63238" y="15050"/>
                </a:cubicBezTo>
                <a:cubicBezTo>
                  <a:pt x="67032" y="10241"/>
                  <a:pt x="71270" y="6546"/>
                  <a:pt x="75953" y="3963"/>
                </a:cubicBezTo>
                <a:cubicBezTo>
                  <a:pt x="80636" y="1380"/>
                  <a:pt x="85793" y="89"/>
                  <a:pt x="91424" y="89"/>
                </a:cubicBezTo>
                <a:cubicBezTo>
                  <a:pt x="101027" y="89"/>
                  <a:pt x="109207" y="3622"/>
                  <a:pt x="115964" y="10687"/>
                </a:cubicBezTo>
                <a:cubicBezTo>
                  <a:pt x="122723" y="17752"/>
                  <a:pt x="126102" y="26657"/>
                  <a:pt x="126102" y="37403"/>
                </a:cubicBezTo>
                <a:cubicBezTo>
                  <a:pt x="126102" y="41322"/>
                  <a:pt x="125622" y="45121"/>
                  <a:pt x="124661" y="48802"/>
                </a:cubicBezTo>
                <a:cubicBezTo>
                  <a:pt x="123941" y="51593"/>
                  <a:pt x="122606" y="54992"/>
                  <a:pt x="120656" y="58999"/>
                </a:cubicBezTo>
                <a:cubicBezTo>
                  <a:pt x="118706" y="63007"/>
                  <a:pt x="117731" y="65812"/>
                  <a:pt x="117731" y="67415"/>
                </a:cubicBezTo>
                <a:cubicBezTo>
                  <a:pt x="117731" y="68958"/>
                  <a:pt x="118211" y="70176"/>
                  <a:pt x="119170" y="71066"/>
                </a:cubicBezTo>
                <a:cubicBezTo>
                  <a:pt x="120131" y="71957"/>
                  <a:pt x="122442" y="72788"/>
                  <a:pt x="126102" y="73560"/>
                </a:cubicBezTo>
                <a:lnTo>
                  <a:pt x="126102" y="762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y">
            <a:extLst xmlns:a="http://schemas.openxmlformats.org/drawingml/2006/main">
              <a:ext uri="{FF2B5EF4-FFF2-40B4-BE49-F238E27FC236}">
                <a16:creationId xmlns:a16="http://schemas.microsoft.com/office/drawing/2014/main" id="{B692B881-377E-432A-8370-4A9AA5A3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7" y="256932"/>
            <a:ext cx="122718" cy="87987"/>
          </a:xfrm>
          <a:custGeom xmlns:a="http://schemas.openxmlformats.org/drawingml/2006/main">
            <a:pathLst>
              <a:path w="122718" h="87987">
                <a:moveTo>
                  <a:pt x="35898" y="42836"/>
                </a:moveTo>
                <a:lnTo>
                  <a:pt x="97758" y="15941"/>
                </a:lnTo>
                <a:cubicBezTo>
                  <a:pt x="107127" y="11904"/>
                  <a:pt x="112886" y="8920"/>
                  <a:pt x="115034" y="6991"/>
                </a:cubicBezTo>
                <a:cubicBezTo>
                  <a:pt x="117185" y="5061"/>
                  <a:pt x="118677" y="2731"/>
                  <a:pt x="119512" y="0"/>
                </a:cubicBezTo>
                <a:lnTo>
                  <a:pt x="122718" y="0"/>
                </a:lnTo>
                <a:lnTo>
                  <a:pt x="122718" y="44260"/>
                </a:lnTo>
                <a:lnTo>
                  <a:pt x="119512" y="44260"/>
                </a:lnTo>
                <a:cubicBezTo>
                  <a:pt x="119393" y="41351"/>
                  <a:pt x="118827" y="39303"/>
                  <a:pt x="117812" y="38116"/>
                </a:cubicBezTo>
                <a:cubicBezTo>
                  <a:pt x="116799" y="36928"/>
                  <a:pt x="115576" y="36335"/>
                  <a:pt x="114144" y="36335"/>
                </a:cubicBezTo>
                <a:cubicBezTo>
                  <a:pt x="111878" y="36335"/>
                  <a:pt x="107405" y="37819"/>
                  <a:pt x="100724" y="40787"/>
                </a:cubicBezTo>
                <a:lnTo>
                  <a:pt x="67977" y="55036"/>
                </a:lnTo>
                <a:lnTo>
                  <a:pt x="93283" y="64743"/>
                </a:lnTo>
                <a:cubicBezTo>
                  <a:pt x="102294" y="68246"/>
                  <a:pt x="108560" y="69997"/>
                  <a:pt x="112082" y="69997"/>
                </a:cubicBezTo>
                <a:cubicBezTo>
                  <a:pt x="114289" y="69997"/>
                  <a:pt x="116050" y="69270"/>
                  <a:pt x="117364" y="67816"/>
                </a:cubicBezTo>
                <a:cubicBezTo>
                  <a:pt x="118677" y="66361"/>
                  <a:pt x="119393" y="63793"/>
                  <a:pt x="119512" y="60112"/>
                </a:cubicBezTo>
                <a:lnTo>
                  <a:pt x="122718" y="60112"/>
                </a:lnTo>
                <a:lnTo>
                  <a:pt x="122718" y="87987"/>
                </a:lnTo>
                <a:lnTo>
                  <a:pt x="119512" y="87987"/>
                </a:lnTo>
                <a:cubicBezTo>
                  <a:pt x="119213" y="85256"/>
                  <a:pt x="118154" y="83029"/>
                  <a:pt x="116334" y="81307"/>
                </a:cubicBezTo>
                <a:cubicBezTo>
                  <a:pt x="114514" y="79586"/>
                  <a:pt x="108322" y="76706"/>
                  <a:pt x="97758" y="72669"/>
                </a:cubicBezTo>
                <a:lnTo>
                  <a:pt x="35978" y="48891"/>
                </a:lnTo>
                <a:cubicBezTo>
                  <a:pt x="20542" y="42895"/>
                  <a:pt x="11043" y="38442"/>
                  <a:pt x="7481" y="35533"/>
                </a:cubicBezTo>
                <a:cubicBezTo>
                  <a:pt x="2494" y="31436"/>
                  <a:pt x="0" y="26301"/>
                  <a:pt x="0" y="20126"/>
                </a:cubicBezTo>
                <a:cubicBezTo>
                  <a:pt x="0" y="15199"/>
                  <a:pt x="1410" y="11206"/>
                  <a:pt x="4230" y="8149"/>
                </a:cubicBezTo>
                <a:cubicBezTo>
                  <a:pt x="7050" y="5091"/>
                  <a:pt x="10449" y="3562"/>
                  <a:pt x="14427" y="3562"/>
                </a:cubicBezTo>
                <a:cubicBezTo>
                  <a:pt x="17870" y="3562"/>
                  <a:pt x="20720" y="4616"/>
                  <a:pt x="22976" y="6724"/>
                </a:cubicBezTo>
                <a:cubicBezTo>
                  <a:pt x="25232" y="8831"/>
                  <a:pt x="26360" y="11429"/>
                  <a:pt x="26360" y="14516"/>
                </a:cubicBezTo>
                <a:cubicBezTo>
                  <a:pt x="26360" y="17485"/>
                  <a:pt x="25416" y="19874"/>
                  <a:pt x="23527" y="21685"/>
                </a:cubicBezTo>
                <a:cubicBezTo>
                  <a:pt x="21637" y="23496"/>
                  <a:pt x="18713" y="24431"/>
                  <a:pt x="14755" y="24490"/>
                </a:cubicBezTo>
                <a:cubicBezTo>
                  <a:pt x="12510" y="24550"/>
                  <a:pt x="11063" y="24817"/>
                  <a:pt x="10414" y="25292"/>
                </a:cubicBezTo>
                <a:cubicBezTo>
                  <a:pt x="9765" y="25767"/>
                  <a:pt x="9440" y="26449"/>
                  <a:pt x="9440" y="27340"/>
                </a:cubicBezTo>
                <a:cubicBezTo>
                  <a:pt x="9440" y="28765"/>
                  <a:pt x="10297" y="30279"/>
                  <a:pt x="12011" y="31882"/>
                </a:cubicBezTo>
                <a:cubicBezTo>
                  <a:pt x="14494" y="34257"/>
                  <a:pt x="20167" y="37047"/>
                  <a:pt x="29032" y="40253"/>
                </a:cubicBezTo>
                <a:lnTo>
                  <a:pt x="35898" y="428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s">
            <a:extLst xmlns:a="http://schemas.openxmlformats.org/drawingml/2006/main">
              <a:ext uri="{FF2B5EF4-FFF2-40B4-BE49-F238E27FC236}">
                <a16:creationId xmlns:a16="http://schemas.microsoft.com/office/drawing/2014/main" id="{E1177AC3-DBB4-460D-987D-7530A2A9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6" y="353824"/>
            <a:ext cx="88343" cy="57263"/>
          </a:xfrm>
          <a:custGeom xmlns:a="http://schemas.openxmlformats.org/drawingml/2006/main">
            <a:pathLst>
              <a:path w="88343" h="57263">
                <a:moveTo>
                  <a:pt x="87987" y="51563"/>
                </a:moveTo>
                <a:lnTo>
                  <a:pt x="59489" y="52899"/>
                </a:lnTo>
                <a:lnTo>
                  <a:pt x="59489" y="49871"/>
                </a:lnTo>
                <a:cubicBezTo>
                  <a:pt x="67988" y="46249"/>
                  <a:pt x="73793" y="42494"/>
                  <a:pt x="76905" y="38605"/>
                </a:cubicBezTo>
                <a:cubicBezTo>
                  <a:pt x="80018" y="34717"/>
                  <a:pt x="81575" y="30843"/>
                  <a:pt x="81575" y="26984"/>
                </a:cubicBezTo>
                <a:cubicBezTo>
                  <a:pt x="81575" y="24550"/>
                  <a:pt x="80758" y="22472"/>
                  <a:pt x="79126" y="20750"/>
                </a:cubicBezTo>
                <a:cubicBezTo>
                  <a:pt x="77493" y="19028"/>
                  <a:pt x="75608" y="18167"/>
                  <a:pt x="73471" y="18167"/>
                </a:cubicBezTo>
                <a:cubicBezTo>
                  <a:pt x="71868" y="18167"/>
                  <a:pt x="70324" y="18761"/>
                  <a:pt x="68840" y="19948"/>
                </a:cubicBezTo>
                <a:cubicBezTo>
                  <a:pt x="66406" y="21848"/>
                  <a:pt x="62235" y="27162"/>
                  <a:pt x="56327" y="35889"/>
                </a:cubicBezTo>
                <a:cubicBezTo>
                  <a:pt x="50420" y="44617"/>
                  <a:pt x="45403" y="50361"/>
                  <a:pt x="41277" y="53121"/>
                </a:cubicBezTo>
                <a:cubicBezTo>
                  <a:pt x="37151" y="55882"/>
                  <a:pt x="32535" y="57263"/>
                  <a:pt x="27429" y="57263"/>
                </a:cubicBezTo>
                <a:cubicBezTo>
                  <a:pt x="22798" y="57263"/>
                  <a:pt x="18256" y="56105"/>
                  <a:pt x="13804" y="53789"/>
                </a:cubicBezTo>
                <a:cubicBezTo>
                  <a:pt x="9351" y="51474"/>
                  <a:pt x="5937" y="48209"/>
                  <a:pt x="3562" y="43993"/>
                </a:cubicBezTo>
                <a:cubicBezTo>
                  <a:pt x="1187" y="39778"/>
                  <a:pt x="0" y="35117"/>
                  <a:pt x="0" y="30012"/>
                </a:cubicBezTo>
                <a:cubicBezTo>
                  <a:pt x="0" y="26034"/>
                  <a:pt x="1270" y="20720"/>
                  <a:pt x="3810" y="14071"/>
                </a:cubicBezTo>
                <a:cubicBezTo>
                  <a:pt x="4476" y="12290"/>
                  <a:pt x="4809" y="11073"/>
                  <a:pt x="4809" y="10419"/>
                </a:cubicBezTo>
                <a:cubicBezTo>
                  <a:pt x="4809" y="8460"/>
                  <a:pt x="3325" y="6828"/>
                  <a:pt x="356" y="5521"/>
                </a:cubicBezTo>
                <a:lnTo>
                  <a:pt x="356" y="2583"/>
                </a:lnTo>
                <a:lnTo>
                  <a:pt x="30279" y="1158"/>
                </a:lnTo>
                <a:lnTo>
                  <a:pt x="30279" y="4186"/>
                </a:lnTo>
                <a:cubicBezTo>
                  <a:pt x="22442" y="6857"/>
                  <a:pt x="16564" y="10523"/>
                  <a:pt x="12646" y="15184"/>
                </a:cubicBezTo>
                <a:cubicBezTo>
                  <a:pt x="8727" y="19844"/>
                  <a:pt x="6768" y="24253"/>
                  <a:pt x="6768" y="28409"/>
                </a:cubicBezTo>
                <a:cubicBezTo>
                  <a:pt x="6768" y="31258"/>
                  <a:pt x="7644" y="33589"/>
                  <a:pt x="9395" y="35399"/>
                </a:cubicBezTo>
                <a:cubicBezTo>
                  <a:pt x="11147" y="37210"/>
                  <a:pt x="13269" y="38116"/>
                  <a:pt x="15763" y="38116"/>
                </a:cubicBezTo>
                <a:cubicBezTo>
                  <a:pt x="18613" y="38116"/>
                  <a:pt x="21076" y="37225"/>
                  <a:pt x="23154" y="35444"/>
                </a:cubicBezTo>
                <a:cubicBezTo>
                  <a:pt x="25232" y="33663"/>
                  <a:pt x="28379" y="29685"/>
                  <a:pt x="32594" y="23511"/>
                </a:cubicBezTo>
                <a:cubicBezTo>
                  <a:pt x="38887" y="14427"/>
                  <a:pt x="43696" y="8549"/>
                  <a:pt x="47021" y="5878"/>
                </a:cubicBezTo>
                <a:cubicBezTo>
                  <a:pt x="51890" y="1959"/>
                  <a:pt x="57263" y="0"/>
                  <a:pt x="63140" y="0"/>
                </a:cubicBezTo>
                <a:cubicBezTo>
                  <a:pt x="69552" y="0"/>
                  <a:pt x="75356" y="2212"/>
                  <a:pt x="80550" y="6635"/>
                </a:cubicBezTo>
                <a:cubicBezTo>
                  <a:pt x="85745" y="11058"/>
                  <a:pt x="88343" y="17455"/>
                  <a:pt x="88343" y="25826"/>
                </a:cubicBezTo>
                <a:cubicBezTo>
                  <a:pt x="88343" y="30338"/>
                  <a:pt x="87202" y="34702"/>
                  <a:pt x="84920" y="38917"/>
                </a:cubicBezTo>
                <a:cubicBezTo>
                  <a:pt x="83996" y="40520"/>
                  <a:pt x="83534" y="41826"/>
                  <a:pt x="83534" y="42836"/>
                </a:cubicBezTo>
                <a:cubicBezTo>
                  <a:pt x="83534" y="43904"/>
                  <a:pt x="83756" y="44765"/>
                  <a:pt x="84202" y="45418"/>
                </a:cubicBezTo>
                <a:cubicBezTo>
                  <a:pt x="84647" y="46071"/>
                  <a:pt x="85909" y="47110"/>
                  <a:pt x="87987" y="48535"/>
                </a:cubicBezTo>
                <a:lnTo>
                  <a:pt x="87987" y="515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t">
            <a:extLst xmlns:a="http://schemas.openxmlformats.org/drawingml/2006/main">
              <a:ext uri="{FF2B5EF4-FFF2-40B4-BE49-F238E27FC236}">
                <a16:creationId xmlns:a16="http://schemas.microsoft.com/office/drawing/2014/main" id="{0B8B78C7-0B40-4D77-AFA7-5689193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2" y="420942"/>
            <a:ext cx="115237" cy="55570"/>
          </a:xfrm>
          <a:custGeom xmlns:a="http://schemas.openxmlformats.org/drawingml/2006/main">
            <a:pathLst>
              <a:path w="115237" h="55570">
                <a:moveTo>
                  <a:pt x="115237" y="35800"/>
                </a:moveTo>
                <a:lnTo>
                  <a:pt x="84602" y="35800"/>
                </a:lnTo>
                <a:lnTo>
                  <a:pt x="84602" y="55570"/>
                </a:lnTo>
                <a:lnTo>
                  <a:pt x="75875" y="55570"/>
                </a:lnTo>
                <a:lnTo>
                  <a:pt x="75875" y="35800"/>
                </a:lnTo>
                <a:lnTo>
                  <a:pt x="24351" y="35800"/>
                </a:lnTo>
                <a:cubicBezTo>
                  <a:pt x="19529" y="35800"/>
                  <a:pt x="16419" y="36023"/>
                  <a:pt x="15020" y="36468"/>
                </a:cubicBezTo>
                <a:cubicBezTo>
                  <a:pt x="13621" y="36913"/>
                  <a:pt x="12489" y="37700"/>
                  <a:pt x="11624" y="38828"/>
                </a:cubicBezTo>
                <a:cubicBezTo>
                  <a:pt x="10762" y="39956"/>
                  <a:pt x="10330" y="40995"/>
                  <a:pt x="10330" y="41945"/>
                </a:cubicBezTo>
                <a:cubicBezTo>
                  <a:pt x="10330" y="45804"/>
                  <a:pt x="13299" y="49455"/>
                  <a:pt x="19236" y="52899"/>
                </a:cubicBezTo>
                <a:lnTo>
                  <a:pt x="17257" y="55570"/>
                </a:lnTo>
                <a:cubicBezTo>
                  <a:pt x="5752" y="50761"/>
                  <a:pt x="0" y="42954"/>
                  <a:pt x="0" y="32149"/>
                </a:cubicBezTo>
                <a:cubicBezTo>
                  <a:pt x="0" y="26865"/>
                  <a:pt x="1474" y="22397"/>
                  <a:pt x="4422" y="18746"/>
                </a:cubicBezTo>
                <a:cubicBezTo>
                  <a:pt x="7372" y="15095"/>
                  <a:pt x="10664" y="12765"/>
                  <a:pt x="14299" y="11755"/>
                </a:cubicBezTo>
                <a:cubicBezTo>
                  <a:pt x="16325" y="11162"/>
                  <a:pt x="21806" y="10865"/>
                  <a:pt x="30744" y="10865"/>
                </a:cubicBezTo>
                <a:lnTo>
                  <a:pt x="75875" y="10865"/>
                </a:lnTo>
                <a:lnTo>
                  <a:pt x="75875" y="0"/>
                </a:lnTo>
                <a:lnTo>
                  <a:pt x="79000" y="0"/>
                </a:lnTo>
                <a:cubicBezTo>
                  <a:pt x="84295" y="7481"/>
                  <a:pt x="89859" y="13848"/>
                  <a:pt x="95690" y="19102"/>
                </a:cubicBezTo>
                <a:cubicBezTo>
                  <a:pt x="101521" y="24357"/>
                  <a:pt x="108037" y="28943"/>
                  <a:pt x="115237" y="32861"/>
                </a:cubicBezTo>
                <a:lnTo>
                  <a:pt x="115237" y="35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e">
            <a:extLst xmlns:a="http://schemas.openxmlformats.org/drawingml/2006/main">
              <a:ext uri="{FF2B5EF4-FFF2-40B4-BE49-F238E27FC236}">
                <a16:creationId xmlns:a16="http://schemas.microsoft.com/office/drawing/2014/main" id="{53F1A7C0-DF4F-4FA9-8B3D-9EDF38D6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6" y="485328"/>
            <a:ext cx="88343" cy="69641"/>
          </a:xfrm>
          <a:custGeom xmlns:a="http://schemas.openxmlformats.org/drawingml/2006/main">
            <a:pathLst>
              <a:path w="88343" h="69641">
                <a:moveTo>
                  <a:pt x="47199" y="69641"/>
                </a:moveTo>
                <a:lnTo>
                  <a:pt x="47199" y="23956"/>
                </a:lnTo>
                <a:cubicBezTo>
                  <a:pt x="36127" y="24490"/>
                  <a:pt x="27376" y="27429"/>
                  <a:pt x="20947" y="32772"/>
                </a:cubicBezTo>
                <a:cubicBezTo>
                  <a:pt x="16007" y="36869"/>
                  <a:pt x="13536" y="41797"/>
                  <a:pt x="13536" y="47555"/>
                </a:cubicBezTo>
                <a:cubicBezTo>
                  <a:pt x="13536" y="51118"/>
                  <a:pt x="14531" y="54353"/>
                  <a:pt x="16520" y="57263"/>
                </a:cubicBezTo>
                <a:cubicBezTo>
                  <a:pt x="18509" y="60172"/>
                  <a:pt x="22086" y="63289"/>
                  <a:pt x="27251" y="66613"/>
                </a:cubicBezTo>
                <a:lnTo>
                  <a:pt x="25292" y="69641"/>
                </a:lnTo>
                <a:cubicBezTo>
                  <a:pt x="16089" y="65129"/>
                  <a:pt x="9573" y="60142"/>
                  <a:pt x="5744" y="54680"/>
                </a:cubicBezTo>
                <a:cubicBezTo>
                  <a:pt x="1915" y="49218"/>
                  <a:pt x="0" y="42895"/>
                  <a:pt x="0" y="35711"/>
                </a:cubicBezTo>
                <a:cubicBezTo>
                  <a:pt x="0" y="23362"/>
                  <a:pt x="4754" y="14011"/>
                  <a:pt x="14263" y="7659"/>
                </a:cubicBezTo>
                <a:cubicBezTo>
                  <a:pt x="21929" y="2553"/>
                  <a:pt x="31437" y="0"/>
                  <a:pt x="42788" y="0"/>
                </a:cubicBezTo>
                <a:cubicBezTo>
                  <a:pt x="56696" y="0"/>
                  <a:pt x="67765" y="3755"/>
                  <a:pt x="75995" y="11265"/>
                </a:cubicBezTo>
                <a:cubicBezTo>
                  <a:pt x="84227" y="18776"/>
                  <a:pt x="88343" y="27577"/>
                  <a:pt x="88343" y="37670"/>
                </a:cubicBezTo>
                <a:cubicBezTo>
                  <a:pt x="88343" y="46101"/>
                  <a:pt x="84884" y="53418"/>
                  <a:pt x="77968" y="59622"/>
                </a:cubicBezTo>
                <a:cubicBezTo>
                  <a:pt x="71051" y="65827"/>
                  <a:pt x="60795" y="69166"/>
                  <a:pt x="47199" y="69641"/>
                </a:cubicBezTo>
                <a:moveTo>
                  <a:pt x="53077" y="47734"/>
                </a:moveTo>
                <a:cubicBezTo>
                  <a:pt x="62636" y="47734"/>
                  <a:pt x="69196" y="47214"/>
                  <a:pt x="72758" y="46175"/>
                </a:cubicBezTo>
                <a:cubicBezTo>
                  <a:pt x="76320" y="45136"/>
                  <a:pt x="79022" y="43518"/>
                  <a:pt x="80862" y="41322"/>
                </a:cubicBezTo>
                <a:cubicBezTo>
                  <a:pt x="81931" y="40075"/>
                  <a:pt x="82465" y="38412"/>
                  <a:pt x="82465" y="36335"/>
                </a:cubicBezTo>
                <a:cubicBezTo>
                  <a:pt x="82465" y="33247"/>
                  <a:pt x="80951" y="30724"/>
                  <a:pt x="77923" y="28765"/>
                </a:cubicBezTo>
                <a:cubicBezTo>
                  <a:pt x="72639" y="25262"/>
                  <a:pt x="65396" y="23511"/>
                  <a:pt x="56194" y="23511"/>
                </a:cubicBezTo>
                <a:lnTo>
                  <a:pt x="53077" y="23511"/>
                </a:lnTo>
                <a:lnTo>
                  <a:pt x="53077" y="477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m">
            <a:extLst xmlns:a="http://schemas.openxmlformats.org/drawingml/2006/main">
              <a:ext uri="{FF2B5EF4-FFF2-40B4-BE49-F238E27FC236}">
                <a16:creationId xmlns:a16="http://schemas.microsoft.com/office/drawing/2014/main" id="{E0A44701-9151-430A-9DE9-F0DA71E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9" y="564945"/>
            <a:ext cx="85849" cy="140440"/>
          </a:xfrm>
          <a:custGeom xmlns:a="http://schemas.openxmlformats.org/drawingml/2006/main">
            <a:pathLst>
              <a:path w="85849" h="140440">
                <a:moveTo>
                  <a:pt x="83356" y="33930"/>
                </a:moveTo>
                <a:lnTo>
                  <a:pt x="72313" y="33930"/>
                </a:lnTo>
                <a:cubicBezTo>
                  <a:pt x="77333" y="38502"/>
                  <a:pt x="80845" y="42732"/>
                  <a:pt x="82846" y="46620"/>
                </a:cubicBezTo>
                <a:cubicBezTo>
                  <a:pt x="84848" y="50509"/>
                  <a:pt x="85849" y="54769"/>
                  <a:pt x="85849" y="59400"/>
                </a:cubicBezTo>
                <a:cubicBezTo>
                  <a:pt x="85849" y="64743"/>
                  <a:pt x="84595" y="69226"/>
                  <a:pt x="82087" y="72847"/>
                </a:cubicBezTo>
                <a:cubicBezTo>
                  <a:pt x="79578" y="76469"/>
                  <a:pt x="75756" y="79259"/>
                  <a:pt x="70621" y="81218"/>
                </a:cubicBezTo>
                <a:cubicBezTo>
                  <a:pt x="75996" y="85968"/>
                  <a:pt x="79877" y="90525"/>
                  <a:pt x="82265" y="94888"/>
                </a:cubicBezTo>
                <a:cubicBezTo>
                  <a:pt x="84654" y="99252"/>
                  <a:pt x="85849" y="103809"/>
                  <a:pt x="85849" y="108558"/>
                </a:cubicBezTo>
                <a:cubicBezTo>
                  <a:pt x="85849" y="114317"/>
                  <a:pt x="84526" y="118904"/>
                  <a:pt x="81881" y="122317"/>
                </a:cubicBezTo>
                <a:cubicBezTo>
                  <a:pt x="79235" y="125731"/>
                  <a:pt x="75876" y="128106"/>
                  <a:pt x="71804" y="129442"/>
                </a:cubicBezTo>
                <a:cubicBezTo>
                  <a:pt x="67731" y="130778"/>
                  <a:pt x="61237" y="131445"/>
                  <a:pt x="52320" y="131445"/>
                </a:cubicBezTo>
                <a:lnTo>
                  <a:pt x="18167" y="131445"/>
                </a:lnTo>
                <a:cubicBezTo>
                  <a:pt x="11755" y="131445"/>
                  <a:pt x="7777" y="132024"/>
                  <a:pt x="6234" y="133182"/>
                </a:cubicBezTo>
                <a:cubicBezTo>
                  <a:pt x="4690" y="134340"/>
                  <a:pt x="3681" y="136759"/>
                  <a:pt x="3206" y="140440"/>
                </a:cubicBezTo>
                <a:lnTo>
                  <a:pt x="0" y="140440"/>
                </a:lnTo>
                <a:lnTo>
                  <a:pt x="0" y="97426"/>
                </a:lnTo>
                <a:lnTo>
                  <a:pt x="3206" y="97426"/>
                </a:lnTo>
                <a:cubicBezTo>
                  <a:pt x="3503" y="100811"/>
                  <a:pt x="4809" y="103304"/>
                  <a:pt x="7124" y="104907"/>
                </a:cubicBezTo>
                <a:cubicBezTo>
                  <a:pt x="8727" y="105976"/>
                  <a:pt x="12408" y="106510"/>
                  <a:pt x="18167" y="106510"/>
                </a:cubicBezTo>
                <a:lnTo>
                  <a:pt x="53967" y="106510"/>
                </a:lnTo>
                <a:cubicBezTo>
                  <a:pt x="61389" y="106510"/>
                  <a:pt x="66109" y="106213"/>
                  <a:pt x="68127" y="105619"/>
                </a:cubicBezTo>
                <a:cubicBezTo>
                  <a:pt x="70146" y="105026"/>
                  <a:pt x="71645" y="104091"/>
                  <a:pt x="72625" y="102814"/>
                </a:cubicBezTo>
                <a:cubicBezTo>
                  <a:pt x="73604" y="101538"/>
                  <a:pt x="74094" y="100039"/>
                  <a:pt x="74094" y="98317"/>
                </a:cubicBezTo>
                <a:cubicBezTo>
                  <a:pt x="74094" y="95764"/>
                  <a:pt x="73159" y="93181"/>
                  <a:pt x="71289" y="90569"/>
                </a:cubicBezTo>
                <a:cubicBezTo>
                  <a:pt x="69419" y="87957"/>
                  <a:pt x="66613" y="85315"/>
                  <a:pt x="62873" y="82643"/>
                </a:cubicBezTo>
                <a:lnTo>
                  <a:pt x="18167" y="82643"/>
                </a:lnTo>
                <a:cubicBezTo>
                  <a:pt x="12171" y="82643"/>
                  <a:pt x="8401" y="83148"/>
                  <a:pt x="6857" y="84157"/>
                </a:cubicBezTo>
                <a:cubicBezTo>
                  <a:pt x="4661" y="85523"/>
                  <a:pt x="3443" y="88135"/>
                  <a:pt x="3206" y="91994"/>
                </a:cubicBezTo>
                <a:lnTo>
                  <a:pt x="0" y="91994"/>
                </a:lnTo>
                <a:lnTo>
                  <a:pt x="0" y="48891"/>
                </a:lnTo>
                <a:lnTo>
                  <a:pt x="3206" y="48891"/>
                </a:lnTo>
                <a:cubicBezTo>
                  <a:pt x="3325" y="51207"/>
                  <a:pt x="3904" y="53032"/>
                  <a:pt x="4943" y="54368"/>
                </a:cubicBezTo>
                <a:cubicBezTo>
                  <a:pt x="5982" y="55704"/>
                  <a:pt x="7228" y="56595"/>
                  <a:pt x="8683" y="57040"/>
                </a:cubicBezTo>
                <a:cubicBezTo>
                  <a:pt x="10137" y="57485"/>
                  <a:pt x="13299" y="57708"/>
                  <a:pt x="18167" y="57708"/>
                </a:cubicBezTo>
                <a:lnTo>
                  <a:pt x="54023" y="57708"/>
                </a:lnTo>
                <a:cubicBezTo>
                  <a:pt x="61576" y="57708"/>
                  <a:pt x="66303" y="57411"/>
                  <a:pt x="68205" y="56817"/>
                </a:cubicBezTo>
                <a:cubicBezTo>
                  <a:pt x="70109" y="56224"/>
                  <a:pt x="71596" y="55229"/>
                  <a:pt x="72666" y="53834"/>
                </a:cubicBezTo>
                <a:cubicBezTo>
                  <a:pt x="73737" y="52439"/>
                  <a:pt x="74272" y="50940"/>
                  <a:pt x="74272" y="49337"/>
                </a:cubicBezTo>
                <a:cubicBezTo>
                  <a:pt x="74272" y="46962"/>
                  <a:pt x="73644" y="44795"/>
                  <a:pt x="72388" y="42836"/>
                </a:cubicBezTo>
                <a:cubicBezTo>
                  <a:pt x="70533" y="40045"/>
                  <a:pt x="67361" y="37077"/>
                  <a:pt x="62873" y="33930"/>
                </a:cubicBezTo>
                <a:lnTo>
                  <a:pt x="18167" y="33930"/>
                </a:lnTo>
                <a:cubicBezTo>
                  <a:pt x="12290" y="33930"/>
                  <a:pt x="8416" y="34509"/>
                  <a:pt x="6546" y="35667"/>
                </a:cubicBezTo>
                <a:cubicBezTo>
                  <a:pt x="4675" y="36824"/>
                  <a:pt x="3562" y="39244"/>
                  <a:pt x="3206" y="42925"/>
                </a:cubicBezTo>
                <a:lnTo>
                  <a:pt x="0" y="42925"/>
                </a:lnTo>
                <a:lnTo>
                  <a:pt x="0" y="0"/>
                </a:lnTo>
                <a:lnTo>
                  <a:pt x="3206" y="0"/>
                </a:lnTo>
                <a:cubicBezTo>
                  <a:pt x="3562" y="3503"/>
                  <a:pt x="4690" y="5996"/>
                  <a:pt x="6590" y="7481"/>
                </a:cubicBezTo>
                <a:cubicBezTo>
                  <a:pt x="7896" y="8490"/>
                  <a:pt x="11755" y="8995"/>
                  <a:pt x="18167" y="8995"/>
                </a:cubicBezTo>
                <a:lnTo>
                  <a:pt x="65188" y="8995"/>
                </a:lnTo>
                <a:cubicBezTo>
                  <a:pt x="71558" y="8995"/>
                  <a:pt x="75523" y="8416"/>
                  <a:pt x="77086" y="7258"/>
                </a:cubicBezTo>
                <a:cubicBezTo>
                  <a:pt x="78648" y="6100"/>
                  <a:pt x="79669" y="3681"/>
                  <a:pt x="80150" y="0"/>
                </a:cubicBezTo>
                <a:lnTo>
                  <a:pt x="83356" y="0"/>
                </a:lnTo>
                <a:lnTo>
                  <a:pt x="83356" y="339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s">
            <a:extLst xmlns:a="http://schemas.openxmlformats.org/drawingml/2006/main">
              <a:ext uri="{FF2B5EF4-FFF2-40B4-BE49-F238E27FC236}">
                <a16:creationId xmlns:a16="http://schemas.microsoft.com/office/drawing/2014/main" id="{080EDCCE-8612-41A2-9D50-3488672A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6" y="714946"/>
            <a:ext cx="88343" cy="57263"/>
          </a:xfrm>
          <a:custGeom xmlns:a="http://schemas.openxmlformats.org/drawingml/2006/main">
            <a:pathLst>
              <a:path w="88343" h="57263">
                <a:moveTo>
                  <a:pt x="87987" y="51563"/>
                </a:moveTo>
                <a:lnTo>
                  <a:pt x="59489" y="52899"/>
                </a:lnTo>
                <a:lnTo>
                  <a:pt x="59489" y="49871"/>
                </a:lnTo>
                <a:cubicBezTo>
                  <a:pt x="67988" y="46249"/>
                  <a:pt x="73793" y="42494"/>
                  <a:pt x="76905" y="38605"/>
                </a:cubicBezTo>
                <a:cubicBezTo>
                  <a:pt x="80018" y="34717"/>
                  <a:pt x="81575" y="30843"/>
                  <a:pt x="81575" y="26984"/>
                </a:cubicBezTo>
                <a:cubicBezTo>
                  <a:pt x="81575" y="24550"/>
                  <a:pt x="80758" y="22472"/>
                  <a:pt x="79126" y="20750"/>
                </a:cubicBezTo>
                <a:cubicBezTo>
                  <a:pt x="77493" y="19028"/>
                  <a:pt x="75608" y="18167"/>
                  <a:pt x="73471" y="18167"/>
                </a:cubicBezTo>
                <a:cubicBezTo>
                  <a:pt x="71868" y="18167"/>
                  <a:pt x="70324" y="18761"/>
                  <a:pt x="68840" y="19948"/>
                </a:cubicBezTo>
                <a:cubicBezTo>
                  <a:pt x="66406" y="21848"/>
                  <a:pt x="62235" y="27162"/>
                  <a:pt x="56327" y="35889"/>
                </a:cubicBezTo>
                <a:cubicBezTo>
                  <a:pt x="50420" y="44617"/>
                  <a:pt x="45403" y="50361"/>
                  <a:pt x="41277" y="53121"/>
                </a:cubicBezTo>
                <a:cubicBezTo>
                  <a:pt x="37151" y="55882"/>
                  <a:pt x="32535" y="57263"/>
                  <a:pt x="27429" y="57263"/>
                </a:cubicBezTo>
                <a:cubicBezTo>
                  <a:pt x="22798" y="57263"/>
                  <a:pt x="18256" y="56105"/>
                  <a:pt x="13804" y="53789"/>
                </a:cubicBezTo>
                <a:cubicBezTo>
                  <a:pt x="9351" y="51474"/>
                  <a:pt x="5937" y="48209"/>
                  <a:pt x="3562" y="43993"/>
                </a:cubicBezTo>
                <a:cubicBezTo>
                  <a:pt x="1187" y="39778"/>
                  <a:pt x="0" y="35117"/>
                  <a:pt x="0" y="30012"/>
                </a:cubicBezTo>
                <a:cubicBezTo>
                  <a:pt x="0" y="26034"/>
                  <a:pt x="1270" y="20720"/>
                  <a:pt x="3810" y="14071"/>
                </a:cubicBezTo>
                <a:cubicBezTo>
                  <a:pt x="4476" y="12290"/>
                  <a:pt x="4809" y="11073"/>
                  <a:pt x="4809" y="10419"/>
                </a:cubicBezTo>
                <a:cubicBezTo>
                  <a:pt x="4809" y="8460"/>
                  <a:pt x="3325" y="6828"/>
                  <a:pt x="356" y="5521"/>
                </a:cubicBezTo>
                <a:lnTo>
                  <a:pt x="356" y="2583"/>
                </a:lnTo>
                <a:lnTo>
                  <a:pt x="30279" y="1158"/>
                </a:lnTo>
                <a:lnTo>
                  <a:pt x="30279" y="4186"/>
                </a:lnTo>
                <a:cubicBezTo>
                  <a:pt x="22442" y="6857"/>
                  <a:pt x="16564" y="10523"/>
                  <a:pt x="12646" y="15184"/>
                </a:cubicBezTo>
                <a:cubicBezTo>
                  <a:pt x="8727" y="19844"/>
                  <a:pt x="6768" y="24253"/>
                  <a:pt x="6768" y="28409"/>
                </a:cubicBezTo>
                <a:cubicBezTo>
                  <a:pt x="6768" y="31258"/>
                  <a:pt x="7644" y="33589"/>
                  <a:pt x="9395" y="35399"/>
                </a:cubicBezTo>
                <a:cubicBezTo>
                  <a:pt x="11147" y="37210"/>
                  <a:pt x="13269" y="38116"/>
                  <a:pt x="15763" y="38116"/>
                </a:cubicBezTo>
                <a:cubicBezTo>
                  <a:pt x="18613" y="38116"/>
                  <a:pt x="21076" y="37225"/>
                  <a:pt x="23154" y="35444"/>
                </a:cubicBezTo>
                <a:cubicBezTo>
                  <a:pt x="25232" y="33663"/>
                  <a:pt x="28379" y="29685"/>
                  <a:pt x="32594" y="23511"/>
                </a:cubicBezTo>
                <a:cubicBezTo>
                  <a:pt x="38887" y="14427"/>
                  <a:pt x="43696" y="8549"/>
                  <a:pt x="47021" y="5878"/>
                </a:cubicBezTo>
                <a:cubicBezTo>
                  <a:pt x="51890" y="1959"/>
                  <a:pt x="57263" y="0"/>
                  <a:pt x="63140" y="0"/>
                </a:cubicBezTo>
                <a:cubicBezTo>
                  <a:pt x="69552" y="0"/>
                  <a:pt x="75356" y="2212"/>
                  <a:pt x="80550" y="6635"/>
                </a:cubicBezTo>
                <a:cubicBezTo>
                  <a:pt x="85745" y="11058"/>
                  <a:pt x="88343" y="17455"/>
                  <a:pt x="88343" y="25826"/>
                </a:cubicBezTo>
                <a:cubicBezTo>
                  <a:pt x="88343" y="30338"/>
                  <a:pt x="87202" y="34702"/>
                  <a:pt x="84920" y="38917"/>
                </a:cubicBezTo>
                <a:cubicBezTo>
                  <a:pt x="83996" y="40520"/>
                  <a:pt x="83534" y="41826"/>
                  <a:pt x="83534" y="42836"/>
                </a:cubicBezTo>
                <a:cubicBezTo>
                  <a:pt x="83534" y="43904"/>
                  <a:pt x="83756" y="44765"/>
                  <a:pt x="84202" y="45418"/>
                </a:cubicBezTo>
                <a:cubicBezTo>
                  <a:pt x="84647" y="46071"/>
                  <a:pt x="85909" y="47110"/>
                  <a:pt x="87987" y="48535"/>
                </a:cubicBezTo>
                <a:lnTo>
                  <a:pt x="87987" y="515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3170E-B58C-4305-9584-09519A00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4" y="2571738"/>
            <a:ext cx="512502" cy="10"/>
          </a:xfrm>
          <a:custGeom xmlns:a="http://schemas.openxmlformats.org/drawingml/2006/main">
            <a:pathLst>
              <a:path w="512502" h="1" fill="none">
                <a:moveTo>
                  <a:pt x="0" y="0"/>
                </a:moveTo>
                <a:lnTo>
                  <a:pt x="5125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486D4-0698-4BBA-B0BC-0274C6E7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" y="968573"/>
            <a:ext cx="512502" cy="10"/>
          </a:xfrm>
          <a:custGeom xmlns:a="http://schemas.openxmlformats.org/drawingml/2006/main">
            <a:pathLst>
              <a:path w="512502" h="1" fill="none">
                <a:moveTo>
                  <a:pt x="0" y="0"/>
                </a:moveTo>
                <a:lnTo>
                  <a:pt x="5125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custDash>
              <a:ds d="400000" sp="300000"/>
            </a:custDash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29041-C0AF-4BD0-A1FC-EB7A8003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619" y="3773656"/>
            <a:ext cx="1035947" cy="362946"/>
          </a:xfrm>
          <a:custGeom xmlns:a="http://schemas.openxmlformats.org/drawingml/2006/main">
            <a:pathLst>
              <a:path w="1035947" h="362946">
                <a:moveTo>
                  <a:pt x="0" y="362946"/>
                </a:moveTo>
                <a:lnTo>
                  <a:pt x="0" y="0"/>
                </a:lnTo>
                <a:lnTo>
                  <a:pt x="1035947" y="0"/>
                </a:lnTo>
                <a:lnTo>
                  <a:pt x="1035947" y="362946"/>
                </a:lnTo>
                <a:lnTo>
                  <a:pt x="0" y="362946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08AAC-B419-4585-87D0-F44D13F0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619" y="3773656"/>
            <a:ext cx="1035947" cy="362946"/>
          </a:xfrm>
          <a:custGeom xmlns:a="http://schemas.openxmlformats.org/drawingml/2006/main">
            <a:pathLst>
              <a:path w="1035947" h="362946" fill="none">
                <a:moveTo>
                  <a:pt x="0" y="362946"/>
                </a:moveTo>
                <a:lnTo>
                  <a:pt x="1035947" y="362946"/>
                </a:lnTo>
                <a:lnTo>
                  <a:pt x="1035947" y="0"/>
                </a:lnTo>
                <a:lnTo>
                  <a:pt x="0" y="0"/>
                </a:lnTo>
                <a:lnTo>
                  <a:pt x="0" y="362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145" name="Text CPU">
            <a:extLst xmlns:a="http://schemas.openxmlformats.org/drawingml/2006/main">
              <a:ext uri="{FF2B5EF4-FFF2-40B4-BE49-F238E27FC236}">
                <a16:creationId xmlns:a16="http://schemas.microsoft.com/office/drawing/2014/main" id="{753F4479-340C-464C-BADB-B37A64D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067" y="3898934"/>
            <a:ext cx="347644" cy="126354"/>
          </a:xfrm>
          <a:custGeom xmlns:a="http://schemas.openxmlformats.org/drawingml/2006/main">
            <a:pathLst>
              <a:path w="347644" h="126354">
                <a:moveTo>
                  <a:pt x="103421" y="0"/>
                </a:moveTo>
                <a:lnTo>
                  <a:pt x="106188" y="41226"/>
                </a:lnTo>
                <a:lnTo>
                  <a:pt x="103421" y="41226"/>
                </a:lnTo>
                <a:cubicBezTo>
                  <a:pt x="99733" y="28880"/>
                  <a:pt x="94468" y="19994"/>
                  <a:pt x="87627" y="14567"/>
                </a:cubicBezTo>
                <a:cubicBezTo>
                  <a:pt x="80786" y="9139"/>
                  <a:pt x="72576" y="6425"/>
                  <a:pt x="62999" y="6425"/>
                </a:cubicBezTo>
                <a:cubicBezTo>
                  <a:pt x="54968" y="6425"/>
                  <a:pt x="47710" y="8460"/>
                  <a:pt x="41226" y="12529"/>
                </a:cubicBezTo>
                <a:cubicBezTo>
                  <a:pt x="34742" y="16596"/>
                  <a:pt x="29640" y="23085"/>
                  <a:pt x="25922" y="31996"/>
                </a:cubicBezTo>
                <a:cubicBezTo>
                  <a:pt x="22204" y="40904"/>
                  <a:pt x="20345" y="51980"/>
                  <a:pt x="20345" y="65224"/>
                </a:cubicBezTo>
                <a:cubicBezTo>
                  <a:pt x="20345" y="76153"/>
                  <a:pt x="22100" y="85627"/>
                  <a:pt x="25610" y="93645"/>
                </a:cubicBezTo>
                <a:cubicBezTo>
                  <a:pt x="29120" y="101663"/>
                  <a:pt x="34399" y="107811"/>
                  <a:pt x="41449" y="112088"/>
                </a:cubicBezTo>
                <a:cubicBezTo>
                  <a:pt x="48498" y="116364"/>
                  <a:pt x="56544" y="118502"/>
                  <a:pt x="65586" y="118502"/>
                </a:cubicBezTo>
                <a:cubicBezTo>
                  <a:pt x="73439" y="118502"/>
                  <a:pt x="80369" y="116816"/>
                  <a:pt x="86378" y="113443"/>
                </a:cubicBezTo>
                <a:cubicBezTo>
                  <a:pt x="92386" y="110069"/>
                  <a:pt x="98990" y="103368"/>
                  <a:pt x="106188" y="93338"/>
                </a:cubicBezTo>
                <a:lnTo>
                  <a:pt x="108954" y="95123"/>
                </a:lnTo>
                <a:cubicBezTo>
                  <a:pt x="102886" y="105922"/>
                  <a:pt x="95807" y="113827"/>
                  <a:pt x="87716" y="118839"/>
                </a:cubicBezTo>
                <a:cubicBezTo>
                  <a:pt x="79626" y="123849"/>
                  <a:pt x="70018" y="126354"/>
                  <a:pt x="58894" y="126354"/>
                </a:cubicBezTo>
                <a:cubicBezTo>
                  <a:pt x="38846" y="126354"/>
                  <a:pt x="23320" y="118929"/>
                  <a:pt x="12314" y="104077"/>
                </a:cubicBezTo>
                <a:cubicBezTo>
                  <a:pt x="4105" y="93029"/>
                  <a:pt x="0" y="80019"/>
                  <a:pt x="0" y="65048"/>
                </a:cubicBezTo>
                <a:cubicBezTo>
                  <a:pt x="0" y="52989"/>
                  <a:pt x="2707" y="41910"/>
                  <a:pt x="8120" y="31812"/>
                </a:cubicBezTo>
                <a:cubicBezTo>
                  <a:pt x="13534" y="21713"/>
                  <a:pt x="20985" y="13887"/>
                  <a:pt x="30473" y="8332"/>
                </a:cubicBezTo>
                <a:cubicBezTo>
                  <a:pt x="39962" y="2777"/>
                  <a:pt x="50328" y="0"/>
                  <a:pt x="61571" y="0"/>
                </a:cubicBezTo>
                <a:cubicBezTo>
                  <a:pt x="70316" y="0"/>
                  <a:pt x="78942" y="2142"/>
                  <a:pt x="87449" y="6425"/>
                </a:cubicBezTo>
                <a:cubicBezTo>
                  <a:pt x="89947" y="7734"/>
                  <a:pt x="91732" y="8388"/>
                  <a:pt x="92803" y="8388"/>
                </a:cubicBezTo>
                <a:cubicBezTo>
                  <a:pt x="94409" y="8388"/>
                  <a:pt x="95807" y="7823"/>
                  <a:pt x="96997" y="6693"/>
                </a:cubicBezTo>
                <a:cubicBezTo>
                  <a:pt x="98543" y="5086"/>
                  <a:pt x="99644" y="2855"/>
                  <a:pt x="100298" y="0"/>
                </a:cubicBezTo>
                <a:lnTo>
                  <a:pt x="103421" y="0"/>
                </a:lnTo>
                <a:close/>
                <a:moveTo>
                  <a:pt x="152769" y="67064"/>
                </a:moveTo>
                <a:lnTo>
                  <a:pt x="152769" y="102261"/>
                </a:lnTo>
                <a:cubicBezTo>
                  <a:pt x="152769" y="109839"/>
                  <a:pt x="153602" y="114545"/>
                  <a:pt x="155268" y="116380"/>
                </a:cubicBezTo>
                <a:cubicBezTo>
                  <a:pt x="157529" y="118984"/>
                  <a:pt x="160949" y="120287"/>
                  <a:pt x="165530" y="120287"/>
                </a:cubicBezTo>
                <a:lnTo>
                  <a:pt x="170170" y="120287"/>
                </a:lnTo>
                <a:lnTo>
                  <a:pt x="170170" y="123677"/>
                </a:lnTo>
                <a:lnTo>
                  <a:pt x="118325" y="123677"/>
                </a:lnTo>
                <a:lnTo>
                  <a:pt x="118325" y="120287"/>
                </a:lnTo>
                <a:lnTo>
                  <a:pt x="122876" y="120287"/>
                </a:lnTo>
                <a:cubicBezTo>
                  <a:pt x="127992" y="120287"/>
                  <a:pt x="131651" y="118629"/>
                  <a:pt x="133852" y="115315"/>
                </a:cubicBezTo>
                <a:cubicBezTo>
                  <a:pt x="135042" y="113480"/>
                  <a:pt x="135637" y="109129"/>
                  <a:pt x="135637" y="102261"/>
                </a:cubicBezTo>
                <a:lnTo>
                  <a:pt x="135637" y="24093"/>
                </a:lnTo>
                <a:cubicBezTo>
                  <a:pt x="135637" y="16516"/>
                  <a:pt x="134833" y="11809"/>
                  <a:pt x="133227" y="9975"/>
                </a:cubicBezTo>
                <a:cubicBezTo>
                  <a:pt x="130907" y="7370"/>
                  <a:pt x="127457" y="6068"/>
                  <a:pt x="122876" y="6068"/>
                </a:cubicBezTo>
                <a:lnTo>
                  <a:pt x="118325" y="6068"/>
                </a:lnTo>
                <a:lnTo>
                  <a:pt x="118325" y="2677"/>
                </a:lnTo>
                <a:lnTo>
                  <a:pt x="162674" y="2677"/>
                </a:lnTo>
                <a:cubicBezTo>
                  <a:pt x="173501" y="2677"/>
                  <a:pt x="182038" y="3794"/>
                  <a:pt x="188284" y="6029"/>
                </a:cubicBezTo>
                <a:cubicBezTo>
                  <a:pt x="194531" y="8262"/>
                  <a:pt x="199795" y="12029"/>
                  <a:pt x="204079" y="17331"/>
                </a:cubicBezTo>
                <a:cubicBezTo>
                  <a:pt x="208362" y="22633"/>
                  <a:pt x="210503" y="28917"/>
                  <a:pt x="210503" y="36184"/>
                </a:cubicBezTo>
                <a:cubicBezTo>
                  <a:pt x="210503" y="46072"/>
                  <a:pt x="207246" y="54114"/>
                  <a:pt x="200732" y="60311"/>
                </a:cubicBezTo>
                <a:cubicBezTo>
                  <a:pt x="194218" y="66505"/>
                  <a:pt x="185012" y="69602"/>
                  <a:pt x="173115" y="69602"/>
                </a:cubicBezTo>
                <a:cubicBezTo>
                  <a:pt x="170200" y="69602"/>
                  <a:pt x="167047" y="69391"/>
                  <a:pt x="163656" y="68969"/>
                </a:cubicBezTo>
                <a:cubicBezTo>
                  <a:pt x="160265" y="68545"/>
                  <a:pt x="156636" y="67910"/>
                  <a:pt x="152769" y="67064"/>
                </a:cubicBezTo>
                <a:moveTo>
                  <a:pt x="152769" y="61931"/>
                </a:moveTo>
                <a:cubicBezTo>
                  <a:pt x="155922" y="62526"/>
                  <a:pt x="158718" y="62972"/>
                  <a:pt x="161157" y="63269"/>
                </a:cubicBezTo>
                <a:cubicBezTo>
                  <a:pt x="163596" y="63565"/>
                  <a:pt x="165678" y="63713"/>
                  <a:pt x="167404" y="63713"/>
                </a:cubicBezTo>
                <a:cubicBezTo>
                  <a:pt x="173591" y="63713"/>
                  <a:pt x="178930" y="61323"/>
                  <a:pt x="183421" y="56543"/>
                </a:cubicBezTo>
                <a:cubicBezTo>
                  <a:pt x="187912" y="51762"/>
                  <a:pt x="190158" y="45569"/>
                  <a:pt x="190158" y="37966"/>
                </a:cubicBezTo>
                <a:cubicBezTo>
                  <a:pt x="190158" y="32740"/>
                  <a:pt x="189087" y="27885"/>
                  <a:pt x="186946" y="23401"/>
                </a:cubicBezTo>
                <a:cubicBezTo>
                  <a:pt x="184804" y="18917"/>
                  <a:pt x="181770" y="15562"/>
                  <a:pt x="177844" y="13335"/>
                </a:cubicBezTo>
                <a:cubicBezTo>
                  <a:pt x="173918" y="11108"/>
                  <a:pt x="169456" y="9994"/>
                  <a:pt x="164459" y="9994"/>
                </a:cubicBezTo>
                <a:cubicBezTo>
                  <a:pt x="161425" y="9994"/>
                  <a:pt x="157529" y="10558"/>
                  <a:pt x="152769" y="11687"/>
                </a:cubicBezTo>
                <a:lnTo>
                  <a:pt x="152769" y="61931"/>
                </a:lnTo>
                <a:close/>
                <a:moveTo>
                  <a:pt x="304812" y="6068"/>
                </a:moveTo>
                <a:lnTo>
                  <a:pt x="304812" y="2677"/>
                </a:lnTo>
                <a:lnTo>
                  <a:pt x="347644" y="2677"/>
                </a:lnTo>
                <a:lnTo>
                  <a:pt x="347644" y="6068"/>
                </a:lnTo>
                <a:lnTo>
                  <a:pt x="343093" y="6068"/>
                </a:lnTo>
                <a:cubicBezTo>
                  <a:pt x="338334" y="6068"/>
                  <a:pt x="334675" y="8051"/>
                  <a:pt x="332117" y="12019"/>
                </a:cubicBezTo>
                <a:cubicBezTo>
                  <a:pt x="330868" y="13853"/>
                  <a:pt x="330243" y="18116"/>
                  <a:pt x="330243" y="24807"/>
                </a:cubicBezTo>
                <a:lnTo>
                  <a:pt x="330243" y="73799"/>
                </a:lnTo>
                <a:cubicBezTo>
                  <a:pt x="330243" y="85914"/>
                  <a:pt x="329039" y="95312"/>
                  <a:pt x="326630" y="101994"/>
                </a:cubicBezTo>
                <a:cubicBezTo>
                  <a:pt x="324220" y="108673"/>
                  <a:pt x="319491" y="114404"/>
                  <a:pt x="312441" y="119185"/>
                </a:cubicBezTo>
                <a:cubicBezTo>
                  <a:pt x="305392" y="123965"/>
                  <a:pt x="295799" y="126354"/>
                  <a:pt x="283664" y="126354"/>
                </a:cubicBezTo>
                <a:cubicBezTo>
                  <a:pt x="270457" y="126354"/>
                  <a:pt x="260433" y="124069"/>
                  <a:pt x="253592" y="119497"/>
                </a:cubicBezTo>
                <a:cubicBezTo>
                  <a:pt x="246751" y="114924"/>
                  <a:pt x="241902" y="108777"/>
                  <a:pt x="239047" y="101057"/>
                </a:cubicBezTo>
                <a:cubicBezTo>
                  <a:pt x="237143" y="95772"/>
                  <a:pt x="236192" y="85854"/>
                  <a:pt x="236192" y="71303"/>
                </a:cubicBezTo>
                <a:lnTo>
                  <a:pt x="236192" y="24093"/>
                </a:lnTo>
                <a:cubicBezTo>
                  <a:pt x="236192" y="16694"/>
                  <a:pt x="235165" y="11840"/>
                  <a:pt x="233113" y="9531"/>
                </a:cubicBezTo>
                <a:cubicBezTo>
                  <a:pt x="231061" y="7222"/>
                  <a:pt x="227744" y="6068"/>
                  <a:pt x="223163" y="6068"/>
                </a:cubicBezTo>
                <a:lnTo>
                  <a:pt x="218613" y="6068"/>
                </a:lnTo>
                <a:lnTo>
                  <a:pt x="218613" y="2677"/>
                </a:lnTo>
                <a:lnTo>
                  <a:pt x="270903" y="2677"/>
                </a:lnTo>
                <a:lnTo>
                  <a:pt x="270903" y="6068"/>
                </a:lnTo>
                <a:lnTo>
                  <a:pt x="266263" y="6068"/>
                </a:lnTo>
                <a:cubicBezTo>
                  <a:pt x="261266" y="6068"/>
                  <a:pt x="257697" y="7637"/>
                  <a:pt x="255555" y="10775"/>
                </a:cubicBezTo>
                <a:cubicBezTo>
                  <a:pt x="254068" y="12905"/>
                  <a:pt x="253324" y="17345"/>
                  <a:pt x="253324" y="24093"/>
                </a:cubicBezTo>
                <a:lnTo>
                  <a:pt x="253324" y="76730"/>
                </a:lnTo>
                <a:cubicBezTo>
                  <a:pt x="253324" y="81422"/>
                  <a:pt x="253756" y="86796"/>
                  <a:pt x="254618" y="92853"/>
                </a:cubicBezTo>
                <a:cubicBezTo>
                  <a:pt x="255481" y="98908"/>
                  <a:pt x="257042" y="103628"/>
                  <a:pt x="259303" y="107013"/>
                </a:cubicBezTo>
                <a:cubicBezTo>
                  <a:pt x="261564" y="110396"/>
                  <a:pt x="264821" y="113187"/>
                  <a:pt x="269074" y="115384"/>
                </a:cubicBezTo>
                <a:cubicBezTo>
                  <a:pt x="273327" y="117582"/>
                  <a:pt x="278548" y="118680"/>
                  <a:pt x="284734" y="118680"/>
                </a:cubicBezTo>
                <a:cubicBezTo>
                  <a:pt x="292647" y="118680"/>
                  <a:pt x="299726" y="116959"/>
                  <a:pt x="305972" y="113516"/>
                </a:cubicBezTo>
                <a:cubicBezTo>
                  <a:pt x="312218" y="110071"/>
                  <a:pt x="316487" y="105662"/>
                  <a:pt x="318777" y="100290"/>
                </a:cubicBezTo>
                <a:cubicBezTo>
                  <a:pt x="321067" y="94915"/>
                  <a:pt x="322212" y="85816"/>
                  <a:pt x="322212" y="72990"/>
                </a:cubicBezTo>
                <a:lnTo>
                  <a:pt x="322212" y="24093"/>
                </a:lnTo>
                <a:cubicBezTo>
                  <a:pt x="322212" y="16575"/>
                  <a:pt x="321380" y="11869"/>
                  <a:pt x="319714" y="9975"/>
                </a:cubicBezTo>
                <a:cubicBezTo>
                  <a:pt x="317394" y="7370"/>
                  <a:pt x="313944" y="6068"/>
                  <a:pt x="309363" y="6068"/>
                </a:cubicBezTo>
                <a:lnTo>
                  <a:pt x="304812" y="60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2129C-750D-47DB-88AD-9611BB6F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66" y="3908621"/>
            <a:ext cx="443652" cy="91193"/>
          </a:xfrm>
          <a:custGeom xmlns:a="http://schemas.openxmlformats.org/drawingml/2006/main">
            <a:pathLst>
              <a:path w="443652" h="91193">
                <a:moveTo>
                  <a:pt x="91193" y="0"/>
                </a:moveTo>
                <a:lnTo>
                  <a:pt x="0" y="45596"/>
                </a:lnTo>
                <a:lnTo>
                  <a:pt x="91193" y="91193"/>
                </a:lnTo>
                <a:lnTo>
                  <a:pt x="91193" y="57451"/>
                </a:lnTo>
                <a:lnTo>
                  <a:pt x="443652" y="57451"/>
                </a:lnTo>
                <a:lnTo>
                  <a:pt x="443652" y="33741"/>
                </a:lnTo>
                <a:lnTo>
                  <a:pt x="91193" y="33741"/>
                </a:lnTo>
                <a:lnTo>
                  <a:pt x="911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DD6A4-87F2-40D9-BE59-B1E7167F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014" y="3097007"/>
            <a:ext cx="727716" cy="361122"/>
          </a:xfrm>
          <a:custGeom xmlns:a="http://schemas.openxmlformats.org/drawingml/2006/main">
            <a:pathLst>
              <a:path w="727716" h="361122">
                <a:moveTo>
                  <a:pt x="0" y="361122"/>
                </a:moveTo>
                <a:lnTo>
                  <a:pt x="0" y="0"/>
                </a:lnTo>
                <a:lnTo>
                  <a:pt x="727716" y="0"/>
                </a:lnTo>
                <a:lnTo>
                  <a:pt x="727716" y="361122"/>
                </a:lnTo>
                <a:lnTo>
                  <a:pt x="0" y="361122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3CF82-25AC-4FCB-BBA9-BECF3D36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014" y="3097007"/>
            <a:ext cx="727716" cy="361122"/>
          </a:xfrm>
          <a:custGeom xmlns:a="http://schemas.openxmlformats.org/drawingml/2006/main">
            <a:pathLst>
              <a:path w="727716" h="361122" fill="none">
                <a:moveTo>
                  <a:pt x="0" y="361122"/>
                </a:moveTo>
                <a:lnTo>
                  <a:pt x="727716" y="361122"/>
                </a:lnTo>
                <a:lnTo>
                  <a:pt x="727716" y="0"/>
                </a:lnTo>
                <a:lnTo>
                  <a:pt x="0" y="0"/>
                </a:lnTo>
                <a:lnTo>
                  <a:pt x="0" y="361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149" name="Text ARM">
            <a:extLst xmlns:a="http://schemas.openxmlformats.org/drawingml/2006/main">
              <a:ext uri="{FF2B5EF4-FFF2-40B4-BE49-F238E27FC236}">
                <a16:creationId xmlns:a16="http://schemas.microsoft.com/office/drawing/2014/main" id="{893D50EC-05BE-482B-AE10-01907C15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682" y="3222228"/>
            <a:ext cx="410248" cy="123431"/>
          </a:xfrm>
          <a:custGeom xmlns:a="http://schemas.openxmlformats.org/drawingml/2006/main">
            <a:pathLst>
              <a:path w="410248" h="123431">
                <a:moveTo>
                  <a:pt x="82020" y="82999"/>
                </a:moveTo>
                <a:lnTo>
                  <a:pt x="35266" y="82999"/>
                </a:lnTo>
                <a:lnTo>
                  <a:pt x="27073" y="102057"/>
                </a:lnTo>
                <a:cubicBezTo>
                  <a:pt x="25054" y="106725"/>
                  <a:pt x="24045" y="110210"/>
                  <a:pt x="24045" y="112513"/>
                </a:cubicBezTo>
                <a:cubicBezTo>
                  <a:pt x="24045" y="114346"/>
                  <a:pt x="24921" y="115956"/>
                  <a:pt x="26672" y="117344"/>
                </a:cubicBezTo>
                <a:cubicBezTo>
                  <a:pt x="28423" y="118732"/>
                  <a:pt x="32208" y="119633"/>
                  <a:pt x="38027" y="120046"/>
                </a:cubicBezTo>
                <a:lnTo>
                  <a:pt x="38027" y="123431"/>
                </a:lnTo>
                <a:lnTo>
                  <a:pt x="0" y="123431"/>
                </a:lnTo>
                <a:lnTo>
                  <a:pt x="0" y="120046"/>
                </a:lnTo>
                <a:cubicBezTo>
                  <a:pt x="5046" y="119158"/>
                  <a:pt x="8312" y="118003"/>
                  <a:pt x="9796" y="116582"/>
                </a:cubicBezTo>
                <a:cubicBezTo>
                  <a:pt x="12824" y="113737"/>
                  <a:pt x="16178" y="107962"/>
                  <a:pt x="19859" y="99255"/>
                </a:cubicBezTo>
                <a:lnTo>
                  <a:pt x="62339" y="0"/>
                </a:lnTo>
                <a:lnTo>
                  <a:pt x="65456" y="0"/>
                </a:lnTo>
                <a:lnTo>
                  <a:pt x="107490" y="100365"/>
                </a:lnTo>
                <a:cubicBezTo>
                  <a:pt x="110874" y="108402"/>
                  <a:pt x="113946" y="113619"/>
                  <a:pt x="116707" y="116014"/>
                </a:cubicBezTo>
                <a:cubicBezTo>
                  <a:pt x="119468" y="118407"/>
                  <a:pt x="123312" y="119751"/>
                  <a:pt x="128240" y="120046"/>
                </a:cubicBezTo>
                <a:lnTo>
                  <a:pt x="128240" y="123431"/>
                </a:lnTo>
                <a:lnTo>
                  <a:pt x="80595" y="123431"/>
                </a:lnTo>
                <a:lnTo>
                  <a:pt x="80595" y="120046"/>
                </a:lnTo>
                <a:cubicBezTo>
                  <a:pt x="85404" y="119811"/>
                  <a:pt x="88654" y="119013"/>
                  <a:pt x="90347" y="117653"/>
                </a:cubicBezTo>
                <a:cubicBezTo>
                  <a:pt x="92039" y="116293"/>
                  <a:pt x="92885" y="114638"/>
                  <a:pt x="92885" y="112688"/>
                </a:cubicBezTo>
                <a:cubicBezTo>
                  <a:pt x="92885" y="110087"/>
                  <a:pt x="91697" y="105979"/>
                  <a:pt x="89322" y="100365"/>
                </a:cubicBezTo>
                <a:lnTo>
                  <a:pt x="82020" y="82999"/>
                </a:lnTo>
                <a:moveTo>
                  <a:pt x="79526" y="76409"/>
                </a:moveTo>
                <a:lnTo>
                  <a:pt x="59044" y="27607"/>
                </a:lnTo>
                <a:lnTo>
                  <a:pt x="38027" y="76409"/>
                </a:lnTo>
                <a:lnTo>
                  <a:pt x="79526" y="76409"/>
                </a:lnTo>
                <a:close/>
                <a:moveTo>
                  <a:pt x="253510" y="123431"/>
                </a:moveTo>
                <a:lnTo>
                  <a:pt x="221272" y="123431"/>
                </a:lnTo>
                <a:lnTo>
                  <a:pt x="180395" y="66970"/>
                </a:lnTo>
                <a:cubicBezTo>
                  <a:pt x="177367" y="67088"/>
                  <a:pt x="174904" y="67148"/>
                  <a:pt x="173004" y="67148"/>
                </a:cubicBezTo>
                <a:cubicBezTo>
                  <a:pt x="172232" y="67148"/>
                  <a:pt x="171401" y="67133"/>
                  <a:pt x="170510" y="67103"/>
                </a:cubicBezTo>
                <a:cubicBezTo>
                  <a:pt x="169620" y="67073"/>
                  <a:pt x="168699" y="67029"/>
                  <a:pt x="167750" y="66970"/>
                </a:cubicBezTo>
                <a:lnTo>
                  <a:pt x="167750" y="102057"/>
                </a:lnTo>
                <a:cubicBezTo>
                  <a:pt x="167750" y="109620"/>
                  <a:pt x="168581" y="114316"/>
                  <a:pt x="170243" y="116147"/>
                </a:cubicBezTo>
                <a:cubicBezTo>
                  <a:pt x="172499" y="118747"/>
                  <a:pt x="175883" y="120046"/>
                  <a:pt x="180395" y="120046"/>
                </a:cubicBezTo>
                <a:lnTo>
                  <a:pt x="185115" y="120046"/>
                </a:lnTo>
                <a:lnTo>
                  <a:pt x="185115" y="123431"/>
                </a:lnTo>
                <a:lnTo>
                  <a:pt x="133374" y="123431"/>
                </a:lnTo>
                <a:lnTo>
                  <a:pt x="133374" y="120046"/>
                </a:lnTo>
                <a:lnTo>
                  <a:pt x="137916" y="120046"/>
                </a:lnTo>
                <a:cubicBezTo>
                  <a:pt x="143022" y="120046"/>
                  <a:pt x="146673" y="118392"/>
                  <a:pt x="148870" y="115084"/>
                </a:cubicBezTo>
                <a:cubicBezTo>
                  <a:pt x="150117" y="113253"/>
                  <a:pt x="150740" y="108911"/>
                  <a:pt x="150740" y="102057"/>
                </a:cubicBezTo>
                <a:lnTo>
                  <a:pt x="150740" y="24045"/>
                </a:lnTo>
                <a:cubicBezTo>
                  <a:pt x="150740" y="16483"/>
                  <a:pt x="149909" y="11786"/>
                  <a:pt x="148246" y="9955"/>
                </a:cubicBezTo>
                <a:cubicBezTo>
                  <a:pt x="145931" y="7355"/>
                  <a:pt x="142488" y="6056"/>
                  <a:pt x="137916" y="6056"/>
                </a:cubicBezTo>
                <a:lnTo>
                  <a:pt x="133374" y="6056"/>
                </a:lnTo>
                <a:lnTo>
                  <a:pt x="133374" y="2672"/>
                </a:lnTo>
                <a:lnTo>
                  <a:pt x="177367" y="2672"/>
                </a:lnTo>
                <a:cubicBezTo>
                  <a:pt x="190191" y="2672"/>
                  <a:pt x="199646" y="3606"/>
                  <a:pt x="205732" y="5474"/>
                </a:cubicBezTo>
                <a:cubicBezTo>
                  <a:pt x="211817" y="7342"/>
                  <a:pt x="216982" y="10783"/>
                  <a:pt x="221227" y="15796"/>
                </a:cubicBezTo>
                <a:cubicBezTo>
                  <a:pt x="225472" y="20807"/>
                  <a:pt x="227595" y="26782"/>
                  <a:pt x="227595" y="33721"/>
                </a:cubicBezTo>
                <a:cubicBezTo>
                  <a:pt x="227595" y="41137"/>
                  <a:pt x="225175" y="47573"/>
                  <a:pt x="220337" y="53030"/>
                </a:cubicBezTo>
                <a:cubicBezTo>
                  <a:pt x="215498" y="58486"/>
                  <a:pt x="208002" y="62341"/>
                  <a:pt x="197850" y="64596"/>
                </a:cubicBezTo>
                <a:lnTo>
                  <a:pt x="222786" y="99208"/>
                </a:lnTo>
                <a:cubicBezTo>
                  <a:pt x="228485" y="107163"/>
                  <a:pt x="233383" y="112447"/>
                  <a:pt x="237480" y="115059"/>
                </a:cubicBezTo>
                <a:cubicBezTo>
                  <a:pt x="241576" y="117672"/>
                  <a:pt x="246920" y="119334"/>
                  <a:pt x="253510" y="120046"/>
                </a:cubicBezTo>
                <a:lnTo>
                  <a:pt x="253510" y="123431"/>
                </a:lnTo>
                <a:moveTo>
                  <a:pt x="167750" y="61270"/>
                </a:moveTo>
                <a:cubicBezTo>
                  <a:pt x="168878" y="61270"/>
                  <a:pt x="169857" y="61285"/>
                  <a:pt x="170688" y="61315"/>
                </a:cubicBezTo>
                <a:cubicBezTo>
                  <a:pt x="171520" y="61344"/>
                  <a:pt x="172202" y="61359"/>
                  <a:pt x="172737" y="61359"/>
                </a:cubicBezTo>
                <a:cubicBezTo>
                  <a:pt x="184254" y="61359"/>
                  <a:pt x="192937" y="58870"/>
                  <a:pt x="198785" y="53892"/>
                </a:cubicBezTo>
                <a:cubicBezTo>
                  <a:pt x="204633" y="48913"/>
                  <a:pt x="207557" y="42570"/>
                  <a:pt x="207557" y="34865"/>
                </a:cubicBezTo>
                <a:cubicBezTo>
                  <a:pt x="207557" y="27338"/>
                  <a:pt x="205197" y="21219"/>
                  <a:pt x="200477" y="16509"/>
                </a:cubicBezTo>
                <a:cubicBezTo>
                  <a:pt x="195757" y="11796"/>
                  <a:pt x="189509" y="9440"/>
                  <a:pt x="181731" y="9440"/>
                </a:cubicBezTo>
                <a:cubicBezTo>
                  <a:pt x="178288" y="9440"/>
                  <a:pt x="173627" y="10034"/>
                  <a:pt x="167750" y="11221"/>
                </a:cubicBezTo>
                <a:lnTo>
                  <a:pt x="167750" y="61270"/>
                </a:lnTo>
                <a:close/>
                <a:moveTo>
                  <a:pt x="326536" y="123431"/>
                </a:moveTo>
                <a:lnTo>
                  <a:pt x="279871" y="21819"/>
                </a:lnTo>
                <a:lnTo>
                  <a:pt x="279871" y="102413"/>
                </a:lnTo>
                <a:cubicBezTo>
                  <a:pt x="279871" y="109835"/>
                  <a:pt x="280673" y="114466"/>
                  <a:pt x="282276" y="116306"/>
                </a:cubicBezTo>
                <a:cubicBezTo>
                  <a:pt x="284472" y="118800"/>
                  <a:pt x="287946" y="120046"/>
                  <a:pt x="292695" y="120046"/>
                </a:cubicBezTo>
                <a:lnTo>
                  <a:pt x="296970" y="120046"/>
                </a:lnTo>
                <a:lnTo>
                  <a:pt x="296970" y="123431"/>
                </a:lnTo>
                <a:lnTo>
                  <a:pt x="254936" y="123431"/>
                </a:lnTo>
                <a:lnTo>
                  <a:pt x="254936" y="120046"/>
                </a:lnTo>
                <a:lnTo>
                  <a:pt x="259210" y="120046"/>
                </a:lnTo>
                <a:cubicBezTo>
                  <a:pt x="264316" y="120046"/>
                  <a:pt x="267938" y="118503"/>
                  <a:pt x="270075" y="115416"/>
                </a:cubicBezTo>
                <a:cubicBezTo>
                  <a:pt x="271381" y="113516"/>
                  <a:pt x="272034" y="109182"/>
                  <a:pt x="272034" y="102413"/>
                </a:cubicBezTo>
                <a:lnTo>
                  <a:pt x="272034" y="23689"/>
                </a:lnTo>
                <a:cubicBezTo>
                  <a:pt x="272034" y="18345"/>
                  <a:pt x="271441" y="14486"/>
                  <a:pt x="270253" y="12112"/>
                </a:cubicBezTo>
                <a:cubicBezTo>
                  <a:pt x="269422" y="10390"/>
                  <a:pt x="267893" y="8950"/>
                  <a:pt x="265667" y="7792"/>
                </a:cubicBezTo>
                <a:cubicBezTo>
                  <a:pt x="263441" y="6635"/>
                  <a:pt x="259864" y="6056"/>
                  <a:pt x="254936" y="6056"/>
                </a:cubicBezTo>
                <a:lnTo>
                  <a:pt x="254936" y="2672"/>
                </a:lnTo>
                <a:lnTo>
                  <a:pt x="289133" y="2672"/>
                </a:lnTo>
                <a:lnTo>
                  <a:pt x="332948" y="97140"/>
                </a:lnTo>
                <a:lnTo>
                  <a:pt x="376051" y="2672"/>
                </a:lnTo>
                <a:lnTo>
                  <a:pt x="410248" y="2672"/>
                </a:lnTo>
                <a:lnTo>
                  <a:pt x="410248" y="6056"/>
                </a:lnTo>
                <a:lnTo>
                  <a:pt x="406063" y="6056"/>
                </a:lnTo>
                <a:cubicBezTo>
                  <a:pt x="400897" y="6056"/>
                  <a:pt x="397246" y="7599"/>
                  <a:pt x="395109" y="10687"/>
                </a:cubicBezTo>
                <a:cubicBezTo>
                  <a:pt x="393803" y="12586"/>
                  <a:pt x="393149" y="16920"/>
                  <a:pt x="393149" y="23689"/>
                </a:cubicBezTo>
                <a:lnTo>
                  <a:pt x="393149" y="102413"/>
                </a:lnTo>
                <a:cubicBezTo>
                  <a:pt x="393149" y="109835"/>
                  <a:pt x="393981" y="114466"/>
                  <a:pt x="395643" y="116306"/>
                </a:cubicBezTo>
                <a:cubicBezTo>
                  <a:pt x="397840" y="118800"/>
                  <a:pt x="401313" y="120046"/>
                  <a:pt x="406063" y="120046"/>
                </a:cubicBezTo>
                <a:lnTo>
                  <a:pt x="410248" y="120046"/>
                </a:lnTo>
                <a:lnTo>
                  <a:pt x="410248" y="123431"/>
                </a:lnTo>
                <a:lnTo>
                  <a:pt x="358952" y="123431"/>
                </a:lnTo>
                <a:lnTo>
                  <a:pt x="358952" y="120046"/>
                </a:lnTo>
                <a:lnTo>
                  <a:pt x="363227" y="120046"/>
                </a:lnTo>
                <a:cubicBezTo>
                  <a:pt x="368392" y="120046"/>
                  <a:pt x="372014" y="118503"/>
                  <a:pt x="374092" y="115416"/>
                </a:cubicBezTo>
                <a:cubicBezTo>
                  <a:pt x="375398" y="113516"/>
                  <a:pt x="376051" y="109182"/>
                  <a:pt x="376051" y="102413"/>
                </a:cubicBezTo>
                <a:lnTo>
                  <a:pt x="376051" y="21819"/>
                </a:lnTo>
                <a:lnTo>
                  <a:pt x="329475" y="123431"/>
                </a:lnTo>
                <a:lnTo>
                  <a:pt x="326536" y="1234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126B0-AFAB-414F-9DC1-B4219E38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178" y="3097007"/>
            <a:ext cx="879096" cy="361122"/>
          </a:xfrm>
          <a:custGeom xmlns:a="http://schemas.openxmlformats.org/drawingml/2006/main">
            <a:pathLst>
              <a:path w="879096" h="361122">
                <a:moveTo>
                  <a:pt x="0" y="361122"/>
                </a:moveTo>
                <a:lnTo>
                  <a:pt x="0" y="0"/>
                </a:lnTo>
                <a:lnTo>
                  <a:pt x="879096" y="0"/>
                </a:lnTo>
                <a:lnTo>
                  <a:pt x="879096" y="361122"/>
                </a:lnTo>
                <a:lnTo>
                  <a:pt x="0" y="361122"/>
                </a:lnTo>
                <a:close/>
              </a:path>
            </a:pathLst>
          </a:custGeom>
          <a:solidFill xmlns:a="http://schemas.openxmlformats.org/drawingml/2006/main">
            <a:srgbClr val="0448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6E384-01A5-4D48-9A17-C47AB12C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178" y="3097007"/>
            <a:ext cx="879096" cy="361122"/>
          </a:xfrm>
          <a:custGeom xmlns:a="http://schemas.openxmlformats.org/drawingml/2006/main">
            <a:pathLst>
              <a:path w="879096" h="361122" fill="none">
                <a:moveTo>
                  <a:pt x="0" y="361122"/>
                </a:moveTo>
                <a:lnTo>
                  <a:pt x="879096" y="361122"/>
                </a:lnTo>
                <a:lnTo>
                  <a:pt x="879096" y="0"/>
                </a:lnTo>
                <a:lnTo>
                  <a:pt x="0" y="0"/>
                </a:lnTo>
                <a:lnTo>
                  <a:pt x="0" y="361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005" cap="flat">
            <a:solidFill>
              <a:srgbClr val="89A4A7"/>
            </a:solidFill>
            <a:round/>
          </a:ln>
        </p:spPr>
      </p:sp>
      <p:sp>
        <p:nvSpPr>
          <p:cNvPr id="152" name="Text RISC-V">
            <a:extLst xmlns:a="http://schemas.openxmlformats.org/drawingml/2006/main">
              <a:ext uri="{FF2B5EF4-FFF2-40B4-BE49-F238E27FC236}">
                <a16:creationId xmlns:a16="http://schemas.microsoft.com/office/drawing/2014/main" id="{C50ABACF-6006-47A8-83FC-ED6D17D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339" y="3222228"/>
            <a:ext cx="589628" cy="126102"/>
          </a:xfrm>
          <a:custGeom xmlns:a="http://schemas.openxmlformats.org/drawingml/2006/main">
            <a:pathLst>
              <a:path w="589628" h="126102">
                <a:moveTo>
                  <a:pt x="120135" y="123431"/>
                </a:moveTo>
                <a:lnTo>
                  <a:pt x="87897" y="123431"/>
                </a:lnTo>
                <a:lnTo>
                  <a:pt x="47021" y="66970"/>
                </a:lnTo>
                <a:cubicBezTo>
                  <a:pt x="43993" y="67088"/>
                  <a:pt x="41529" y="67148"/>
                  <a:pt x="39630" y="67148"/>
                </a:cubicBezTo>
                <a:cubicBezTo>
                  <a:pt x="38858" y="67148"/>
                  <a:pt x="38027" y="67133"/>
                  <a:pt x="37136" y="67103"/>
                </a:cubicBezTo>
                <a:cubicBezTo>
                  <a:pt x="36245" y="67073"/>
                  <a:pt x="35325" y="67029"/>
                  <a:pt x="34375" y="66970"/>
                </a:cubicBezTo>
                <a:lnTo>
                  <a:pt x="34375" y="102057"/>
                </a:lnTo>
                <a:cubicBezTo>
                  <a:pt x="34375" y="109620"/>
                  <a:pt x="35206" y="114316"/>
                  <a:pt x="36869" y="116147"/>
                </a:cubicBezTo>
                <a:cubicBezTo>
                  <a:pt x="39125" y="118747"/>
                  <a:pt x="42509" y="120046"/>
                  <a:pt x="47021" y="120046"/>
                </a:cubicBezTo>
                <a:lnTo>
                  <a:pt x="51741" y="120046"/>
                </a:lnTo>
                <a:lnTo>
                  <a:pt x="51741" y="123431"/>
                </a:lnTo>
                <a:lnTo>
                  <a:pt x="0" y="123431"/>
                </a:lnTo>
                <a:lnTo>
                  <a:pt x="0" y="120046"/>
                </a:lnTo>
                <a:lnTo>
                  <a:pt x="4542" y="120046"/>
                </a:lnTo>
                <a:cubicBezTo>
                  <a:pt x="9648" y="120046"/>
                  <a:pt x="13299" y="118392"/>
                  <a:pt x="15496" y="115084"/>
                </a:cubicBezTo>
                <a:cubicBezTo>
                  <a:pt x="16742" y="113253"/>
                  <a:pt x="17366" y="108911"/>
                  <a:pt x="17366" y="102057"/>
                </a:cubicBezTo>
                <a:lnTo>
                  <a:pt x="17366" y="24045"/>
                </a:lnTo>
                <a:cubicBezTo>
                  <a:pt x="17366" y="16483"/>
                  <a:pt x="16535" y="11786"/>
                  <a:pt x="14872" y="9955"/>
                </a:cubicBezTo>
                <a:cubicBezTo>
                  <a:pt x="12557" y="7355"/>
                  <a:pt x="9113" y="6056"/>
                  <a:pt x="4542" y="6056"/>
                </a:cubicBezTo>
                <a:lnTo>
                  <a:pt x="0" y="6056"/>
                </a:lnTo>
                <a:lnTo>
                  <a:pt x="0" y="2672"/>
                </a:lnTo>
                <a:lnTo>
                  <a:pt x="43993" y="2672"/>
                </a:lnTo>
                <a:cubicBezTo>
                  <a:pt x="56817" y="2672"/>
                  <a:pt x="66272" y="3606"/>
                  <a:pt x="72357" y="5474"/>
                </a:cubicBezTo>
                <a:cubicBezTo>
                  <a:pt x="78443" y="7342"/>
                  <a:pt x="83608" y="10783"/>
                  <a:pt x="87853" y="15796"/>
                </a:cubicBezTo>
                <a:cubicBezTo>
                  <a:pt x="92098" y="20807"/>
                  <a:pt x="94220" y="26782"/>
                  <a:pt x="94220" y="33721"/>
                </a:cubicBezTo>
                <a:cubicBezTo>
                  <a:pt x="94220" y="41137"/>
                  <a:pt x="91801" y="47573"/>
                  <a:pt x="86962" y="53030"/>
                </a:cubicBezTo>
                <a:cubicBezTo>
                  <a:pt x="82124" y="58486"/>
                  <a:pt x="74628" y="62341"/>
                  <a:pt x="64476" y="64596"/>
                </a:cubicBezTo>
                <a:lnTo>
                  <a:pt x="89411" y="99208"/>
                </a:lnTo>
                <a:cubicBezTo>
                  <a:pt x="95111" y="107163"/>
                  <a:pt x="100009" y="112447"/>
                  <a:pt x="104106" y="115059"/>
                </a:cubicBezTo>
                <a:cubicBezTo>
                  <a:pt x="108202" y="117672"/>
                  <a:pt x="113545" y="119334"/>
                  <a:pt x="120135" y="120046"/>
                </a:cubicBezTo>
                <a:lnTo>
                  <a:pt x="120135" y="123431"/>
                </a:lnTo>
                <a:moveTo>
                  <a:pt x="34375" y="61270"/>
                </a:moveTo>
                <a:cubicBezTo>
                  <a:pt x="35503" y="61270"/>
                  <a:pt x="36483" y="61285"/>
                  <a:pt x="37314" y="61315"/>
                </a:cubicBezTo>
                <a:cubicBezTo>
                  <a:pt x="38145" y="61344"/>
                  <a:pt x="38828" y="61359"/>
                  <a:pt x="39362" y="61359"/>
                </a:cubicBezTo>
                <a:cubicBezTo>
                  <a:pt x="50880" y="61359"/>
                  <a:pt x="59563" y="58870"/>
                  <a:pt x="65411" y="53892"/>
                </a:cubicBezTo>
                <a:cubicBezTo>
                  <a:pt x="71259" y="48913"/>
                  <a:pt x="74183" y="42570"/>
                  <a:pt x="74183" y="34865"/>
                </a:cubicBezTo>
                <a:cubicBezTo>
                  <a:pt x="74183" y="27338"/>
                  <a:pt x="71823" y="21219"/>
                  <a:pt x="67103" y="16509"/>
                </a:cubicBezTo>
                <a:cubicBezTo>
                  <a:pt x="62383" y="11796"/>
                  <a:pt x="56134" y="9440"/>
                  <a:pt x="48357" y="9440"/>
                </a:cubicBezTo>
                <a:cubicBezTo>
                  <a:pt x="44914" y="9440"/>
                  <a:pt x="40253" y="10034"/>
                  <a:pt x="34375" y="11221"/>
                </a:cubicBezTo>
                <a:lnTo>
                  <a:pt x="34375" y="61270"/>
                </a:lnTo>
                <a:close/>
                <a:moveTo>
                  <a:pt x="175182" y="120046"/>
                </a:moveTo>
                <a:lnTo>
                  <a:pt x="175182" y="123431"/>
                </a:lnTo>
                <a:lnTo>
                  <a:pt x="123441" y="123431"/>
                </a:lnTo>
                <a:lnTo>
                  <a:pt x="123441" y="120046"/>
                </a:lnTo>
                <a:lnTo>
                  <a:pt x="127715" y="120046"/>
                </a:lnTo>
                <a:cubicBezTo>
                  <a:pt x="132702" y="120046"/>
                  <a:pt x="136324" y="118599"/>
                  <a:pt x="138580" y="115705"/>
                </a:cubicBezTo>
                <a:cubicBezTo>
                  <a:pt x="140005" y="113814"/>
                  <a:pt x="140717" y="109265"/>
                  <a:pt x="140717" y="102057"/>
                </a:cubicBezTo>
                <a:lnTo>
                  <a:pt x="140717" y="24045"/>
                </a:lnTo>
                <a:cubicBezTo>
                  <a:pt x="140717" y="17959"/>
                  <a:pt x="140332" y="13942"/>
                  <a:pt x="139560" y="11992"/>
                </a:cubicBezTo>
                <a:cubicBezTo>
                  <a:pt x="138966" y="10515"/>
                  <a:pt x="137749" y="9245"/>
                  <a:pt x="135908" y="8182"/>
                </a:cubicBezTo>
                <a:cubicBezTo>
                  <a:pt x="133296" y="6764"/>
                  <a:pt x="130565" y="6056"/>
                  <a:pt x="127715" y="6056"/>
                </a:cubicBezTo>
                <a:lnTo>
                  <a:pt x="123441" y="6056"/>
                </a:lnTo>
                <a:lnTo>
                  <a:pt x="123441" y="2672"/>
                </a:lnTo>
                <a:lnTo>
                  <a:pt x="175182" y="2672"/>
                </a:lnTo>
                <a:lnTo>
                  <a:pt x="175182" y="6056"/>
                </a:lnTo>
                <a:lnTo>
                  <a:pt x="170818" y="6056"/>
                </a:lnTo>
                <a:cubicBezTo>
                  <a:pt x="165890" y="6056"/>
                  <a:pt x="162298" y="7503"/>
                  <a:pt x="160042" y="10397"/>
                </a:cubicBezTo>
                <a:cubicBezTo>
                  <a:pt x="158558" y="12288"/>
                  <a:pt x="157816" y="16837"/>
                  <a:pt x="157816" y="24045"/>
                </a:cubicBezTo>
                <a:lnTo>
                  <a:pt x="157816" y="102057"/>
                </a:lnTo>
                <a:cubicBezTo>
                  <a:pt x="157816" y="108143"/>
                  <a:pt x="158202" y="112160"/>
                  <a:pt x="158974" y="114110"/>
                </a:cubicBezTo>
                <a:cubicBezTo>
                  <a:pt x="159567" y="115587"/>
                  <a:pt x="160814" y="116857"/>
                  <a:pt x="162714" y="117920"/>
                </a:cubicBezTo>
                <a:cubicBezTo>
                  <a:pt x="165267" y="119338"/>
                  <a:pt x="167968" y="120046"/>
                  <a:pt x="170818" y="120046"/>
                </a:cubicBezTo>
                <a:lnTo>
                  <a:pt x="175182" y="120046"/>
                </a:lnTo>
                <a:close/>
                <a:moveTo>
                  <a:pt x="259061" y="0"/>
                </a:moveTo>
                <a:lnTo>
                  <a:pt x="259061" y="41856"/>
                </a:lnTo>
                <a:lnTo>
                  <a:pt x="255766" y="41856"/>
                </a:lnTo>
                <a:cubicBezTo>
                  <a:pt x="254698" y="33821"/>
                  <a:pt x="252783" y="27423"/>
                  <a:pt x="250022" y="22662"/>
                </a:cubicBezTo>
                <a:cubicBezTo>
                  <a:pt x="247262" y="17899"/>
                  <a:pt x="243328" y="14119"/>
                  <a:pt x="238222" y="11321"/>
                </a:cubicBezTo>
                <a:cubicBezTo>
                  <a:pt x="233117" y="8523"/>
                  <a:pt x="227833" y="7124"/>
                  <a:pt x="222371" y="7124"/>
                </a:cubicBezTo>
                <a:cubicBezTo>
                  <a:pt x="216196" y="7124"/>
                  <a:pt x="211090" y="9007"/>
                  <a:pt x="207053" y="12771"/>
                </a:cubicBezTo>
                <a:cubicBezTo>
                  <a:pt x="203016" y="16536"/>
                  <a:pt x="200997" y="20818"/>
                  <a:pt x="200997" y="25617"/>
                </a:cubicBezTo>
                <a:cubicBezTo>
                  <a:pt x="200997" y="29293"/>
                  <a:pt x="202274" y="32642"/>
                  <a:pt x="204827" y="35667"/>
                </a:cubicBezTo>
                <a:cubicBezTo>
                  <a:pt x="208508" y="40112"/>
                  <a:pt x="217265" y="46039"/>
                  <a:pt x="231098" y="53447"/>
                </a:cubicBezTo>
                <a:cubicBezTo>
                  <a:pt x="242378" y="59494"/>
                  <a:pt x="250082" y="64133"/>
                  <a:pt x="254208" y="67365"/>
                </a:cubicBezTo>
                <a:cubicBezTo>
                  <a:pt x="258334" y="70595"/>
                  <a:pt x="261510" y="74404"/>
                  <a:pt x="263737" y="78792"/>
                </a:cubicBezTo>
                <a:cubicBezTo>
                  <a:pt x="265963" y="83178"/>
                  <a:pt x="267076" y="87772"/>
                  <a:pt x="267076" y="92576"/>
                </a:cubicBezTo>
                <a:cubicBezTo>
                  <a:pt x="267076" y="101706"/>
                  <a:pt x="263529" y="109576"/>
                  <a:pt x="256434" y="116186"/>
                </a:cubicBezTo>
                <a:cubicBezTo>
                  <a:pt x="249340" y="122797"/>
                  <a:pt x="240211" y="126102"/>
                  <a:pt x="229050" y="126102"/>
                </a:cubicBezTo>
                <a:cubicBezTo>
                  <a:pt x="225547" y="126102"/>
                  <a:pt x="222252" y="125831"/>
                  <a:pt x="219165" y="125290"/>
                </a:cubicBezTo>
                <a:cubicBezTo>
                  <a:pt x="217324" y="124989"/>
                  <a:pt x="213510" y="123892"/>
                  <a:pt x="207721" y="121997"/>
                </a:cubicBezTo>
                <a:cubicBezTo>
                  <a:pt x="201932" y="120103"/>
                  <a:pt x="198266" y="119156"/>
                  <a:pt x="196723" y="119156"/>
                </a:cubicBezTo>
                <a:cubicBezTo>
                  <a:pt x="195238" y="119156"/>
                  <a:pt x="194066" y="119607"/>
                  <a:pt x="193205" y="120508"/>
                </a:cubicBezTo>
                <a:cubicBezTo>
                  <a:pt x="192344" y="121410"/>
                  <a:pt x="191706" y="123275"/>
                  <a:pt x="191290" y="126102"/>
                </a:cubicBezTo>
                <a:lnTo>
                  <a:pt x="187995" y="126102"/>
                </a:lnTo>
                <a:lnTo>
                  <a:pt x="187995" y="84602"/>
                </a:lnTo>
                <a:lnTo>
                  <a:pt x="191290" y="84602"/>
                </a:lnTo>
                <a:cubicBezTo>
                  <a:pt x="192834" y="93293"/>
                  <a:pt x="194912" y="99796"/>
                  <a:pt x="197524" y="104111"/>
                </a:cubicBezTo>
                <a:cubicBezTo>
                  <a:pt x="200137" y="108427"/>
                  <a:pt x="204129" y="112013"/>
                  <a:pt x="209502" y="114870"/>
                </a:cubicBezTo>
                <a:cubicBezTo>
                  <a:pt x="214875" y="117727"/>
                  <a:pt x="220768" y="119156"/>
                  <a:pt x="227180" y="119156"/>
                </a:cubicBezTo>
                <a:cubicBezTo>
                  <a:pt x="234601" y="119156"/>
                  <a:pt x="240464" y="117196"/>
                  <a:pt x="244768" y="113275"/>
                </a:cubicBezTo>
                <a:cubicBezTo>
                  <a:pt x="249072" y="109355"/>
                  <a:pt x="251225" y="104722"/>
                  <a:pt x="251225" y="99377"/>
                </a:cubicBezTo>
                <a:cubicBezTo>
                  <a:pt x="251225" y="96407"/>
                  <a:pt x="250408" y="93408"/>
                  <a:pt x="248775" y="90380"/>
                </a:cubicBezTo>
                <a:cubicBezTo>
                  <a:pt x="247143" y="87350"/>
                  <a:pt x="244605" y="84528"/>
                  <a:pt x="241161" y="81914"/>
                </a:cubicBezTo>
                <a:cubicBezTo>
                  <a:pt x="238846" y="80133"/>
                  <a:pt x="232523" y="76370"/>
                  <a:pt x="222193" y="70626"/>
                </a:cubicBezTo>
                <a:cubicBezTo>
                  <a:pt x="211862" y="64880"/>
                  <a:pt x="204515" y="60288"/>
                  <a:pt x="200151" y="56848"/>
                </a:cubicBezTo>
                <a:cubicBezTo>
                  <a:pt x="195788" y="53408"/>
                  <a:pt x="192478" y="49612"/>
                  <a:pt x="190222" y="45460"/>
                </a:cubicBezTo>
                <a:cubicBezTo>
                  <a:pt x="187966" y="41308"/>
                  <a:pt x="186838" y="36741"/>
                  <a:pt x="186838" y="31759"/>
                </a:cubicBezTo>
                <a:cubicBezTo>
                  <a:pt x="186838" y="23101"/>
                  <a:pt x="190162" y="15643"/>
                  <a:pt x="196812" y="9387"/>
                </a:cubicBezTo>
                <a:cubicBezTo>
                  <a:pt x="203461" y="3129"/>
                  <a:pt x="211921" y="0"/>
                  <a:pt x="222193" y="0"/>
                </a:cubicBezTo>
                <a:cubicBezTo>
                  <a:pt x="228604" y="0"/>
                  <a:pt x="235402" y="1573"/>
                  <a:pt x="242586" y="4720"/>
                </a:cubicBezTo>
                <a:cubicBezTo>
                  <a:pt x="245911" y="6204"/>
                  <a:pt x="248256" y="6946"/>
                  <a:pt x="249622" y="6946"/>
                </a:cubicBezTo>
                <a:cubicBezTo>
                  <a:pt x="251165" y="6946"/>
                  <a:pt x="252427" y="6486"/>
                  <a:pt x="253406" y="5566"/>
                </a:cubicBezTo>
                <a:cubicBezTo>
                  <a:pt x="254386" y="4646"/>
                  <a:pt x="255173" y="2790"/>
                  <a:pt x="255766" y="0"/>
                </a:cubicBezTo>
                <a:lnTo>
                  <a:pt x="259061" y="0"/>
                </a:lnTo>
                <a:close/>
                <a:moveTo>
                  <a:pt x="387196" y="0"/>
                </a:moveTo>
                <a:lnTo>
                  <a:pt x="389957" y="41144"/>
                </a:lnTo>
                <a:lnTo>
                  <a:pt x="387196" y="41144"/>
                </a:lnTo>
                <a:cubicBezTo>
                  <a:pt x="383515" y="28822"/>
                  <a:pt x="378261" y="19954"/>
                  <a:pt x="371434" y="14538"/>
                </a:cubicBezTo>
                <a:cubicBezTo>
                  <a:pt x="364606" y="9121"/>
                  <a:pt x="356413" y="6412"/>
                  <a:pt x="346854" y="6412"/>
                </a:cubicBezTo>
                <a:cubicBezTo>
                  <a:pt x="338839" y="6412"/>
                  <a:pt x="331596" y="8443"/>
                  <a:pt x="325125" y="12504"/>
                </a:cubicBezTo>
                <a:cubicBezTo>
                  <a:pt x="318654" y="16563"/>
                  <a:pt x="313563" y="23039"/>
                  <a:pt x="309852" y="31932"/>
                </a:cubicBezTo>
                <a:cubicBezTo>
                  <a:pt x="306141" y="40823"/>
                  <a:pt x="304286" y="51877"/>
                  <a:pt x="304286" y="65094"/>
                </a:cubicBezTo>
                <a:cubicBezTo>
                  <a:pt x="304286" y="76001"/>
                  <a:pt x="306037" y="85456"/>
                  <a:pt x="309540" y="93458"/>
                </a:cubicBezTo>
                <a:cubicBezTo>
                  <a:pt x="313043" y="101460"/>
                  <a:pt x="318312" y="107595"/>
                  <a:pt x="325348" y="111864"/>
                </a:cubicBezTo>
                <a:cubicBezTo>
                  <a:pt x="332383" y="116132"/>
                  <a:pt x="340413" y="118265"/>
                  <a:pt x="349437" y="118265"/>
                </a:cubicBezTo>
                <a:cubicBezTo>
                  <a:pt x="357274" y="118265"/>
                  <a:pt x="364190" y="116583"/>
                  <a:pt x="370187" y="113217"/>
                </a:cubicBezTo>
                <a:cubicBezTo>
                  <a:pt x="376183" y="109850"/>
                  <a:pt x="382773" y="103161"/>
                  <a:pt x="389957" y="93152"/>
                </a:cubicBezTo>
                <a:lnTo>
                  <a:pt x="392718" y="94933"/>
                </a:lnTo>
                <a:cubicBezTo>
                  <a:pt x="386662" y="105710"/>
                  <a:pt x="379597" y="113600"/>
                  <a:pt x="371523" y="118602"/>
                </a:cubicBezTo>
                <a:cubicBezTo>
                  <a:pt x="363448" y="123602"/>
                  <a:pt x="353860" y="126102"/>
                  <a:pt x="342758" y="126102"/>
                </a:cubicBezTo>
                <a:cubicBezTo>
                  <a:pt x="322750" y="126102"/>
                  <a:pt x="307254" y="118691"/>
                  <a:pt x="296271" y="103869"/>
                </a:cubicBezTo>
                <a:cubicBezTo>
                  <a:pt x="288078" y="92843"/>
                  <a:pt x="283981" y="79859"/>
                  <a:pt x="283981" y="64918"/>
                </a:cubicBezTo>
                <a:cubicBezTo>
                  <a:pt x="283981" y="52883"/>
                  <a:pt x="286683" y="41826"/>
                  <a:pt x="292085" y="31748"/>
                </a:cubicBezTo>
                <a:cubicBezTo>
                  <a:pt x="297488" y="21670"/>
                  <a:pt x="304924" y="13859"/>
                  <a:pt x="314394" y="8316"/>
                </a:cubicBezTo>
                <a:cubicBezTo>
                  <a:pt x="323863" y="2772"/>
                  <a:pt x="334208" y="0"/>
                  <a:pt x="345429" y="0"/>
                </a:cubicBezTo>
                <a:cubicBezTo>
                  <a:pt x="354157" y="0"/>
                  <a:pt x="362766" y="2137"/>
                  <a:pt x="371255" y="6412"/>
                </a:cubicBezTo>
                <a:cubicBezTo>
                  <a:pt x="373749" y="7718"/>
                  <a:pt x="375530" y="8371"/>
                  <a:pt x="376599" y="8371"/>
                </a:cubicBezTo>
                <a:cubicBezTo>
                  <a:pt x="378202" y="8371"/>
                  <a:pt x="379597" y="7807"/>
                  <a:pt x="380784" y="6679"/>
                </a:cubicBezTo>
                <a:cubicBezTo>
                  <a:pt x="382328" y="5076"/>
                  <a:pt x="383426" y="2850"/>
                  <a:pt x="384079" y="0"/>
                </a:cubicBezTo>
                <a:lnTo>
                  <a:pt x="387196" y="0"/>
                </a:lnTo>
                <a:close/>
                <a:moveTo>
                  <a:pt x="407346" y="75697"/>
                </a:moveTo>
                <a:lnTo>
                  <a:pt x="453388" y="75697"/>
                </a:lnTo>
                <a:lnTo>
                  <a:pt x="453388" y="89233"/>
                </a:lnTo>
                <a:lnTo>
                  <a:pt x="407346" y="89233"/>
                </a:lnTo>
                <a:lnTo>
                  <a:pt x="407346" y="75697"/>
                </a:lnTo>
                <a:close/>
                <a:moveTo>
                  <a:pt x="589628" y="2672"/>
                </a:moveTo>
                <a:lnTo>
                  <a:pt x="589628" y="6056"/>
                </a:lnTo>
                <a:cubicBezTo>
                  <a:pt x="585353" y="6822"/>
                  <a:pt x="582117" y="8178"/>
                  <a:pt x="579921" y="10124"/>
                </a:cubicBezTo>
                <a:cubicBezTo>
                  <a:pt x="576774" y="13015"/>
                  <a:pt x="573984" y="17439"/>
                  <a:pt x="571549" y="23396"/>
                </a:cubicBezTo>
                <a:lnTo>
                  <a:pt x="529426" y="126102"/>
                </a:lnTo>
                <a:lnTo>
                  <a:pt x="526131" y="126102"/>
                </a:lnTo>
                <a:lnTo>
                  <a:pt x="480891" y="22050"/>
                </a:lnTo>
                <a:cubicBezTo>
                  <a:pt x="478576" y="16747"/>
                  <a:pt x="476943" y="13507"/>
                  <a:pt x="475993" y="12329"/>
                </a:cubicBezTo>
                <a:cubicBezTo>
                  <a:pt x="474509" y="10503"/>
                  <a:pt x="472683" y="9075"/>
                  <a:pt x="470516" y="8046"/>
                </a:cubicBezTo>
                <a:cubicBezTo>
                  <a:pt x="468349" y="7014"/>
                  <a:pt x="465425" y="6351"/>
                  <a:pt x="461744" y="6056"/>
                </a:cubicBezTo>
                <a:lnTo>
                  <a:pt x="461744" y="2672"/>
                </a:lnTo>
                <a:lnTo>
                  <a:pt x="511081" y="2672"/>
                </a:lnTo>
                <a:lnTo>
                  <a:pt x="511081" y="6056"/>
                </a:lnTo>
                <a:cubicBezTo>
                  <a:pt x="505500" y="6590"/>
                  <a:pt x="501878" y="7540"/>
                  <a:pt x="500216" y="8906"/>
                </a:cubicBezTo>
                <a:cubicBezTo>
                  <a:pt x="498554" y="10271"/>
                  <a:pt x="497723" y="12022"/>
                  <a:pt x="497723" y="14160"/>
                </a:cubicBezTo>
                <a:cubicBezTo>
                  <a:pt x="497723" y="17128"/>
                  <a:pt x="499088" y="21759"/>
                  <a:pt x="501819" y="28052"/>
                </a:cubicBezTo>
                <a:lnTo>
                  <a:pt x="532543" y="98851"/>
                </a:lnTo>
                <a:lnTo>
                  <a:pt x="561041" y="28943"/>
                </a:lnTo>
                <a:cubicBezTo>
                  <a:pt x="563831" y="22056"/>
                  <a:pt x="565226" y="17277"/>
                  <a:pt x="565226" y="14605"/>
                </a:cubicBezTo>
                <a:cubicBezTo>
                  <a:pt x="565226" y="12883"/>
                  <a:pt x="564366" y="11236"/>
                  <a:pt x="562644" y="9662"/>
                </a:cubicBezTo>
                <a:cubicBezTo>
                  <a:pt x="560922" y="8089"/>
                  <a:pt x="558013" y="6976"/>
                  <a:pt x="553916" y="6323"/>
                </a:cubicBezTo>
                <a:cubicBezTo>
                  <a:pt x="553620" y="6264"/>
                  <a:pt x="553115" y="6175"/>
                  <a:pt x="552402" y="6056"/>
                </a:cubicBezTo>
                <a:lnTo>
                  <a:pt x="552402" y="2672"/>
                </a:lnTo>
                <a:lnTo>
                  <a:pt x="589628" y="26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2e868770d4d21"/>
          <a:stretch xmlns:a="http://schemas.openxmlformats.org/drawingml/2006/main"/>
        </p:blipFill>
        <p:spPr>
          <a:xfrm xmlns:a="http://schemas.openxmlformats.org/drawingml/2006/main">
            <a:off x="3307237" y="2649252"/>
            <a:ext cx="1612284" cy="403071"/>
          </a:xfrm>
          <a:prstGeom xmlns:a="http://schemas.openxmlformats.org/drawingml/2006/main" prst="rect">
            <a:avLst/>
          </a:prstGeom>
        </p:spPr>
      </p:pic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db7a64bf446ea"/>
          <a:stretch xmlns:a="http://schemas.openxmlformats.org/drawingml/2006/main"/>
        </p:blipFill>
        <p:spPr>
          <a:xfrm xmlns:a="http://schemas.openxmlformats.org/drawingml/2006/main">
            <a:off x="3859864" y="432361"/>
            <a:ext cx="200624" cy="200624"/>
          </a:xfrm>
          <a:prstGeom xmlns:a="http://schemas.openxmlformats.org/drawingml/2006/main" prst="rect">
            <a:avLst/>
          </a:prstGeom>
        </p:spPr>
      </p:pic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c85cd8d3c4f1c"/>
          <a:stretch xmlns:a="http://schemas.openxmlformats.org/drawingml/2006/main"/>
        </p:blipFill>
        <p:spPr>
          <a:xfrm xmlns:a="http://schemas.openxmlformats.org/drawingml/2006/main">
            <a:off x="4186334" y="3811045"/>
            <a:ext cx="211567" cy="211567"/>
          </a:xfrm>
          <a:prstGeom xmlns:a="http://schemas.openxmlformats.org/drawingml/2006/main" prst="rect">
            <a:avLst/>
          </a:prstGeom>
        </p:spPr>
      </p:pic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abade8dd84a40"/>
          <a:stretch xmlns:a="http://schemas.openxmlformats.org/drawingml/2006/main"/>
        </p:blipFill>
        <p:spPr>
          <a:xfrm xmlns:a="http://schemas.openxmlformats.org/drawingml/2006/main">
            <a:off x="3695718" y="1153694"/>
            <a:ext cx="388480" cy="388480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78f7302a94935"/>
          <a:stretch xmlns:a="http://schemas.openxmlformats.org/drawingml/2006/main"/>
        </p:blipFill>
        <p:spPr>
          <a:xfrm xmlns:a="http://schemas.openxmlformats.org/drawingml/2006/main">
            <a:off x="4112617" y="1151870"/>
            <a:ext cx="377237" cy="392128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d2843eafb41c8"/>
          <a:stretch xmlns:a="http://schemas.openxmlformats.org/drawingml/2006/main"/>
        </p:blipFill>
        <p:spPr>
          <a:xfrm xmlns:a="http://schemas.openxmlformats.org/drawingml/2006/main">
            <a:off x="4521922" y="1133632"/>
            <a:ext cx="426781" cy="4267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4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2026-09-05T18:29:20.2020000Z</dcterms:created>
  <dcterms:modified xsi:type="dcterms:W3CDTF">2026-09-05T18:29:20.2020000Z</dcterms:modified>
</coreProperties>
</file>