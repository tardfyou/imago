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fabb07136444e" /><Relationship Type="http://schemas.openxmlformats.org/officeDocument/2006/relationships/extended-properties" Target="/docProps/app.xml" Id="R0e70efa5e9064c70" /><Relationship Type="http://schemas.openxmlformats.org/officeDocument/2006/relationships/officeDocument" Target="/ppt/presentation.xml" Id="Rd68aca2ab9ce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8587304c8c4847"/>
  </p:sldMasterIdLst>
  <p:notesMasterIdLst>
    <p:notesMasterId xmlns:r="http://schemas.openxmlformats.org/officeDocument/2006/relationships" r:id="Rb4ac0827839a4c28"/>
  </p:notesMasterIdLst>
  <p:sldIdLst>
    <p:sldId xmlns:r="http://schemas.openxmlformats.org/officeDocument/2006/relationships" id="256" r:id="Ra03125e20daa4f84"/>
  </p:sldIdLst>
  <p:sldSz cx="6829425" cy="5114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8485a2174413a" /><Relationship Type="http://schemas.openxmlformats.org/officeDocument/2006/relationships/slideMaster" Target="/ppt/slideMasters/slideMaster1.xml" Id="Rf68587304c8c4847" /><Relationship Type="http://schemas.openxmlformats.org/officeDocument/2006/relationships/notesMaster" Target="/ppt/notesMasters/notesMaster1.xml" Id="Rb4ac0827839a4c28" /><Relationship Type="http://schemas.openxmlformats.org/officeDocument/2006/relationships/presProps" Target="/ppt/presProps.xml" Id="R19f698a53ad94df3" /><Relationship Type="http://schemas.openxmlformats.org/officeDocument/2006/relationships/tableStyles" Target="/ppt/tableStyles.xml" Id="R313e74c5fea9480c" /><Relationship Type="http://schemas.openxmlformats.org/officeDocument/2006/relationships/slide" Target="/ppt/slides/slide1.xml" Id="Ra03125e20daa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c714d2e274e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43d811bce14e6f" /><Relationship Type="http://schemas.openxmlformats.org/officeDocument/2006/relationships/notesMaster" Target="/ppt/notesMasters/notesMaster1.xml" Id="Rc4736e0a5d3f47ae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素材ID：SEC-074</ns1:t>
            </ns1:r>
          </ns1:p>
          <ns1:p>
            <ns1:r>
              <ns1:t>论文：Adversarial Illusions in Multi-Modal Embeddings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类型：威胁与攻击</ns1:t>
            </ns1:r>
          </ns1:p>
          <ns1:p>
            <ns1:r>
              <ns1:t>借鉴点：叠置多条ML流水线与公共编码器、嵌入条、三类下游任务相连，灰区表示攻击时不可见部分，清楚展示跨任务风险。</ns1:t>
            </ns1:r>
          </ns1:p>
          <ns1:p>
            <ns1:r>
              <ns1:t>论文URL：https://www.usenix.org/system/files/usenixsecurity24-zhang-tingwei.pdf</ns1:t>
            </ns1:r>
          </ns1:p>
          <ns1:p>
            <ns1:r>
              <ns1:t>官方获奖URL：https://www.usenix.org/conference/usenixsecurity24/presentation/zhang-tingwei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0d9e59510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d341140f34229" /><Relationship Type="http://schemas.openxmlformats.org/officeDocument/2006/relationships/slideLayout" Target="/ppt/slideLayouts/slideLayout1.xml" Id="Rddf3d7f7c40243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3d7f7c40243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32faaef5f4174" /><Relationship Type="http://schemas.openxmlformats.org/officeDocument/2006/relationships/image" Target="/ppt/media/image.png" Id="R77dd3a4f83d1484e" /><Relationship Type="http://schemas.openxmlformats.org/officeDocument/2006/relationships/image" Target="/ppt/media/image2.png" Id="Rc273650de3f3408f" /><Relationship Type="http://schemas.openxmlformats.org/officeDocument/2006/relationships/image" Target="/ppt/media/image3.png" Id="R17c6ac91e6d34e1b" /><Relationship Type="http://schemas.openxmlformats.org/officeDocument/2006/relationships/image" Target="/ppt/media/image4.png" Id="R750242b04efd44e4" /><Relationship Type="http://schemas.openxmlformats.org/officeDocument/2006/relationships/image" Target="/ppt/media/image5.png" Id="Rceac82470dfd4adf" /><Relationship Type="http://schemas.openxmlformats.org/officeDocument/2006/relationships/image" Target="/ppt/media/image6.png" Id="R66d631290e194433" /><Relationship Type="http://schemas.openxmlformats.org/officeDocument/2006/relationships/image" Target="/ppt/media/image7.png" Id="Rcdaacd4836cb40dc" /><Relationship Type="http://schemas.openxmlformats.org/officeDocument/2006/relationships/image" Target="/ppt/media/image8.png" Id="R688680af5f144db3" /><Relationship Type="http://schemas.openxmlformats.org/officeDocument/2006/relationships/image" Target="/ppt/media/image9.png" Id="Rbbd22d93e2e145e1" /><Relationship Type="http://schemas.openxmlformats.org/officeDocument/2006/relationships/image" Target="/ppt/media/image10.png" Id="R8b0bca16aeff476f" /><Relationship Type="http://schemas.openxmlformats.org/officeDocument/2006/relationships/notesSlide" Target="/ppt/notesSlides/notesSlide1.xml" Id="R0535ee69a78249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E0CB1-A01F-4624-B5E5-403636D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99737" cy="5114925"/>
          </a:xfrm>
          <a:custGeom xmlns:a="http://schemas.openxmlformats.org/drawingml/2006/main">
            <a:pathLst>
              <a:path w="6799737" h="5114925">
                <a:moveTo>
                  <a:pt x="6799737" y="0"/>
                </a:moveTo>
                <a:lnTo>
                  <a:pt x="0" y="0"/>
                </a:lnTo>
                <a:lnTo>
                  <a:pt x="0" y="5114925"/>
                </a:lnTo>
                <a:lnTo>
                  <a:pt x="6799737" y="5114925"/>
                </a:lnTo>
                <a:lnTo>
                  <a:pt x="679973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d3a4f83d1484e"/>
          <a:stretch xmlns:a="http://schemas.openxmlformats.org/drawingml/2006/main"/>
        </p:blipFill>
        <p:spPr>
          <a:xfrm xmlns:a="http://schemas.openxmlformats.org/drawingml/2006/main">
            <a:off x="6591856" y="800459"/>
            <a:ext cx="200648" cy="247553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EAD90-AB68-4AA4-A9A9-91466B46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251" y="342356"/>
            <a:ext cx="4985418" cy="3795522"/>
          </a:xfrm>
          <a:custGeom xmlns:a="http://schemas.openxmlformats.org/drawingml/2006/main">
            <a:pathLst>
              <a:path w="4985418" h="3795522">
                <a:moveTo>
                  <a:pt x="4985418" y="0"/>
                </a:moveTo>
                <a:lnTo>
                  <a:pt x="4985418" y="1368324"/>
                </a:lnTo>
                <a:lnTo>
                  <a:pt x="3026052" y="1368324"/>
                </a:lnTo>
                <a:lnTo>
                  <a:pt x="3026052" y="3795522"/>
                </a:lnTo>
                <a:lnTo>
                  <a:pt x="0" y="3795522"/>
                </a:lnTo>
                <a:lnTo>
                  <a:pt x="0" y="0"/>
                </a:lnTo>
                <a:lnTo>
                  <a:pt x="4985418" y="0"/>
                </a:lnTo>
                <a:close/>
              </a:path>
            </a:pathLst>
          </a:custGeom>
          <a:solidFill xmlns:a="http://schemas.openxmlformats.org/drawingml/2006/main">
            <a:srgbClr val="E2F0D9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07214-3E9B-4BA8-A766-7310F5B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252" y="342356"/>
            <a:ext cx="4985417" cy="3795524"/>
          </a:xfrm>
          <a:custGeom xmlns:a="http://schemas.openxmlformats.org/drawingml/2006/main">
            <a:pathLst>
              <a:path w="4985417" h="3795524" fill="none">
                <a:moveTo>
                  <a:pt x="4985417" y="0"/>
                </a:moveTo>
                <a:lnTo>
                  <a:pt x="4985417" y="1368325"/>
                </a:lnTo>
                <a:lnTo>
                  <a:pt x="3026051" y="1368325"/>
                </a:lnTo>
                <a:lnTo>
                  <a:pt x="3026051" y="3795524"/>
                </a:lnTo>
                <a:lnTo>
                  <a:pt x="0" y="3795524"/>
                </a:lnTo>
                <a:lnTo>
                  <a:pt x="0" y="0"/>
                </a:lnTo>
                <a:lnTo>
                  <a:pt x="498541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172C51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5D7CA-73AD-4CE4-8DC7-C52503D9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63" y="637261"/>
            <a:ext cx="5125405" cy="3709666"/>
          </a:xfrm>
          <a:custGeom xmlns:a="http://schemas.openxmlformats.org/drawingml/2006/main">
            <a:pathLst>
              <a:path w="5125405" h="3709666">
                <a:moveTo>
                  <a:pt x="0" y="3709666"/>
                </a:moveTo>
                <a:lnTo>
                  <a:pt x="0" y="0"/>
                </a:lnTo>
                <a:lnTo>
                  <a:pt x="3011381" y="0"/>
                </a:lnTo>
                <a:lnTo>
                  <a:pt x="3011381" y="1265921"/>
                </a:lnTo>
                <a:lnTo>
                  <a:pt x="5125405" y="1265921"/>
                </a:lnTo>
                <a:lnTo>
                  <a:pt x="5125405" y="1854833"/>
                </a:lnTo>
                <a:lnTo>
                  <a:pt x="5125405" y="2443744"/>
                </a:lnTo>
                <a:lnTo>
                  <a:pt x="3011381" y="2443744"/>
                </a:lnTo>
                <a:lnTo>
                  <a:pt x="3011381" y="3709666"/>
                </a:lnTo>
                <a:lnTo>
                  <a:pt x="0" y="3709666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941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C32A0-CF95-4173-975D-74BD6ECF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64" y="637261"/>
            <a:ext cx="5125404" cy="3709666"/>
          </a:xfrm>
          <a:custGeom xmlns:a="http://schemas.openxmlformats.org/drawingml/2006/main">
            <a:pathLst>
              <a:path w="5125404" h="3709666" fill="none">
                <a:moveTo>
                  <a:pt x="0" y="3709666"/>
                </a:moveTo>
                <a:lnTo>
                  <a:pt x="0" y="0"/>
                </a:lnTo>
                <a:lnTo>
                  <a:pt x="3011382" y="0"/>
                </a:lnTo>
                <a:lnTo>
                  <a:pt x="3011382" y="1265921"/>
                </a:lnTo>
                <a:lnTo>
                  <a:pt x="5125404" y="1265921"/>
                </a:lnTo>
                <a:lnTo>
                  <a:pt x="5125404" y="1854833"/>
                </a:lnTo>
                <a:lnTo>
                  <a:pt x="5125404" y="2443745"/>
                </a:lnTo>
                <a:lnTo>
                  <a:pt x="3011382" y="2443745"/>
                </a:lnTo>
                <a:lnTo>
                  <a:pt x="3011382" y="3709666"/>
                </a:lnTo>
                <a:lnTo>
                  <a:pt x="0" y="37096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172C51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49111-BA0D-452A-A6C0-9DE7780D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609" y="972297"/>
            <a:ext cx="5261659" cy="3636872"/>
          </a:xfrm>
          <a:custGeom xmlns:a="http://schemas.openxmlformats.org/drawingml/2006/main">
            <a:pathLst>
              <a:path w="5261659" h="3636872">
                <a:moveTo>
                  <a:pt x="5261659" y="3636872"/>
                </a:moveTo>
                <a:lnTo>
                  <a:pt x="0" y="3636872"/>
                </a:lnTo>
                <a:lnTo>
                  <a:pt x="0" y="0"/>
                </a:lnTo>
                <a:lnTo>
                  <a:pt x="3022531" y="0"/>
                </a:lnTo>
                <a:lnTo>
                  <a:pt x="3022531" y="2291085"/>
                </a:lnTo>
                <a:lnTo>
                  <a:pt x="5261659" y="2291085"/>
                </a:lnTo>
                <a:lnTo>
                  <a:pt x="5261659" y="3636872"/>
                </a:lnTo>
                <a:close/>
              </a:path>
            </a:pathLst>
          </a:custGeom>
          <a:solidFill xmlns:a="http://schemas.openxmlformats.org/drawingml/2006/main">
            <a:srgbClr val="DAE3F3">
              <a:alpha val="925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8A150-44F5-4F7C-99FB-EDD9E72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610" y="972297"/>
            <a:ext cx="5261659" cy="3636872"/>
          </a:xfrm>
          <a:custGeom xmlns:a="http://schemas.openxmlformats.org/drawingml/2006/main">
            <a:pathLst>
              <a:path w="5261659" h="3636872" fill="none">
                <a:moveTo>
                  <a:pt x="5261659" y="3636872"/>
                </a:moveTo>
                <a:lnTo>
                  <a:pt x="5261659" y="2291085"/>
                </a:lnTo>
                <a:lnTo>
                  <a:pt x="3022531" y="2291085"/>
                </a:lnTo>
                <a:lnTo>
                  <a:pt x="3022531" y="0"/>
                </a:lnTo>
                <a:lnTo>
                  <a:pt x="0" y="0"/>
                </a:lnTo>
                <a:lnTo>
                  <a:pt x="0" y="3636872"/>
                </a:lnTo>
                <a:lnTo>
                  <a:pt x="5261659" y="36368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172C51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844F5-B8BB-4703-8B17-009598B7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08" y="1373594"/>
            <a:ext cx="2306058" cy="2812813"/>
          </a:xfrm>
          <a:custGeom xmlns:a="http://schemas.openxmlformats.org/drawingml/2006/main">
            <a:pathLst>
              <a:path w="2306058" h="2812813">
                <a:moveTo>
                  <a:pt x="0" y="186906"/>
                </a:moveTo>
                <a:cubicBezTo>
                  <a:pt x="0" y="83681"/>
                  <a:pt x="83680" y="0"/>
                  <a:pt x="186906" y="0"/>
                </a:cubicBezTo>
                <a:lnTo>
                  <a:pt x="2119152" y="0"/>
                </a:lnTo>
                <a:cubicBezTo>
                  <a:pt x="2222377" y="0"/>
                  <a:pt x="2306058" y="83681"/>
                  <a:pt x="2306058" y="186906"/>
                </a:cubicBezTo>
                <a:lnTo>
                  <a:pt x="2306058" y="2625907"/>
                </a:lnTo>
                <a:cubicBezTo>
                  <a:pt x="2306058" y="2729132"/>
                  <a:pt x="2222377" y="2812813"/>
                  <a:pt x="2119152" y="2812813"/>
                </a:cubicBezTo>
                <a:lnTo>
                  <a:pt x="186906" y="2812813"/>
                </a:lnTo>
                <a:cubicBezTo>
                  <a:pt x="83680" y="2812813"/>
                  <a:pt x="0" y="2729132"/>
                  <a:pt x="0" y="2625907"/>
                </a:cubicBezTo>
                <a:lnTo>
                  <a:pt x="0" y="1869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59F03-60D6-4DF4-9BF8-37BC9F45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08" y="1373594"/>
            <a:ext cx="2306059" cy="2812813"/>
          </a:xfrm>
          <a:custGeom xmlns:a="http://schemas.openxmlformats.org/drawingml/2006/main">
            <a:pathLst>
              <a:path w="2306059" h="2812813" fill="none">
                <a:moveTo>
                  <a:pt x="0" y="186906"/>
                </a:moveTo>
                <a:cubicBezTo>
                  <a:pt x="0" y="83681"/>
                  <a:pt x="83681" y="0"/>
                  <a:pt x="186906" y="0"/>
                </a:cubicBezTo>
                <a:lnTo>
                  <a:pt x="2119153" y="0"/>
                </a:lnTo>
                <a:cubicBezTo>
                  <a:pt x="2222378" y="0"/>
                  <a:pt x="2306059" y="83681"/>
                  <a:pt x="2306059" y="186906"/>
                </a:cubicBezTo>
                <a:lnTo>
                  <a:pt x="2306059" y="2625907"/>
                </a:lnTo>
                <a:cubicBezTo>
                  <a:pt x="2306059" y="2729132"/>
                  <a:pt x="2222378" y="2812813"/>
                  <a:pt x="2119153" y="2812813"/>
                </a:cubicBezTo>
                <a:lnTo>
                  <a:pt x="186906" y="2812813"/>
                </a:lnTo>
                <a:cubicBezTo>
                  <a:pt x="83681" y="2812813"/>
                  <a:pt x="0" y="2729132"/>
                  <a:pt x="0" y="2625907"/>
                </a:cubicBezTo>
                <a:lnTo>
                  <a:pt x="0" y="1869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172C51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839A5-1CE2-4C1E-BD7E-439890C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576" y="1927011"/>
            <a:ext cx="769931" cy="695271"/>
          </a:xfrm>
          <a:custGeom xmlns:a="http://schemas.openxmlformats.org/drawingml/2006/main">
            <a:pathLst>
              <a:path w="769931" h="695271">
                <a:moveTo>
                  <a:pt x="0" y="0"/>
                </a:moveTo>
                <a:lnTo>
                  <a:pt x="769931" y="0"/>
                </a:lnTo>
                <a:lnTo>
                  <a:pt x="769931" y="695271"/>
                </a:lnTo>
                <a:lnTo>
                  <a:pt x="0" y="695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C0295-87BD-479E-9B0E-B77EDF41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576" y="1927011"/>
            <a:ext cx="769931" cy="695271"/>
          </a:xfrm>
          <a:custGeom xmlns:a="http://schemas.openxmlformats.org/drawingml/2006/main">
            <a:pathLst>
              <a:path w="769931" h="695271" fill="none">
                <a:moveTo>
                  <a:pt x="0" y="0"/>
                </a:moveTo>
                <a:lnTo>
                  <a:pt x="769931" y="0"/>
                </a:lnTo>
                <a:lnTo>
                  <a:pt x="769931" y="695271"/>
                </a:lnTo>
                <a:lnTo>
                  <a:pt x="0" y="6952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3650de3f3408f"/>
          <a:stretch xmlns:a="http://schemas.openxmlformats.org/drawingml/2006/main"/>
        </p:blipFill>
        <p:spPr>
          <a:xfrm xmlns:a="http://schemas.openxmlformats.org/drawingml/2006/main">
            <a:off x="2342538" y="2011209"/>
            <a:ext cx="649541" cy="594223"/>
          </a:xfrm>
          <a:prstGeom xmlns:a="http://schemas.openxmlformats.org/drawingml/2006/main" prst="rect">
            <a:avLst/>
          </a:prstGeom>
        </p:spPr>
      </p:pic>
      <p:sp>
        <p:nvSpPr>
          <p:cNvPr id="14" name="Text Multi-modal">
            <a:extLst xmlns:a="http://schemas.openxmlformats.org/drawingml/2006/main">
              <a:ext uri="{FF2B5EF4-FFF2-40B4-BE49-F238E27FC236}">
                <a16:creationId xmlns:a16="http://schemas.microsoft.com/office/drawing/2014/main" id="{1D0B3F58-8825-472E-8F59-95C62D41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5" y="2109302"/>
            <a:ext cx="1030540" cy="145364"/>
          </a:xfrm>
          <a:custGeom xmlns:a="http://schemas.openxmlformats.org/drawingml/2006/main">
            <a:pathLst>
              <a:path w="1030540" h="145364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65829" y="50727"/>
                </a:moveTo>
                <a:lnTo>
                  <a:pt x="265829" y="106367"/>
                </a:lnTo>
                <a:cubicBezTo>
                  <a:pt x="265829" y="116993"/>
                  <a:pt x="266080" y="123493"/>
                  <a:pt x="266581" y="125866"/>
                </a:cubicBezTo>
                <a:cubicBezTo>
                  <a:pt x="267082" y="128238"/>
                  <a:pt x="267884" y="129892"/>
                  <a:pt x="268987" y="130828"/>
                </a:cubicBezTo>
                <a:cubicBezTo>
                  <a:pt x="270090" y="131764"/>
                  <a:pt x="271376" y="132232"/>
                  <a:pt x="272847" y="132232"/>
                </a:cubicBezTo>
                <a:cubicBezTo>
                  <a:pt x="274918" y="132232"/>
                  <a:pt x="277258" y="131663"/>
                  <a:pt x="279864" y="130527"/>
                </a:cubicBezTo>
                <a:lnTo>
                  <a:pt x="281268" y="134036"/>
                </a:lnTo>
                <a:lnTo>
                  <a:pt x="253799" y="145364"/>
                </a:lnTo>
                <a:lnTo>
                  <a:pt x="249287" y="145364"/>
                </a:lnTo>
                <a:lnTo>
                  <a:pt x="249287" y="125916"/>
                </a:lnTo>
                <a:cubicBezTo>
                  <a:pt x="241401" y="134471"/>
                  <a:pt x="235386" y="139851"/>
                  <a:pt x="231242" y="142056"/>
                </a:cubicBezTo>
                <a:cubicBezTo>
                  <a:pt x="227099" y="144262"/>
                  <a:pt x="222721" y="145364"/>
                  <a:pt x="218109" y="145364"/>
                </a:cubicBezTo>
                <a:cubicBezTo>
                  <a:pt x="212963" y="145364"/>
                  <a:pt x="208502" y="143877"/>
                  <a:pt x="204726" y="140903"/>
                </a:cubicBezTo>
                <a:cubicBezTo>
                  <a:pt x="200950" y="137929"/>
                  <a:pt x="198326" y="134103"/>
                  <a:pt x="196856" y="129425"/>
                </a:cubicBezTo>
                <a:cubicBezTo>
                  <a:pt x="195386" y="124746"/>
                  <a:pt x="194650" y="118130"/>
                  <a:pt x="194650" y="109575"/>
                </a:cubicBezTo>
                <a:lnTo>
                  <a:pt x="194650" y="68572"/>
                </a:lnTo>
                <a:cubicBezTo>
                  <a:pt x="194650" y="64228"/>
                  <a:pt x="194183" y="61220"/>
                  <a:pt x="193247" y="59549"/>
                </a:cubicBezTo>
                <a:cubicBezTo>
                  <a:pt x="192311" y="57878"/>
                  <a:pt x="190924" y="56592"/>
                  <a:pt x="189087" y="55690"/>
                </a:cubicBezTo>
                <a:cubicBezTo>
                  <a:pt x="187249" y="54787"/>
                  <a:pt x="183924" y="54370"/>
                  <a:pt x="179112" y="54436"/>
                </a:cubicBezTo>
                <a:lnTo>
                  <a:pt x="179112" y="50727"/>
                </a:lnTo>
                <a:lnTo>
                  <a:pt x="211292" y="50727"/>
                </a:lnTo>
                <a:lnTo>
                  <a:pt x="211292" y="112031"/>
                </a:lnTo>
                <a:cubicBezTo>
                  <a:pt x="211292" y="120565"/>
                  <a:pt x="212779" y="126165"/>
                  <a:pt x="215753" y="128832"/>
                </a:cubicBezTo>
                <a:cubicBezTo>
                  <a:pt x="218728" y="131500"/>
                  <a:pt x="222320" y="132833"/>
                  <a:pt x="226530" y="132833"/>
                </a:cubicBezTo>
                <a:cubicBezTo>
                  <a:pt x="229404" y="132833"/>
                  <a:pt x="232662" y="131933"/>
                  <a:pt x="236305" y="130133"/>
                </a:cubicBezTo>
                <a:cubicBezTo>
                  <a:pt x="239947" y="128332"/>
                  <a:pt x="244275" y="124900"/>
                  <a:pt x="249287" y="119835"/>
                </a:cubicBezTo>
                <a:lnTo>
                  <a:pt x="249287" y="67936"/>
                </a:lnTo>
                <a:cubicBezTo>
                  <a:pt x="249287" y="62735"/>
                  <a:pt x="248335" y="59219"/>
                  <a:pt x="246430" y="57388"/>
                </a:cubicBezTo>
                <a:cubicBezTo>
                  <a:pt x="244526" y="55554"/>
                  <a:pt x="240566" y="54570"/>
                  <a:pt x="234551" y="54436"/>
                </a:cubicBezTo>
                <a:lnTo>
                  <a:pt x="234551" y="50727"/>
                </a:lnTo>
                <a:lnTo>
                  <a:pt x="265829" y="50727"/>
                </a:lnTo>
                <a:close/>
                <a:moveTo>
                  <a:pt x="319564" y="0"/>
                </a:moveTo>
                <a:lnTo>
                  <a:pt x="319564" y="121718"/>
                </a:lnTo>
                <a:cubicBezTo>
                  <a:pt x="319564" y="127461"/>
                  <a:pt x="319981" y="131269"/>
                  <a:pt x="320817" y="133140"/>
                </a:cubicBezTo>
                <a:cubicBezTo>
                  <a:pt x="321652" y="135009"/>
                  <a:pt x="322939" y="136429"/>
                  <a:pt x="324676" y="137398"/>
                </a:cubicBezTo>
                <a:cubicBezTo>
                  <a:pt x="326414" y="138365"/>
                  <a:pt x="329656" y="138848"/>
                  <a:pt x="334401" y="138848"/>
                </a:cubicBezTo>
                <a:lnTo>
                  <a:pt x="334401" y="142557"/>
                </a:lnTo>
                <a:lnTo>
                  <a:pt x="289388" y="142557"/>
                </a:lnTo>
                <a:lnTo>
                  <a:pt x="289388" y="138848"/>
                </a:lnTo>
                <a:cubicBezTo>
                  <a:pt x="293599" y="138848"/>
                  <a:pt x="296472" y="138415"/>
                  <a:pt x="298010" y="137548"/>
                </a:cubicBezTo>
                <a:cubicBezTo>
                  <a:pt x="299547" y="136679"/>
                  <a:pt x="300750" y="135243"/>
                  <a:pt x="301619" y="133240"/>
                </a:cubicBezTo>
                <a:cubicBezTo>
                  <a:pt x="302488" y="131235"/>
                  <a:pt x="302922" y="127394"/>
                  <a:pt x="302922" y="121718"/>
                </a:cubicBezTo>
                <a:lnTo>
                  <a:pt x="302922" y="38368"/>
                </a:lnTo>
                <a:cubicBezTo>
                  <a:pt x="302922" y="28017"/>
                  <a:pt x="302688" y="21656"/>
                  <a:pt x="302220" y="19286"/>
                </a:cubicBezTo>
                <a:cubicBezTo>
                  <a:pt x="301752" y="16913"/>
                  <a:pt x="301000" y="15294"/>
                  <a:pt x="299965" y="14427"/>
                </a:cubicBezTo>
                <a:cubicBezTo>
                  <a:pt x="298929" y="13558"/>
                  <a:pt x="297609" y="13124"/>
                  <a:pt x="296005" y="13124"/>
                </a:cubicBezTo>
                <a:cubicBezTo>
                  <a:pt x="294267" y="13124"/>
                  <a:pt x="292061" y="13658"/>
                  <a:pt x="289388" y="14728"/>
                </a:cubicBezTo>
                <a:lnTo>
                  <a:pt x="287684" y="11219"/>
                </a:lnTo>
                <a:lnTo>
                  <a:pt x="315052" y="0"/>
                </a:lnTo>
                <a:lnTo>
                  <a:pt x="319564" y="0"/>
                </a:lnTo>
                <a:close/>
                <a:moveTo>
                  <a:pt x="371852" y="20451"/>
                </a:moveTo>
                <a:lnTo>
                  <a:pt x="371852" y="50727"/>
                </a:lnTo>
                <a:lnTo>
                  <a:pt x="393306" y="50727"/>
                </a:lnTo>
                <a:lnTo>
                  <a:pt x="393306" y="57745"/>
                </a:lnTo>
                <a:lnTo>
                  <a:pt x="371852" y="57745"/>
                </a:lnTo>
                <a:lnTo>
                  <a:pt x="371852" y="117213"/>
                </a:lnTo>
                <a:cubicBezTo>
                  <a:pt x="371852" y="123155"/>
                  <a:pt x="372704" y="127161"/>
                  <a:pt x="374408" y="129230"/>
                </a:cubicBezTo>
                <a:cubicBezTo>
                  <a:pt x="376113" y="131298"/>
                  <a:pt x="378302" y="132332"/>
                  <a:pt x="380975" y="132332"/>
                </a:cubicBezTo>
                <a:cubicBezTo>
                  <a:pt x="383180" y="132332"/>
                  <a:pt x="385319" y="131647"/>
                  <a:pt x="387391" y="130277"/>
                </a:cubicBezTo>
                <a:cubicBezTo>
                  <a:pt x="389463" y="128907"/>
                  <a:pt x="391067" y="126885"/>
                  <a:pt x="392203" y="124211"/>
                </a:cubicBezTo>
                <a:lnTo>
                  <a:pt x="396113" y="124211"/>
                </a:lnTo>
                <a:cubicBezTo>
                  <a:pt x="393774" y="130780"/>
                  <a:pt x="390465" y="135748"/>
                  <a:pt x="386188" y="139114"/>
                </a:cubicBezTo>
                <a:cubicBezTo>
                  <a:pt x="381911" y="142479"/>
                  <a:pt x="377500" y="144161"/>
                  <a:pt x="372955" y="144161"/>
                </a:cubicBezTo>
                <a:cubicBezTo>
                  <a:pt x="369880" y="144161"/>
                  <a:pt x="366873" y="143308"/>
                  <a:pt x="363932" y="141602"/>
                </a:cubicBezTo>
                <a:cubicBezTo>
                  <a:pt x="360991" y="139896"/>
                  <a:pt x="358819" y="137454"/>
                  <a:pt x="357416" y="134277"/>
                </a:cubicBezTo>
                <a:cubicBezTo>
                  <a:pt x="356012" y="131099"/>
                  <a:pt x="355311" y="126197"/>
                  <a:pt x="355311" y="119572"/>
                </a:cubicBezTo>
                <a:lnTo>
                  <a:pt x="355311" y="57745"/>
                </a:lnTo>
                <a:lnTo>
                  <a:pt x="340774" y="57745"/>
                </a:lnTo>
                <a:lnTo>
                  <a:pt x="340774" y="54436"/>
                </a:lnTo>
                <a:cubicBezTo>
                  <a:pt x="344450" y="52962"/>
                  <a:pt x="348209" y="50465"/>
                  <a:pt x="352052" y="46946"/>
                </a:cubicBezTo>
                <a:cubicBezTo>
                  <a:pt x="355895" y="43427"/>
                  <a:pt x="359321" y="39254"/>
                  <a:pt x="362328" y="34427"/>
                </a:cubicBezTo>
                <a:cubicBezTo>
                  <a:pt x="363865" y="31881"/>
                  <a:pt x="366004" y="27222"/>
                  <a:pt x="368744" y="20451"/>
                </a:cubicBezTo>
                <a:lnTo>
                  <a:pt x="371852" y="20451"/>
                </a:lnTo>
                <a:close/>
                <a:moveTo>
                  <a:pt x="425744" y="0"/>
                </a:moveTo>
                <a:cubicBezTo>
                  <a:pt x="428551" y="0"/>
                  <a:pt x="430941" y="991"/>
                  <a:pt x="432912" y="2973"/>
                </a:cubicBezTo>
                <a:cubicBezTo>
                  <a:pt x="434884" y="4953"/>
                  <a:pt x="435870" y="7354"/>
                  <a:pt x="435870" y="10176"/>
                </a:cubicBezTo>
                <a:cubicBezTo>
                  <a:pt x="435870" y="12997"/>
                  <a:pt x="434884" y="15416"/>
                  <a:pt x="432912" y="17431"/>
                </a:cubicBezTo>
                <a:cubicBezTo>
                  <a:pt x="430941" y="19445"/>
                  <a:pt x="428551" y="20451"/>
                  <a:pt x="425744" y="20451"/>
                </a:cubicBezTo>
                <a:cubicBezTo>
                  <a:pt x="422937" y="20451"/>
                  <a:pt x="420531" y="19445"/>
                  <a:pt x="418526" y="17431"/>
                </a:cubicBezTo>
                <a:cubicBezTo>
                  <a:pt x="416521" y="15416"/>
                  <a:pt x="415519" y="12997"/>
                  <a:pt x="415519" y="10176"/>
                </a:cubicBezTo>
                <a:cubicBezTo>
                  <a:pt x="415519" y="7354"/>
                  <a:pt x="416505" y="4953"/>
                  <a:pt x="418476" y="2973"/>
                </a:cubicBezTo>
                <a:cubicBezTo>
                  <a:pt x="420448" y="991"/>
                  <a:pt x="422871" y="0"/>
                  <a:pt x="425744" y="0"/>
                </a:cubicBezTo>
                <a:moveTo>
                  <a:pt x="434065" y="48121"/>
                </a:moveTo>
                <a:lnTo>
                  <a:pt x="434065" y="121743"/>
                </a:lnTo>
                <a:cubicBezTo>
                  <a:pt x="434065" y="127478"/>
                  <a:pt x="434483" y="131296"/>
                  <a:pt x="435318" y="133196"/>
                </a:cubicBezTo>
                <a:cubicBezTo>
                  <a:pt x="436154" y="135097"/>
                  <a:pt x="437390" y="136514"/>
                  <a:pt x="439028" y="137448"/>
                </a:cubicBezTo>
                <a:cubicBezTo>
                  <a:pt x="440665" y="138381"/>
                  <a:pt x="443656" y="138848"/>
                  <a:pt x="448000" y="138848"/>
                </a:cubicBezTo>
                <a:lnTo>
                  <a:pt x="448000" y="142557"/>
                </a:lnTo>
                <a:lnTo>
                  <a:pt x="403388" y="142557"/>
                </a:lnTo>
                <a:lnTo>
                  <a:pt x="403388" y="138848"/>
                </a:lnTo>
                <a:cubicBezTo>
                  <a:pt x="407866" y="138848"/>
                  <a:pt x="410874" y="138415"/>
                  <a:pt x="412411" y="137548"/>
                </a:cubicBezTo>
                <a:cubicBezTo>
                  <a:pt x="413948" y="136681"/>
                  <a:pt x="415168" y="135247"/>
                  <a:pt x="416070" y="133247"/>
                </a:cubicBezTo>
                <a:cubicBezTo>
                  <a:pt x="416972" y="131246"/>
                  <a:pt x="417424" y="127411"/>
                  <a:pt x="417424" y="121743"/>
                </a:cubicBezTo>
                <a:lnTo>
                  <a:pt x="417424" y="86432"/>
                </a:lnTo>
                <a:cubicBezTo>
                  <a:pt x="417424" y="76495"/>
                  <a:pt x="417123" y="70060"/>
                  <a:pt x="416521" y="67128"/>
                </a:cubicBezTo>
                <a:cubicBezTo>
                  <a:pt x="416053" y="64993"/>
                  <a:pt x="415318" y="63509"/>
                  <a:pt x="414316" y="62676"/>
                </a:cubicBezTo>
                <a:cubicBezTo>
                  <a:pt x="413313" y="61843"/>
                  <a:pt x="411943" y="61426"/>
                  <a:pt x="410205" y="61426"/>
                </a:cubicBezTo>
                <a:cubicBezTo>
                  <a:pt x="408334" y="61426"/>
                  <a:pt x="406062" y="61926"/>
                  <a:pt x="403388" y="62927"/>
                </a:cubicBezTo>
                <a:lnTo>
                  <a:pt x="401985" y="59324"/>
                </a:lnTo>
                <a:lnTo>
                  <a:pt x="429654" y="48121"/>
                </a:lnTo>
                <a:lnTo>
                  <a:pt x="434065" y="48121"/>
                </a:lnTo>
                <a:close/>
                <a:moveTo>
                  <a:pt x="461524" y="88823"/>
                </a:moveTo>
                <a:lnTo>
                  <a:pt x="513354" y="88823"/>
                </a:lnTo>
                <a:lnTo>
                  <a:pt x="513354" y="103961"/>
                </a:lnTo>
                <a:lnTo>
                  <a:pt x="461524" y="103961"/>
                </a:lnTo>
                <a:lnTo>
                  <a:pt x="461524" y="88823"/>
                </a:lnTo>
                <a:close/>
                <a:moveTo>
                  <a:pt x="555326" y="67670"/>
                </a:moveTo>
                <a:cubicBezTo>
                  <a:pt x="562009" y="60986"/>
                  <a:pt x="565952" y="57143"/>
                  <a:pt x="567155" y="56141"/>
                </a:cubicBezTo>
                <a:cubicBezTo>
                  <a:pt x="570163" y="53601"/>
                  <a:pt x="573404" y="51629"/>
                  <a:pt x="576880" y="50226"/>
                </a:cubicBezTo>
                <a:cubicBezTo>
                  <a:pt x="580355" y="48822"/>
                  <a:pt x="583797" y="48121"/>
                  <a:pt x="587206" y="48121"/>
                </a:cubicBezTo>
                <a:cubicBezTo>
                  <a:pt x="592954" y="48121"/>
                  <a:pt x="597899" y="49792"/>
                  <a:pt x="602043" y="53133"/>
                </a:cubicBezTo>
                <a:cubicBezTo>
                  <a:pt x="606187" y="56475"/>
                  <a:pt x="608960" y="61320"/>
                  <a:pt x="610364" y="67670"/>
                </a:cubicBezTo>
                <a:cubicBezTo>
                  <a:pt x="617248" y="59650"/>
                  <a:pt x="623062" y="54386"/>
                  <a:pt x="627808" y="51880"/>
                </a:cubicBezTo>
                <a:cubicBezTo>
                  <a:pt x="632553" y="49374"/>
                  <a:pt x="637432" y="48121"/>
                  <a:pt x="642444" y="48121"/>
                </a:cubicBezTo>
                <a:cubicBezTo>
                  <a:pt x="647323" y="48121"/>
                  <a:pt x="651651" y="49372"/>
                  <a:pt x="655427" y="51874"/>
                </a:cubicBezTo>
                <a:cubicBezTo>
                  <a:pt x="659203" y="54374"/>
                  <a:pt x="662194" y="58458"/>
                  <a:pt x="664399" y="64126"/>
                </a:cubicBezTo>
                <a:cubicBezTo>
                  <a:pt x="665870" y="67994"/>
                  <a:pt x="666605" y="74063"/>
                  <a:pt x="666605" y="82331"/>
                </a:cubicBezTo>
                <a:lnTo>
                  <a:pt x="666605" y="121743"/>
                </a:lnTo>
                <a:cubicBezTo>
                  <a:pt x="666605" y="127478"/>
                  <a:pt x="667039" y="131413"/>
                  <a:pt x="667908" y="133547"/>
                </a:cubicBezTo>
                <a:cubicBezTo>
                  <a:pt x="668576" y="135014"/>
                  <a:pt x="669813" y="136264"/>
                  <a:pt x="671617" y="137297"/>
                </a:cubicBezTo>
                <a:cubicBezTo>
                  <a:pt x="673422" y="138331"/>
                  <a:pt x="676363" y="138848"/>
                  <a:pt x="680440" y="138848"/>
                </a:cubicBezTo>
                <a:lnTo>
                  <a:pt x="680440" y="142557"/>
                </a:lnTo>
                <a:lnTo>
                  <a:pt x="635126" y="142557"/>
                </a:lnTo>
                <a:lnTo>
                  <a:pt x="635126" y="138848"/>
                </a:lnTo>
                <a:lnTo>
                  <a:pt x="637031" y="138848"/>
                </a:lnTo>
                <a:cubicBezTo>
                  <a:pt x="640974" y="138848"/>
                  <a:pt x="644048" y="138084"/>
                  <a:pt x="646254" y="136555"/>
                </a:cubicBezTo>
                <a:cubicBezTo>
                  <a:pt x="647791" y="135490"/>
                  <a:pt x="648894" y="133794"/>
                  <a:pt x="649562" y="131467"/>
                </a:cubicBezTo>
                <a:cubicBezTo>
                  <a:pt x="649829" y="130337"/>
                  <a:pt x="649963" y="127112"/>
                  <a:pt x="649963" y="121793"/>
                </a:cubicBezTo>
                <a:lnTo>
                  <a:pt x="649963" y="82494"/>
                </a:lnTo>
                <a:cubicBezTo>
                  <a:pt x="649963" y="75047"/>
                  <a:pt x="649061" y="69794"/>
                  <a:pt x="647256" y="66736"/>
                </a:cubicBezTo>
                <a:cubicBezTo>
                  <a:pt x="644650" y="62480"/>
                  <a:pt x="640473" y="60351"/>
                  <a:pt x="634725" y="60351"/>
                </a:cubicBezTo>
                <a:cubicBezTo>
                  <a:pt x="631183" y="60351"/>
                  <a:pt x="627624" y="61233"/>
                  <a:pt x="624048" y="62995"/>
                </a:cubicBezTo>
                <a:cubicBezTo>
                  <a:pt x="620473" y="64756"/>
                  <a:pt x="616145" y="68031"/>
                  <a:pt x="611066" y="72820"/>
                </a:cubicBezTo>
                <a:lnTo>
                  <a:pt x="610865" y="73917"/>
                </a:lnTo>
                <a:lnTo>
                  <a:pt x="611066" y="78205"/>
                </a:lnTo>
                <a:lnTo>
                  <a:pt x="611066" y="121793"/>
                </a:lnTo>
                <a:cubicBezTo>
                  <a:pt x="611066" y="128044"/>
                  <a:pt x="611416" y="131934"/>
                  <a:pt x="612118" y="133463"/>
                </a:cubicBezTo>
                <a:cubicBezTo>
                  <a:pt x="612820" y="134992"/>
                  <a:pt x="614140" y="136272"/>
                  <a:pt x="616078" y="137304"/>
                </a:cubicBezTo>
                <a:cubicBezTo>
                  <a:pt x="618016" y="138333"/>
                  <a:pt x="621325" y="138848"/>
                  <a:pt x="626003" y="138848"/>
                </a:cubicBezTo>
                <a:lnTo>
                  <a:pt x="626003" y="142557"/>
                </a:lnTo>
                <a:lnTo>
                  <a:pt x="579587" y="142557"/>
                </a:lnTo>
                <a:lnTo>
                  <a:pt x="579587" y="138848"/>
                </a:lnTo>
                <a:cubicBezTo>
                  <a:pt x="584666" y="138848"/>
                  <a:pt x="588158" y="138250"/>
                  <a:pt x="590063" y="137053"/>
                </a:cubicBezTo>
                <a:cubicBezTo>
                  <a:pt x="591968" y="135856"/>
                  <a:pt x="593288" y="134061"/>
                  <a:pt x="594023" y="131668"/>
                </a:cubicBezTo>
                <a:cubicBezTo>
                  <a:pt x="594357" y="130536"/>
                  <a:pt x="594524" y="127244"/>
                  <a:pt x="594524" y="121793"/>
                </a:cubicBezTo>
                <a:lnTo>
                  <a:pt x="594524" y="82494"/>
                </a:lnTo>
                <a:cubicBezTo>
                  <a:pt x="594524" y="75047"/>
                  <a:pt x="593421" y="69693"/>
                  <a:pt x="591216" y="66435"/>
                </a:cubicBezTo>
                <a:cubicBezTo>
                  <a:pt x="588275" y="62179"/>
                  <a:pt x="584165" y="60051"/>
                  <a:pt x="578885" y="60051"/>
                </a:cubicBezTo>
                <a:cubicBezTo>
                  <a:pt x="575276" y="60051"/>
                  <a:pt x="571700" y="61014"/>
                  <a:pt x="568158" y="62942"/>
                </a:cubicBezTo>
                <a:cubicBezTo>
                  <a:pt x="562611" y="65868"/>
                  <a:pt x="558333" y="69160"/>
                  <a:pt x="555326" y="72817"/>
                </a:cubicBezTo>
                <a:lnTo>
                  <a:pt x="555326" y="121793"/>
                </a:lnTo>
                <a:cubicBezTo>
                  <a:pt x="555326" y="127777"/>
                  <a:pt x="555744" y="131667"/>
                  <a:pt x="556579" y="133463"/>
                </a:cubicBezTo>
                <a:cubicBezTo>
                  <a:pt x="557414" y="135257"/>
                  <a:pt x="558651" y="136603"/>
                  <a:pt x="560288" y="137501"/>
                </a:cubicBezTo>
                <a:cubicBezTo>
                  <a:pt x="561926" y="138399"/>
                  <a:pt x="565251" y="138848"/>
                  <a:pt x="570263" y="138848"/>
                </a:cubicBezTo>
                <a:lnTo>
                  <a:pt x="570263" y="142557"/>
                </a:lnTo>
                <a:lnTo>
                  <a:pt x="524849" y="142557"/>
                </a:lnTo>
                <a:lnTo>
                  <a:pt x="524849" y="138848"/>
                </a:lnTo>
                <a:cubicBezTo>
                  <a:pt x="529060" y="138848"/>
                  <a:pt x="532001" y="138398"/>
                  <a:pt x="533672" y="137498"/>
                </a:cubicBezTo>
                <a:cubicBezTo>
                  <a:pt x="535342" y="136598"/>
                  <a:pt x="536612" y="135164"/>
                  <a:pt x="537481" y="133196"/>
                </a:cubicBezTo>
                <a:cubicBezTo>
                  <a:pt x="538350" y="131229"/>
                  <a:pt x="538784" y="127411"/>
                  <a:pt x="538784" y="121743"/>
                </a:cubicBezTo>
                <a:lnTo>
                  <a:pt x="538784" y="86733"/>
                </a:lnTo>
                <a:cubicBezTo>
                  <a:pt x="538784" y="76662"/>
                  <a:pt x="538484" y="70160"/>
                  <a:pt x="537882" y="67228"/>
                </a:cubicBezTo>
                <a:cubicBezTo>
                  <a:pt x="537414" y="65027"/>
                  <a:pt x="536679" y="63509"/>
                  <a:pt x="535677" y="62676"/>
                </a:cubicBezTo>
                <a:cubicBezTo>
                  <a:pt x="534674" y="61843"/>
                  <a:pt x="533304" y="61426"/>
                  <a:pt x="531566" y="61426"/>
                </a:cubicBezTo>
                <a:cubicBezTo>
                  <a:pt x="529695" y="61426"/>
                  <a:pt x="527456" y="61926"/>
                  <a:pt x="524849" y="62927"/>
                </a:cubicBezTo>
                <a:lnTo>
                  <a:pt x="523346" y="59324"/>
                </a:lnTo>
                <a:lnTo>
                  <a:pt x="551015" y="48121"/>
                </a:lnTo>
                <a:lnTo>
                  <a:pt x="555326" y="48121"/>
                </a:lnTo>
                <a:lnTo>
                  <a:pt x="555326" y="67670"/>
                </a:lnTo>
                <a:close/>
                <a:moveTo>
                  <a:pt x="732828" y="48121"/>
                </a:moveTo>
                <a:cubicBezTo>
                  <a:pt x="746730" y="48121"/>
                  <a:pt x="757891" y="53395"/>
                  <a:pt x="766312" y="63945"/>
                </a:cubicBezTo>
                <a:cubicBezTo>
                  <a:pt x="773463" y="72957"/>
                  <a:pt x="777039" y="83306"/>
                  <a:pt x="777039" y="94991"/>
                </a:cubicBezTo>
                <a:cubicBezTo>
                  <a:pt x="777039" y="103204"/>
                  <a:pt x="775067" y="111516"/>
                  <a:pt x="771124" y="119929"/>
                </a:cubicBezTo>
                <a:cubicBezTo>
                  <a:pt x="767181" y="128340"/>
                  <a:pt x="761751" y="134681"/>
                  <a:pt x="754833" y="138955"/>
                </a:cubicBezTo>
                <a:cubicBezTo>
                  <a:pt x="747916" y="143228"/>
                  <a:pt x="740213" y="145364"/>
                  <a:pt x="731725" y="145364"/>
                </a:cubicBezTo>
                <a:cubicBezTo>
                  <a:pt x="717891" y="145364"/>
                  <a:pt x="706897" y="139856"/>
                  <a:pt x="698743" y="128839"/>
                </a:cubicBezTo>
                <a:cubicBezTo>
                  <a:pt x="691859" y="119559"/>
                  <a:pt x="688417" y="109145"/>
                  <a:pt x="688417" y="97595"/>
                </a:cubicBezTo>
                <a:cubicBezTo>
                  <a:pt x="688417" y="89182"/>
                  <a:pt x="690505" y="80819"/>
                  <a:pt x="694683" y="72507"/>
                </a:cubicBezTo>
                <a:cubicBezTo>
                  <a:pt x="698860" y="64194"/>
                  <a:pt x="704357" y="58052"/>
                  <a:pt x="711174" y="54079"/>
                </a:cubicBezTo>
                <a:cubicBezTo>
                  <a:pt x="717991" y="50107"/>
                  <a:pt x="725209" y="48121"/>
                  <a:pt x="732828" y="48121"/>
                </a:cubicBezTo>
                <a:moveTo>
                  <a:pt x="729720" y="54737"/>
                </a:moveTo>
                <a:cubicBezTo>
                  <a:pt x="726178" y="54737"/>
                  <a:pt x="722619" y="55789"/>
                  <a:pt x="719044" y="57892"/>
                </a:cubicBezTo>
                <a:cubicBezTo>
                  <a:pt x="715468" y="59995"/>
                  <a:pt x="712577" y="63684"/>
                  <a:pt x="710372" y="68957"/>
                </a:cubicBezTo>
                <a:cubicBezTo>
                  <a:pt x="708166" y="74231"/>
                  <a:pt x="707064" y="81006"/>
                  <a:pt x="707064" y="89283"/>
                </a:cubicBezTo>
                <a:cubicBezTo>
                  <a:pt x="707064" y="102633"/>
                  <a:pt x="709720" y="114149"/>
                  <a:pt x="715034" y="123829"/>
                </a:cubicBezTo>
                <a:cubicBezTo>
                  <a:pt x="720347" y="133508"/>
                  <a:pt x="727348" y="138347"/>
                  <a:pt x="736036" y="138347"/>
                </a:cubicBezTo>
                <a:cubicBezTo>
                  <a:pt x="742519" y="138347"/>
                  <a:pt x="747866" y="135677"/>
                  <a:pt x="752076" y="130336"/>
                </a:cubicBezTo>
                <a:cubicBezTo>
                  <a:pt x="756287" y="124996"/>
                  <a:pt x="758392" y="115817"/>
                  <a:pt x="758392" y="102802"/>
                </a:cubicBezTo>
                <a:cubicBezTo>
                  <a:pt x="758392" y="86513"/>
                  <a:pt x="754883" y="73695"/>
                  <a:pt x="747866" y="64349"/>
                </a:cubicBezTo>
                <a:cubicBezTo>
                  <a:pt x="743121" y="57941"/>
                  <a:pt x="737072" y="54737"/>
                  <a:pt x="729720" y="54737"/>
                </a:cubicBezTo>
                <a:close/>
                <a:moveTo>
                  <a:pt x="855436" y="132232"/>
                </a:moveTo>
                <a:cubicBezTo>
                  <a:pt x="850958" y="136910"/>
                  <a:pt x="846580" y="140268"/>
                  <a:pt x="842303" y="142307"/>
                </a:cubicBezTo>
                <a:cubicBezTo>
                  <a:pt x="838025" y="144345"/>
                  <a:pt x="833414" y="145364"/>
                  <a:pt x="828468" y="145364"/>
                </a:cubicBezTo>
                <a:cubicBezTo>
                  <a:pt x="818443" y="145364"/>
                  <a:pt x="809688" y="141180"/>
                  <a:pt x="802202" y="132811"/>
                </a:cubicBezTo>
                <a:cubicBezTo>
                  <a:pt x="794717" y="124440"/>
                  <a:pt x="790974" y="113684"/>
                  <a:pt x="790974" y="100543"/>
                </a:cubicBezTo>
                <a:cubicBezTo>
                  <a:pt x="790974" y="87404"/>
                  <a:pt x="795118" y="75382"/>
                  <a:pt x="803405" y="64477"/>
                </a:cubicBezTo>
                <a:cubicBezTo>
                  <a:pt x="811693" y="53573"/>
                  <a:pt x="822353" y="48121"/>
                  <a:pt x="835385" y="48121"/>
                </a:cubicBezTo>
                <a:cubicBezTo>
                  <a:pt x="843472" y="48121"/>
                  <a:pt x="850156" y="50694"/>
                  <a:pt x="855436" y="55840"/>
                </a:cubicBezTo>
                <a:lnTo>
                  <a:pt x="855436" y="38860"/>
                </a:lnTo>
                <a:cubicBezTo>
                  <a:pt x="855436" y="28323"/>
                  <a:pt x="855185" y="21846"/>
                  <a:pt x="854684" y="19430"/>
                </a:cubicBezTo>
                <a:cubicBezTo>
                  <a:pt x="854182" y="17014"/>
                  <a:pt x="853397" y="15370"/>
                  <a:pt x="852328" y="14499"/>
                </a:cubicBezTo>
                <a:cubicBezTo>
                  <a:pt x="851258" y="13626"/>
                  <a:pt x="849922" y="13189"/>
                  <a:pt x="848318" y="13189"/>
                </a:cubicBezTo>
                <a:cubicBezTo>
                  <a:pt x="846580" y="13189"/>
                  <a:pt x="844274" y="13726"/>
                  <a:pt x="841400" y="14800"/>
                </a:cubicBezTo>
                <a:lnTo>
                  <a:pt x="840097" y="11275"/>
                </a:lnTo>
                <a:lnTo>
                  <a:pt x="867466" y="0"/>
                </a:lnTo>
                <a:lnTo>
                  <a:pt x="871977" y="0"/>
                </a:lnTo>
                <a:lnTo>
                  <a:pt x="871977" y="106166"/>
                </a:lnTo>
                <a:cubicBezTo>
                  <a:pt x="871977" y="116927"/>
                  <a:pt x="872228" y="123493"/>
                  <a:pt x="872729" y="125866"/>
                </a:cubicBezTo>
                <a:cubicBezTo>
                  <a:pt x="873230" y="128238"/>
                  <a:pt x="874032" y="129892"/>
                  <a:pt x="875135" y="130828"/>
                </a:cubicBezTo>
                <a:cubicBezTo>
                  <a:pt x="876238" y="131764"/>
                  <a:pt x="877524" y="132232"/>
                  <a:pt x="878995" y="132232"/>
                </a:cubicBezTo>
                <a:cubicBezTo>
                  <a:pt x="880799" y="132232"/>
                  <a:pt x="883205" y="131663"/>
                  <a:pt x="886213" y="130527"/>
                </a:cubicBezTo>
                <a:lnTo>
                  <a:pt x="887315" y="134036"/>
                </a:lnTo>
                <a:lnTo>
                  <a:pt x="860047" y="145364"/>
                </a:lnTo>
                <a:lnTo>
                  <a:pt x="855436" y="145364"/>
                </a:lnTo>
                <a:lnTo>
                  <a:pt x="855436" y="132232"/>
                </a:lnTo>
                <a:moveTo>
                  <a:pt x="855436" y="125236"/>
                </a:moveTo>
                <a:lnTo>
                  <a:pt x="855436" y="78036"/>
                </a:lnTo>
                <a:cubicBezTo>
                  <a:pt x="855035" y="73502"/>
                  <a:pt x="853832" y="69369"/>
                  <a:pt x="851827" y="65636"/>
                </a:cubicBezTo>
                <a:cubicBezTo>
                  <a:pt x="849821" y="61902"/>
                  <a:pt x="847165" y="59086"/>
                  <a:pt x="843857" y="57187"/>
                </a:cubicBezTo>
                <a:cubicBezTo>
                  <a:pt x="840548" y="55287"/>
                  <a:pt x="837323" y="54336"/>
                  <a:pt x="834182" y="54336"/>
                </a:cubicBezTo>
                <a:cubicBezTo>
                  <a:pt x="828301" y="54336"/>
                  <a:pt x="823054" y="56970"/>
                  <a:pt x="818443" y="62237"/>
                </a:cubicBezTo>
                <a:cubicBezTo>
                  <a:pt x="812361" y="69169"/>
                  <a:pt x="809320" y="79302"/>
                  <a:pt x="809320" y="92635"/>
                </a:cubicBezTo>
                <a:cubicBezTo>
                  <a:pt x="809320" y="106103"/>
                  <a:pt x="812261" y="116420"/>
                  <a:pt x="818142" y="123588"/>
                </a:cubicBezTo>
                <a:cubicBezTo>
                  <a:pt x="824023" y="130754"/>
                  <a:pt x="830573" y="134337"/>
                  <a:pt x="837791" y="134337"/>
                </a:cubicBezTo>
                <a:cubicBezTo>
                  <a:pt x="843873" y="134337"/>
                  <a:pt x="849755" y="131303"/>
                  <a:pt x="855436" y="125236"/>
                </a:cubicBezTo>
                <a:close/>
                <a:moveTo>
                  <a:pt x="945261" y="129324"/>
                </a:moveTo>
                <a:cubicBezTo>
                  <a:pt x="935837" y="136609"/>
                  <a:pt x="929922" y="140820"/>
                  <a:pt x="927516" y="141956"/>
                </a:cubicBezTo>
                <a:cubicBezTo>
                  <a:pt x="923907" y="143694"/>
                  <a:pt x="920064" y="144562"/>
                  <a:pt x="915987" y="144562"/>
                </a:cubicBezTo>
                <a:cubicBezTo>
                  <a:pt x="909638" y="144562"/>
                  <a:pt x="904408" y="142390"/>
                  <a:pt x="900298" y="138046"/>
                </a:cubicBezTo>
                <a:cubicBezTo>
                  <a:pt x="896188" y="133702"/>
                  <a:pt x="894133" y="127988"/>
                  <a:pt x="894133" y="120903"/>
                </a:cubicBezTo>
                <a:cubicBezTo>
                  <a:pt x="894133" y="116425"/>
                  <a:pt x="895135" y="112549"/>
                  <a:pt x="897140" y="109274"/>
                </a:cubicBezTo>
                <a:cubicBezTo>
                  <a:pt x="899880" y="104729"/>
                  <a:pt x="904642" y="100452"/>
                  <a:pt x="911426" y="96442"/>
                </a:cubicBezTo>
                <a:cubicBezTo>
                  <a:pt x="918210" y="92432"/>
                  <a:pt x="929488" y="87553"/>
                  <a:pt x="945261" y="81805"/>
                </a:cubicBezTo>
                <a:lnTo>
                  <a:pt x="945261" y="78196"/>
                </a:lnTo>
                <a:cubicBezTo>
                  <a:pt x="945261" y="69040"/>
                  <a:pt x="943807" y="62757"/>
                  <a:pt x="940900" y="59349"/>
                </a:cubicBezTo>
                <a:cubicBezTo>
                  <a:pt x="937993" y="55940"/>
                  <a:pt x="933765" y="54236"/>
                  <a:pt x="928218" y="54236"/>
                </a:cubicBezTo>
                <a:cubicBezTo>
                  <a:pt x="924007" y="54236"/>
                  <a:pt x="920666" y="55368"/>
                  <a:pt x="918193" y="57632"/>
                </a:cubicBezTo>
                <a:cubicBezTo>
                  <a:pt x="915653" y="59896"/>
                  <a:pt x="914383" y="62493"/>
                  <a:pt x="914383" y="65423"/>
                </a:cubicBezTo>
                <a:lnTo>
                  <a:pt x="914584" y="71216"/>
                </a:lnTo>
                <a:cubicBezTo>
                  <a:pt x="914584" y="74278"/>
                  <a:pt x="913799" y="76641"/>
                  <a:pt x="912228" y="78306"/>
                </a:cubicBezTo>
                <a:cubicBezTo>
                  <a:pt x="910657" y="79970"/>
                  <a:pt x="908602" y="80803"/>
                  <a:pt x="906062" y="80803"/>
                </a:cubicBezTo>
                <a:cubicBezTo>
                  <a:pt x="903590" y="80803"/>
                  <a:pt x="901568" y="79937"/>
                  <a:pt x="899997" y="78205"/>
                </a:cubicBezTo>
                <a:cubicBezTo>
                  <a:pt x="898427" y="76472"/>
                  <a:pt x="897641" y="74106"/>
                  <a:pt x="897641" y="71106"/>
                </a:cubicBezTo>
                <a:cubicBezTo>
                  <a:pt x="897641" y="65377"/>
                  <a:pt x="900582" y="60114"/>
                  <a:pt x="906464" y="55317"/>
                </a:cubicBezTo>
                <a:cubicBezTo>
                  <a:pt x="912345" y="50519"/>
                  <a:pt x="920599" y="48121"/>
                  <a:pt x="931226" y="48121"/>
                </a:cubicBezTo>
                <a:cubicBezTo>
                  <a:pt x="939379" y="48121"/>
                  <a:pt x="946063" y="49489"/>
                  <a:pt x="951276" y="52225"/>
                </a:cubicBezTo>
                <a:cubicBezTo>
                  <a:pt x="955219" y="54294"/>
                  <a:pt x="958126" y="57533"/>
                  <a:pt x="959998" y="61940"/>
                </a:cubicBezTo>
                <a:cubicBezTo>
                  <a:pt x="961201" y="64809"/>
                  <a:pt x="961802" y="70683"/>
                  <a:pt x="961802" y="79562"/>
                </a:cubicBezTo>
                <a:lnTo>
                  <a:pt x="961802" y="110703"/>
                </a:lnTo>
                <a:cubicBezTo>
                  <a:pt x="961802" y="119447"/>
                  <a:pt x="961969" y="124805"/>
                  <a:pt x="962304" y="126774"/>
                </a:cubicBezTo>
                <a:cubicBezTo>
                  <a:pt x="962638" y="128744"/>
                  <a:pt x="963189" y="130063"/>
                  <a:pt x="963958" y="130731"/>
                </a:cubicBezTo>
                <a:cubicBezTo>
                  <a:pt x="964726" y="131397"/>
                  <a:pt x="965612" y="131730"/>
                  <a:pt x="966614" y="131730"/>
                </a:cubicBezTo>
                <a:cubicBezTo>
                  <a:pt x="967684" y="131730"/>
                  <a:pt x="968619" y="131496"/>
                  <a:pt x="969421" y="131029"/>
                </a:cubicBezTo>
                <a:cubicBezTo>
                  <a:pt x="970825" y="130160"/>
                  <a:pt x="973532" y="127720"/>
                  <a:pt x="977542" y="123710"/>
                </a:cubicBezTo>
                <a:lnTo>
                  <a:pt x="977542" y="129324"/>
                </a:lnTo>
                <a:cubicBezTo>
                  <a:pt x="970056" y="139349"/>
                  <a:pt x="962905" y="144362"/>
                  <a:pt x="956088" y="144362"/>
                </a:cubicBezTo>
                <a:cubicBezTo>
                  <a:pt x="952813" y="144362"/>
                  <a:pt x="950207" y="143226"/>
                  <a:pt x="948268" y="140953"/>
                </a:cubicBezTo>
                <a:cubicBezTo>
                  <a:pt x="946330" y="138681"/>
                  <a:pt x="945328" y="134805"/>
                  <a:pt x="945261" y="129324"/>
                </a:cubicBezTo>
                <a:moveTo>
                  <a:pt x="945261" y="122752"/>
                </a:moveTo>
                <a:lnTo>
                  <a:pt x="945261" y="87920"/>
                </a:lnTo>
                <a:cubicBezTo>
                  <a:pt x="935169" y="91912"/>
                  <a:pt x="928652" y="94740"/>
                  <a:pt x="925712" y="96404"/>
                </a:cubicBezTo>
                <a:cubicBezTo>
                  <a:pt x="920432" y="99332"/>
                  <a:pt x="916656" y="102393"/>
                  <a:pt x="914383" y="105587"/>
                </a:cubicBezTo>
                <a:cubicBezTo>
                  <a:pt x="912111" y="108780"/>
                  <a:pt x="910975" y="112273"/>
                  <a:pt x="910975" y="116066"/>
                </a:cubicBezTo>
                <a:cubicBezTo>
                  <a:pt x="910975" y="120857"/>
                  <a:pt x="912412" y="124833"/>
                  <a:pt x="915286" y="127993"/>
                </a:cubicBezTo>
                <a:cubicBezTo>
                  <a:pt x="918159" y="131153"/>
                  <a:pt x="921468" y="132733"/>
                  <a:pt x="925211" y="132733"/>
                </a:cubicBezTo>
                <a:cubicBezTo>
                  <a:pt x="930290" y="132733"/>
                  <a:pt x="936973" y="129406"/>
                  <a:pt x="945261" y="122752"/>
                </a:cubicBezTo>
                <a:close/>
                <a:moveTo>
                  <a:pt x="1015702" y="0"/>
                </a:moveTo>
                <a:lnTo>
                  <a:pt x="1015702" y="121718"/>
                </a:lnTo>
                <a:cubicBezTo>
                  <a:pt x="1015702" y="127461"/>
                  <a:pt x="1016120" y="131269"/>
                  <a:pt x="1016956" y="133140"/>
                </a:cubicBezTo>
                <a:cubicBezTo>
                  <a:pt x="1017791" y="135009"/>
                  <a:pt x="1019078" y="136429"/>
                  <a:pt x="1020815" y="137398"/>
                </a:cubicBezTo>
                <a:cubicBezTo>
                  <a:pt x="1022553" y="138365"/>
                  <a:pt x="1025794" y="138848"/>
                  <a:pt x="1030540" y="138848"/>
                </a:cubicBezTo>
                <a:lnTo>
                  <a:pt x="1030540" y="142557"/>
                </a:lnTo>
                <a:lnTo>
                  <a:pt x="985527" y="142557"/>
                </a:lnTo>
                <a:lnTo>
                  <a:pt x="985527" y="138848"/>
                </a:lnTo>
                <a:cubicBezTo>
                  <a:pt x="989737" y="138848"/>
                  <a:pt x="992611" y="138415"/>
                  <a:pt x="994148" y="137548"/>
                </a:cubicBezTo>
                <a:cubicBezTo>
                  <a:pt x="995686" y="136679"/>
                  <a:pt x="996889" y="135243"/>
                  <a:pt x="997757" y="133240"/>
                </a:cubicBezTo>
                <a:cubicBezTo>
                  <a:pt x="998626" y="131235"/>
                  <a:pt x="999061" y="127394"/>
                  <a:pt x="999061" y="121718"/>
                </a:cubicBezTo>
                <a:lnTo>
                  <a:pt x="999061" y="38368"/>
                </a:lnTo>
                <a:cubicBezTo>
                  <a:pt x="999061" y="28017"/>
                  <a:pt x="998827" y="21656"/>
                  <a:pt x="998359" y="19286"/>
                </a:cubicBezTo>
                <a:cubicBezTo>
                  <a:pt x="997891" y="16913"/>
                  <a:pt x="997139" y="15294"/>
                  <a:pt x="996103" y="14427"/>
                </a:cubicBezTo>
                <a:cubicBezTo>
                  <a:pt x="995067" y="13558"/>
                  <a:pt x="993747" y="13124"/>
                  <a:pt x="992143" y="13124"/>
                </a:cubicBezTo>
                <a:cubicBezTo>
                  <a:pt x="990406" y="13124"/>
                  <a:pt x="988200" y="13658"/>
                  <a:pt x="985527" y="14728"/>
                </a:cubicBezTo>
                <a:lnTo>
                  <a:pt x="983823" y="11219"/>
                </a:lnTo>
                <a:lnTo>
                  <a:pt x="1011191" y="0"/>
                </a:lnTo>
                <a:lnTo>
                  <a:pt x="101570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inputs">
            <a:extLst xmlns:a="http://schemas.openxmlformats.org/drawingml/2006/main">
              <a:ext uri="{FF2B5EF4-FFF2-40B4-BE49-F238E27FC236}">
                <a16:creationId xmlns:a16="http://schemas.microsoft.com/office/drawing/2014/main" id="{A7E32208-3D27-4F7D-85A5-9E406BFD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00" y="2323016"/>
            <a:ext cx="489041" cy="186468"/>
          </a:xfrm>
          <a:custGeom xmlns:a="http://schemas.openxmlformats.org/drawingml/2006/main">
            <a:pathLst>
              <a:path w="489041" h="186468">
                <a:moveTo>
                  <a:pt x="23760" y="0"/>
                </a:moveTo>
                <a:cubicBezTo>
                  <a:pt x="26567" y="0"/>
                  <a:pt x="28956" y="991"/>
                  <a:pt x="30928" y="2973"/>
                </a:cubicBezTo>
                <a:cubicBezTo>
                  <a:pt x="32899" y="4953"/>
                  <a:pt x="33885" y="7354"/>
                  <a:pt x="33885" y="10176"/>
                </a:cubicBezTo>
                <a:cubicBezTo>
                  <a:pt x="33885" y="12997"/>
                  <a:pt x="32899" y="15416"/>
                  <a:pt x="30928" y="17431"/>
                </a:cubicBezTo>
                <a:cubicBezTo>
                  <a:pt x="28956" y="19445"/>
                  <a:pt x="26567" y="20451"/>
                  <a:pt x="23760" y="20451"/>
                </a:cubicBezTo>
                <a:cubicBezTo>
                  <a:pt x="20953" y="20451"/>
                  <a:pt x="18547" y="19445"/>
                  <a:pt x="16541" y="17431"/>
                </a:cubicBezTo>
                <a:cubicBezTo>
                  <a:pt x="14536" y="15416"/>
                  <a:pt x="13534" y="12997"/>
                  <a:pt x="13534" y="10176"/>
                </a:cubicBezTo>
                <a:cubicBezTo>
                  <a:pt x="13534" y="7354"/>
                  <a:pt x="14520" y="4953"/>
                  <a:pt x="16491" y="2973"/>
                </a:cubicBezTo>
                <a:cubicBezTo>
                  <a:pt x="18463" y="991"/>
                  <a:pt x="20886" y="0"/>
                  <a:pt x="23760" y="0"/>
                </a:cubicBezTo>
                <a:moveTo>
                  <a:pt x="32080" y="48121"/>
                </a:moveTo>
                <a:lnTo>
                  <a:pt x="32080" y="121743"/>
                </a:lnTo>
                <a:cubicBezTo>
                  <a:pt x="32080" y="127478"/>
                  <a:pt x="32498" y="131296"/>
                  <a:pt x="33334" y="133196"/>
                </a:cubicBezTo>
                <a:cubicBezTo>
                  <a:pt x="34169" y="135097"/>
                  <a:pt x="35405" y="136514"/>
                  <a:pt x="37043" y="137448"/>
                </a:cubicBezTo>
                <a:cubicBezTo>
                  <a:pt x="38680" y="138381"/>
                  <a:pt x="41671" y="138848"/>
                  <a:pt x="46015" y="138848"/>
                </a:cubicBezTo>
                <a:lnTo>
                  <a:pt x="46015" y="142557"/>
                </a:lnTo>
                <a:lnTo>
                  <a:pt x="1404" y="142557"/>
                </a:lnTo>
                <a:lnTo>
                  <a:pt x="1404" y="138848"/>
                </a:lnTo>
                <a:cubicBezTo>
                  <a:pt x="5881" y="138848"/>
                  <a:pt x="8889" y="138415"/>
                  <a:pt x="10426" y="137548"/>
                </a:cubicBezTo>
                <a:cubicBezTo>
                  <a:pt x="11963" y="136681"/>
                  <a:pt x="13183" y="135247"/>
                  <a:pt x="14085" y="133247"/>
                </a:cubicBezTo>
                <a:cubicBezTo>
                  <a:pt x="14988" y="131246"/>
                  <a:pt x="15439" y="127411"/>
                  <a:pt x="15439" y="121743"/>
                </a:cubicBezTo>
                <a:lnTo>
                  <a:pt x="15439" y="86432"/>
                </a:lnTo>
                <a:cubicBezTo>
                  <a:pt x="15439" y="76495"/>
                  <a:pt x="15138" y="70060"/>
                  <a:pt x="14536" y="67128"/>
                </a:cubicBezTo>
                <a:cubicBezTo>
                  <a:pt x="14069" y="64993"/>
                  <a:pt x="13333" y="63509"/>
                  <a:pt x="12331" y="62676"/>
                </a:cubicBezTo>
                <a:cubicBezTo>
                  <a:pt x="11328" y="61843"/>
                  <a:pt x="9958" y="61426"/>
                  <a:pt x="8221" y="61426"/>
                </a:cubicBezTo>
                <a:cubicBezTo>
                  <a:pt x="6349" y="61426"/>
                  <a:pt x="4077" y="61926"/>
                  <a:pt x="1404" y="62927"/>
                </a:cubicBezTo>
                <a:lnTo>
                  <a:pt x="0" y="59324"/>
                </a:lnTo>
                <a:lnTo>
                  <a:pt x="27669" y="48121"/>
                </a:lnTo>
                <a:lnTo>
                  <a:pt x="32080" y="48121"/>
                </a:lnTo>
                <a:close/>
                <a:moveTo>
                  <a:pt x="84369" y="67569"/>
                </a:moveTo>
                <a:cubicBezTo>
                  <a:pt x="95129" y="54604"/>
                  <a:pt x="105388" y="48121"/>
                  <a:pt x="115146" y="48121"/>
                </a:cubicBezTo>
                <a:cubicBezTo>
                  <a:pt x="120159" y="48121"/>
                  <a:pt x="124469" y="49372"/>
                  <a:pt x="128078" y="51874"/>
                </a:cubicBezTo>
                <a:cubicBezTo>
                  <a:pt x="131687" y="54374"/>
                  <a:pt x="134561" y="58491"/>
                  <a:pt x="136700" y="64227"/>
                </a:cubicBezTo>
                <a:cubicBezTo>
                  <a:pt x="138170" y="68226"/>
                  <a:pt x="138906" y="74361"/>
                  <a:pt x="138906" y="82632"/>
                </a:cubicBezTo>
                <a:lnTo>
                  <a:pt x="138906" y="121743"/>
                </a:lnTo>
                <a:cubicBezTo>
                  <a:pt x="138906" y="127545"/>
                  <a:pt x="139373" y="131480"/>
                  <a:pt x="140309" y="133547"/>
                </a:cubicBezTo>
                <a:cubicBezTo>
                  <a:pt x="141044" y="135214"/>
                  <a:pt x="142231" y="136514"/>
                  <a:pt x="143868" y="137448"/>
                </a:cubicBezTo>
                <a:cubicBezTo>
                  <a:pt x="145505" y="138381"/>
                  <a:pt x="148530" y="138848"/>
                  <a:pt x="152941" y="138848"/>
                </a:cubicBezTo>
                <a:lnTo>
                  <a:pt x="152941" y="142557"/>
                </a:lnTo>
                <a:lnTo>
                  <a:pt x="107527" y="142557"/>
                </a:lnTo>
                <a:lnTo>
                  <a:pt x="107527" y="138848"/>
                </a:lnTo>
                <a:lnTo>
                  <a:pt x="109432" y="138848"/>
                </a:lnTo>
                <a:cubicBezTo>
                  <a:pt x="113709" y="138848"/>
                  <a:pt x="116700" y="138200"/>
                  <a:pt x="118404" y="136903"/>
                </a:cubicBezTo>
                <a:cubicBezTo>
                  <a:pt x="120108" y="135606"/>
                  <a:pt x="121295" y="133695"/>
                  <a:pt x="121963" y="131170"/>
                </a:cubicBezTo>
                <a:cubicBezTo>
                  <a:pt x="122230" y="130171"/>
                  <a:pt x="122364" y="127046"/>
                  <a:pt x="122364" y="121793"/>
                </a:cubicBezTo>
                <a:lnTo>
                  <a:pt x="122364" y="84390"/>
                </a:lnTo>
                <a:cubicBezTo>
                  <a:pt x="122364" y="76079"/>
                  <a:pt x="121278" y="70045"/>
                  <a:pt x="119106" y="66288"/>
                </a:cubicBezTo>
                <a:cubicBezTo>
                  <a:pt x="116934" y="62531"/>
                  <a:pt x="113275" y="60652"/>
                  <a:pt x="108128" y="60652"/>
                </a:cubicBezTo>
                <a:cubicBezTo>
                  <a:pt x="100175" y="60652"/>
                  <a:pt x="92255" y="64974"/>
                  <a:pt x="84369" y="73619"/>
                </a:cubicBezTo>
                <a:lnTo>
                  <a:pt x="84369" y="121793"/>
                </a:lnTo>
                <a:cubicBezTo>
                  <a:pt x="84369" y="127977"/>
                  <a:pt x="84736" y="131800"/>
                  <a:pt x="85472" y="133262"/>
                </a:cubicBezTo>
                <a:cubicBezTo>
                  <a:pt x="86407" y="135190"/>
                  <a:pt x="87694" y="136603"/>
                  <a:pt x="89331" y="137501"/>
                </a:cubicBezTo>
                <a:cubicBezTo>
                  <a:pt x="90969" y="138399"/>
                  <a:pt x="94294" y="138848"/>
                  <a:pt x="99306" y="138848"/>
                </a:cubicBezTo>
                <a:lnTo>
                  <a:pt x="99306" y="142557"/>
                </a:lnTo>
                <a:lnTo>
                  <a:pt x="53892" y="142557"/>
                </a:lnTo>
                <a:lnTo>
                  <a:pt x="53892" y="138848"/>
                </a:lnTo>
                <a:lnTo>
                  <a:pt x="55897" y="138848"/>
                </a:lnTo>
                <a:cubicBezTo>
                  <a:pt x="60576" y="138848"/>
                  <a:pt x="63734" y="137665"/>
                  <a:pt x="65371" y="135299"/>
                </a:cubicBezTo>
                <a:cubicBezTo>
                  <a:pt x="67009" y="132930"/>
                  <a:pt x="67827" y="128412"/>
                  <a:pt x="67827" y="121743"/>
                </a:cubicBezTo>
                <a:lnTo>
                  <a:pt x="67827" y="87732"/>
                </a:lnTo>
                <a:cubicBezTo>
                  <a:pt x="67827" y="76730"/>
                  <a:pt x="67577" y="70029"/>
                  <a:pt x="67075" y="67629"/>
                </a:cubicBezTo>
                <a:cubicBezTo>
                  <a:pt x="66574" y="65227"/>
                  <a:pt x="65806" y="63593"/>
                  <a:pt x="64770" y="62726"/>
                </a:cubicBezTo>
                <a:cubicBezTo>
                  <a:pt x="63734" y="61859"/>
                  <a:pt x="62347" y="61426"/>
                  <a:pt x="60609" y="61426"/>
                </a:cubicBezTo>
                <a:cubicBezTo>
                  <a:pt x="58738" y="61426"/>
                  <a:pt x="56499" y="61926"/>
                  <a:pt x="53892" y="62927"/>
                </a:cubicBezTo>
                <a:lnTo>
                  <a:pt x="52389" y="59324"/>
                </a:lnTo>
                <a:lnTo>
                  <a:pt x="80058" y="48121"/>
                </a:lnTo>
                <a:lnTo>
                  <a:pt x="84369" y="48121"/>
                </a:lnTo>
                <a:lnTo>
                  <a:pt x="84369" y="67569"/>
                </a:lnTo>
                <a:close/>
                <a:moveTo>
                  <a:pt x="153643" y="59759"/>
                </a:moveTo>
                <a:lnTo>
                  <a:pt x="181913" y="48321"/>
                </a:lnTo>
                <a:lnTo>
                  <a:pt x="185723" y="48321"/>
                </a:lnTo>
                <a:lnTo>
                  <a:pt x="185723" y="69775"/>
                </a:lnTo>
                <a:cubicBezTo>
                  <a:pt x="190468" y="61688"/>
                  <a:pt x="195230" y="56057"/>
                  <a:pt x="200009" y="52883"/>
                </a:cubicBezTo>
                <a:cubicBezTo>
                  <a:pt x="204787" y="49708"/>
                  <a:pt x="209817" y="48121"/>
                  <a:pt x="215097" y="48121"/>
                </a:cubicBezTo>
                <a:cubicBezTo>
                  <a:pt x="224320" y="48121"/>
                  <a:pt x="232006" y="51726"/>
                  <a:pt x="238154" y="58935"/>
                </a:cubicBezTo>
                <a:cubicBezTo>
                  <a:pt x="245707" y="67749"/>
                  <a:pt x="249483" y="79233"/>
                  <a:pt x="249483" y="93387"/>
                </a:cubicBezTo>
                <a:cubicBezTo>
                  <a:pt x="249483" y="109210"/>
                  <a:pt x="244938" y="122296"/>
                  <a:pt x="235849" y="132645"/>
                </a:cubicBezTo>
                <a:cubicBezTo>
                  <a:pt x="228363" y="141125"/>
                  <a:pt x="218940" y="145364"/>
                  <a:pt x="207578" y="145364"/>
                </a:cubicBezTo>
                <a:cubicBezTo>
                  <a:pt x="202632" y="145364"/>
                  <a:pt x="198355" y="144663"/>
                  <a:pt x="194746" y="143259"/>
                </a:cubicBezTo>
                <a:cubicBezTo>
                  <a:pt x="192072" y="142257"/>
                  <a:pt x="189065" y="140252"/>
                  <a:pt x="185723" y="137244"/>
                </a:cubicBezTo>
                <a:lnTo>
                  <a:pt x="185723" y="165214"/>
                </a:lnTo>
                <a:cubicBezTo>
                  <a:pt x="185723" y="171497"/>
                  <a:pt x="186107" y="175490"/>
                  <a:pt x="186876" y="177194"/>
                </a:cubicBezTo>
                <a:cubicBezTo>
                  <a:pt x="187644" y="178899"/>
                  <a:pt x="188981" y="180252"/>
                  <a:pt x="190886" y="181254"/>
                </a:cubicBezTo>
                <a:cubicBezTo>
                  <a:pt x="192791" y="182257"/>
                  <a:pt x="196249" y="182758"/>
                  <a:pt x="201262" y="182758"/>
                </a:cubicBezTo>
                <a:lnTo>
                  <a:pt x="201262" y="186468"/>
                </a:lnTo>
                <a:lnTo>
                  <a:pt x="153141" y="186468"/>
                </a:lnTo>
                <a:lnTo>
                  <a:pt x="153141" y="182758"/>
                </a:lnTo>
                <a:lnTo>
                  <a:pt x="155648" y="182758"/>
                </a:lnTo>
                <a:cubicBezTo>
                  <a:pt x="159323" y="182825"/>
                  <a:pt x="162465" y="182122"/>
                  <a:pt x="165071" y="180650"/>
                </a:cubicBezTo>
                <a:cubicBezTo>
                  <a:pt x="166341" y="179915"/>
                  <a:pt x="167327" y="178727"/>
                  <a:pt x="168029" y="177088"/>
                </a:cubicBezTo>
                <a:cubicBezTo>
                  <a:pt x="168730" y="175450"/>
                  <a:pt x="169081" y="171288"/>
                  <a:pt x="169081" y="164600"/>
                </a:cubicBezTo>
                <a:lnTo>
                  <a:pt x="169081" y="77717"/>
                </a:lnTo>
                <a:cubicBezTo>
                  <a:pt x="169081" y="71764"/>
                  <a:pt x="168814" y="67986"/>
                  <a:pt x="168279" y="66382"/>
                </a:cubicBezTo>
                <a:cubicBezTo>
                  <a:pt x="167745" y="64776"/>
                  <a:pt x="166892" y="63572"/>
                  <a:pt x="165723" y="62770"/>
                </a:cubicBezTo>
                <a:cubicBezTo>
                  <a:pt x="164553" y="61966"/>
                  <a:pt x="162966" y="61564"/>
                  <a:pt x="160961" y="61564"/>
                </a:cubicBezTo>
                <a:cubicBezTo>
                  <a:pt x="159357" y="61564"/>
                  <a:pt x="157318" y="62032"/>
                  <a:pt x="154846" y="62967"/>
                </a:cubicBezTo>
                <a:lnTo>
                  <a:pt x="153643" y="59759"/>
                </a:lnTo>
                <a:moveTo>
                  <a:pt x="185723" y="75871"/>
                </a:moveTo>
                <a:lnTo>
                  <a:pt x="185723" y="110114"/>
                </a:lnTo>
                <a:cubicBezTo>
                  <a:pt x="185723" y="117524"/>
                  <a:pt x="186024" y="122396"/>
                  <a:pt x="186625" y="124732"/>
                </a:cubicBezTo>
                <a:cubicBezTo>
                  <a:pt x="187561" y="128604"/>
                  <a:pt x="189850" y="132008"/>
                  <a:pt x="193492" y="134945"/>
                </a:cubicBezTo>
                <a:cubicBezTo>
                  <a:pt x="197135" y="137881"/>
                  <a:pt x="201730" y="139349"/>
                  <a:pt x="207277" y="139349"/>
                </a:cubicBezTo>
                <a:cubicBezTo>
                  <a:pt x="213960" y="139349"/>
                  <a:pt x="219374" y="136746"/>
                  <a:pt x="223518" y="131539"/>
                </a:cubicBezTo>
                <a:cubicBezTo>
                  <a:pt x="228931" y="124733"/>
                  <a:pt x="231638" y="115154"/>
                  <a:pt x="231638" y="102805"/>
                </a:cubicBezTo>
                <a:cubicBezTo>
                  <a:pt x="231638" y="88788"/>
                  <a:pt x="228564" y="78009"/>
                  <a:pt x="222415" y="70467"/>
                </a:cubicBezTo>
                <a:cubicBezTo>
                  <a:pt x="218138" y="65261"/>
                  <a:pt x="213058" y="62657"/>
                  <a:pt x="207177" y="62657"/>
                </a:cubicBezTo>
                <a:cubicBezTo>
                  <a:pt x="203969" y="62657"/>
                  <a:pt x="200794" y="63458"/>
                  <a:pt x="197653" y="65060"/>
                </a:cubicBezTo>
                <a:cubicBezTo>
                  <a:pt x="195247" y="66261"/>
                  <a:pt x="191270" y="69865"/>
                  <a:pt x="185723" y="75871"/>
                </a:cubicBezTo>
                <a:close/>
                <a:moveTo>
                  <a:pt x="343418" y="50727"/>
                </a:moveTo>
                <a:lnTo>
                  <a:pt x="343418" y="106367"/>
                </a:lnTo>
                <a:cubicBezTo>
                  <a:pt x="343418" y="116993"/>
                  <a:pt x="343669" y="123493"/>
                  <a:pt x="344170" y="125866"/>
                </a:cubicBezTo>
                <a:cubicBezTo>
                  <a:pt x="344671" y="128238"/>
                  <a:pt x="345473" y="129892"/>
                  <a:pt x="346576" y="130828"/>
                </a:cubicBezTo>
                <a:cubicBezTo>
                  <a:pt x="347679" y="131764"/>
                  <a:pt x="348966" y="132232"/>
                  <a:pt x="350436" y="132232"/>
                </a:cubicBezTo>
                <a:cubicBezTo>
                  <a:pt x="352508" y="132232"/>
                  <a:pt x="354847" y="131663"/>
                  <a:pt x="357454" y="130527"/>
                </a:cubicBezTo>
                <a:lnTo>
                  <a:pt x="358857" y="134036"/>
                </a:lnTo>
                <a:lnTo>
                  <a:pt x="331388" y="145364"/>
                </a:lnTo>
                <a:lnTo>
                  <a:pt x="326877" y="145364"/>
                </a:lnTo>
                <a:lnTo>
                  <a:pt x="326877" y="125916"/>
                </a:lnTo>
                <a:cubicBezTo>
                  <a:pt x="318990" y="134471"/>
                  <a:pt x="312975" y="139851"/>
                  <a:pt x="308832" y="142056"/>
                </a:cubicBezTo>
                <a:cubicBezTo>
                  <a:pt x="304688" y="144262"/>
                  <a:pt x="300310" y="145364"/>
                  <a:pt x="295699" y="145364"/>
                </a:cubicBezTo>
                <a:cubicBezTo>
                  <a:pt x="290552" y="145364"/>
                  <a:pt x="286091" y="143877"/>
                  <a:pt x="282315" y="140903"/>
                </a:cubicBezTo>
                <a:cubicBezTo>
                  <a:pt x="278539" y="137929"/>
                  <a:pt x="275916" y="134103"/>
                  <a:pt x="274445" y="129425"/>
                </a:cubicBezTo>
                <a:cubicBezTo>
                  <a:pt x="272975" y="124746"/>
                  <a:pt x="272240" y="118130"/>
                  <a:pt x="272240" y="109575"/>
                </a:cubicBezTo>
                <a:lnTo>
                  <a:pt x="272240" y="68572"/>
                </a:lnTo>
                <a:cubicBezTo>
                  <a:pt x="272240" y="64228"/>
                  <a:pt x="271772" y="61220"/>
                  <a:pt x="270836" y="59549"/>
                </a:cubicBezTo>
                <a:cubicBezTo>
                  <a:pt x="269901" y="57878"/>
                  <a:pt x="268514" y="56592"/>
                  <a:pt x="266676" y="55690"/>
                </a:cubicBezTo>
                <a:cubicBezTo>
                  <a:pt x="264838" y="54787"/>
                  <a:pt x="261513" y="54370"/>
                  <a:pt x="256701" y="54436"/>
                </a:cubicBezTo>
                <a:lnTo>
                  <a:pt x="256701" y="50727"/>
                </a:lnTo>
                <a:lnTo>
                  <a:pt x="288882" y="50727"/>
                </a:lnTo>
                <a:lnTo>
                  <a:pt x="288882" y="112031"/>
                </a:lnTo>
                <a:cubicBezTo>
                  <a:pt x="288882" y="120565"/>
                  <a:pt x="290369" y="126165"/>
                  <a:pt x="293343" y="128832"/>
                </a:cubicBezTo>
                <a:cubicBezTo>
                  <a:pt x="296317" y="131500"/>
                  <a:pt x="299909" y="132833"/>
                  <a:pt x="304120" y="132833"/>
                </a:cubicBezTo>
                <a:cubicBezTo>
                  <a:pt x="306994" y="132833"/>
                  <a:pt x="310252" y="131933"/>
                  <a:pt x="313894" y="130133"/>
                </a:cubicBezTo>
                <a:cubicBezTo>
                  <a:pt x="317537" y="128332"/>
                  <a:pt x="321864" y="124900"/>
                  <a:pt x="326877" y="119835"/>
                </a:cubicBezTo>
                <a:lnTo>
                  <a:pt x="326877" y="67936"/>
                </a:lnTo>
                <a:cubicBezTo>
                  <a:pt x="326877" y="62735"/>
                  <a:pt x="325924" y="59219"/>
                  <a:pt x="324020" y="57388"/>
                </a:cubicBezTo>
                <a:cubicBezTo>
                  <a:pt x="322115" y="55554"/>
                  <a:pt x="318155" y="54570"/>
                  <a:pt x="312140" y="54436"/>
                </a:cubicBezTo>
                <a:lnTo>
                  <a:pt x="312140" y="50727"/>
                </a:lnTo>
                <a:lnTo>
                  <a:pt x="343418" y="50727"/>
                </a:lnTo>
                <a:close/>
                <a:moveTo>
                  <a:pt x="392241" y="20451"/>
                </a:moveTo>
                <a:lnTo>
                  <a:pt x="392241" y="50727"/>
                </a:lnTo>
                <a:lnTo>
                  <a:pt x="413695" y="50727"/>
                </a:lnTo>
                <a:lnTo>
                  <a:pt x="413695" y="57745"/>
                </a:lnTo>
                <a:lnTo>
                  <a:pt x="392241" y="57745"/>
                </a:lnTo>
                <a:lnTo>
                  <a:pt x="392241" y="117213"/>
                </a:lnTo>
                <a:cubicBezTo>
                  <a:pt x="392241" y="123155"/>
                  <a:pt x="393093" y="127161"/>
                  <a:pt x="394797" y="129230"/>
                </a:cubicBezTo>
                <a:cubicBezTo>
                  <a:pt x="396501" y="131298"/>
                  <a:pt x="398690" y="132332"/>
                  <a:pt x="401364" y="132332"/>
                </a:cubicBezTo>
                <a:cubicBezTo>
                  <a:pt x="403569" y="132332"/>
                  <a:pt x="405708" y="131647"/>
                  <a:pt x="407780" y="130277"/>
                </a:cubicBezTo>
                <a:cubicBezTo>
                  <a:pt x="409852" y="128907"/>
                  <a:pt x="411456" y="126885"/>
                  <a:pt x="412592" y="124211"/>
                </a:cubicBezTo>
                <a:lnTo>
                  <a:pt x="416502" y="124211"/>
                </a:lnTo>
                <a:cubicBezTo>
                  <a:pt x="414162" y="130780"/>
                  <a:pt x="410854" y="135748"/>
                  <a:pt x="406577" y="139114"/>
                </a:cubicBezTo>
                <a:cubicBezTo>
                  <a:pt x="402299" y="142479"/>
                  <a:pt x="397888" y="144161"/>
                  <a:pt x="393344" y="144161"/>
                </a:cubicBezTo>
                <a:cubicBezTo>
                  <a:pt x="390269" y="144161"/>
                  <a:pt x="387262" y="143308"/>
                  <a:pt x="384321" y="141602"/>
                </a:cubicBezTo>
                <a:cubicBezTo>
                  <a:pt x="381380" y="139896"/>
                  <a:pt x="379208" y="137454"/>
                  <a:pt x="377805" y="134277"/>
                </a:cubicBezTo>
                <a:cubicBezTo>
                  <a:pt x="376401" y="131099"/>
                  <a:pt x="375699" y="126197"/>
                  <a:pt x="375699" y="119572"/>
                </a:cubicBezTo>
                <a:lnTo>
                  <a:pt x="375699" y="57745"/>
                </a:lnTo>
                <a:lnTo>
                  <a:pt x="361163" y="57745"/>
                </a:lnTo>
                <a:lnTo>
                  <a:pt x="361163" y="54436"/>
                </a:lnTo>
                <a:cubicBezTo>
                  <a:pt x="364839" y="52962"/>
                  <a:pt x="368598" y="50465"/>
                  <a:pt x="372441" y="46946"/>
                </a:cubicBezTo>
                <a:cubicBezTo>
                  <a:pt x="376284" y="43427"/>
                  <a:pt x="379709" y="39254"/>
                  <a:pt x="382717" y="34427"/>
                </a:cubicBezTo>
                <a:cubicBezTo>
                  <a:pt x="384254" y="31881"/>
                  <a:pt x="386393" y="27222"/>
                  <a:pt x="389133" y="20451"/>
                </a:cubicBezTo>
                <a:lnTo>
                  <a:pt x="392241" y="20451"/>
                </a:lnTo>
                <a:close/>
                <a:moveTo>
                  <a:pt x="482123" y="48121"/>
                </a:moveTo>
                <a:lnTo>
                  <a:pt x="482123" y="79199"/>
                </a:lnTo>
                <a:lnTo>
                  <a:pt x="478815" y="79199"/>
                </a:lnTo>
                <a:cubicBezTo>
                  <a:pt x="476275" y="69451"/>
                  <a:pt x="473017" y="62821"/>
                  <a:pt x="469041" y="59308"/>
                </a:cubicBezTo>
                <a:cubicBezTo>
                  <a:pt x="465064" y="55793"/>
                  <a:pt x="460001" y="54035"/>
                  <a:pt x="453853" y="54035"/>
                </a:cubicBezTo>
                <a:cubicBezTo>
                  <a:pt x="449174" y="54035"/>
                  <a:pt x="445398" y="55271"/>
                  <a:pt x="442524" y="57742"/>
                </a:cubicBezTo>
                <a:cubicBezTo>
                  <a:pt x="439650" y="60210"/>
                  <a:pt x="438213" y="62947"/>
                  <a:pt x="438213" y="65953"/>
                </a:cubicBezTo>
                <a:cubicBezTo>
                  <a:pt x="438213" y="69691"/>
                  <a:pt x="439283" y="72895"/>
                  <a:pt x="441421" y="75564"/>
                </a:cubicBezTo>
                <a:cubicBezTo>
                  <a:pt x="443493" y="78303"/>
                  <a:pt x="447704" y="81207"/>
                  <a:pt x="454053" y="84277"/>
                </a:cubicBezTo>
                <a:lnTo>
                  <a:pt x="468690" y="91389"/>
                </a:lnTo>
                <a:cubicBezTo>
                  <a:pt x="482257" y="97997"/>
                  <a:pt x="489041" y="106709"/>
                  <a:pt x="489041" y="117526"/>
                </a:cubicBezTo>
                <a:cubicBezTo>
                  <a:pt x="489041" y="125870"/>
                  <a:pt x="485883" y="132596"/>
                  <a:pt x="479567" y="137705"/>
                </a:cubicBezTo>
                <a:cubicBezTo>
                  <a:pt x="473251" y="142811"/>
                  <a:pt x="466183" y="145364"/>
                  <a:pt x="458364" y="145364"/>
                </a:cubicBezTo>
                <a:cubicBezTo>
                  <a:pt x="452750" y="145364"/>
                  <a:pt x="446334" y="144362"/>
                  <a:pt x="439116" y="142357"/>
                </a:cubicBezTo>
                <a:cubicBezTo>
                  <a:pt x="436910" y="141689"/>
                  <a:pt x="435106" y="141354"/>
                  <a:pt x="433702" y="141354"/>
                </a:cubicBezTo>
                <a:cubicBezTo>
                  <a:pt x="432165" y="141354"/>
                  <a:pt x="430962" y="142223"/>
                  <a:pt x="430093" y="143961"/>
                </a:cubicBezTo>
                <a:lnTo>
                  <a:pt x="426785" y="143961"/>
                </a:lnTo>
                <a:lnTo>
                  <a:pt x="426785" y="111079"/>
                </a:lnTo>
                <a:lnTo>
                  <a:pt x="430093" y="111079"/>
                </a:lnTo>
                <a:cubicBezTo>
                  <a:pt x="431964" y="120469"/>
                  <a:pt x="435540" y="127545"/>
                  <a:pt x="440820" y="132307"/>
                </a:cubicBezTo>
                <a:cubicBezTo>
                  <a:pt x="446100" y="137069"/>
                  <a:pt x="452015" y="139450"/>
                  <a:pt x="458564" y="139450"/>
                </a:cubicBezTo>
                <a:cubicBezTo>
                  <a:pt x="463176" y="139450"/>
                  <a:pt x="466935" y="138098"/>
                  <a:pt x="469843" y="135396"/>
                </a:cubicBezTo>
                <a:cubicBezTo>
                  <a:pt x="472750" y="132691"/>
                  <a:pt x="474204" y="129436"/>
                  <a:pt x="474204" y="125631"/>
                </a:cubicBezTo>
                <a:cubicBezTo>
                  <a:pt x="474204" y="121023"/>
                  <a:pt x="472583" y="117151"/>
                  <a:pt x="469341" y="114014"/>
                </a:cubicBezTo>
                <a:cubicBezTo>
                  <a:pt x="466100" y="110877"/>
                  <a:pt x="459634" y="106906"/>
                  <a:pt x="449943" y="102100"/>
                </a:cubicBezTo>
                <a:cubicBezTo>
                  <a:pt x="440252" y="97292"/>
                  <a:pt x="433903" y="92952"/>
                  <a:pt x="430895" y="89080"/>
                </a:cubicBezTo>
                <a:cubicBezTo>
                  <a:pt x="427887" y="85274"/>
                  <a:pt x="426384" y="80467"/>
                  <a:pt x="426384" y="74659"/>
                </a:cubicBezTo>
                <a:cubicBezTo>
                  <a:pt x="426384" y="67115"/>
                  <a:pt x="428974" y="60807"/>
                  <a:pt x="434153" y="55733"/>
                </a:cubicBezTo>
                <a:cubicBezTo>
                  <a:pt x="439333" y="50658"/>
                  <a:pt x="446033" y="48121"/>
                  <a:pt x="454254" y="48121"/>
                </a:cubicBezTo>
                <a:cubicBezTo>
                  <a:pt x="457863" y="48121"/>
                  <a:pt x="462240" y="48889"/>
                  <a:pt x="467387" y="50426"/>
                </a:cubicBezTo>
                <a:cubicBezTo>
                  <a:pt x="470795" y="51429"/>
                  <a:pt x="473067" y="51930"/>
                  <a:pt x="474204" y="51930"/>
                </a:cubicBezTo>
                <a:cubicBezTo>
                  <a:pt x="475273" y="51930"/>
                  <a:pt x="476108" y="51696"/>
                  <a:pt x="476710" y="51228"/>
                </a:cubicBezTo>
                <a:cubicBezTo>
                  <a:pt x="477311" y="50761"/>
                  <a:pt x="478013" y="49725"/>
                  <a:pt x="478815" y="48121"/>
                </a:cubicBezTo>
                <a:lnTo>
                  <a:pt x="482123" y="48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MLpipeline1">
            <a:extLst xmlns:a="http://schemas.openxmlformats.org/drawingml/2006/main">
              <a:ext uri="{FF2B5EF4-FFF2-40B4-BE49-F238E27FC236}">
                <a16:creationId xmlns:a16="http://schemas.microsoft.com/office/drawing/2014/main" id="{2A649881-DF18-4DF6-A4AC-BE5DA78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54" y="391190"/>
            <a:ext cx="1138594" cy="186468"/>
          </a:xfrm>
          <a:custGeom xmlns:a="http://schemas.openxmlformats.org/drawingml/2006/main">
            <a:pathLst>
              <a:path w="1138594" h="186468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96606" y="104863"/>
                </a:moveTo>
                <a:lnTo>
                  <a:pt x="299914" y="105568"/>
                </a:lnTo>
                <a:lnTo>
                  <a:pt x="288285" y="142557"/>
                </a:lnTo>
                <a:lnTo>
                  <a:pt x="183021" y="142557"/>
                </a:lnTo>
                <a:lnTo>
                  <a:pt x="183021" y="138848"/>
                </a:lnTo>
                <a:lnTo>
                  <a:pt x="188134" y="138848"/>
                </a:lnTo>
                <a:cubicBezTo>
                  <a:pt x="193882" y="138848"/>
                  <a:pt x="197992" y="136977"/>
                  <a:pt x="200465" y="133234"/>
                </a:cubicBezTo>
                <a:cubicBezTo>
                  <a:pt x="201869" y="131095"/>
                  <a:pt x="202570" y="126150"/>
                  <a:pt x="202570" y="118397"/>
                </a:cubicBezTo>
                <a:lnTo>
                  <a:pt x="202570" y="30677"/>
                </a:lnTo>
                <a:cubicBezTo>
                  <a:pt x="202570" y="22189"/>
                  <a:pt x="201635" y="16876"/>
                  <a:pt x="199763" y="14737"/>
                </a:cubicBezTo>
                <a:cubicBezTo>
                  <a:pt x="197157" y="11796"/>
                  <a:pt x="193280" y="10326"/>
                  <a:pt x="188134" y="10326"/>
                </a:cubicBezTo>
                <a:lnTo>
                  <a:pt x="183021" y="10326"/>
                </a:lnTo>
                <a:lnTo>
                  <a:pt x="183021" y="6617"/>
                </a:lnTo>
                <a:lnTo>
                  <a:pt x="244576" y="6617"/>
                </a:lnTo>
                <a:lnTo>
                  <a:pt x="244576" y="10326"/>
                </a:lnTo>
                <a:cubicBezTo>
                  <a:pt x="237358" y="10259"/>
                  <a:pt x="232295" y="10928"/>
                  <a:pt x="229388" y="12334"/>
                </a:cubicBezTo>
                <a:cubicBezTo>
                  <a:pt x="226480" y="13738"/>
                  <a:pt x="224492" y="15510"/>
                  <a:pt x="223423" y="17651"/>
                </a:cubicBezTo>
                <a:cubicBezTo>
                  <a:pt x="222353" y="19791"/>
                  <a:pt x="221819" y="24908"/>
                  <a:pt x="221819" y="33001"/>
                </a:cubicBezTo>
                <a:lnTo>
                  <a:pt x="221819" y="118485"/>
                </a:lnTo>
                <a:cubicBezTo>
                  <a:pt x="221819" y="124036"/>
                  <a:pt x="222353" y="127849"/>
                  <a:pt x="223423" y="129923"/>
                </a:cubicBezTo>
                <a:cubicBezTo>
                  <a:pt x="224225" y="131326"/>
                  <a:pt x="225461" y="132363"/>
                  <a:pt x="227132" y="133034"/>
                </a:cubicBezTo>
                <a:cubicBezTo>
                  <a:pt x="228803" y="133702"/>
                  <a:pt x="234016" y="134036"/>
                  <a:pt x="242771" y="134036"/>
                </a:cubicBezTo>
                <a:lnTo>
                  <a:pt x="252696" y="134036"/>
                </a:lnTo>
                <a:cubicBezTo>
                  <a:pt x="263122" y="134036"/>
                  <a:pt x="270440" y="133262"/>
                  <a:pt x="274651" y="131715"/>
                </a:cubicBezTo>
                <a:cubicBezTo>
                  <a:pt x="278862" y="130167"/>
                  <a:pt x="282705" y="127425"/>
                  <a:pt x="286180" y="123488"/>
                </a:cubicBezTo>
                <a:cubicBezTo>
                  <a:pt x="289655" y="119551"/>
                  <a:pt x="293131" y="113343"/>
                  <a:pt x="296606" y="104863"/>
                </a:cubicBezTo>
                <a:close/>
                <a:moveTo>
                  <a:pt x="348078" y="59759"/>
                </a:moveTo>
                <a:lnTo>
                  <a:pt x="376348" y="48321"/>
                </a:lnTo>
                <a:lnTo>
                  <a:pt x="380158" y="48321"/>
                </a:lnTo>
                <a:lnTo>
                  <a:pt x="380158" y="69775"/>
                </a:lnTo>
                <a:cubicBezTo>
                  <a:pt x="384903" y="61688"/>
                  <a:pt x="389665" y="56057"/>
                  <a:pt x="394444" y="52883"/>
                </a:cubicBezTo>
                <a:cubicBezTo>
                  <a:pt x="399222" y="49708"/>
                  <a:pt x="404252" y="48121"/>
                  <a:pt x="409532" y="48121"/>
                </a:cubicBezTo>
                <a:cubicBezTo>
                  <a:pt x="418755" y="48121"/>
                  <a:pt x="426441" y="51726"/>
                  <a:pt x="432589" y="58935"/>
                </a:cubicBezTo>
                <a:cubicBezTo>
                  <a:pt x="440142" y="67749"/>
                  <a:pt x="443918" y="79233"/>
                  <a:pt x="443918" y="93387"/>
                </a:cubicBezTo>
                <a:cubicBezTo>
                  <a:pt x="443918" y="109210"/>
                  <a:pt x="439373" y="122296"/>
                  <a:pt x="430284" y="132645"/>
                </a:cubicBezTo>
                <a:cubicBezTo>
                  <a:pt x="422798" y="141125"/>
                  <a:pt x="413375" y="145364"/>
                  <a:pt x="402013" y="145364"/>
                </a:cubicBezTo>
                <a:cubicBezTo>
                  <a:pt x="397067" y="145364"/>
                  <a:pt x="392790" y="144663"/>
                  <a:pt x="389181" y="143259"/>
                </a:cubicBezTo>
                <a:cubicBezTo>
                  <a:pt x="386507" y="142257"/>
                  <a:pt x="383500" y="140252"/>
                  <a:pt x="380158" y="137244"/>
                </a:cubicBezTo>
                <a:lnTo>
                  <a:pt x="380158" y="165214"/>
                </a:lnTo>
                <a:cubicBezTo>
                  <a:pt x="380158" y="171497"/>
                  <a:pt x="380542" y="175490"/>
                  <a:pt x="381311" y="177194"/>
                </a:cubicBezTo>
                <a:cubicBezTo>
                  <a:pt x="382079" y="178899"/>
                  <a:pt x="383416" y="180252"/>
                  <a:pt x="385321" y="181254"/>
                </a:cubicBezTo>
                <a:cubicBezTo>
                  <a:pt x="387226" y="182257"/>
                  <a:pt x="390684" y="182758"/>
                  <a:pt x="395697" y="182758"/>
                </a:cubicBezTo>
                <a:lnTo>
                  <a:pt x="395697" y="186468"/>
                </a:lnTo>
                <a:lnTo>
                  <a:pt x="347576" y="186468"/>
                </a:lnTo>
                <a:lnTo>
                  <a:pt x="347576" y="182758"/>
                </a:lnTo>
                <a:lnTo>
                  <a:pt x="350083" y="182758"/>
                </a:lnTo>
                <a:cubicBezTo>
                  <a:pt x="353758" y="182825"/>
                  <a:pt x="356900" y="182122"/>
                  <a:pt x="359506" y="180650"/>
                </a:cubicBezTo>
                <a:cubicBezTo>
                  <a:pt x="360776" y="179915"/>
                  <a:pt x="361762" y="178727"/>
                  <a:pt x="362464" y="177088"/>
                </a:cubicBezTo>
                <a:cubicBezTo>
                  <a:pt x="363165" y="175450"/>
                  <a:pt x="363516" y="171288"/>
                  <a:pt x="363516" y="164600"/>
                </a:cubicBezTo>
                <a:lnTo>
                  <a:pt x="363516" y="77717"/>
                </a:lnTo>
                <a:cubicBezTo>
                  <a:pt x="363516" y="71764"/>
                  <a:pt x="363249" y="67986"/>
                  <a:pt x="362714" y="66382"/>
                </a:cubicBezTo>
                <a:cubicBezTo>
                  <a:pt x="362180" y="64776"/>
                  <a:pt x="361327" y="63572"/>
                  <a:pt x="360158" y="62770"/>
                </a:cubicBezTo>
                <a:cubicBezTo>
                  <a:pt x="358988" y="61966"/>
                  <a:pt x="357401" y="61564"/>
                  <a:pt x="355396" y="61564"/>
                </a:cubicBezTo>
                <a:cubicBezTo>
                  <a:pt x="353792" y="61564"/>
                  <a:pt x="351753" y="62032"/>
                  <a:pt x="349281" y="62967"/>
                </a:cubicBezTo>
                <a:lnTo>
                  <a:pt x="348078" y="59759"/>
                </a:lnTo>
                <a:moveTo>
                  <a:pt x="380158" y="75871"/>
                </a:moveTo>
                <a:lnTo>
                  <a:pt x="380158" y="110114"/>
                </a:lnTo>
                <a:cubicBezTo>
                  <a:pt x="380158" y="117524"/>
                  <a:pt x="380459" y="122396"/>
                  <a:pt x="381060" y="124732"/>
                </a:cubicBezTo>
                <a:cubicBezTo>
                  <a:pt x="381996" y="128604"/>
                  <a:pt x="384285" y="132008"/>
                  <a:pt x="387927" y="134945"/>
                </a:cubicBezTo>
                <a:cubicBezTo>
                  <a:pt x="391570" y="137881"/>
                  <a:pt x="396165" y="139349"/>
                  <a:pt x="401712" y="139349"/>
                </a:cubicBezTo>
                <a:cubicBezTo>
                  <a:pt x="408395" y="139349"/>
                  <a:pt x="413809" y="136746"/>
                  <a:pt x="417953" y="131539"/>
                </a:cubicBezTo>
                <a:cubicBezTo>
                  <a:pt x="423366" y="124733"/>
                  <a:pt x="426073" y="115154"/>
                  <a:pt x="426073" y="102805"/>
                </a:cubicBezTo>
                <a:cubicBezTo>
                  <a:pt x="426073" y="88788"/>
                  <a:pt x="422999" y="78009"/>
                  <a:pt x="416850" y="70467"/>
                </a:cubicBezTo>
                <a:cubicBezTo>
                  <a:pt x="412573" y="65261"/>
                  <a:pt x="407493" y="62657"/>
                  <a:pt x="401612" y="62657"/>
                </a:cubicBezTo>
                <a:cubicBezTo>
                  <a:pt x="398404" y="62657"/>
                  <a:pt x="395229" y="63458"/>
                  <a:pt x="392088" y="65060"/>
                </a:cubicBezTo>
                <a:cubicBezTo>
                  <a:pt x="389682" y="66261"/>
                  <a:pt x="385705" y="69865"/>
                  <a:pt x="380158" y="75871"/>
                </a:cubicBezTo>
                <a:close/>
                <a:moveTo>
                  <a:pt x="480710" y="0"/>
                </a:moveTo>
                <a:cubicBezTo>
                  <a:pt x="483517" y="0"/>
                  <a:pt x="485906" y="991"/>
                  <a:pt x="487878" y="2973"/>
                </a:cubicBezTo>
                <a:cubicBezTo>
                  <a:pt x="489850" y="4953"/>
                  <a:pt x="490835" y="7354"/>
                  <a:pt x="490835" y="10176"/>
                </a:cubicBezTo>
                <a:cubicBezTo>
                  <a:pt x="490835" y="12997"/>
                  <a:pt x="489850" y="15416"/>
                  <a:pt x="487878" y="17431"/>
                </a:cubicBezTo>
                <a:cubicBezTo>
                  <a:pt x="485906" y="19445"/>
                  <a:pt x="483517" y="20451"/>
                  <a:pt x="480710" y="20451"/>
                </a:cubicBezTo>
                <a:cubicBezTo>
                  <a:pt x="477903" y="20451"/>
                  <a:pt x="475497" y="19445"/>
                  <a:pt x="473492" y="17431"/>
                </a:cubicBezTo>
                <a:cubicBezTo>
                  <a:pt x="471487" y="15416"/>
                  <a:pt x="470484" y="12997"/>
                  <a:pt x="470484" y="10176"/>
                </a:cubicBezTo>
                <a:cubicBezTo>
                  <a:pt x="470484" y="7354"/>
                  <a:pt x="471470" y="4953"/>
                  <a:pt x="473442" y="2973"/>
                </a:cubicBezTo>
                <a:cubicBezTo>
                  <a:pt x="475413" y="991"/>
                  <a:pt x="477836" y="0"/>
                  <a:pt x="480710" y="0"/>
                </a:cubicBezTo>
                <a:moveTo>
                  <a:pt x="489031" y="48121"/>
                </a:moveTo>
                <a:lnTo>
                  <a:pt x="489031" y="121743"/>
                </a:lnTo>
                <a:cubicBezTo>
                  <a:pt x="489031" y="127478"/>
                  <a:pt x="489449" y="131296"/>
                  <a:pt x="490284" y="133196"/>
                </a:cubicBezTo>
                <a:cubicBezTo>
                  <a:pt x="491120" y="135097"/>
                  <a:pt x="492356" y="136514"/>
                  <a:pt x="493993" y="137448"/>
                </a:cubicBezTo>
                <a:cubicBezTo>
                  <a:pt x="495631" y="138381"/>
                  <a:pt x="498622" y="138848"/>
                  <a:pt x="502966" y="138848"/>
                </a:cubicBezTo>
                <a:lnTo>
                  <a:pt x="502966" y="142557"/>
                </a:lnTo>
                <a:lnTo>
                  <a:pt x="458354" y="142557"/>
                </a:lnTo>
                <a:lnTo>
                  <a:pt x="458354" y="138848"/>
                </a:lnTo>
                <a:cubicBezTo>
                  <a:pt x="462832" y="138848"/>
                  <a:pt x="465839" y="138415"/>
                  <a:pt x="467377" y="137548"/>
                </a:cubicBezTo>
                <a:cubicBezTo>
                  <a:pt x="468914" y="136681"/>
                  <a:pt x="470134" y="135247"/>
                  <a:pt x="471036" y="133247"/>
                </a:cubicBezTo>
                <a:cubicBezTo>
                  <a:pt x="471938" y="131246"/>
                  <a:pt x="472389" y="127411"/>
                  <a:pt x="472389" y="121743"/>
                </a:cubicBezTo>
                <a:lnTo>
                  <a:pt x="472389" y="86432"/>
                </a:lnTo>
                <a:cubicBezTo>
                  <a:pt x="472389" y="76495"/>
                  <a:pt x="472088" y="70060"/>
                  <a:pt x="471487" y="67128"/>
                </a:cubicBezTo>
                <a:cubicBezTo>
                  <a:pt x="471019" y="64993"/>
                  <a:pt x="470284" y="63509"/>
                  <a:pt x="469281" y="62676"/>
                </a:cubicBezTo>
                <a:cubicBezTo>
                  <a:pt x="468279" y="61843"/>
                  <a:pt x="466909" y="61426"/>
                  <a:pt x="465171" y="61426"/>
                </a:cubicBezTo>
                <a:cubicBezTo>
                  <a:pt x="463300" y="61426"/>
                  <a:pt x="461027" y="61926"/>
                  <a:pt x="458354" y="62927"/>
                </a:cubicBezTo>
                <a:lnTo>
                  <a:pt x="456951" y="59324"/>
                </a:lnTo>
                <a:lnTo>
                  <a:pt x="484620" y="48121"/>
                </a:lnTo>
                <a:lnTo>
                  <a:pt x="489031" y="48121"/>
                </a:lnTo>
                <a:close/>
                <a:moveTo>
                  <a:pt x="507936" y="59759"/>
                </a:moveTo>
                <a:lnTo>
                  <a:pt x="536207" y="48321"/>
                </a:lnTo>
                <a:lnTo>
                  <a:pt x="540016" y="48321"/>
                </a:lnTo>
                <a:lnTo>
                  <a:pt x="540016" y="69775"/>
                </a:lnTo>
                <a:cubicBezTo>
                  <a:pt x="544761" y="61688"/>
                  <a:pt x="549523" y="56057"/>
                  <a:pt x="554302" y="52883"/>
                </a:cubicBezTo>
                <a:cubicBezTo>
                  <a:pt x="559081" y="49708"/>
                  <a:pt x="564110" y="48121"/>
                  <a:pt x="569390" y="48121"/>
                </a:cubicBezTo>
                <a:cubicBezTo>
                  <a:pt x="578613" y="48121"/>
                  <a:pt x="586299" y="51726"/>
                  <a:pt x="592448" y="58935"/>
                </a:cubicBezTo>
                <a:cubicBezTo>
                  <a:pt x="600000" y="67749"/>
                  <a:pt x="603776" y="79233"/>
                  <a:pt x="603776" y="93387"/>
                </a:cubicBezTo>
                <a:cubicBezTo>
                  <a:pt x="603776" y="109210"/>
                  <a:pt x="599231" y="122296"/>
                  <a:pt x="590142" y="132645"/>
                </a:cubicBezTo>
                <a:cubicBezTo>
                  <a:pt x="582656" y="141125"/>
                  <a:pt x="573233" y="145364"/>
                  <a:pt x="561871" y="145364"/>
                </a:cubicBezTo>
                <a:cubicBezTo>
                  <a:pt x="556925" y="145364"/>
                  <a:pt x="552648" y="144663"/>
                  <a:pt x="549039" y="143259"/>
                </a:cubicBezTo>
                <a:cubicBezTo>
                  <a:pt x="546365" y="142257"/>
                  <a:pt x="543358" y="140252"/>
                  <a:pt x="540016" y="137244"/>
                </a:cubicBezTo>
                <a:lnTo>
                  <a:pt x="540016" y="165214"/>
                </a:lnTo>
                <a:cubicBezTo>
                  <a:pt x="540016" y="171497"/>
                  <a:pt x="540401" y="175490"/>
                  <a:pt x="541169" y="177194"/>
                </a:cubicBezTo>
                <a:cubicBezTo>
                  <a:pt x="541938" y="178899"/>
                  <a:pt x="543274" y="180252"/>
                  <a:pt x="545179" y="181254"/>
                </a:cubicBezTo>
                <a:cubicBezTo>
                  <a:pt x="547084" y="182257"/>
                  <a:pt x="550543" y="182758"/>
                  <a:pt x="555555" y="182758"/>
                </a:cubicBezTo>
                <a:lnTo>
                  <a:pt x="555555" y="186468"/>
                </a:lnTo>
                <a:lnTo>
                  <a:pt x="507435" y="186468"/>
                </a:lnTo>
                <a:lnTo>
                  <a:pt x="507435" y="182758"/>
                </a:lnTo>
                <a:lnTo>
                  <a:pt x="509941" y="182758"/>
                </a:lnTo>
                <a:cubicBezTo>
                  <a:pt x="513617" y="182825"/>
                  <a:pt x="516758" y="182122"/>
                  <a:pt x="519364" y="180650"/>
                </a:cubicBezTo>
                <a:cubicBezTo>
                  <a:pt x="520634" y="179915"/>
                  <a:pt x="521620" y="178727"/>
                  <a:pt x="522322" y="177088"/>
                </a:cubicBezTo>
                <a:cubicBezTo>
                  <a:pt x="523024" y="175450"/>
                  <a:pt x="523375" y="171288"/>
                  <a:pt x="523375" y="164600"/>
                </a:cubicBezTo>
                <a:lnTo>
                  <a:pt x="523375" y="77717"/>
                </a:lnTo>
                <a:cubicBezTo>
                  <a:pt x="523375" y="71764"/>
                  <a:pt x="523107" y="67986"/>
                  <a:pt x="522572" y="66382"/>
                </a:cubicBezTo>
                <a:cubicBezTo>
                  <a:pt x="522038" y="64776"/>
                  <a:pt x="521186" y="63572"/>
                  <a:pt x="520016" y="62770"/>
                </a:cubicBezTo>
                <a:cubicBezTo>
                  <a:pt x="518846" y="61966"/>
                  <a:pt x="517259" y="61564"/>
                  <a:pt x="515254" y="61564"/>
                </a:cubicBezTo>
                <a:cubicBezTo>
                  <a:pt x="513650" y="61564"/>
                  <a:pt x="511612" y="62032"/>
                  <a:pt x="509139" y="62967"/>
                </a:cubicBezTo>
                <a:lnTo>
                  <a:pt x="507936" y="59759"/>
                </a:lnTo>
                <a:moveTo>
                  <a:pt x="540016" y="75871"/>
                </a:moveTo>
                <a:lnTo>
                  <a:pt x="540016" y="110114"/>
                </a:lnTo>
                <a:cubicBezTo>
                  <a:pt x="540016" y="117524"/>
                  <a:pt x="540317" y="122396"/>
                  <a:pt x="540918" y="124732"/>
                </a:cubicBezTo>
                <a:cubicBezTo>
                  <a:pt x="541854" y="128604"/>
                  <a:pt x="544143" y="132008"/>
                  <a:pt x="547786" y="134945"/>
                </a:cubicBezTo>
                <a:cubicBezTo>
                  <a:pt x="551428" y="137881"/>
                  <a:pt x="556023" y="139349"/>
                  <a:pt x="561570" y="139349"/>
                </a:cubicBezTo>
                <a:cubicBezTo>
                  <a:pt x="568254" y="139349"/>
                  <a:pt x="573667" y="136746"/>
                  <a:pt x="577811" y="131539"/>
                </a:cubicBezTo>
                <a:cubicBezTo>
                  <a:pt x="583225" y="124733"/>
                  <a:pt x="585931" y="115154"/>
                  <a:pt x="585931" y="102805"/>
                </a:cubicBezTo>
                <a:cubicBezTo>
                  <a:pt x="585931" y="88788"/>
                  <a:pt x="582857" y="78009"/>
                  <a:pt x="576708" y="70467"/>
                </a:cubicBezTo>
                <a:cubicBezTo>
                  <a:pt x="572431" y="65261"/>
                  <a:pt x="567351" y="62657"/>
                  <a:pt x="561470" y="62657"/>
                </a:cubicBezTo>
                <a:cubicBezTo>
                  <a:pt x="558262" y="62657"/>
                  <a:pt x="555087" y="63458"/>
                  <a:pt x="551946" y="65060"/>
                </a:cubicBezTo>
                <a:cubicBezTo>
                  <a:pt x="549540" y="66261"/>
                  <a:pt x="545563" y="69865"/>
                  <a:pt x="540016" y="75871"/>
                </a:cubicBezTo>
                <a:close/>
                <a:moveTo>
                  <a:pt x="632649" y="85414"/>
                </a:moveTo>
                <a:cubicBezTo>
                  <a:pt x="632582" y="99017"/>
                  <a:pt x="635890" y="109686"/>
                  <a:pt x="642573" y="117423"/>
                </a:cubicBezTo>
                <a:cubicBezTo>
                  <a:pt x="649257" y="125157"/>
                  <a:pt x="657110" y="129024"/>
                  <a:pt x="666132" y="129024"/>
                </a:cubicBezTo>
                <a:cubicBezTo>
                  <a:pt x="672148" y="129024"/>
                  <a:pt x="677377" y="127369"/>
                  <a:pt x="681822" y="124061"/>
                </a:cubicBezTo>
                <a:cubicBezTo>
                  <a:pt x="686266" y="120753"/>
                  <a:pt x="689992" y="115089"/>
                  <a:pt x="693000" y="107068"/>
                </a:cubicBezTo>
                <a:lnTo>
                  <a:pt x="696108" y="109073"/>
                </a:lnTo>
                <a:cubicBezTo>
                  <a:pt x="694704" y="118230"/>
                  <a:pt x="690627" y="126567"/>
                  <a:pt x="683877" y="134086"/>
                </a:cubicBezTo>
                <a:cubicBezTo>
                  <a:pt x="677127" y="141605"/>
                  <a:pt x="668672" y="145364"/>
                  <a:pt x="658513" y="145364"/>
                </a:cubicBezTo>
                <a:cubicBezTo>
                  <a:pt x="647486" y="145364"/>
                  <a:pt x="638045" y="141080"/>
                  <a:pt x="630192" y="132510"/>
                </a:cubicBezTo>
                <a:cubicBezTo>
                  <a:pt x="622339" y="123939"/>
                  <a:pt x="618413" y="112416"/>
                  <a:pt x="618413" y="97942"/>
                </a:cubicBezTo>
                <a:cubicBezTo>
                  <a:pt x="618413" y="82270"/>
                  <a:pt x="622440" y="70049"/>
                  <a:pt x="630493" y="61279"/>
                </a:cubicBezTo>
                <a:cubicBezTo>
                  <a:pt x="638547" y="52507"/>
                  <a:pt x="648655" y="48121"/>
                  <a:pt x="660819" y="48121"/>
                </a:cubicBezTo>
                <a:cubicBezTo>
                  <a:pt x="671112" y="48121"/>
                  <a:pt x="679566" y="51504"/>
                  <a:pt x="686183" y="58271"/>
                </a:cubicBezTo>
                <a:cubicBezTo>
                  <a:pt x="692799" y="65036"/>
                  <a:pt x="696108" y="74084"/>
                  <a:pt x="696108" y="85414"/>
                </a:cubicBezTo>
                <a:lnTo>
                  <a:pt x="632649" y="85414"/>
                </a:lnTo>
                <a:moveTo>
                  <a:pt x="632649" y="79600"/>
                </a:moveTo>
                <a:lnTo>
                  <a:pt x="675155" y="79600"/>
                </a:lnTo>
                <a:cubicBezTo>
                  <a:pt x="674821" y="73718"/>
                  <a:pt x="674119" y="69574"/>
                  <a:pt x="673050" y="67168"/>
                </a:cubicBezTo>
                <a:cubicBezTo>
                  <a:pt x="671379" y="63426"/>
                  <a:pt x="668889" y="60485"/>
                  <a:pt x="665581" y="58346"/>
                </a:cubicBezTo>
                <a:cubicBezTo>
                  <a:pt x="662273" y="56208"/>
                  <a:pt x="658814" y="55138"/>
                  <a:pt x="655205" y="55138"/>
                </a:cubicBezTo>
                <a:cubicBezTo>
                  <a:pt x="649658" y="55138"/>
                  <a:pt x="644695" y="57294"/>
                  <a:pt x="640318" y="61604"/>
                </a:cubicBezTo>
                <a:cubicBezTo>
                  <a:pt x="635940" y="65915"/>
                  <a:pt x="633384" y="71914"/>
                  <a:pt x="632649" y="79600"/>
                </a:cubicBezTo>
                <a:close/>
                <a:moveTo>
                  <a:pt x="739682" y="0"/>
                </a:moveTo>
                <a:lnTo>
                  <a:pt x="739682" y="121718"/>
                </a:lnTo>
                <a:cubicBezTo>
                  <a:pt x="739682" y="127461"/>
                  <a:pt x="740099" y="131269"/>
                  <a:pt x="740935" y="133140"/>
                </a:cubicBezTo>
                <a:cubicBezTo>
                  <a:pt x="741770" y="135009"/>
                  <a:pt x="743057" y="136429"/>
                  <a:pt x="744795" y="137398"/>
                </a:cubicBezTo>
                <a:cubicBezTo>
                  <a:pt x="746532" y="138365"/>
                  <a:pt x="749774" y="138848"/>
                  <a:pt x="754519" y="138848"/>
                </a:cubicBezTo>
                <a:lnTo>
                  <a:pt x="754519" y="142557"/>
                </a:lnTo>
                <a:lnTo>
                  <a:pt x="709506" y="142557"/>
                </a:lnTo>
                <a:lnTo>
                  <a:pt x="709506" y="138848"/>
                </a:lnTo>
                <a:cubicBezTo>
                  <a:pt x="713717" y="138848"/>
                  <a:pt x="716591" y="138415"/>
                  <a:pt x="718128" y="137548"/>
                </a:cubicBezTo>
                <a:cubicBezTo>
                  <a:pt x="719665" y="136679"/>
                  <a:pt x="720868" y="135243"/>
                  <a:pt x="721737" y="133240"/>
                </a:cubicBezTo>
                <a:cubicBezTo>
                  <a:pt x="722606" y="131235"/>
                  <a:pt x="723040" y="127394"/>
                  <a:pt x="723040" y="121718"/>
                </a:cubicBezTo>
                <a:lnTo>
                  <a:pt x="723040" y="38368"/>
                </a:lnTo>
                <a:cubicBezTo>
                  <a:pt x="723040" y="28017"/>
                  <a:pt x="722806" y="21656"/>
                  <a:pt x="722338" y="19286"/>
                </a:cubicBezTo>
                <a:cubicBezTo>
                  <a:pt x="721870" y="16913"/>
                  <a:pt x="721119" y="15294"/>
                  <a:pt x="720083" y="14427"/>
                </a:cubicBezTo>
                <a:cubicBezTo>
                  <a:pt x="719047" y="13558"/>
                  <a:pt x="717727" y="13124"/>
                  <a:pt x="716123" y="13124"/>
                </a:cubicBezTo>
                <a:cubicBezTo>
                  <a:pt x="714385" y="13124"/>
                  <a:pt x="712179" y="13658"/>
                  <a:pt x="709506" y="14728"/>
                </a:cubicBezTo>
                <a:lnTo>
                  <a:pt x="707802" y="11219"/>
                </a:lnTo>
                <a:lnTo>
                  <a:pt x="735170" y="0"/>
                </a:lnTo>
                <a:lnTo>
                  <a:pt x="739682" y="0"/>
                </a:lnTo>
                <a:close/>
                <a:moveTo>
                  <a:pt x="788662" y="0"/>
                </a:moveTo>
                <a:cubicBezTo>
                  <a:pt x="791469" y="0"/>
                  <a:pt x="793858" y="991"/>
                  <a:pt x="795830" y="2973"/>
                </a:cubicBezTo>
                <a:cubicBezTo>
                  <a:pt x="797802" y="4953"/>
                  <a:pt x="798787" y="7354"/>
                  <a:pt x="798787" y="10176"/>
                </a:cubicBezTo>
                <a:cubicBezTo>
                  <a:pt x="798787" y="12997"/>
                  <a:pt x="797802" y="15416"/>
                  <a:pt x="795830" y="17431"/>
                </a:cubicBezTo>
                <a:cubicBezTo>
                  <a:pt x="793858" y="19445"/>
                  <a:pt x="791469" y="20451"/>
                  <a:pt x="788662" y="20451"/>
                </a:cubicBezTo>
                <a:cubicBezTo>
                  <a:pt x="785855" y="20451"/>
                  <a:pt x="783449" y="19445"/>
                  <a:pt x="781444" y="17431"/>
                </a:cubicBezTo>
                <a:cubicBezTo>
                  <a:pt x="779439" y="15416"/>
                  <a:pt x="778436" y="12997"/>
                  <a:pt x="778436" y="10176"/>
                </a:cubicBezTo>
                <a:cubicBezTo>
                  <a:pt x="778436" y="7354"/>
                  <a:pt x="779422" y="4953"/>
                  <a:pt x="781394" y="2973"/>
                </a:cubicBezTo>
                <a:cubicBezTo>
                  <a:pt x="783365" y="991"/>
                  <a:pt x="785788" y="0"/>
                  <a:pt x="788662" y="0"/>
                </a:cubicBezTo>
                <a:moveTo>
                  <a:pt x="796983" y="48121"/>
                </a:moveTo>
                <a:lnTo>
                  <a:pt x="796983" y="121743"/>
                </a:lnTo>
                <a:cubicBezTo>
                  <a:pt x="796983" y="127478"/>
                  <a:pt x="797401" y="131296"/>
                  <a:pt x="798236" y="133196"/>
                </a:cubicBezTo>
                <a:cubicBezTo>
                  <a:pt x="799071" y="135097"/>
                  <a:pt x="800308" y="136514"/>
                  <a:pt x="801945" y="137448"/>
                </a:cubicBezTo>
                <a:cubicBezTo>
                  <a:pt x="803583" y="138381"/>
                  <a:pt x="806574" y="138848"/>
                  <a:pt x="810918" y="138848"/>
                </a:cubicBezTo>
                <a:lnTo>
                  <a:pt x="810918" y="142557"/>
                </a:lnTo>
                <a:lnTo>
                  <a:pt x="766306" y="142557"/>
                </a:lnTo>
                <a:lnTo>
                  <a:pt x="766306" y="138848"/>
                </a:lnTo>
                <a:cubicBezTo>
                  <a:pt x="770784" y="138848"/>
                  <a:pt x="773791" y="138415"/>
                  <a:pt x="775328" y="137548"/>
                </a:cubicBezTo>
                <a:cubicBezTo>
                  <a:pt x="776866" y="136681"/>
                  <a:pt x="778085" y="135247"/>
                  <a:pt x="778988" y="133247"/>
                </a:cubicBezTo>
                <a:cubicBezTo>
                  <a:pt x="779890" y="131246"/>
                  <a:pt x="780341" y="127411"/>
                  <a:pt x="780341" y="121743"/>
                </a:cubicBezTo>
                <a:lnTo>
                  <a:pt x="780341" y="86432"/>
                </a:lnTo>
                <a:cubicBezTo>
                  <a:pt x="780341" y="76495"/>
                  <a:pt x="780040" y="70060"/>
                  <a:pt x="779439" y="67128"/>
                </a:cubicBezTo>
                <a:cubicBezTo>
                  <a:pt x="778971" y="64993"/>
                  <a:pt x="778236" y="63509"/>
                  <a:pt x="777233" y="62676"/>
                </a:cubicBezTo>
                <a:cubicBezTo>
                  <a:pt x="776231" y="61843"/>
                  <a:pt x="774861" y="61426"/>
                  <a:pt x="773123" y="61426"/>
                </a:cubicBezTo>
                <a:cubicBezTo>
                  <a:pt x="771252" y="61426"/>
                  <a:pt x="768979" y="61926"/>
                  <a:pt x="766306" y="62927"/>
                </a:cubicBezTo>
                <a:lnTo>
                  <a:pt x="764902" y="59324"/>
                </a:lnTo>
                <a:lnTo>
                  <a:pt x="792572" y="48121"/>
                </a:lnTo>
                <a:lnTo>
                  <a:pt x="796983" y="48121"/>
                </a:lnTo>
                <a:close/>
                <a:moveTo>
                  <a:pt x="849271" y="67569"/>
                </a:moveTo>
                <a:cubicBezTo>
                  <a:pt x="860031" y="54604"/>
                  <a:pt x="870290" y="48121"/>
                  <a:pt x="880048" y="48121"/>
                </a:cubicBezTo>
                <a:cubicBezTo>
                  <a:pt x="885061" y="48121"/>
                  <a:pt x="889372" y="49372"/>
                  <a:pt x="892981" y="51874"/>
                </a:cubicBezTo>
                <a:cubicBezTo>
                  <a:pt x="896590" y="54374"/>
                  <a:pt x="899464" y="58491"/>
                  <a:pt x="901602" y="64227"/>
                </a:cubicBezTo>
                <a:cubicBezTo>
                  <a:pt x="903073" y="68226"/>
                  <a:pt x="903808" y="74361"/>
                  <a:pt x="903808" y="82632"/>
                </a:cubicBezTo>
                <a:lnTo>
                  <a:pt x="903808" y="121743"/>
                </a:lnTo>
                <a:cubicBezTo>
                  <a:pt x="903808" y="127545"/>
                  <a:pt x="904276" y="131480"/>
                  <a:pt x="905211" y="133547"/>
                </a:cubicBezTo>
                <a:cubicBezTo>
                  <a:pt x="905946" y="135214"/>
                  <a:pt x="907133" y="136514"/>
                  <a:pt x="908770" y="137448"/>
                </a:cubicBezTo>
                <a:cubicBezTo>
                  <a:pt x="910408" y="138381"/>
                  <a:pt x="913432" y="138848"/>
                  <a:pt x="917843" y="138848"/>
                </a:cubicBezTo>
                <a:lnTo>
                  <a:pt x="917843" y="142557"/>
                </a:lnTo>
                <a:lnTo>
                  <a:pt x="872429" y="142557"/>
                </a:lnTo>
                <a:lnTo>
                  <a:pt x="872429" y="138848"/>
                </a:lnTo>
                <a:lnTo>
                  <a:pt x="874334" y="138848"/>
                </a:lnTo>
                <a:cubicBezTo>
                  <a:pt x="878611" y="138848"/>
                  <a:pt x="881602" y="138200"/>
                  <a:pt x="883306" y="136903"/>
                </a:cubicBezTo>
                <a:cubicBezTo>
                  <a:pt x="885011" y="135606"/>
                  <a:pt x="886197" y="133695"/>
                  <a:pt x="886865" y="131170"/>
                </a:cubicBezTo>
                <a:cubicBezTo>
                  <a:pt x="887133" y="130171"/>
                  <a:pt x="887266" y="127046"/>
                  <a:pt x="887266" y="121793"/>
                </a:cubicBezTo>
                <a:lnTo>
                  <a:pt x="887266" y="84390"/>
                </a:lnTo>
                <a:cubicBezTo>
                  <a:pt x="887266" y="76079"/>
                  <a:pt x="886180" y="70045"/>
                  <a:pt x="884008" y="66288"/>
                </a:cubicBezTo>
                <a:cubicBezTo>
                  <a:pt x="881836" y="62531"/>
                  <a:pt x="878177" y="60652"/>
                  <a:pt x="873031" y="60652"/>
                </a:cubicBezTo>
                <a:cubicBezTo>
                  <a:pt x="865077" y="60652"/>
                  <a:pt x="857157" y="64974"/>
                  <a:pt x="849271" y="73619"/>
                </a:cubicBezTo>
                <a:lnTo>
                  <a:pt x="849271" y="121793"/>
                </a:lnTo>
                <a:cubicBezTo>
                  <a:pt x="849271" y="127977"/>
                  <a:pt x="849639" y="131800"/>
                  <a:pt x="850374" y="133262"/>
                </a:cubicBezTo>
                <a:cubicBezTo>
                  <a:pt x="851309" y="135190"/>
                  <a:pt x="852596" y="136603"/>
                  <a:pt x="854233" y="137501"/>
                </a:cubicBezTo>
                <a:cubicBezTo>
                  <a:pt x="855871" y="138399"/>
                  <a:pt x="859196" y="138848"/>
                  <a:pt x="864209" y="138848"/>
                </a:cubicBezTo>
                <a:lnTo>
                  <a:pt x="864209" y="142557"/>
                </a:lnTo>
                <a:lnTo>
                  <a:pt x="818795" y="142557"/>
                </a:lnTo>
                <a:lnTo>
                  <a:pt x="818795" y="138848"/>
                </a:lnTo>
                <a:lnTo>
                  <a:pt x="820800" y="138848"/>
                </a:lnTo>
                <a:cubicBezTo>
                  <a:pt x="825478" y="138848"/>
                  <a:pt x="828636" y="137665"/>
                  <a:pt x="830273" y="135299"/>
                </a:cubicBezTo>
                <a:cubicBezTo>
                  <a:pt x="831911" y="132930"/>
                  <a:pt x="832730" y="128412"/>
                  <a:pt x="832730" y="121743"/>
                </a:cubicBezTo>
                <a:lnTo>
                  <a:pt x="832730" y="87732"/>
                </a:lnTo>
                <a:cubicBezTo>
                  <a:pt x="832730" y="76730"/>
                  <a:pt x="832479" y="70029"/>
                  <a:pt x="831978" y="67629"/>
                </a:cubicBezTo>
                <a:cubicBezTo>
                  <a:pt x="831476" y="65227"/>
                  <a:pt x="830708" y="63593"/>
                  <a:pt x="829672" y="62726"/>
                </a:cubicBezTo>
                <a:cubicBezTo>
                  <a:pt x="828636" y="61859"/>
                  <a:pt x="827249" y="61426"/>
                  <a:pt x="825511" y="61426"/>
                </a:cubicBezTo>
                <a:cubicBezTo>
                  <a:pt x="823640" y="61426"/>
                  <a:pt x="821401" y="61926"/>
                  <a:pt x="818795" y="62927"/>
                </a:cubicBezTo>
                <a:lnTo>
                  <a:pt x="817291" y="59324"/>
                </a:lnTo>
                <a:lnTo>
                  <a:pt x="844960" y="48121"/>
                </a:lnTo>
                <a:lnTo>
                  <a:pt x="849271" y="48121"/>
                </a:lnTo>
                <a:lnTo>
                  <a:pt x="849271" y="67569"/>
                </a:lnTo>
                <a:close/>
                <a:moveTo>
                  <a:pt x="940600" y="85414"/>
                </a:moveTo>
                <a:cubicBezTo>
                  <a:pt x="940533" y="99017"/>
                  <a:pt x="943841" y="109686"/>
                  <a:pt x="950525" y="117423"/>
                </a:cubicBezTo>
                <a:cubicBezTo>
                  <a:pt x="957208" y="125157"/>
                  <a:pt x="965061" y="129024"/>
                  <a:pt x="974084" y="129024"/>
                </a:cubicBezTo>
                <a:cubicBezTo>
                  <a:pt x="980099" y="129024"/>
                  <a:pt x="985329" y="127369"/>
                  <a:pt x="989773" y="124061"/>
                </a:cubicBezTo>
                <a:cubicBezTo>
                  <a:pt x="994218" y="120753"/>
                  <a:pt x="997944" y="115089"/>
                  <a:pt x="1000951" y="107068"/>
                </a:cubicBezTo>
                <a:lnTo>
                  <a:pt x="1004059" y="109073"/>
                </a:lnTo>
                <a:cubicBezTo>
                  <a:pt x="1002655" y="118230"/>
                  <a:pt x="998579" y="126567"/>
                  <a:pt x="991828" y="134086"/>
                </a:cubicBezTo>
                <a:cubicBezTo>
                  <a:pt x="985078" y="141605"/>
                  <a:pt x="976624" y="145364"/>
                  <a:pt x="966465" y="145364"/>
                </a:cubicBezTo>
                <a:cubicBezTo>
                  <a:pt x="955437" y="145364"/>
                  <a:pt x="945997" y="141080"/>
                  <a:pt x="938144" y="132510"/>
                </a:cubicBezTo>
                <a:cubicBezTo>
                  <a:pt x="930291" y="123939"/>
                  <a:pt x="926364" y="112416"/>
                  <a:pt x="926364" y="97942"/>
                </a:cubicBezTo>
                <a:cubicBezTo>
                  <a:pt x="926364" y="82270"/>
                  <a:pt x="930391" y="70049"/>
                  <a:pt x="938444" y="61279"/>
                </a:cubicBezTo>
                <a:cubicBezTo>
                  <a:pt x="946498" y="52507"/>
                  <a:pt x="956607" y="48121"/>
                  <a:pt x="968770" y="48121"/>
                </a:cubicBezTo>
                <a:cubicBezTo>
                  <a:pt x="979063" y="48121"/>
                  <a:pt x="987517" y="51504"/>
                  <a:pt x="994134" y="58271"/>
                </a:cubicBezTo>
                <a:cubicBezTo>
                  <a:pt x="1000751" y="65036"/>
                  <a:pt x="1004059" y="74084"/>
                  <a:pt x="1004059" y="85414"/>
                </a:cubicBezTo>
                <a:lnTo>
                  <a:pt x="940600" y="85414"/>
                </a:lnTo>
                <a:moveTo>
                  <a:pt x="940600" y="79600"/>
                </a:moveTo>
                <a:lnTo>
                  <a:pt x="983106" y="79600"/>
                </a:lnTo>
                <a:cubicBezTo>
                  <a:pt x="982772" y="73718"/>
                  <a:pt x="982070" y="69574"/>
                  <a:pt x="981001" y="67168"/>
                </a:cubicBezTo>
                <a:cubicBezTo>
                  <a:pt x="979330" y="63426"/>
                  <a:pt x="976841" y="60485"/>
                  <a:pt x="973532" y="58346"/>
                </a:cubicBezTo>
                <a:cubicBezTo>
                  <a:pt x="970224" y="56208"/>
                  <a:pt x="966765" y="55138"/>
                  <a:pt x="963156" y="55138"/>
                </a:cubicBezTo>
                <a:cubicBezTo>
                  <a:pt x="957609" y="55138"/>
                  <a:pt x="952647" y="57294"/>
                  <a:pt x="948269" y="61604"/>
                </a:cubicBezTo>
                <a:cubicBezTo>
                  <a:pt x="943891" y="65915"/>
                  <a:pt x="941335" y="71914"/>
                  <a:pt x="940600" y="79600"/>
                </a:cubicBezTo>
                <a:close/>
                <a:moveTo>
                  <a:pt x="1085059" y="19950"/>
                </a:moveTo>
                <a:lnTo>
                  <a:pt x="1118142" y="3810"/>
                </a:lnTo>
                <a:lnTo>
                  <a:pt x="1121451" y="3810"/>
                </a:lnTo>
                <a:lnTo>
                  <a:pt x="1121451" y="118597"/>
                </a:lnTo>
                <a:cubicBezTo>
                  <a:pt x="1121451" y="126216"/>
                  <a:pt x="1121768" y="130962"/>
                  <a:pt x="1122403" y="132833"/>
                </a:cubicBezTo>
                <a:cubicBezTo>
                  <a:pt x="1123038" y="134704"/>
                  <a:pt x="1124358" y="136141"/>
                  <a:pt x="1126363" y="137144"/>
                </a:cubicBezTo>
                <a:cubicBezTo>
                  <a:pt x="1128368" y="138146"/>
                  <a:pt x="1132445" y="138714"/>
                  <a:pt x="1138594" y="138848"/>
                </a:cubicBezTo>
                <a:lnTo>
                  <a:pt x="1138594" y="142557"/>
                </a:lnTo>
                <a:lnTo>
                  <a:pt x="1087465" y="142557"/>
                </a:lnTo>
                <a:lnTo>
                  <a:pt x="1087465" y="138848"/>
                </a:lnTo>
                <a:cubicBezTo>
                  <a:pt x="1093882" y="138714"/>
                  <a:pt x="1098025" y="138163"/>
                  <a:pt x="1099897" y="137194"/>
                </a:cubicBezTo>
                <a:cubicBezTo>
                  <a:pt x="1101768" y="136225"/>
                  <a:pt x="1103071" y="134922"/>
                  <a:pt x="1103806" y="133284"/>
                </a:cubicBezTo>
                <a:cubicBezTo>
                  <a:pt x="1104542" y="131647"/>
                  <a:pt x="1104909" y="126751"/>
                  <a:pt x="1104909" y="118597"/>
                </a:cubicBezTo>
                <a:lnTo>
                  <a:pt x="1104909" y="45213"/>
                </a:lnTo>
                <a:cubicBezTo>
                  <a:pt x="1104909" y="35322"/>
                  <a:pt x="1104575" y="28973"/>
                  <a:pt x="1103907" y="26166"/>
                </a:cubicBezTo>
                <a:cubicBezTo>
                  <a:pt x="1103439" y="24027"/>
                  <a:pt x="1102587" y="22456"/>
                  <a:pt x="1101350" y="21454"/>
                </a:cubicBezTo>
                <a:cubicBezTo>
                  <a:pt x="1100114" y="20451"/>
                  <a:pt x="1098627" y="19950"/>
                  <a:pt x="1096889" y="19950"/>
                </a:cubicBezTo>
                <a:cubicBezTo>
                  <a:pt x="1094416" y="19950"/>
                  <a:pt x="1090974" y="20986"/>
                  <a:pt x="1086563" y="23058"/>
                </a:cubicBezTo>
                <a:lnTo>
                  <a:pt x="1085059" y="19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F6F14-72EC-49F1-80FE-E0C4BA11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36" y="2245249"/>
            <a:ext cx="769931" cy="695271"/>
          </a:xfrm>
          <a:custGeom xmlns:a="http://schemas.openxmlformats.org/drawingml/2006/main">
            <a:pathLst>
              <a:path w="769931" h="695271">
                <a:moveTo>
                  <a:pt x="0" y="0"/>
                </a:moveTo>
                <a:lnTo>
                  <a:pt x="769931" y="0"/>
                </a:lnTo>
                <a:lnTo>
                  <a:pt x="769931" y="695271"/>
                </a:lnTo>
                <a:lnTo>
                  <a:pt x="0" y="695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A6AF9-146C-40DE-86C5-14776174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36" y="2245248"/>
            <a:ext cx="769931" cy="695271"/>
          </a:xfrm>
          <a:custGeom xmlns:a="http://schemas.openxmlformats.org/drawingml/2006/main">
            <a:pathLst>
              <a:path w="769931" h="695271" fill="none">
                <a:moveTo>
                  <a:pt x="0" y="0"/>
                </a:moveTo>
                <a:lnTo>
                  <a:pt x="769931" y="0"/>
                </a:lnTo>
                <a:lnTo>
                  <a:pt x="769931" y="695271"/>
                </a:lnTo>
                <a:lnTo>
                  <a:pt x="0" y="6952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6ac91e6d34e1b"/>
          <a:stretch xmlns:a="http://schemas.openxmlformats.org/drawingml/2006/main"/>
        </p:blipFill>
        <p:spPr>
          <a:xfrm xmlns:a="http://schemas.openxmlformats.org/drawingml/2006/main">
            <a:off x="2064429" y="2330381"/>
            <a:ext cx="649541" cy="594223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242b04efd44e4"/>
          <a:stretch xmlns:a="http://schemas.openxmlformats.org/drawingml/2006/main"/>
        </p:blipFill>
        <p:spPr>
          <a:xfrm xmlns:a="http://schemas.openxmlformats.org/drawingml/2006/main">
            <a:off x="2824094" y="1923356"/>
            <a:ext cx="227713" cy="227713"/>
          </a:xfrm>
          <a:prstGeom xmlns:a="http://schemas.openxmlformats.org/drawingml/2006/main" prst="rect">
            <a:avLst/>
          </a:prstGeom>
        </p:spPr>
      </p:pic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B6DA8-3133-4BB9-9CF7-2512F18B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95" y="2559754"/>
            <a:ext cx="769931" cy="695270"/>
          </a:xfrm>
          <a:custGeom xmlns:a="http://schemas.openxmlformats.org/drawingml/2006/main">
            <a:pathLst>
              <a:path w="769931" h="695270">
                <a:moveTo>
                  <a:pt x="0" y="0"/>
                </a:moveTo>
                <a:lnTo>
                  <a:pt x="769931" y="0"/>
                </a:lnTo>
                <a:lnTo>
                  <a:pt x="769931" y="695270"/>
                </a:lnTo>
                <a:lnTo>
                  <a:pt x="0" y="695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2491D-58E7-42FA-B584-E287214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95" y="2559754"/>
            <a:ext cx="769931" cy="695271"/>
          </a:xfrm>
          <a:custGeom xmlns:a="http://schemas.openxmlformats.org/drawingml/2006/main">
            <a:pathLst>
              <a:path w="769931" h="695271" fill="none">
                <a:moveTo>
                  <a:pt x="0" y="0"/>
                </a:moveTo>
                <a:lnTo>
                  <a:pt x="769931" y="0"/>
                </a:lnTo>
                <a:lnTo>
                  <a:pt x="769931" y="695271"/>
                </a:lnTo>
                <a:lnTo>
                  <a:pt x="0" y="6952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c82470dfd4adf"/>
          <a:stretch xmlns:a="http://schemas.openxmlformats.org/drawingml/2006/main"/>
        </p:blipFill>
        <p:spPr>
          <a:xfrm xmlns:a="http://schemas.openxmlformats.org/drawingml/2006/main">
            <a:off x="1762057" y="2633687"/>
            <a:ext cx="649541" cy="594223"/>
          </a:xfrm>
          <a:prstGeom xmlns:a="http://schemas.openxmlformats.org/drawingml/2006/main" prst="rect">
            <a:avLst/>
          </a:prstGeom>
        </p:spPr>
      </p:pic>
      <p:sp>
        <p:nvSpPr>
          <p:cNvPr id="24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66574276-534C-4147-9253-E33A42C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298" y="2958559"/>
            <a:ext cx="938972" cy="186869"/>
          </a:xfrm>
          <a:custGeom xmlns:a="http://schemas.openxmlformats.org/drawingml/2006/main">
            <a:pathLst>
              <a:path w="938972" h="186869">
                <a:moveTo>
                  <a:pt x="38697" y="14035"/>
                </a:moveTo>
                <a:lnTo>
                  <a:pt x="38697" y="67770"/>
                </a:lnTo>
                <a:lnTo>
                  <a:pt x="68572" y="67770"/>
                </a:lnTo>
                <a:cubicBezTo>
                  <a:pt x="76325" y="67770"/>
                  <a:pt x="81504" y="66594"/>
                  <a:pt x="84111" y="64242"/>
                </a:cubicBezTo>
                <a:cubicBezTo>
                  <a:pt x="87586" y="61153"/>
                  <a:pt x="89524" y="55713"/>
                  <a:pt x="89925" y="47920"/>
                </a:cubicBezTo>
                <a:lnTo>
                  <a:pt x="93635" y="47920"/>
                </a:lnTo>
                <a:lnTo>
                  <a:pt x="93635" y="95239"/>
                </a:lnTo>
                <a:lnTo>
                  <a:pt x="89925" y="95239"/>
                </a:lnTo>
                <a:cubicBezTo>
                  <a:pt x="88990" y="88687"/>
                  <a:pt x="88054" y="84485"/>
                  <a:pt x="87118" y="82632"/>
                </a:cubicBezTo>
                <a:cubicBezTo>
                  <a:pt x="85915" y="80316"/>
                  <a:pt x="83944" y="78497"/>
                  <a:pt x="81204" y="77175"/>
                </a:cubicBezTo>
                <a:cubicBezTo>
                  <a:pt x="78463" y="75851"/>
                  <a:pt x="74253" y="75189"/>
                  <a:pt x="68572" y="75189"/>
                </a:cubicBezTo>
                <a:lnTo>
                  <a:pt x="38697" y="75189"/>
                </a:lnTo>
                <a:lnTo>
                  <a:pt x="38697" y="119926"/>
                </a:lnTo>
                <a:cubicBezTo>
                  <a:pt x="38697" y="125930"/>
                  <a:pt x="38964" y="129583"/>
                  <a:pt x="39499" y="130884"/>
                </a:cubicBezTo>
                <a:cubicBezTo>
                  <a:pt x="40034" y="132186"/>
                  <a:pt x="40969" y="133220"/>
                  <a:pt x="42306" y="133989"/>
                </a:cubicBezTo>
                <a:cubicBezTo>
                  <a:pt x="43643" y="134756"/>
                  <a:pt x="46182" y="135139"/>
                  <a:pt x="49925" y="135139"/>
                </a:cubicBezTo>
                <a:lnTo>
                  <a:pt x="72983" y="135139"/>
                </a:lnTo>
                <a:cubicBezTo>
                  <a:pt x="80669" y="135139"/>
                  <a:pt x="86250" y="134604"/>
                  <a:pt x="89725" y="133535"/>
                </a:cubicBezTo>
                <a:cubicBezTo>
                  <a:pt x="93200" y="132465"/>
                  <a:pt x="96542" y="130360"/>
                  <a:pt x="99750" y="127219"/>
                </a:cubicBezTo>
                <a:cubicBezTo>
                  <a:pt x="103894" y="123075"/>
                  <a:pt x="108138" y="116826"/>
                  <a:pt x="112482" y="108472"/>
                </a:cubicBezTo>
                <a:lnTo>
                  <a:pt x="116492" y="108472"/>
                </a:lnTo>
                <a:lnTo>
                  <a:pt x="104763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8020" y="138848"/>
                  <a:pt x="11061" y="138080"/>
                  <a:pt x="13935" y="136542"/>
                </a:cubicBezTo>
                <a:cubicBezTo>
                  <a:pt x="16074" y="135473"/>
                  <a:pt x="17527" y="133869"/>
                  <a:pt x="18296" y="131730"/>
                </a:cubicBezTo>
                <a:cubicBezTo>
                  <a:pt x="19064" y="129592"/>
                  <a:pt x="19449" y="125214"/>
                  <a:pt x="19449" y="118597"/>
                </a:cubicBezTo>
                <a:lnTo>
                  <a:pt x="19449" y="30276"/>
                </a:lnTo>
                <a:cubicBezTo>
                  <a:pt x="19449" y="21654"/>
                  <a:pt x="18580" y="16341"/>
                  <a:pt x="16842" y="14336"/>
                </a:cubicBezTo>
                <a:cubicBezTo>
                  <a:pt x="14436" y="11663"/>
                  <a:pt x="10426" y="10326"/>
                  <a:pt x="4812" y="10326"/>
                </a:cubicBezTo>
                <a:lnTo>
                  <a:pt x="0" y="10326"/>
                </a:lnTo>
                <a:lnTo>
                  <a:pt x="0" y="6617"/>
                </a:lnTo>
                <a:lnTo>
                  <a:pt x="104763" y="6617"/>
                </a:lnTo>
                <a:lnTo>
                  <a:pt x="106266" y="36291"/>
                </a:lnTo>
                <a:lnTo>
                  <a:pt x="102357" y="36291"/>
                </a:lnTo>
                <a:cubicBezTo>
                  <a:pt x="100953" y="29171"/>
                  <a:pt x="99399" y="24281"/>
                  <a:pt x="97695" y="21620"/>
                </a:cubicBezTo>
                <a:cubicBezTo>
                  <a:pt x="95991" y="18959"/>
                  <a:pt x="93468" y="16930"/>
                  <a:pt x="90126" y="15533"/>
                </a:cubicBezTo>
                <a:cubicBezTo>
                  <a:pt x="87453" y="14534"/>
                  <a:pt x="82741" y="14035"/>
                  <a:pt x="75991" y="14035"/>
                </a:cubicBezTo>
                <a:lnTo>
                  <a:pt x="38697" y="14035"/>
                </a:lnTo>
                <a:close/>
                <a:moveTo>
                  <a:pt x="155127" y="67670"/>
                </a:moveTo>
                <a:cubicBezTo>
                  <a:pt x="161810" y="60986"/>
                  <a:pt x="165753" y="57143"/>
                  <a:pt x="166956" y="56141"/>
                </a:cubicBezTo>
                <a:cubicBezTo>
                  <a:pt x="169964" y="53601"/>
                  <a:pt x="173205" y="51629"/>
                  <a:pt x="176681" y="50226"/>
                </a:cubicBezTo>
                <a:cubicBezTo>
                  <a:pt x="180156" y="48822"/>
                  <a:pt x="183598" y="48121"/>
                  <a:pt x="187007" y="48121"/>
                </a:cubicBezTo>
                <a:cubicBezTo>
                  <a:pt x="192754" y="48121"/>
                  <a:pt x="197700" y="49792"/>
                  <a:pt x="201844" y="53133"/>
                </a:cubicBezTo>
                <a:cubicBezTo>
                  <a:pt x="205988" y="56475"/>
                  <a:pt x="208761" y="61320"/>
                  <a:pt x="210165" y="67670"/>
                </a:cubicBezTo>
                <a:cubicBezTo>
                  <a:pt x="217049" y="59650"/>
                  <a:pt x="222863" y="54386"/>
                  <a:pt x="227608" y="51880"/>
                </a:cubicBezTo>
                <a:cubicBezTo>
                  <a:pt x="232354" y="49374"/>
                  <a:pt x="237233" y="48121"/>
                  <a:pt x="242245" y="48121"/>
                </a:cubicBezTo>
                <a:cubicBezTo>
                  <a:pt x="247124" y="48121"/>
                  <a:pt x="251452" y="49372"/>
                  <a:pt x="255228" y="51874"/>
                </a:cubicBezTo>
                <a:cubicBezTo>
                  <a:pt x="259004" y="54374"/>
                  <a:pt x="261995" y="58458"/>
                  <a:pt x="264200" y="64126"/>
                </a:cubicBezTo>
                <a:cubicBezTo>
                  <a:pt x="265671" y="67994"/>
                  <a:pt x="266406" y="74063"/>
                  <a:pt x="266406" y="82331"/>
                </a:cubicBezTo>
                <a:lnTo>
                  <a:pt x="266406" y="121743"/>
                </a:lnTo>
                <a:cubicBezTo>
                  <a:pt x="266406" y="127478"/>
                  <a:pt x="266840" y="131413"/>
                  <a:pt x="267709" y="133547"/>
                </a:cubicBezTo>
                <a:cubicBezTo>
                  <a:pt x="268377" y="135014"/>
                  <a:pt x="269614" y="136264"/>
                  <a:pt x="271418" y="137297"/>
                </a:cubicBezTo>
                <a:cubicBezTo>
                  <a:pt x="273223" y="138331"/>
                  <a:pt x="276164" y="138848"/>
                  <a:pt x="280240" y="138848"/>
                </a:cubicBezTo>
                <a:lnTo>
                  <a:pt x="280240" y="142557"/>
                </a:lnTo>
                <a:lnTo>
                  <a:pt x="234927" y="142557"/>
                </a:lnTo>
                <a:lnTo>
                  <a:pt x="234927" y="138848"/>
                </a:lnTo>
                <a:lnTo>
                  <a:pt x="236832" y="138848"/>
                </a:lnTo>
                <a:cubicBezTo>
                  <a:pt x="240775" y="138848"/>
                  <a:pt x="243849" y="138084"/>
                  <a:pt x="246055" y="136555"/>
                </a:cubicBezTo>
                <a:cubicBezTo>
                  <a:pt x="247592" y="135490"/>
                  <a:pt x="248695" y="133794"/>
                  <a:pt x="249363" y="131467"/>
                </a:cubicBezTo>
                <a:cubicBezTo>
                  <a:pt x="249630" y="130337"/>
                  <a:pt x="249764" y="127112"/>
                  <a:pt x="249764" y="121793"/>
                </a:cubicBezTo>
                <a:lnTo>
                  <a:pt x="249764" y="82494"/>
                </a:lnTo>
                <a:cubicBezTo>
                  <a:pt x="249764" y="75047"/>
                  <a:pt x="248862" y="69794"/>
                  <a:pt x="247057" y="66736"/>
                </a:cubicBezTo>
                <a:cubicBezTo>
                  <a:pt x="244451" y="62480"/>
                  <a:pt x="240274" y="60351"/>
                  <a:pt x="234526" y="60351"/>
                </a:cubicBezTo>
                <a:cubicBezTo>
                  <a:pt x="230984" y="60351"/>
                  <a:pt x="227425" y="61233"/>
                  <a:pt x="223849" y="62995"/>
                </a:cubicBezTo>
                <a:cubicBezTo>
                  <a:pt x="220273" y="64756"/>
                  <a:pt x="215946" y="68031"/>
                  <a:pt x="210866" y="72820"/>
                </a:cubicBezTo>
                <a:lnTo>
                  <a:pt x="210666" y="73917"/>
                </a:lnTo>
                <a:lnTo>
                  <a:pt x="210866" y="78205"/>
                </a:lnTo>
                <a:lnTo>
                  <a:pt x="210866" y="121793"/>
                </a:lnTo>
                <a:cubicBezTo>
                  <a:pt x="210866" y="128044"/>
                  <a:pt x="211217" y="131934"/>
                  <a:pt x="211919" y="133463"/>
                </a:cubicBezTo>
                <a:cubicBezTo>
                  <a:pt x="212621" y="134992"/>
                  <a:pt x="213941" y="136272"/>
                  <a:pt x="215879" y="137304"/>
                </a:cubicBezTo>
                <a:cubicBezTo>
                  <a:pt x="217817" y="138333"/>
                  <a:pt x="221126" y="138848"/>
                  <a:pt x="225804" y="138848"/>
                </a:cubicBezTo>
                <a:lnTo>
                  <a:pt x="225804" y="142557"/>
                </a:lnTo>
                <a:lnTo>
                  <a:pt x="179388" y="142557"/>
                </a:lnTo>
                <a:lnTo>
                  <a:pt x="179388" y="138848"/>
                </a:lnTo>
                <a:cubicBezTo>
                  <a:pt x="184467" y="138848"/>
                  <a:pt x="187959" y="138250"/>
                  <a:pt x="189864" y="137053"/>
                </a:cubicBezTo>
                <a:cubicBezTo>
                  <a:pt x="191769" y="135856"/>
                  <a:pt x="193089" y="134061"/>
                  <a:pt x="193824" y="131668"/>
                </a:cubicBezTo>
                <a:cubicBezTo>
                  <a:pt x="194158" y="130536"/>
                  <a:pt x="194325" y="127244"/>
                  <a:pt x="194325" y="121793"/>
                </a:cubicBezTo>
                <a:lnTo>
                  <a:pt x="194325" y="82494"/>
                </a:lnTo>
                <a:cubicBezTo>
                  <a:pt x="194325" y="75047"/>
                  <a:pt x="193222" y="69693"/>
                  <a:pt x="191017" y="66435"/>
                </a:cubicBezTo>
                <a:cubicBezTo>
                  <a:pt x="188076" y="62179"/>
                  <a:pt x="183966" y="60051"/>
                  <a:pt x="178686" y="60051"/>
                </a:cubicBezTo>
                <a:cubicBezTo>
                  <a:pt x="175077" y="60051"/>
                  <a:pt x="171501" y="61014"/>
                  <a:pt x="167959" y="62942"/>
                </a:cubicBezTo>
                <a:cubicBezTo>
                  <a:pt x="162412" y="65868"/>
                  <a:pt x="158134" y="69160"/>
                  <a:pt x="155127" y="72817"/>
                </a:cubicBezTo>
                <a:lnTo>
                  <a:pt x="155127" y="121793"/>
                </a:lnTo>
                <a:cubicBezTo>
                  <a:pt x="155127" y="127777"/>
                  <a:pt x="155544" y="131667"/>
                  <a:pt x="156380" y="133463"/>
                </a:cubicBezTo>
                <a:cubicBezTo>
                  <a:pt x="157215" y="135257"/>
                  <a:pt x="158452" y="136603"/>
                  <a:pt x="160089" y="137501"/>
                </a:cubicBezTo>
                <a:cubicBezTo>
                  <a:pt x="161727" y="138399"/>
                  <a:pt x="165052" y="138848"/>
                  <a:pt x="170064" y="138848"/>
                </a:cubicBezTo>
                <a:lnTo>
                  <a:pt x="170064" y="142557"/>
                </a:lnTo>
                <a:lnTo>
                  <a:pt x="124650" y="142557"/>
                </a:lnTo>
                <a:lnTo>
                  <a:pt x="124650" y="138848"/>
                </a:lnTo>
                <a:cubicBezTo>
                  <a:pt x="128861" y="138848"/>
                  <a:pt x="131802" y="138398"/>
                  <a:pt x="133472" y="137498"/>
                </a:cubicBezTo>
                <a:cubicBezTo>
                  <a:pt x="135143" y="136598"/>
                  <a:pt x="136413" y="135164"/>
                  <a:pt x="137282" y="133196"/>
                </a:cubicBezTo>
                <a:cubicBezTo>
                  <a:pt x="138151" y="131229"/>
                  <a:pt x="138585" y="127411"/>
                  <a:pt x="138585" y="121743"/>
                </a:cubicBezTo>
                <a:lnTo>
                  <a:pt x="138585" y="86733"/>
                </a:lnTo>
                <a:cubicBezTo>
                  <a:pt x="138585" y="76662"/>
                  <a:pt x="138284" y="70160"/>
                  <a:pt x="137683" y="67228"/>
                </a:cubicBezTo>
                <a:cubicBezTo>
                  <a:pt x="137215" y="65027"/>
                  <a:pt x="136480" y="63509"/>
                  <a:pt x="135477" y="62676"/>
                </a:cubicBezTo>
                <a:cubicBezTo>
                  <a:pt x="134475" y="61843"/>
                  <a:pt x="133105" y="61426"/>
                  <a:pt x="131367" y="61426"/>
                </a:cubicBezTo>
                <a:cubicBezTo>
                  <a:pt x="129496" y="61426"/>
                  <a:pt x="127257" y="61926"/>
                  <a:pt x="124650" y="62927"/>
                </a:cubicBezTo>
                <a:lnTo>
                  <a:pt x="123147" y="59324"/>
                </a:lnTo>
                <a:lnTo>
                  <a:pt x="150816" y="48121"/>
                </a:lnTo>
                <a:lnTo>
                  <a:pt x="155127" y="48121"/>
                </a:lnTo>
                <a:lnTo>
                  <a:pt x="155127" y="67670"/>
                </a:lnTo>
                <a:close/>
                <a:moveTo>
                  <a:pt x="312879" y="66667"/>
                </a:moveTo>
                <a:cubicBezTo>
                  <a:pt x="321768" y="54303"/>
                  <a:pt x="331359" y="48121"/>
                  <a:pt x="341652" y="48121"/>
                </a:cubicBezTo>
                <a:cubicBezTo>
                  <a:pt x="351075" y="48121"/>
                  <a:pt x="359296" y="52143"/>
                  <a:pt x="366313" y="60188"/>
                </a:cubicBezTo>
                <a:cubicBezTo>
                  <a:pt x="373331" y="68234"/>
                  <a:pt x="376840" y="79233"/>
                  <a:pt x="376840" y="93187"/>
                </a:cubicBezTo>
                <a:cubicBezTo>
                  <a:pt x="376840" y="109478"/>
                  <a:pt x="371426" y="122597"/>
                  <a:pt x="360599" y="132545"/>
                </a:cubicBezTo>
                <a:cubicBezTo>
                  <a:pt x="351309" y="141091"/>
                  <a:pt x="340950" y="145364"/>
                  <a:pt x="329521" y="145364"/>
                </a:cubicBezTo>
                <a:cubicBezTo>
                  <a:pt x="324174" y="145364"/>
                  <a:pt x="318744" y="144395"/>
                  <a:pt x="313230" y="142457"/>
                </a:cubicBezTo>
                <a:cubicBezTo>
                  <a:pt x="307717" y="140519"/>
                  <a:pt x="302086" y="137612"/>
                  <a:pt x="296338" y="133735"/>
                </a:cubicBezTo>
                <a:lnTo>
                  <a:pt x="296338" y="38597"/>
                </a:lnTo>
                <a:cubicBezTo>
                  <a:pt x="296338" y="28171"/>
                  <a:pt x="296087" y="21755"/>
                  <a:pt x="295586" y="19349"/>
                </a:cubicBezTo>
                <a:cubicBezTo>
                  <a:pt x="295085" y="16942"/>
                  <a:pt x="294300" y="15305"/>
                  <a:pt x="293230" y="14436"/>
                </a:cubicBezTo>
                <a:cubicBezTo>
                  <a:pt x="292161" y="13567"/>
                  <a:pt x="290824" y="13133"/>
                  <a:pt x="289220" y="13133"/>
                </a:cubicBezTo>
                <a:cubicBezTo>
                  <a:pt x="287349" y="13133"/>
                  <a:pt x="285010" y="13668"/>
                  <a:pt x="282203" y="14737"/>
                </a:cubicBezTo>
                <a:lnTo>
                  <a:pt x="280799" y="11228"/>
                </a:lnTo>
                <a:lnTo>
                  <a:pt x="308368" y="0"/>
                </a:lnTo>
                <a:lnTo>
                  <a:pt x="312879" y="0"/>
                </a:lnTo>
                <a:lnTo>
                  <a:pt x="312879" y="66667"/>
                </a:lnTo>
                <a:moveTo>
                  <a:pt x="312879" y="73055"/>
                </a:moveTo>
                <a:lnTo>
                  <a:pt x="312879" y="127849"/>
                </a:lnTo>
                <a:cubicBezTo>
                  <a:pt x="316288" y="131180"/>
                  <a:pt x="319814" y="133696"/>
                  <a:pt x="323456" y="135396"/>
                </a:cubicBezTo>
                <a:cubicBezTo>
                  <a:pt x="327098" y="137096"/>
                  <a:pt x="330824" y="137946"/>
                  <a:pt x="334634" y="137946"/>
                </a:cubicBezTo>
                <a:cubicBezTo>
                  <a:pt x="340716" y="137946"/>
                  <a:pt x="346380" y="134614"/>
                  <a:pt x="351627" y="127949"/>
                </a:cubicBezTo>
                <a:cubicBezTo>
                  <a:pt x="356873" y="121282"/>
                  <a:pt x="359496" y="111583"/>
                  <a:pt x="359496" y="98851"/>
                </a:cubicBezTo>
                <a:cubicBezTo>
                  <a:pt x="359496" y="87119"/>
                  <a:pt x="356873" y="78104"/>
                  <a:pt x="351627" y="71805"/>
                </a:cubicBezTo>
                <a:cubicBezTo>
                  <a:pt x="346380" y="65506"/>
                  <a:pt x="340415" y="62356"/>
                  <a:pt x="333732" y="62356"/>
                </a:cubicBezTo>
                <a:cubicBezTo>
                  <a:pt x="330190" y="62356"/>
                  <a:pt x="326647" y="63257"/>
                  <a:pt x="323105" y="65057"/>
                </a:cubicBezTo>
                <a:cubicBezTo>
                  <a:pt x="320432" y="66389"/>
                  <a:pt x="317023" y="69055"/>
                  <a:pt x="312879" y="73055"/>
                </a:cubicBezTo>
                <a:close/>
                <a:moveTo>
                  <a:pt x="405812" y="85414"/>
                </a:moveTo>
                <a:cubicBezTo>
                  <a:pt x="405746" y="99017"/>
                  <a:pt x="409054" y="109686"/>
                  <a:pt x="415737" y="117423"/>
                </a:cubicBezTo>
                <a:cubicBezTo>
                  <a:pt x="422421" y="125157"/>
                  <a:pt x="430274" y="129024"/>
                  <a:pt x="439296" y="129024"/>
                </a:cubicBezTo>
                <a:cubicBezTo>
                  <a:pt x="445312" y="129024"/>
                  <a:pt x="450541" y="127369"/>
                  <a:pt x="454986" y="124061"/>
                </a:cubicBezTo>
                <a:cubicBezTo>
                  <a:pt x="459430" y="120753"/>
                  <a:pt x="463156" y="115089"/>
                  <a:pt x="466164" y="107068"/>
                </a:cubicBezTo>
                <a:lnTo>
                  <a:pt x="469272" y="109073"/>
                </a:lnTo>
                <a:cubicBezTo>
                  <a:pt x="467868" y="118230"/>
                  <a:pt x="463791" y="126567"/>
                  <a:pt x="457041" y="134086"/>
                </a:cubicBezTo>
                <a:cubicBezTo>
                  <a:pt x="450291" y="141605"/>
                  <a:pt x="441836" y="145364"/>
                  <a:pt x="431677" y="145364"/>
                </a:cubicBezTo>
                <a:cubicBezTo>
                  <a:pt x="420650" y="145364"/>
                  <a:pt x="411209" y="141080"/>
                  <a:pt x="403356" y="132510"/>
                </a:cubicBezTo>
                <a:cubicBezTo>
                  <a:pt x="395503" y="123939"/>
                  <a:pt x="391577" y="112416"/>
                  <a:pt x="391577" y="97942"/>
                </a:cubicBezTo>
                <a:cubicBezTo>
                  <a:pt x="391577" y="82270"/>
                  <a:pt x="395604" y="70049"/>
                  <a:pt x="403657" y="61279"/>
                </a:cubicBezTo>
                <a:cubicBezTo>
                  <a:pt x="411711" y="52507"/>
                  <a:pt x="421819" y="48121"/>
                  <a:pt x="433983" y="48121"/>
                </a:cubicBezTo>
                <a:cubicBezTo>
                  <a:pt x="444276" y="48121"/>
                  <a:pt x="452730" y="51504"/>
                  <a:pt x="459347" y="58271"/>
                </a:cubicBezTo>
                <a:cubicBezTo>
                  <a:pt x="465963" y="65036"/>
                  <a:pt x="469272" y="74084"/>
                  <a:pt x="469272" y="85414"/>
                </a:cubicBezTo>
                <a:lnTo>
                  <a:pt x="405812" y="85414"/>
                </a:lnTo>
                <a:moveTo>
                  <a:pt x="405812" y="79600"/>
                </a:moveTo>
                <a:lnTo>
                  <a:pt x="448319" y="79600"/>
                </a:lnTo>
                <a:cubicBezTo>
                  <a:pt x="447985" y="73718"/>
                  <a:pt x="447283" y="69574"/>
                  <a:pt x="446214" y="67168"/>
                </a:cubicBezTo>
                <a:cubicBezTo>
                  <a:pt x="444543" y="63426"/>
                  <a:pt x="442053" y="60485"/>
                  <a:pt x="438745" y="58346"/>
                </a:cubicBezTo>
                <a:cubicBezTo>
                  <a:pt x="435437" y="56208"/>
                  <a:pt x="431978" y="55138"/>
                  <a:pt x="428369" y="55138"/>
                </a:cubicBezTo>
                <a:cubicBezTo>
                  <a:pt x="422822" y="55138"/>
                  <a:pt x="417859" y="57294"/>
                  <a:pt x="413482" y="61604"/>
                </a:cubicBezTo>
                <a:cubicBezTo>
                  <a:pt x="409104" y="65915"/>
                  <a:pt x="406548" y="71914"/>
                  <a:pt x="405812" y="79600"/>
                </a:cubicBezTo>
                <a:close/>
                <a:moveTo>
                  <a:pt x="546129" y="132232"/>
                </a:moveTo>
                <a:cubicBezTo>
                  <a:pt x="541651" y="136910"/>
                  <a:pt x="537274" y="140268"/>
                  <a:pt x="532996" y="142307"/>
                </a:cubicBezTo>
                <a:cubicBezTo>
                  <a:pt x="528719" y="144345"/>
                  <a:pt x="524107" y="145364"/>
                  <a:pt x="519162" y="145364"/>
                </a:cubicBezTo>
                <a:cubicBezTo>
                  <a:pt x="509136" y="145364"/>
                  <a:pt x="500381" y="141180"/>
                  <a:pt x="492896" y="132811"/>
                </a:cubicBezTo>
                <a:cubicBezTo>
                  <a:pt x="485410" y="124440"/>
                  <a:pt x="481668" y="113684"/>
                  <a:pt x="481668" y="100543"/>
                </a:cubicBezTo>
                <a:cubicBezTo>
                  <a:pt x="481668" y="87404"/>
                  <a:pt x="485811" y="75382"/>
                  <a:pt x="494099" y="64477"/>
                </a:cubicBezTo>
                <a:cubicBezTo>
                  <a:pt x="502386" y="53573"/>
                  <a:pt x="513046" y="48121"/>
                  <a:pt x="526079" y="48121"/>
                </a:cubicBezTo>
                <a:cubicBezTo>
                  <a:pt x="534166" y="48121"/>
                  <a:pt x="540849" y="50694"/>
                  <a:pt x="546129" y="55840"/>
                </a:cubicBezTo>
                <a:lnTo>
                  <a:pt x="546129" y="38860"/>
                </a:lnTo>
                <a:cubicBezTo>
                  <a:pt x="546129" y="28323"/>
                  <a:pt x="545879" y="21846"/>
                  <a:pt x="545377" y="19430"/>
                </a:cubicBezTo>
                <a:cubicBezTo>
                  <a:pt x="544876" y="17014"/>
                  <a:pt x="544091" y="15370"/>
                  <a:pt x="543021" y="14499"/>
                </a:cubicBezTo>
                <a:cubicBezTo>
                  <a:pt x="541952" y="13626"/>
                  <a:pt x="540615" y="13189"/>
                  <a:pt x="539011" y="13189"/>
                </a:cubicBezTo>
                <a:cubicBezTo>
                  <a:pt x="537274" y="13189"/>
                  <a:pt x="534968" y="13726"/>
                  <a:pt x="532094" y="14800"/>
                </a:cubicBezTo>
                <a:lnTo>
                  <a:pt x="530791" y="11275"/>
                </a:lnTo>
                <a:lnTo>
                  <a:pt x="558159" y="0"/>
                </a:lnTo>
                <a:lnTo>
                  <a:pt x="562671" y="0"/>
                </a:lnTo>
                <a:lnTo>
                  <a:pt x="562671" y="106166"/>
                </a:lnTo>
                <a:cubicBezTo>
                  <a:pt x="562671" y="116927"/>
                  <a:pt x="562921" y="123493"/>
                  <a:pt x="563423" y="125866"/>
                </a:cubicBezTo>
                <a:cubicBezTo>
                  <a:pt x="563924" y="128238"/>
                  <a:pt x="564726" y="129892"/>
                  <a:pt x="565829" y="130828"/>
                </a:cubicBezTo>
                <a:cubicBezTo>
                  <a:pt x="566931" y="131764"/>
                  <a:pt x="568218" y="132232"/>
                  <a:pt x="569688" y="132232"/>
                </a:cubicBezTo>
                <a:cubicBezTo>
                  <a:pt x="571493" y="132232"/>
                  <a:pt x="573899" y="131663"/>
                  <a:pt x="576906" y="130527"/>
                </a:cubicBezTo>
                <a:lnTo>
                  <a:pt x="578009" y="134036"/>
                </a:lnTo>
                <a:lnTo>
                  <a:pt x="550741" y="145364"/>
                </a:lnTo>
                <a:lnTo>
                  <a:pt x="546129" y="145364"/>
                </a:lnTo>
                <a:lnTo>
                  <a:pt x="546129" y="132232"/>
                </a:lnTo>
                <a:moveTo>
                  <a:pt x="546129" y="125236"/>
                </a:moveTo>
                <a:lnTo>
                  <a:pt x="546129" y="78036"/>
                </a:lnTo>
                <a:cubicBezTo>
                  <a:pt x="545728" y="73502"/>
                  <a:pt x="544525" y="69369"/>
                  <a:pt x="542520" y="65636"/>
                </a:cubicBezTo>
                <a:cubicBezTo>
                  <a:pt x="540515" y="61902"/>
                  <a:pt x="537858" y="59086"/>
                  <a:pt x="534550" y="57187"/>
                </a:cubicBezTo>
                <a:cubicBezTo>
                  <a:pt x="531242" y="55287"/>
                  <a:pt x="528017" y="54336"/>
                  <a:pt x="524876" y="54336"/>
                </a:cubicBezTo>
                <a:cubicBezTo>
                  <a:pt x="518994" y="54336"/>
                  <a:pt x="513748" y="56970"/>
                  <a:pt x="509136" y="62237"/>
                </a:cubicBezTo>
                <a:cubicBezTo>
                  <a:pt x="503055" y="69169"/>
                  <a:pt x="500014" y="79302"/>
                  <a:pt x="500014" y="92635"/>
                </a:cubicBezTo>
                <a:cubicBezTo>
                  <a:pt x="500014" y="106103"/>
                  <a:pt x="502954" y="116420"/>
                  <a:pt x="508836" y="123588"/>
                </a:cubicBezTo>
                <a:cubicBezTo>
                  <a:pt x="514717" y="130754"/>
                  <a:pt x="521267" y="134337"/>
                  <a:pt x="528485" y="134337"/>
                </a:cubicBezTo>
                <a:cubicBezTo>
                  <a:pt x="534567" y="134337"/>
                  <a:pt x="540448" y="131303"/>
                  <a:pt x="546129" y="125236"/>
                </a:cubicBezTo>
                <a:close/>
                <a:moveTo>
                  <a:pt x="648787" y="132232"/>
                </a:moveTo>
                <a:cubicBezTo>
                  <a:pt x="644309" y="136910"/>
                  <a:pt x="639931" y="140268"/>
                  <a:pt x="635654" y="142307"/>
                </a:cubicBezTo>
                <a:cubicBezTo>
                  <a:pt x="631376" y="144345"/>
                  <a:pt x="626765" y="145364"/>
                  <a:pt x="621819" y="145364"/>
                </a:cubicBezTo>
                <a:cubicBezTo>
                  <a:pt x="611794" y="145364"/>
                  <a:pt x="603039" y="141180"/>
                  <a:pt x="595553" y="132811"/>
                </a:cubicBezTo>
                <a:cubicBezTo>
                  <a:pt x="588068" y="124440"/>
                  <a:pt x="584325" y="113684"/>
                  <a:pt x="584325" y="100543"/>
                </a:cubicBezTo>
                <a:cubicBezTo>
                  <a:pt x="584325" y="87404"/>
                  <a:pt x="588469" y="75382"/>
                  <a:pt x="596756" y="64477"/>
                </a:cubicBezTo>
                <a:cubicBezTo>
                  <a:pt x="605044" y="53573"/>
                  <a:pt x="615704" y="48121"/>
                  <a:pt x="628736" y="48121"/>
                </a:cubicBezTo>
                <a:cubicBezTo>
                  <a:pt x="636823" y="48121"/>
                  <a:pt x="643507" y="50694"/>
                  <a:pt x="648787" y="55840"/>
                </a:cubicBezTo>
                <a:lnTo>
                  <a:pt x="648787" y="38860"/>
                </a:lnTo>
                <a:cubicBezTo>
                  <a:pt x="648787" y="28323"/>
                  <a:pt x="648536" y="21846"/>
                  <a:pt x="648035" y="19430"/>
                </a:cubicBezTo>
                <a:cubicBezTo>
                  <a:pt x="647533" y="17014"/>
                  <a:pt x="646748" y="15370"/>
                  <a:pt x="645679" y="14499"/>
                </a:cubicBezTo>
                <a:cubicBezTo>
                  <a:pt x="644609" y="13626"/>
                  <a:pt x="643273" y="13189"/>
                  <a:pt x="641669" y="13189"/>
                </a:cubicBezTo>
                <a:cubicBezTo>
                  <a:pt x="639931" y="13189"/>
                  <a:pt x="637625" y="13726"/>
                  <a:pt x="634751" y="14800"/>
                </a:cubicBezTo>
                <a:lnTo>
                  <a:pt x="633448" y="11275"/>
                </a:lnTo>
                <a:lnTo>
                  <a:pt x="660817" y="0"/>
                </a:lnTo>
                <a:lnTo>
                  <a:pt x="665328" y="0"/>
                </a:lnTo>
                <a:lnTo>
                  <a:pt x="665328" y="106166"/>
                </a:lnTo>
                <a:cubicBezTo>
                  <a:pt x="665328" y="116927"/>
                  <a:pt x="665579" y="123493"/>
                  <a:pt x="666080" y="125866"/>
                </a:cubicBezTo>
                <a:cubicBezTo>
                  <a:pt x="666581" y="128238"/>
                  <a:pt x="667383" y="129892"/>
                  <a:pt x="668486" y="130828"/>
                </a:cubicBezTo>
                <a:cubicBezTo>
                  <a:pt x="669589" y="131764"/>
                  <a:pt x="670875" y="132232"/>
                  <a:pt x="672346" y="132232"/>
                </a:cubicBezTo>
                <a:cubicBezTo>
                  <a:pt x="674150" y="132232"/>
                  <a:pt x="676556" y="131663"/>
                  <a:pt x="679564" y="130527"/>
                </a:cubicBezTo>
                <a:lnTo>
                  <a:pt x="680667" y="134036"/>
                </a:lnTo>
                <a:lnTo>
                  <a:pt x="653398" y="145364"/>
                </a:lnTo>
                <a:lnTo>
                  <a:pt x="648787" y="145364"/>
                </a:lnTo>
                <a:lnTo>
                  <a:pt x="648787" y="132232"/>
                </a:lnTo>
                <a:moveTo>
                  <a:pt x="648787" y="125236"/>
                </a:moveTo>
                <a:lnTo>
                  <a:pt x="648787" y="78036"/>
                </a:lnTo>
                <a:cubicBezTo>
                  <a:pt x="648386" y="73502"/>
                  <a:pt x="647183" y="69369"/>
                  <a:pt x="645178" y="65636"/>
                </a:cubicBezTo>
                <a:cubicBezTo>
                  <a:pt x="643173" y="61902"/>
                  <a:pt x="640516" y="59086"/>
                  <a:pt x="637208" y="57187"/>
                </a:cubicBezTo>
                <a:cubicBezTo>
                  <a:pt x="633899" y="55287"/>
                  <a:pt x="630674" y="54336"/>
                  <a:pt x="627533" y="54336"/>
                </a:cubicBezTo>
                <a:cubicBezTo>
                  <a:pt x="621652" y="54336"/>
                  <a:pt x="616405" y="56970"/>
                  <a:pt x="611794" y="62237"/>
                </a:cubicBezTo>
                <a:cubicBezTo>
                  <a:pt x="605712" y="69169"/>
                  <a:pt x="602671" y="79302"/>
                  <a:pt x="602671" y="92635"/>
                </a:cubicBezTo>
                <a:cubicBezTo>
                  <a:pt x="602671" y="106103"/>
                  <a:pt x="605612" y="116420"/>
                  <a:pt x="611493" y="123588"/>
                </a:cubicBezTo>
                <a:cubicBezTo>
                  <a:pt x="617374" y="130754"/>
                  <a:pt x="623924" y="134337"/>
                  <a:pt x="631142" y="134337"/>
                </a:cubicBezTo>
                <a:cubicBezTo>
                  <a:pt x="637224" y="134337"/>
                  <a:pt x="643106" y="131303"/>
                  <a:pt x="648787" y="125236"/>
                </a:cubicBezTo>
                <a:close/>
                <a:moveTo>
                  <a:pt x="709940" y="0"/>
                </a:moveTo>
                <a:cubicBezTo>
                  <a:pt x="712747" y="0"/>
                  <a:pt x="715136" y="991"/>
                  <a:pt x="717108" y="2973"/>
                </a:cubicBezTo>
                <a:cubicBezTo>
                  <a:pt x="719080" y="4953"/>
                  <a:pt x="720065" y="7354"/>
                  <a:pt x="720065" y="10176"/>
                </a:cubicBezTo>
                <a:cubicBezTo>
                  <a:pt x="720065" y="12997"/>
                  <a:pt x="719080" y="15416"/>
                  <a:pt x="717108" y="17431"/>
                </a:cubicBezTo>
                <a:cubicBezTo>
                  <a:pt x="715136" y="19445"/>
                  <a:pt x="712747" y="20451"/>
                  <a:pt x="709940" y="20451"/>
                </a:cubicBezTo>
                <a:cubicBezTo>
                  <a:pt x="707133" y="20451"/>
                  <a:pt x="704727" y="19445"/>
                  <a:pt x="702722" y="17431"/>
                </a:cubicBezTo>
                <a:cubicBezTo>
                  <a:pt x="700717" y="15416"/>
                  <a:pt x="699714" y="12997"/>
                  <a:pt x="699714" y="10176"/>
                </a:cubicBezTo>
                <a:cubicBezTo>
                  <a:pt x="699714" y="7354"/>
                  <a:pt x="700700" y="4953"/>
                  <a:pt x="702672" y="2973"/>
                </a:cubicBezTo>
                <a:cubicBezTo>
                  <a:pt x="704643" y="991"/>
                  <a:pt x="707066" y="0"/>
                  <a:pt x="709940" y="0"/>
                </a:cubicBezTo>
                <a:moveTo>
                  <a:pt x="718261" y="48121"/>
                </a:moveTo>
                <a:lnTo>
                  <a:pt x="718261" y="121743"/>
                </a:lnTo>
                <a:cubicBezTo>
                  <a:pt x="718261" y="127478"/>
                  <a:pt x="718678" y="131296"/>
                  <a:pt x="719514" y="133196"/>
                </a:cubicBezTo>
                <a:cubicBezTo>
                  <a:pt x="720349" y="135097"/>
                  <a:pt x="721586" y="136514"/>
                  <a:pt x="723223" y="137448"/>
                </a:cubicBezTo>
                <a:cubicBezTo>
                  <a:pt x="724861" y="138381"/>
                  <a:pt x="727851" y="138848"/>
                  <a:pt x="732196" y="138848"/>
                </a:cubicBezTo>
                <a:lnTo>
                  <a:pt x="732196" y="142557"/>
                </a:lnTo>
                <a:lnTo>
                  <a:pt x="687584" y="142557"/>
                </a:lnTo>
                <a:lnTo>
                  <a:pt x="687584" y="138848"/>
                </a:lnTo>
                <a:cubicBezTo>
                  <a:pt x="692062" y="138848"/>
                  <a:pt x="695069" y="138415"/>
                  <a:pt x="696606" y="137548"/>
                </a:cubicBezTo>
                <a:cubicBezTo>
                  <a:pt x="698144" y="136681"/>
                  <a:pt x="699363" y="135247"/>
                  <a:pt x="700266" y="133247"/>
                </a:cubicBezTo>
                <a:cubicBezTo>
                  <a:pt x="701168" y="131246"/>
                  <a:pt x="701619" y="127411"/>
                  <a:pt x="701619" y="121743"/>
                </a:cubicBezTo>
                <a:lnTo>
                  <a:pt x="701619" y="86432"/>
                </a:lnTo>
                <a:cubicBezTo>
                  <a:pt x="701619" y="76495"/>
                  <a:pt x="701318" y="70060"/>
                  <a:pt x="700717" y="67128"/>
                </a:cubicBezTo>
                <a:cubicBezTo>
                  <a:pt x="700249" y="64993"/>
                  <a:pt x="699514" y="63509"/>
                  <a:pt x="698511" y="62676"/>
                </a:cubicBezTo>
                <a:cubicBezTo>
                  <a:pt x="697509" y="61843"/>
                  <a:pt x="696139" y="61426"/>
                  <a:pt x="694401" y="61426"/>
                </a:cubicBezTo>
                <a:cubicBezTo>
                  <a:pt x="692530" y="61426"/>
                  <a:pt x="690257" y="61926"/>
                  <a:pt x="687584" y="62927"/>
                </a:cubicBezTo>
                <a:lnTo>
                  <a:pt x="686180" y="59324"/>
                </a:lnTo>
                <a:lnTo>
                  <a:pt x="713850" y="48121"/>
                </a:lnTo>
                <a:lnTo>
                  <a:pt x="718261" y="48121"/>
                </a:lnTo>
                <a:close/>
                <a:moveTo>
                  <a:pt x="770549" y="67569"/>
                </a:moveTo>
                <a:cubicBezTo>
                  <a:pt x="781310" y="54604"/>
                  <a:pt x="791569" y="48121"/>
                  <a:pt x="801327" y="48121"/>
                </a:cubicBezTo>
                <a:cubicBezTo>
                  <a:pt x="806339" y="48121"/>
                  <a:pt x="810650" y="49372"/>
                  <a:pt x="814259" y="51874"/>
                </a:cubicBezTo>
                <a:cubicBezTo>
                  <a:pt x="817868" y="54374"/>
                  <a:pt x="820742" y="58491"/>
                  <a:pt x="822881" y="64227"/>
                </a:cubicBezTo>
                <a:cubicBezTo>
                  <a:pt x="824351" y="68226"/>
                  <a:pt x="825086" y="74361"/>
                  <a:pt x="825086" y="82632"/>
                </a:cubicBezTo>
                <a:lnTo>
                  <a:pt x="825086" y="121743"/>
                </a:lnTo>
                <a:cubicBezTo>
                  <a:pt x="825086" y="127545"/>
                  <a:pt x="825554" y="131480"/>
                  <a:pt x="826490" y="133547"/>
                </a:cubicBezTo>
                <a:cubicBezTo>
                  <a:pt x="827225" y="135214"/>
                  <a:pt x="828411" y="136514"/>
                  <a:pt x="830049" y="137448"/>
                </a:cubicBezTo>
                <a:cubicBezTo>
                  <a:pt x="831686" y="138381"/>
                  <a:pt x="834710" y="138848"/>
                  <a:pt x="839121" y="138848"/>
                </a:cubicBezTo>
                <a:lnTo>
                  <a:pt x="839121" y="142557"/>
                </a:lnTo>
                <a:lnTo>
                  <a:pt x="793707" y="142557"/>
                </a:lnTo>
                <a:lnTo>
                  <a:pt x="793707" y="138848"/>
                </a:lnTo>
                <a:lnTo>
                  <a:pt x="795612" y="138848"/>
                </a:lnTo>
                <a:cubicBezTo>
                  <a:pt x="799890" y="138848"/>
                  <a:pt x="802880" y="138200"/>
                  <a:pt x="804585" y="136903"/>
                </a:cubicBezTo>
                <a:cubicBezTo>
                  <a:pt x="806289" y="135606"/>
                  <a:pt x="807475" y="133695"/>
                  <a:pt x="808144" y="131170"/>
                </a:cubicBezTo>
                <a:cubicBezTo>
                  <a:pt x="808411" y="130171"/>
                  <a:pt x="808545" y="127046"/>
                  <a:pt x="808545" y="121793"/>
                </a:cubicBezTo>
                <a:lnTo>
                  <a:pt x="808545" y="84390"/>
                </a:lnTo>
                <a:cubicBezTo>
                  <a:pt x="808545" y="76079"/>
                  <a:pt x="807459" y="70045"/>
                  <a:pt x="805286" y="66288"/>
                </a:cubicBezTo>
                <a:cubicBezTo>
                  <a:pt x="803114" y="62531"/>
                  <a:pt x="799455" y="60652"/>
                  <a:pt x="794309" y="60652"/>
                </a:cubicBezTo>
                <a:cubicBezTo>
                  <a:pt x="786356" y="60652"/>
                  <a:pt x="778436" y="64974"/>
                  <a:pt x="770549" y="73619"/>
                </a:cubicBezTo>
                <a:lnTo>
                  <a:pt x="770549" y="121793"/>
                </a:lnTo>
                <a:cubicBezTo>
                  <a:pt x="770549" y="127977"/>
                  <a:pt x="770917" y="131800"/>
                  <a:pt x="771652" y="133262"/>
                </a:cubicBezTo>
                <a:cubicBezTo>
                  <a:pt x="772588" y="135190"/>
                  <a:pt x="773874" y="136603"/>
                  <a:pt x="775512" y="137501"/>
                </a:cubicBezTo>
                <a:cubicBezTo>
                  <a:pt x="777149" y="138399"/>
                  <a:pt x="780474" y="138848"/>
                  <a:pt x="785487" y="138848"/>
                </a:cubicBezTo>
                <a:lnTo>
                  <a:pt x="785487" y="142557"/>
                </a:lnTo>
                <a:lnTo>
                  <a:pt x="740073" y="142557"/>
                </a:lnTo>
                <a:lnTo>
                  <a:pt x="740073" y="138848"/>
                </a:lnTo>
                <a:lnTo>
                  <a:pt x="742078" y="138848"/>
                </a:lnTo>
                <a:cubicBezTo>
                  <a:pt x="746756" y="138848"/>
                  <a:pt x="749914" y="137665"/>
                  <a:pt x="751552" y="135299"/>
                </a:cubicBezTo>
                <a:cubicBezTo>
                  <a:pt x="753189" y="132930"/>
                  <a:pt x="754008" y="128412"/>
                  <a:pt x="754008" y="121743"/>
                </a:cubicBezTo>
                <a:lnTo>
                  <a:pt x="754008" y="87732"/>
                </a:lnTo>
                <a:cubicBezTo>
                  <a:pt x="754008" y="76730"/>
                  <a:pt x="753757" y="70029"/>
                  <a:pt x="753256" y="67629"/>
                </a:cubicBezTo>
                <a:cubicBezTo>
                  <a:pt x="752755" y="65227"/>
                  <a:pt x="751986" y="63593"/>
                  <a:pt x="750950" y="62726"/>
                </a:cubicBezTo>
                <a:cubicBezTo>
                  <a:pt x="749914" y="61859"/>
                  <a:pt x="748527" y="61426"/>
                  <a:pt x="746790" y="61426"/>
                </a:cubicBezTo>
                <a:cubicBezTo>
                  <a:pt x="744918" y="61426"/>
                  <a:pt x="742679" y="61926"/>
                  <a:pt x="740073" y="62927"/>
                </a:cubicBezTo>
                <a:lnTo>
                  <a:pt x="738569" y="59324"/>
                </a:lnTo>
                <a:lnTo>
                  <a:pt x="766239" y="48121"/>
                </a:lnTo>
                <a:lnTo>
                  <a:pt x="770549" y="48121"/>
                </a:lnTo>
                <a:lnTo>
                  <a:pt x="770549" y="67569"/>
                </a:lnTo>
                <a:close/>
                <a:moveTo>
                  <a:pt x="871001" y="109095"/>
                </a:moveTo>
                <a:cubicBezTo>
                  <a:pt x="865387" y="106359"/>
                  <a:pt x="861076" y="102538"/>
                  <a:pt x="858069" y="97632"/>
                </a:cubicBezTo>
                <a:cubicBezTo>
                  <a:pt x="855061" y="92726"/>
                  <a:pt x="853557" y="87302"/>
                  <a:pt x="853557" y="81360"/>
                </a:cubicBezTo>
                <a:cubicBezTo>
                  <a:pt x="853557" y="72283"/>
                  <a:pt x="856983" y="64474"/>
                  <a:pt x="863833" y="57933"/>
                </a:cubicBezTo>
                <a:cubicBezTo>
                  <a:pt x="870684" y="51391"/>
                  <a:pt x="879456" y="48121"/>
                  <a:pt x="890149" y="48121"/>
                </a:cubicBezTo>
                <a:cubicBezTo>
                  <a:pt x="898904" y="48121"/>
                  <a:pt x="906490" y="50259"/>
                  <a:pt x="912906" y="54537"/>
                </a:cubicBezTo>
                <a:lnTo>
                  <a:pt x="932355" y="54537"/>
                </a:lnTo>
                <a:cubicBezTo>
                  <a:pt x="935229" y="54537"/>
                  <a:pt x="936900" y="54619"/>
                  <a:pt x="937368" y="54784"/>
                </a:cubicBezTo>
                <a:cubicBezTo>
                  <a:pt x="937835" y="54949"/>
                  <a:pt x="938170" y="55230"/>
                  <a:pt x="938370" y="55627"/>
                </a:cubicBezTo>
                <a:cubicBezTo>
                  <a:pt x="938771" y="56222"/>
                  <a:pt x="938972" y="57280"/>
                  <a:pt x="938972" y="58801"/>
                </a:cubicBezTo>
                <a:cubicBezTo>
                  <a:pt x="938972" y="60517"/>
                  <a:pt x="938805" y="61707"/>
                  <a:pt x="938470" y="62369"/>
                </a:cubicBezTo>
                <a:cubicBezTo>
                  <a:pt x="938270" y="62699"/>
                  <a:pt x="937919" y="62963"/>
                  <a:pt x="937418" y="63161"/>
                </a:cubicBezTo>
                <a:cubicBezTo>
                  <a:pt x="936916" y="63360"/>
                  <a:pt x="935229" y="63459"/>
                  <a:pt x="932355" y="63459"/>
                </a:cubicBezTo>
                <a:lnTo>
                  <a:pt x="920425" y="63459"/>
                </a:lnTo>
                <a:cubicBezTo>
                  <a:pt x="924168" y="68282"/>
                  <a:pt x="926039" y="74443"/>
                  <a:pt x="926039" y="81943"/>
                </a:cubicBezTo>
                <a:cubicBezTo>
                  <a:pt x="926039" y="90514"/>
                  <a:pt x="922764" y="97847"/>
                  <a:pt x="916215" y="103942"/>
                </a:cubicBezTo>
                <a:cubicBezTo>
                  <a:pt x="909665" y="110036"/>
                  <a:pt x="900876" y="113084"/>
                  <a:pt x="889848" y="113084"/>
                </a:cubicBezTo>
                <a:cubicBezTo>
                  <a:pt x="885304" y="113084"/>
                  <a:pt x="880659" y="112402"/>
                  <a:pt x="875914" y="111038"/>
                </a:cubicBezTo>
                <a:cubicBezTo>
                  <a:pt x="872973" y="113575"/>
                  <a:pt x="870984" y="115797"/>
                  <a:pt x="869949" y="117701"/>
                </a:cubicBezTo>
                <a:cubicBezTo>
                  <a:pt x="868913" y="119604"/>
                  <a:pt x="868395" y="121223"/>
                  <a:pt x="868395" y="122557"/>
                </a:cubicBezTo>
                <a:cubicBezTo>
                  <a:pt x="868395" y="123693"/>
                  <a:pt x="868946" y="124796"/>
                  <a:pt x="870049" y="125866"/>
                </a:cubicBezTo>
                <a:cubicBezTo>
                  <a:pt x="871152" y="126933"/>
                  <a:pt x="873307" y="127700"/>
                  <a:pt x="876515" y="128168"/>
                </a:cubicBezTo>
                <a:cubicBezTo>
                  <a:pt x="878386" y="128436"/>
                  <a:pt x="883065" y="128670"/>
                  <a:pt x="890550" y="128870"/>
                </a:cubicBezTo>
                <a:cubicBezTo>
                  <a:pt x="904318" y="129202"/>
                  <a:pt x="913240" y="129669"/>
                  <a:pt x="917317" y="130270"/>
                </a:cubicBezTo>
                <a:cubicBezTo>
                  <a:pt x="923533" y="131139"/>
                  <a:pt x="928495" y="133444"/>
                  <a:pt x="932205" y="137185"/>
                </a:cubicBezTo>
                <a:cubicBezTo>
                  <a:pt x="935914" y="140923"/>
                  <a:pt x="937769" y="145531"/>
                  <a:pt x="937769" y="151007"/>
                </a:cubicBezTo>
                <a:cubicBezTo>
                  <a:pt x="937769" y="158553"/>
                  <a:pt x="934226" y="165632"/>
                  <a:pt x="927142" y="172244"/>
                </a:cubicBezTo>
                <a:cubicBezTo>
                  <a:pt x="916716" y="181994"/>
                  <a:pt x="903115" y="186869"/>
                  <a:pt x="886340" y="186869"/>
                </a:cubicBezTo>
                <a:cubicBezTo>
                  <a:pt x="873441" y="186869"/>
                  <a:pt x="862547" y="183965"/>
                  <a:pt x="853658" y="178159"/>
                </a:cubicBezTo>
                <a:cubicBezTo>
                  <a:pt x="848645" y="174822"/>
                  <a:pt x="846139" y="171350"/>
                  <a:pt x="846139" y="167746"/>
                </a:cubicBezTo>
                <a:cubicBezTo>
                  <a:pt x="846139" y="166146"/>
                  <a:pt x="846506" y="164545"/>
                  <a:pt x="847242" y="162943"/>
                </a:cubicBezTo>
                <a:cubicBezTo>
                  <a:pt x="848378" y="160472"/>
                  <a:pt x="850717" y="157034"/>
                  <a:pt x="854259" y="152630"/>
                </a:cubicBezTo>
                <a:cubicBezTo>
                  <a:pt x="854727" y="152030"/>
                  <a:pt x="858136" y="148426"/>
                  <a:pt x="864485" y="141818"/>
                </a:cubicBezTo>
                <a:cubicBezTo>
                  <a:pt x="861009" y="139744"/>
                  <a:pt x="858553" y="137887"/>
                  <a:pt x="857116" y="136248"/>
                </a:cubicBezTo>
                <a:cubicBezTo>
                  <a:pt x="855679" y="134608"/>
                  <a:pt x="854961" y="132752"/>
                  <a:pt x="854961" y="130678"/>
                </a:cubicBezTo>
                <a:cubicBezTo>
                  <a:pt x="854961" y="128334"/>
                  <a:pt x="855913" y="125590"/>
                  <a:pt x="857818" y="122445"/>
                </a:cubicBezTo>
                <a:cubicBezTo>
                  <a:pt x="859723" y="119299"/>
                  <a:pt x="864117" y="114849"/>
                  <a:pt x="871001" y="109095"/>
                </a:cubicBezTo>
                <a:moveTo>
                  <a:pt x="888445" y="53133"/>
                </a:moveTo>
                <a:cubicBezTo>
                  <a:pt x="883499" y="53133"/>
                  <a:pt x="879355" y="55094"/>
                  <a:pt x="876014" y="59017"/>
                </a:cubicBezTo>
                <a:cubicBezTo>
                  <a:pt x="872672" y="62937"/>
                  <a:pt x="871001" y="68952"/>
                  <a:pt x="871001" y="77062"/>
                </a:cubicBezTo>
                <a:cubicBezTo>
                  <a:pt x="871001" y="87565"/>
                  <a:pt x="873274" y="95708"/>
                  <a:pt x="877818" y="101489"/>
                </a:cubicBezTo>
                <a:cubicBezTo>
                  <a:pt x="881294" y="105877"/>
                  <a:pt x="885705" y="108071"/>
                  <a:pt x="891051" y="108071"/>
                </a:cubicBezTo>
                <a:cubicBezTo>
                  <a:pt x="896131" y="108071"/>
                  <a:pt x="900308" y="106177"/>
                  <a:pt x="903583" y="102388"/>
                </a:cubicBezTo>
                <a:cubicBezTo>
                  <a:pt x="906858" y="98599"/>
                  <a:pt x="908495" y="92650"/>
                  <a:pt x="908495" y="84540"/>
                </a:cubicBezTo>
                <a:cubicBezTo>
                  <a:pt x="908495" y="73972"/>
                  <a:pt x="906189" y="65696"/>
                  <a:pt x="901578" y="59712"/>
                </a:cubicBezTo>
                <a:cubicBezTo>
                  <a:pt x="898169" y="55326"/>
                  <a:pt x="893792" y="53133"/>
                  <a:pt x="888445" y="53133"/>
                </a:cubicBezTo>
                <a:moveTo>
                  <a:pt x="869999" y="142617"/>
                </a:moveTo>
                <a:cubicBezTo>
                  <a:pt x="866857" y="146019"/>
                  <a:pt x="864485" y="149188"/>
                  <a:pt x="862881" y="152122"/>
                </a:cubicBezTo>
                <a:cubicBezTo>
                  <a:pt x="861277" y="155059"/>
                  <a:pt x="860475" y="157761"/>
                  <a:pt x="860475" y="160230"/>
                </a:cubicBezTo>
                <a:cubicBezTo>
                  <a:pt x="860475" y="163432"/>
                  <a:pt x="862413" y="166233"/>
                  <a:pt x="866289" y="168635"/>
                </a:cubicBezTo>
                <a:cubicBezTo>
                  <a:pt x="872973" y="172771"/>
                  <a:pt x="882630" y="174838"/>
                  <a:pt x="895262" y="174838"/>
                </a:cubicBezTo>
                <a:cubicBezTo>
                  <a:pt x="907292" y="174838"/>
                  <a:pt x="916164" y="172720"/>
                  <a:pt x="921879" y="168482"/>
                </a:cubicBezTo>
                <a:cubicBezTo>
                  <a:pt x="927593" y="164246"/>
                  <a:pt x="930450" y="159728"/>
                  <a:pt x="930450" y="154926"/>
                </a:cubicBezTo>
                <a:cubicBezTo>
                  <a:pt x="930450" y="151457"/>
                  <a:pt x="928746" y="148988"/>
                  <a:pt x="925337" y="147520"/>
                </a:cubicBezTo>
                <a:cubicBezTo>
                  <a:pt x="921862" y="146052"/>
                  <a:pt x="914978" y="145185"/>
                  <a:pt x="904686" y="144920"/>
                </a:cubicBezTo>
                <a:cubicBezTo>
                  <a:pt x="889648" y="144519"/>
                  <a:pt x="878086" y="143751"/>
                  <a:pt x="869999" y="1426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631290e194433"/>
          <a:stretch xmlns:a="http://schemas.openxmlformats.org/drawingml/2006/main"/>
        </p:blipFill>
        <p:spPr>
          <a:xfrm xmlns:a="http://schemas.openxmlformats.org/drawingml/2006/main">
            <a:off x="720084" y="2574763"/>
            <a:ext cx="292107" cy="292107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acd4836cb40dc"/>
          <a:stretch xmlns:a="http://schemas.openxmlformats.org/drawingml/2006/main"/>
        </p:blipFill>
        <p:spPr>
          <a:xfrm xmlns:a="http://schemas.openxmlformats.org/drawingml/2006/main">
            <a:off x="98497" y="2584096"/>
            <a:ext cx="270728" cy="272509"/>
          </a:xfrm>
          <a:prstGeom xmlns:a="http://schemas.openxmlformats.org/drawingml/2006/main" prst="rect">
            <a:avLst/>
          </a:prstGeom>
        </p:spPr>
      </p:pic>
      <p:sp>
        <p:nvSpPr>
          <p:cNvPr id="27" name="Text Open-sourcedor3">
            <a:extLst xmlns:a="http://schemas.openxmlformats.org/drawingml/2006/main">
              <a:ext uri="{FF2B5EF4-FFF2-40B4-BE49-F238E27FC236}">
                <a16:creationId xmlns:a16="http://schemas.microsoft.com/office/drawing/2014/main" id="{B77E6595-8110-469C-9140-1299583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846" y="3687426"/>
            <a:ext cx="1502747" cy="186468"/>
          </a:xfrm>
          <a:custGeom xmlns:a="http://schemas.openxmlformats.org/drawingml/2006/main">
            <a:pathLst>
              <a:path w="1502747" h="186468">
                <a:moveTo>
                  <a:pt x="67870" y="3609"/>
                </a:moveTo>
                <a:cubicBezTo>
                  <a:pt x="85514" y="3609"/>
                  <a:pt x="100803" y="10300"/>
                  <a:pt x="113735" y="23681"/>
                </a:cubicBezTo>
                <a:cubicBezTo>
                  <a:pt x="126668" y="37063"/>
                  <a:pt x="133134" y="53764"/>
                  <a:pt x="133134" y="73785"/>
                </a:cubicBezTo>
                <a:cubicBezTo>
                  <a:pt x="133134" y="94408"/>
                  <a:pt x="126617" y="111527"/>
                  <a:pt x="113585" y="125142"/>
                </a:cubicBezTo>
                <a:cubicBezTo>
                  <a:pt x="100552" y="138757"/>
                  <a:pt x="84779" y="145565"/>
                  <a:pt x="66266" y="145565"/>
                </a:cubicBezTo>
                <a:cubicBezTo>
                  <a:pt x="47553" y="145565"/>
                  <a:pt x="31830" y="138924"/>
                  <a:pt x="19098" y="125643"/>
                </a:cubicBezTo>
                <a:cubicBezTo>
                  <a:pt x="6366" y="112362"/>
                  <a:pt x="0" y="95176"/>
                  <a:pt x="0" y="74086"/>
                </a:cubicBezTo>
                <a:cubicBezTo>
                  <a:pt x="0" y="52530"/>
                  <a:pt x="7352" y="34944"/>
                  <a:pt x="22055" y="21328"/>
                </a:cubicBezTo>
                <a:cubicBezTo>
                  <a:pt x="34821" y="9516"/>
                  <a:pt x="50092" y="3609"/>
                  <a:pt x="67870" y="3609"/>
                </a:cubicBezTo>
                <a:moveTo>
                  <a:pt x="65965" y="11028"/>
                </a:moveTo>
                <a:cubicBezTo>
                  <a:pt x="53802" y="11028"/>
                  <a:pt x="44044" y="15532"/>
                  <a:pt x="36692" y="24540"/>
                </a:cubicBezTo>
                <a:cubicBezTo>
                  <a:pt x="27536" y="35751"/>
                  <a:pt x="22958" y="52167"/>
                  <a:pt x="22958" y="73788"/>
                </a:cubicBezTo>
                <a:cubicBezTo>
                  <a:pt x="22958" y="95942"/>
                  <a:pt x="27703" y="112991"/>
                  <a:pt x="37193" y="124935"/>
                </a:cubicBezTo>
                <a:cubicBezTo>
                  <a:pt x="44478" y="134010"/>
                  <a:pt x="54102" y="138547"/>
                  <a:pt x="66066" y="138547"/>
                </a:cubicBezTo>
                <a:cubicBezTo>
                  <a:pt x="78831" y="138547"/>
                  <a:pt x="89374" y="133577"/>
                  <a:pt x="97695" y="123635"/>
                </a:cubicBezTo>
                <a:cubicBezTo>
                  <a:pt x="106016" y="113691"/>
                  <a:pt x="110176" y="98009"/>
                  <a:pt x="110176" y="76589"/>
                </a:cubicBezTo>
                <a:cubicBezTo>
                  <a:pt x="110176" y="53368"/>
                  <a:pt x="105598" y="36052"/>
                  <a:pt x="96442" y="24640"/>
                </a:cubicBezTo>
                <a:cubicBezTo>
                  <a:pt x="89090" y="15565"/>
                  <a:pt x="78931" y="11028"/>
                  <a:pt x="65965" y="11028"/>
                </a:cubicBezTo>
                <a:close/>
                <a:moveTo>
                  <a:pt x="140695" y="59759"/>
                </a:moveTo>
                <a:lnTo>
                  <a:pt x="168966" y="48321"/>
                </a:lnTo>
                <a:lnTo>
                  <a:pt x="172776" y="48321"/>
                </a:lnTo>
                <a:lnTo>
                  <a:pt x="172776" y="69775"/>
                </a:lnTo>
                <a:cubicBezTo>
                  <a:pt x="177521" y="61688"/>
                  <a:pt x="182283" y="56057"/>
                  <a:pt x="187062" y="52883"/>
                </a:cubicBezTo>
                <a:cubicBezTo>
                  <a:pt x="191840" y="49708"/>
                  <a:pt x="196870" y="48121"/>
                  <a:pt x="202149" y="48121"/>
                </a:cubicBezTo>
                <a:cubicBezTo>
                  <a:pt x="211373" y="48121"/>
                  <a:pt x="219058" y="51726"/>
                  <a:pt x="225207" y="58935"/>
                </a:cubicBezTo>
                <a:cubicBezTo>
                  <a:pt x="232760" y="67749"/>
                  <a:pt x="236536" y="79233"/>
                  <a:pt x="236536" y="93387"/>
                </a:cubicBezTo>
                <a:cubicBezTo>
                  <a:pt x="236536" y="109210"/>
                  <a:pt x="231991" y="122296"/>
                  <a:pt x="222901" y="132645"/>
                </a:cubicBezTo>
                <a:cubicBezTo>
                  <a:pt x="215416" y="141125"/>
                  <a:pt x="205992" y="145364"/>
                  <a:pt x="194631" y="145364"/>
                </a:cubicBezTo>
                <a:cubicBezTo>
                  <a:pt x="189685" y="145364"/>
                  <a:pt x="185407" y="144663"/>
                  <a:pt x="181798" y="143259"/>
                </a:cubicBezTo>
                <a:cubicBezTo>
                  <a:pt x="179125" y="142257"/>
                  <a:pt x="176117" y="140252"/>
                  <a:pt x="172776" y="137244"/>
                </a:cubicBezTo>
                <a:lnTo>
                  <a:pt x="172776" y="165214"/>
                </a:lnTo>
                <a:cubicBezTo>
                  <a:pt x="172776" y="171497"/>
                  <a:pt x="173160" y="175490"/>
                  <a:pt x="173929" y="177194"/>
                </a:cubicBezTo>
                <a:cubicBezTo>
                  <a:pt x="174697" y="178899"/>
                  <a:pt x="176034" y="180252"/>
                  <a:pt x="177939" y="181254"/>
                </a:cubicBezTo>
                <a:cubicBezTo>
                  <a:pt x="179843" y="182257"/>
                  <a:pt x="183302" y="182758"/>
                  <a:pt x="188315" y="182758"/>
                </a:cubicBezTo>
                <a:lnTo>
                  <a:pt x="188315" y="186468"/>
                </a:lnTo>
                <a:lnTo>
                  <a:pt x="140194" y="186468"/>
                </a:lnTo>
                <a:lnTo>
                  <a:pt x="140194" y="182758"/>
                </a:lnTo>
                <a:lnTo>
                  <a:pt x="142700" y="182758"/>
                </a:lnTo>
                <a:cubicBezTo>
                  <a:pt x="146376" y="182825"/>
                  <a:pt x="149517" y="182122"/>
                  <a:pt x="152124" y="180650"/>
                </a:cubicBezTo>
                <a:cubicBezTo>
                  <a:pt x="153394" y="179915"/>
                  <a:pt x="154380" y="178727"/>
                  <a:pt x="155081" y="177088"/>
                </a:cubicBezTo>
                <a:cubicBezTo>
                  <a:pt x="155783" y="175450"/>
                  <a:pt x="156134" y="171288"/>
                  <a:pt x="156134" y="164600"/>
                </a:cubicBezTo>
                <a:lnTo>
                  <a:pt x="156134" y="77717"/>
                </a:lnTo>
                <a:cubicBezTo>
                  <a:pt x="156134" y="71764"/>
                  <a:pt x="155867" y="67986"/>
                  <a:pt x="155332" y="66382"/>
                </a:cubicBezTo>
                <a:cubicBezTo>
                  <a:pt x="154797" y="64776"/>
                  <a:pt x="153945" y="63572"/>
                  <a:pt x="152776" y="62770"/>
                </a:cubicBezTo>
                <a:cubicBezTo>
                  <a:pt x="151606" y="61966"/>
                  <a:pt x="150019" y="61564"/>
                  <a:pt x="148014" y="61564"/>
                </a:cubicBezTo>
                <a:cubicBezTo>
                  <a:pt x="146410" y="61564"/>
                  <a:pt x="144371" y="62032"/>
                  <a:pt x="141898" y="62967"/>
                </a:cubicBezTo>
                <a:lnTo>
                  <a:pt x="140695" y="59759"/>
                </a:lnTo>
                <a:moveTo>
                  <a:pt x="172776" y="75871"/>
                </a:moveTo>
                <a:lnTo>
                  <a:pt x="172776" y="110114"/>
                </a:lnTo>
                <a:cubicBezTo>
                  <a:pt x="172776" y="117524"/>
                  <a:pt x="173077" y="122396"/>
                  <a:pt x="173678" y="124732"/>
                </a:cubicBezTo>
                <a:cubicBezTo>
                  <a:pt x="174614" y="128604"/>
                  <a:pt x="176903" y="132008"/>
                  <a:pt x="180545" y="134945"/>
                </a:cubicBezTo>
                <a:cubicBezTo>
                  <a:pt x="184188" y="137881"/>
                  <a:pt x="188783" y="139349"/>
                  <a:pt x="194330" y="139349"/>
                </a:cubicBezTo>
                <a:cubicBezTo>
                  <a:pt x="201013" y="139349"/>
                  <a:pt x="206427" y="136746"/>
                  <a:pt x="210571" y="131539"/>
                </a:cubicBezTo>
                <a:cubicBezTo>
                  <a:pt x="215984" y="124733"/>
                  <a:pt x="218691" y="115154"/>
                  <a:pt x="218691" y="102805"/>
                </a:cubicBezTo>
                <a:cubicBezTo>
                  <a:pt x="218691" y="88788"/>
                  <a:pt x="215617" y="78009"/>
                  <a:pt x="209468" y="70467"/>
                </a:cubicBezTo>
                <a:cubicBezTo>
                  <a:pt x="205190" y="65261"/>
                  <a:pt x="200111" y="62657"/>
                  <a:pt x="194230" y="62657"/>
                </a:cubicBezTo>
                <a:cubicBezTo>
                  <a:pt x="191022" y="62657"/>
                  <a:pt x="187847" y="63458"/>
                  <a:pt x="184706" y="65060"/>
                </a:cubicBezTo>
                <a:cubicBezTo>
                  <a:pt x="182300" y="66261"/>
                  <a:pt x="178323" y="69865"/>
                  <a:pt x="172776" y="75871"/>
                </a:cubicBezTo>
                <a:close/>
                <a:moveTo>
                  <a:pt x="265408" y="85414"/>
                </a:moveTo>
                <a:cubicBezTo>
                  <a:pt x="265341" y="99017"/>
                  <a:pt x="268650" y="109686"/>
                  <a:pt x="275333" y="117423"/>
                </a:cubicBezTo>
                <a:cubicBezTo>
                  <a:pt x="282016" y="125157"/>
                  <a:pt x="289869" y="129024"/>
                  <a:pt x="298892" y="129024"/>
                </a:cubicBezTo>
                <a:cubicBezTo>
                  <a:pt x="304907" y="129024"/>
                  <a:pt x="310137" y="127369"/>
                  <a:pt x="314581" y="124061"/>
                </a:cubicBezTo>
                <a:cubicBezTo>
                  <a:pt x="319026" y="120753"/>
                  <a:pt x="322752" y="115089"/>
                  <a:pt x="325759" y="107068"/>
                </a:cubicBezTo>
                <a:lnTo>
                  <a:pt x="328867" y="109073"/>
                </a:lnTo>
                <a:cubicBezTo>
                  <a:pt x="327464" y="118230"/>
                  <a:pt x="323387" y="126567"/>
                  <a:pt x="316636" y="134086"/>
                </a:cubicBezTo>
                <a:cubicBezTo>
                  <a:pt x="309886" y="141605"/>
                  <a:pt x="301432" y="145364"/>
                  <a:pt x="291273" y="145364"/>
                </a:cubicBezTo>
                <a:cubicBezTo>
                  <a:pt x="280245" y="145364"/>
                  <a:pt x="270805" y="141080"/>
                  <a:pt x="262952" y="132510"/>
                </a:cubicBezTo>
                <a:cubicBezTo>
                  <a:pt x="255099" y="123939"/>
                  <a:pt x="251172" y="112416"/>
                  <a:pt x="251172" y="97942"/>
                </a:cubicBezTo>
                <a:cubicBezTo>
                  <a:pt x="251172" y="82270"/>
                  <a:pt x="255199" y="70049"/>
                  <a:pt x="263253" y="61279"/>
                </a:cubicBezTo>
                <a:cubicBezTo>
                  <a:pt x="271306" y="52507"/>
                  <a:pt x="281415" y="48121"/>
                  <a:pt x="293579" y="48121"/>
                </a:cubicBezTo>
                <a:cubicBezTo>
                  <a:pt x="303871" y="48121"/>
                  <a:pt x="312326" y="51504"/>
                  <a:pt x="318942" y="58271"/>
                </a:cubicBezTo>
                <a:cubicBezTo>
                  <a:pt x="325559" y="65036"/>
                  <a:pt x="328867" y="74084"/>
                  <a:pt x="328867" y="85414"/>
                </a:cubicBezTo>
                <a:lnTo>
                  <a:pt x="265408" y="85414"/>
                </a:lnTo>
                <a:moveTo>
                  <a:pt x="265408" y="79600"/>
                </a:moveTo>
                <a:lnTo>
                  <a:pt x="307915" y="79600"/>
                </a:lnTo>
                <a:cubicBezTo>
                  <a:pt x="307580" y="73718"/>
                  <a:pt x="306879" y="69574"/>
                  <a:pt x="305809" y="67168"/>
                </a:cubicBezTo>
                <a:cubicBezTo>
                  <a:pt x="304138" y="63426"/>
                  <a:pt x="301649" y="60485"/>
                  <a:pt x="298341" y="58346"/>
                </a:cubicBezTo>
                <a:cubicBezTo>
                  <a:pt x="295032" y="56208"/>
                  <a:pt x="291574" y="55138"/>
                  <a:pt x="287965" y="55138"/>
                </a:cubicBezTo>
                <a:cubicBezTo>
                  <a:pt x="282417" y="55138"/>
                  <a:pt x="277455" y="57294"/>
                  <a:pt x="273077" y="61604"/>
                </a:cubicBezTo>
                <a:cubicBezTo>
                  <a:pt x="268700" y="65915"/>
                  <a:pt x="266143" y="71914"/>
                  <a:pt x="265408" y="79600"/>
                </a:cubicBezTo>
                <a:close/>
                <a:moveTo>
                  <a:pt x="367630" y="67569"/>
                </a:moveTo>
                <a:cubicBezTo>
                  <a:pt x="378390" y="54604"/>
                  <a:pt x="388649" y="48121"/>
                  <a:pt x="398407" y="48121"/>
                </a:cubicBezTo>
                <a:cubicBezTo>
                  <a:pt x="403419" y="48121"/>
                  <a:pt x="407730" y="49372"/>
                  <a:pt x="411339" y="51874"/>
                </a:cubicBezTo>
                <a:cubicBezTo>
                  <a:pt x="414948" y="54374"/>
                  <a:pt x="417822" y="58491"/>
                  <a:pt x="419961" y="64227"/>
                </a:cubicBezTo>
                <a:cubicBezTo>
                  <a:pt x="421431" y="68226"/>
                  <a:pt x="422166" y="74361"/>
                  <a:pt x="422166" y="82632"/>
                </a:cubicBezTo>
                <a:lnTo>
                  <a:pt x="422166" y="121743"/>
                </a:lnTo>
                <a:cubicBezTo>
                  <a:pt x="422166" y="127545"/>
                  <a:pt x="422634" y="131480"/>
                  <a:pt x="423570" y="133547"/>
                </a:cubicBezTo>
                <a:cubicBezTo>
                  <a:pt x="424305" y="135214"/>
                  <a:pt x="425491" y="136514"/>
                  <a:pt x="427129" y="137448"/>
                </a:cubicBezTo>
                <a:cubicBezTo>
                  <a:pt x="428766" y="138381"/>
                  <a:pt x="431790" y="138848"/>
                  <a:pt x="436201" y="138848"/>
                </a:cubicBezTo>
                <a:lnTo>
                  <a:pt x="436201" y="142557"/>
                </a:lnTo>
                <a:lnTo>
                  <a:pt x="390788" y="142557"/>
                </a:lnTo>
                <a:lnTo>
                  <a:pt x="390788" y="138848"/>
                </a:lnTo>
                <a:lnTo>
                  <a:pt x="392692" y="138848"/>
                </a:lnTo>
                <a:cubicBezTo>
                  <a:pt x="396970" y="138848"/>
                  <a:pt x="399961" y="138200"/>
                  <a:pt x="401665" y="136903"/>
                </a:cubicBezTo>
                <a:cubicBezTo>
                  <a:pt x="403369" y="135606"/>
                  <a:pt x="404555" y="133695"/>
                  <a:pt x="405224" y="131170"/>
                </a:cubicBezTo>
                <a:cubicBezTo>
                  <a:pt x="405491" y="130171"/>
                  <a:pt x="405625" y="127046"/>
                  <a:pt x="405625" y="121793"/>
                </a:cubicBezTo>
                <a:lnTo>
                  <a:pt x="405625" y="84390"/>
                </a:lnTo>
                <a:cubicBezTo>
                  <a:pt x="405625" y="76079"/>
                  <a:pt x="404539" y="70045"/>
                  <a:pt x="402367" y="66288"/>
                </a:cubicBezTo>
                <a:cubicBezTo>
                  <a:pt x="400195" y="62531"/>
                  <a:pt x="396535" y="60652"/>
                  <a:pt x="391389" y="60652"/>
                </a:cubicBezTo>
                <a:cubicBezTo>
                  <a:pt x="383436" y="60652"/>
                  <a:pt x="375516" y="64974"/>
                  <a:pt x="367630" y="73619"/>
                </a:cubicBezTo>
                <a:lnTo>
                  <a:pt x="367630" y="121793"/>
                </a:lnTo>
                <a:cubicBezTo>
                  <a:pt x="367630" y="127977"/>
                  <a:pt x="367997" y="131800"/>
                  <a:pt x="368732" y="133262"/>
                </a:cubicBezTo>
                <a:cubicBezTo>
                  <a:pt x="369668" y="135190"/>
                  <a:pt x="370955" y="136603"/>
                  <a:pt x="372592" y="137501"/>
                </a:cubicBezTo>
                <a:cubicBezTo>
                  <a:pt x="374229" y="138399"/>
                  <a:pt x="377554" y="138848"/>
                  <a:pt x="382567" y="138848"/>
                </a:cubicBezTo>
                <a:lnTo>
                  <a:pt x="382567" y="142557"/>
                </a:lnTo>
                <a:lnTo>
                  <a:pt x="337153" y="142557"/>
                </a:lnTo>
                <a:lnTo>
                  <a:pt x="337153" y="138848"/>
                </a:lnTo>
                <a:lnTo>
                  <a:pt x="339158" y="138848"/>
                </a:lnTo>
                <a:cubicBezTo>
                  <a:pt x="343837" y="138848"/>
                  <a:pt x="346994" y="137665"/>
                  <a:pt x="348632" y="135299"/>
                </a:cubicBezTo>
                <a:cubicBezTo>
                  <a:pt x="350269" y="132930"/>
                  <a:pt x="351088" y="128412"/>
                  <a:pt x="351088" y="121743"/>
                </a:cubicBezTo>
                <a:lnTo>
                  <a:pt x="351088" y="87732"/>
                </a:lnTo>
                <a:cubicBezTo>
                  <a:pt x="351088" y="76730"/>
                  <a:pt x="350837" y="70029"/>
                  <a:pt x="350336" y="67629"/>
                </a:cubicBezTo>
                <a:cubicBezTo>
                  <a:pt x="349835" y="65227"/>
                  <a:pt x="349066" y="63593"/>
                  <a:pt x="348030" y="62726"/>
                </a:cubicBezTo>
                <a:cubicBezTo>
                  <a:pt x="346994" y="61859"/>
                  <a:pt x="345608" y="61426"/>
                  <a:pt x="343870" y="61426"/>
                </a:cubicBezTo>
                <a:cubicBezTo>
                  <a:pt x="341999" y="61426"/>
                  <a:pt x="339760" y="61926"/>
                  <a:pt x="337153" y="62927"/>
                </a:cubicBezTo>
                <a:lnTo>
                  <a:pt x="335649" y="59324"/>
                </a:lnTo>
                <a:lnTo>
                  <a:pt x="363319" y="48121"/>
                </a:lnTo>
                <a:lnTo>
                  <a:pt x="367630" y="48121"/>
                </a:lnTo>
                <a:lnTo>
                  <a:pt x="367630" y="67569"/>
                </a:lnTo>
                <a:close/>
                <a:moveTo>
                  <a:pt x="445417" y="88823"/>
                </a:moveTo>
                <a:lnTo>
                  <a:pt x="497247" y="88823"/>
                </a:lnTo>
                <a:lnTo>
                  <a:pt x="497247" y="103961"/>
                </a:lnTo>
                <a:lnTo>
                  <a:pt x="445417" y="103961"/>
                </a:lnTo>
                <a:lnTo>
                  <a:pt x="445417" y="88823"/>
                </a:lnTo>
                <a:close/>
                <a:moveTo>
                  <a:pt x="571299" y="48121"/>
                </a:moveTo>
                <a:lnTo>
                  <a:pt x="571299" y="79199"/>
                </a:lnTo>
                <a:lnTo>
                  <a:pt x="567991" y="79199"/>
                </a:lnTo>
                <a:cubicBezTo>
                  <a:pt x="565451" y="69451"/>
                  <a:pt x="562193" y="62821"/>
                  <a:pt x="558216" y="59308"/>
                </a:cubicBezTo>
                <a:cubicBezTo>
                  <a:pt x="554240" y="55793"/>
                  <a:pt x="549177" y="54035"/>
                  <a:pt x="543028" y="54035"/>
                </a:cubicBezTo>
                <a:cubicBezTo>
                  <a:pt x="538350" y="54035"/>
                  <a:pt x="534574" y="55271"/>
                  <a:pt x="531700" y="57742"/>
                </a:cubicBezTo>
                <a:cubicBezTo>
                  <a:pt x="528826" y="60210"/>
                  <a:pt x="527389" y="62947"/>
                  <a:pt x="527389" y="65953"/>
                </a:cubicBezTo>
                <a:cubicBezTo>
                  <a:pt x="527389" y="69691"/>
                  <a:pt x="528458" y="72895"/>
                  <a:pt x="530597" y="75564"/>
                </a:cubicBezTo>
                <a:cubicBezTo>
                  <a:pt x="532669" y="78303"/>
                  <a:pt x="536880" y="81207"/>
                  <a:pt x="543229" y="84277"/>
                </a:cubicBezTo>
                <a:lnTo>
                  <a:pt x="557865" y="91389"/>
                </a:lnTo>
                <a:cubicBezTo>
                  <a:pt x="571433" y="97997"/>
                  <a:pt x="578216" y="106709"/>
                  <a:pt x="578216" y="117526"/>
                </a:cubicBezTo>
                <a:cubicBezTo>
                  <a:pt x="578216" y="125870"/>
                  <a:pt x="575059" y="132596"/>
                  <a:pt x="568743" y="137705"/>
                </a:cubicBezTo>
                <a:cubicBezTo>
                  <a:pt x="562427" y="142811"/>
                  <a:pt x="555359" y="145364"/>
                  <a:pt x="547540" y="145364"/>
                </a:cubicBezTo>
                <a:cubicBezTo>
                  <a:pt x="541925" y="145364"/>
                  <a:pt x="535509" y="144362"/>
                  <a:pt x="528291" y="142357"/>
                </a:cubicBezTo>
                <a:cubicBezTo>
                  <a:pt x="526086" y="141689"/>
                  <a:pt x="524281" y="141354"/>
                  <a:pt x="522878" y="141354"/>
                </a:cubicBezTo>
                <a:cubicBezTo>
                  <a:pt x="521341" y="141354"/>
                  <a:pt x="520138" y="142223"/>
                  <a:pt x="519269" y="143961"/>
                </a:cubicBezTo>
                <a:lnTo>
                  <a:pt x="515960" y="143961"/>
                </a:lnTo>
                <a:lnTo>
                  <a:pt x="515960" y="111079"/>
                </a:lnTo>
                <a:lnTo>
                  <a:pt x="519269" y="111079"/>
                </a:lnTo>
                <a:cubicBezTo>
                  <a:pt x="521140" y="120469"/>
                  <a:pt x="524716" y="127545"/>
                  <a:pt x="529996" y="132307"/>
                </a:cubicBezTo>
                <a:cubicBezTo>
                  <a:pt x="535275" y="137069"/>
                  <a:pt x="541190" y="139450"/>
                  <a:pt x="547740" y="139450"/>
                </a:cubicBezTo>
                <a:cubicBezTo>
                  <a:pt x="552352" y="139450"/>
                  <a:pt x="556111" y="138098"/>
                  <a:pt x="559018" y="135396"/>
                </a:cubicBezTo>
                <a:cubicBezTo>
                  <a:pt x="561926" y="132691"/>
                  <a:pt x="563379" y="129436"/>
                  <a:pt x="563379" y="125631"/>
                </a:cubicBezTo>
                <a:cubicBezTo>
                  <a:pt x="563379" y="121023"/>
                  <a:pt x="561759" y="117151"/>
                  <a:pt x="558517" y="114014"/>
                </a:cubicBezTo>
                <a:cubicBezTo>
                  <a:pt x="555276" y="110877"/>
                  <a:pt x="548809" y="106906"/>
                  <a:pt x="539118" y="102100"/>
                </a:cubicBezTo>
                <a:cubicBezTo>
                  <a:pt x="529427" y="97292"/>
                  <a:pt x="523078" y="92952"/>
                  <a:pt x="520071" y="89080"/>
                </a:cubicBezTo>
                <a:cubicBezTo>
                  <a:pt x="517063" y="85274"/>
                  <a:pt x="515559" y="80467"/>
                  <a:pt x="515559" y="74659"/>
                </a:cubicBezTo>
                <a:cubicBezTo>
                  <a:pt x="515559" y="67115"/>
                  <a:pt x="518149" y="60807"/>
                  <a:pt x="523329" y="55733"/>
                </a:cubicBezTo>
                <a:cubicBezTo>
                  <a:pt x="528509" y="50658"/>
                  <a:pt x="535209" y="48121"/>
                  <a:pt x="543429" y="48121"/>
                </a:cubicBezTo>
                <a:cubicBezTo>
                  <a:pt x="547038" y="48121"/>
                  <a:pt x="551416" y="48889"/>
                  <a:pt x="556562" y="50426"/>
                </a:cubicBezTo>
                <a:cubicBezTo>
                  <a:pt x="559971" y="51429"/>
                  <a:pt x="562243" y="51930"/>
                  <a:pt x="563379" y="51930"/>
                </a:cubicBezTo>
                <a:cubicBezTo>
                  <a:pt x="564449" y="51930"/>
                  <a:pt x="565284" y="51696"/>
                  <a:pt x="565886" y="51228"/>
                </a:cubicBezTo>
                <a:cubicBezTo>
                  <a:pt x="566487" y="50761"/>
                  <a:pt x="567189" y="49725"/>
                  <a:pt x="567991" y="48121"/>
                </a:cubicBezTo>
                <a:lnTo>
                  <a:pt x="571299" y="48121"/>
                </a:lnTo>
                <a:close/>
                <a:moveTo>
                  <a:pt x="636525" y="48121"/>
                </a:moveTo>
                <a:cubicBezTo>
                  <a:pt x="650426" y="48121"/>
                  <a:pt x="661588" y="53395"/>
                  <a:pt x="670009" y="63945"/>
                </a:cubicBezTo>
                <a:cubicBezTo>
                  <a:pt x="677160" y="72957"/>
                  <a:pt x="680736" y="83306"/>
                  <a:pt x="680736" y="94991"/>
                </a:cubicBezTo>
                <a:cubicBezTo>
                  <a:pt x="680736" y="103204"/>
                  <a:pt x="678764" y="111516"/>
                  <a:pt x="674821" y="119929"/>
                </a:cubicBezTo>
                <a:cubicBezTo>
                  <a:pt x="670878" y="128340"/>
                  <a:pt x="665447" y="134681"/>
                  <a:pt x="658530" y="138955"/>
                </a:cubicBezTo>
                <a:cubicBezTo>
                  <a:pt x="651613" y="143228"/>
                  <a:pt x="643910" y="145364"/>
                  <a:pt x="635422" y="145364"/>
                </a:cubicBezTo>
                <a:cubicBezTo>
                  <a:pt x="621587" y="145364"/>
                  <a:pt x="610593" y="139856"/>
                  <a:pt x="602439" y="128839"/>
                </a:cubicBezTo>
                <a:cubicBezTo>
                  <a:pt x="595556" y="119559"/>
                  <a:pt x="592114" y="109145"/>
                  <a:pt x="592114" y="97595"/>
                </a:cubicBezTo>
                <a:cubicBezTo>
                  <a:pt x="592114" y="89182"/>
                  <a:pt x="594202" y="80819"/>
                  <a:pt x="598379" y="72507"/>
                </a:cubicBezTo>
                <a:cubicBezTo>
                  <a:pt x="602556" y="64194"/>
                  <a:pt x="608054" y="58052"/>
                  <a:pt x="614871" y="54079"/>
                </a:cubicBezTo>
                <a:cubicBezTo>
                  <a:pt x="621688" y="50107"/>
                  <a:pt x="628906" y="48121"/>
                  <a:pt x="636525" y="48121"/>
                </a:cubicBezTo>
                <a:moveTo>
                  <a:pt x="633417" y="54737"/>
                </a:moveTo>
                <a:cubicBezTo>
                  <a:pt x="629875" y="54737"/>
                  <a:pt x="626316" y="55789"/>
                  <a:pt x="622740" y="57892"/>
                </a:cubicBezTo>
                <a:cubicBezTo>
                  <a:pt x="619165" y="59995"/>
                  <a:pt x="616274" y="63684"/>
                  <a:pt x="614069" y="68957"/>
                </a:cubicBezTo>
                <a:cubicBezTo>
                  <a:pt x="611863" y="74231"/>
                  <a:pt x="610760" y="81006"/>
                  <a:pt x="610760" y="89283"/>
                </a:cubicBezTo>
                <a:cubicBezTo>
                  <a:pt x="610760" y="102633"/>
                  <a:pt x="613417" y="114149"/>
                  <a:pt x="618730" y="123829"/>
                </a:cubicBezTo>
                <a:cubicBezTo>
                  <a:pt x="624044" y="133508"/>
                  <a:pt x="631045" y="138347"/>
                  <a:pt x="639733" y="138347"/>
                </a:cubicBezTo>
                <a:cubicBezTo>
                  <a:pt x="646216" y="138347"/>
                  <a:pt x="651563" y="135677"/>
                  <a:pt x="655773" y="130336"/>
                </a:cubicBezTo>
                <a:cubicBezTo>
                  <a:pt x="659984" y="124996"/>
                  <a:pt x="662089" y="115817"/>
                  <a:pt x="662089" y="102802"/>
                </a:cubicBezTo>
                <a:cubicBezTo>
                  <a:pt x="662089" y="86513"/>
                  <a:pt x="658580" y="73695"/>
                  <a:pt x="651563" y="64349"/>
                </a:cubicBezTo>
                <a:cubicBezTo>
                  <a:pt x="646817" y="57941"/>
                  <a:pt x="640769" y="54737"/>
                  <a:pt x="633417" y="54737"/>
                </a:cubicBezTo>
                <a:close/>
                <a:moveTo>
                  <a:pt x="774772" y="50727"/>
                </a:moveTo>
                <a:lnTo>
                  <a:pt x="774772" y="106367"/>
                </a:lnTo>
                <a:cubicBezTo>
                  <a:pt x="774772" y="116993"/>
                  <a:pt x="775022" y="123493"/>
                  <a:pt x="775523" y="125866"/>
                </a:cubicBezTo>
                <a:cubicBezTo>
                  <a:pt x="776025" y="128238"/>
                  <a:pt x="776827" y="129892"/>
                  <a:pt x="777929" y="130828"/>
                </a:cubicBezTo>
                <a:cubicBezTo>
                  <a:pt x="779032" y="131764"/>
                  <a:pt x="780319" y="132232"/>
                  <a:pt x="781789" y="132232"/>
                </a:cubicBezTo>
                <a:cubicBezTo>
                  <a:pt x="783861" y="132232"/>
                  <a:pt x="786200" y="131663"/>
                  <a:pt x="788807" y="130527"/>
                </a:cubicBezTo>
                <a:lnTo>
                  <a:pt x="790210" y="134036"/>
                </a:lnTo>
                <a:lnTo>
                  <a:pt x="762741" y="145364"/>
                </a:lnTo>
                <a:lnTo>
                  <a:pt x="758230" y="145364"/>
                </a:lnTo>
                <a:lnTo>
                  <a:pt x="758230" y="125916"/>
                </a:lnTo>
                <a:cubicBezTo>
                  <a:pt x="750344" y="134471"/>
                  <a:pt x="744329" y="139851"/>
                  <a:pt x="740185" y="142056"/>
                </a:cubicBezTo>
                <a:cubicBezTo>
                  <a:pt x="736041" y="144262"/>
                  <a:pt x="731663" y="145364"/>
                  <a:pt x="727052" y="145364"/>
                </a:cubicBezTo>
                <a:cubicBezTo>
                  <a:pt x="721906" y="145364"/>
                  <a:pt x="717444" y="143877"/>
                  <a:pt x="713668" y="140903"/>
                </a:cubicBezTo>
                <a:cubicBezTo>
                  <a:pt x="709892" y="137929"/>
                  <a:pt x="707269" y="134103"/>
                  <a:pt x="705799" y="129425"/>
                </a:cubicBezTo>
                <a:cubicBezTo>
                  <a:pt x="704328" y="124746"/>
                  <a:pt x="703593" y="118130"/>
                  <a:pt x="703593" y="109575"/>
                </a:cubicBezTo>
                <a:lnTo>
                  <a:pt x="703593" y="68572"/>
                </a:lnTo>
                <a:cubicBezTo>
                  <a:pt x="703593" y="64228"/>
                  <a:pt x="703125" y="61220"/>
                  <a:pt x="702190" y="59549"/>
                </a:cubicBezTo>
                <a:cubicBezTo>
                  <a:pt x="701254" y="57878"/>
                  <a:pt x="699867" y="56592"/>
                  <a:pt x="698029" y="55690"/>
                </a:cubicBezTo>
                <a:cubicBezTo>
                  <a:pt x="696191" y="54787"/>
                  <a:pt x="692866" y="54370"/>
                  <a:pt x="688054" y="54436"/>
                </a:cubicBezTo>
                <a:lnTo>
                  <a:pt x="688054" y="50727"/>
                </a:lnTo>
                <a:lnTo>
                  <a:pt x="720235" y="50727"/>
                </a:lnTo>
                <a:lnTo>
                  <a:pt x="720235" y="112031"/>
                </a:lnTo>
                <a:cubicBezTo>
                  <a:pt x="720235" y="120565"/>
                  <a:pt x="721722" y="126165"/>
                  <a:pt x="724696" y="128832"/>
                </a:cubicBezTo>
                <a:cubicBezTo>
                  <a:pt x="727670" y="131500"/>
                  <a:pt x="731262" y="132833"/>
                  <a:pt x="735473" y="132833"/>
                </a:cubicBezTo>
                <a:cubicBezTo>
                  <a:pt x="738347" y="132833"/>
                  <a:pt x="741605" y="131933"/>
                  <a:pt x="745248" y="130133"/>
                </a:cubicBezTo>
                <a:cubicBezTo>
                  <a:pt x="748890" y="128332"/>
                  <a:pt x="753218" y="124900"/>
                  <a:pt x="758230" y="119835"/>
                </a:cubicBezTo>
                <a:lnTo>
                  <a:pt x="758230" y="67936"/>
                </a:lnTo>
                <a:cubicBezTo>
                  <a:pt x="758230" y="62735"/>
                  <a:pt x="757278" y="59219"/>
                  <a:pt x="755373" y="57388"/>
                </a:cubicBezTo>
                <a:cubicBezTo>
                  <a:pt x="753468" y="55554"/>
                  <a:pt x="749508" y="54570"/>
                  <a:pt x="743493" y="54436"/>
                </a:cubicBezTo>
                <a:lnTo>
                  <a:pt x="743493" y="50727"/>
                </a:lnTo>
                <a:lnTo>
                  <a:pt x="774772" y="50727"/>
                </a:lnTo>
                <a:close/>
                <a:moveTo>
                  <a:pt x="823794" y="48121"/>
                </a:moveTo>
                <a:lnTo>
                  <a:pt x="823794" y="68772"/>
                </a:lnTo>
                <a:cubicBezTo>
                  <a:pt x="831480" y="55005"/>
                  <a:pt x="839367" y="48121"/>
                  <a:pt x="847454" y="48121"/>
                </a:cubicBezTo>
                <a:cubicBezTo>
                  <a:pt x="851130" y="48121"/>
                  <a:pt x="854171" y="49240"/>
                  <a:pt x="856577" y="51479"/>
                </a:cubicBezTo>
                <a:cubicBezTo>
                  <a:pt x="858983" y="53718"/>
                  <a:pt x="860186" y="56308"/>
                  <a:pt x="860186" y="59249"/>
                </a:cubicBezTo>
                <a:cubicBezTo>
                  <a:pt x="860186" y="61855"/>
                  <a:pt x="859317" y="64061"/>
                  <a:pt x="857579" y="65865"/>
                </a:cubicBezTo>
                <a:cubicBezTo>
                  <a:pt x="855842" y="67670"/>
                  <a:pt x="853770" y="68572"/>
                  <a:pt x="851364" y="68572"/>
                </a:cubicBezTo>
                <a:cubicBezTo>
                  <a:pt x="849024" y="68572"/>
                  <a:pt x="846401" y="67419"/>
                  <a:pt x="843494" y="65113"/>
                </a:cubicBezTo>
                <a:cubicBezTo>
                  <a:pt x="840587" y="62807"/>
                  <a:pt x="838431" y="61655"/>
                  <a:pt x="837028" y="61655"/>
                </a:cubicBezTo>
                <a:cubicBezTo>
                  <a:pt x="835825" y="61655"/>
                  <a:pt x="834521" y="62321"/>
                  <a:pt x="833118" y="63653"/>
                </a:cubicBezTo>
                <a:cubicBezTo>
                  <a:pt x="830110" y="66387"/>
                  <a:pt x="827003" y="70887"/>
                  <a:pt x="823794" y="77153"/>
                </a:cubicBezTo>
                <a:lnTo>
                  <a:pt x="823794" y="121050"/>
                </a:lnTo>
                <a:cubicBezTo>
                  <a:pt x="823794" y="126115"/>
                  <a:pt x="824429" y="129948"/>
                  <a:pt x="825699" y="132548"/>
                </a:cubicBezTo>
                <a:cubicBezTo>
                  <a:pt x="826568" y="134348"/>
                  <a:pt x="828105" y="135849"/>
                  <a:pt x="830311" y="137050"/>
                </a:cubicBezTo>
                <a:cubicBezTo>
                  <a:pt x="832516" y="138249"/>
                  <a:pt x="835691" y="138848"/>
                  <a:pt x="839835" y="138848"/>
                </a:cubicBezTo>
                <a:lnTo>
                  <a:pt x="839835" y="142557"/>
                </a:lnTo>
                <a:lnTo>
                  <a:pt x="792817" y="142557"/>
                </a:lnTo>
                <a:lnTo>
                  <a:pt x="792817" y="138848"/>
                </a:lnTo>
                <a:cubicBezTo>
                  <a:pt x="797495" y="138848"/>
                  <a:pt x="800971" y="138115"/>
                  <a:pt x="803243" y="136649"/>
                </a:cubicBezTo>
                <a:cubicBezTo>
                  <a:pt x="804914" y="135582"/>
                  <a:pt x="806083" y="133880"/>
                  <a:pt x="806752" y="131545"/>
                </a:cubicBezTo>
                <a:cubicBezTo>
                  <a:pt x="807086" y="130411"/>
                  <a:pt x="807253" y="127177"/>
                  <a:pt x="807253" y="121843"/>
                </a:cubicBezTo>
                <a:lnTo>
                  <a:pt x="807253" y="86332"/>
                </a:lnTo>
                <a:cubicBezTo>
                  <a:pt x="807253" y="75662"/>
                  <a:pt x="807036" y="69310"/>
                  <a:pt x="806601" y="67278"/>
                </a:cubicBezTo>
                <a:cubicBezTo>
                  <a:pt x="806167" y="65244"/>
                  <a:pt x="805365" y="63760"/>
                  <a:pt x="804195" y="62826"/>
                </a:cubicBezTo>
                <a:cubicBezTo>
                  <a:pt x="803026" y="61893"/>
                  <a:pt x="801572" y="61426"/>
                  <a:pt x="799834" y="61426"/>
                </a:cubicBezTo>
                <a:cubicBezTo>
                  <a:pt x="797763" y="61426"/>
                  <a:pt x="795423" y="61926"/>
                  <a:pt x="792817" y="62927"/>
                </a:cubicBezTo>
                <a:lnTo>
                  <a:pt x="791814" y="59324"/>
                </a:lnTo>
                <a:lnTo>
                  <a:pt x="819584" y="48121"/>
                </a:lnTo>
                <a:lnTo>
                  <a:pt x="823794" y="48121"/>
                </a:lnTo>
                <a:close/>
                <a:moveTo>
                  <a:pt x="943354" y="107670"/>
                </a:moveTo>
                <a:cubicBezTo>
                  <a:pt x="940881" y="119767"/>
                  <a:pt x="936036" y="129074"/>
                  <a:pt x="928818" y="135590"/>
                </a:cubicBezTo>
                <a:cubicBezTo>
                  <a:pt x="921600" y="142106"/>
                  <a:pt x="913613" y="145364"/>
                  <a:pt x="904858" y="145364"/>
                </a:cubicBezTo>
                <a:cubicBezTo>
                  <a:pt x="894431" y="145364"/>
                  <a:pt x="885342" y="140992"/>
                  <a:pt x="877589" y="132247"/>
                </a:cubicBezTo>
                <a:cubicBezTo>
                  <a:pt x="869836" y="123500"/>
                  <a:pt x="865960" y="111682"/>
                  <a:pt x="865960" y="96793"/>
                </a:cubicBezTo>
                <a:cubicBezTo>
                  <a:pt x="865960" y="82371"/>
                  <a:pt x="870254" y="70654"/>
                  <a:pt x="878842" y="61642"/>
                </a:cubicBezTo>
                <a:cubicBezTo>
                  <a:pt x="887431" y="52628"/>
                  <a:pt x="897740" y="48121"/>
                  <a:pt x="909770" y="48121"/>
                </a:cubicBezTo>
                <a:cubicBezTo>
                  <a:pt x="918793" y="48121"/>
                  <a:pt x="926211" y="50503"/>
                  <a:pt x="932026" y="55267"/>
                </a:cubicBezTo>
                <a:cubicBezTo>
                  <a:pt x="937840" y="60029"/>
                  <a:pt x="940748" y="64974"/>
                  <a:pt x="940748" y="70104"/>
                </a:cubicBezTo>
                <a:cubicBezTo>
                  <a:pt x="940748" y="72635"/>
                  <a:pt x="939929" y="74684"/>
                  <a:pt x="938291" y="76251"/>
                </a:cubicBezTo>
                <a:cubicBezTo>
                  <a:pt x="936654" y="77815"/>
                  <a:pt x="934365" y="78597"/>
                  <a:pt x="931424" y="78597"/>
                </a:cubicBezTo>
                <a:cubicBezTo>
                  <a:pt x="927481" y="78597"/>
                  <a:pt x="924507" y="77327"/>
                  <a:pt x="922502" y="74788"/>
                </a:cubicBezTo>
                <a:cubicBezTo>
                  <a:pt x="921366" y="73384"/>
                  <a:pt x="920614" y="70711"/>
                  <a:pt x="920246" y="66767"/>
                </a:cubicBezTo>
                <a:cubicBezTo>
                  <a:pt x="919879" y="62824"/>
                  <a:pt x="918525" y="59817"/>
                  <a:pt x="916186" y="57745"/>
                </a:cubicBezTo>
                <a:cubicBezTo>
                  <a:pt x="913847" y="55740"/>
                  <a:pt x="910605" y="54737"/>
                  <a:pt x="906462" y="54737"/>
                </a:cubicBezTo>
                <a:cubicBezTo>
                  <a:pt x="899778" y="54737"/>
                  <a:pt x="894398" y="57210"/>
                  <a:pt x="890321" y="62156"/>
                </a:cubicBezTo>
                <a:cubicBezTo>
                  <a:pt x="884908" y="68706"/>
                  <a:pt x="882201" y="77361"/>
                  <a:pt x="882201" y="88121"/>
                </a:cubicBezTo>
                <a:cubicBezTo>
                  <a:pt x="882201" y="99082"/>
                  <a:pt x="884891" y="108756"/>
                  <a:pt x="890271" y="117144"/>
                </a:cubicBezTo>
                <a:cubicBezTo>
                  <a:pt x="895651" y="125531"/>
                  <a:pt x="902919" y="129725"/>
                  <a:pt x="912076" y="129725"/>
                </a:cubicBezTo>
                <a:cubicBezTo>
                  <a:pt x="918625" y="129725"/>
                  <a:pt x="924507" y="127486"/>
                  <a:pt x="929720" y="123008"/>
                </a:cubicBezTo>
                <a:cubicBezTo>
                  <a:pt x="933396" y="119934"/>
                  <a:pt x="936971" y="114353"/>
                  <a:pt x="940447" y="106266"/>
                </a:cubicBezTo>
                <a:lnTo>
                  <a:pt x="943354" y="107670"/>
                </a:lnTo>
                <a:close/>
                <a:moveTo>
                  <a:pt x="971690" y="85414"/>
                </a:moveTo>
                <a:cubicBezTo>
                  <a:pt x="971623" y="99017"/>
                  <a:pt x="974932" y="109686"/>
                  <a:pt x="981615" y="117423"/>
                </a:cubicBezTo>
                <a:cubicBezTo>
                  <a:pt x="988299" y="125157"/>
                  <a:pt x="996152" y="129024"/>
                  <a:pt x="1005174" y="129024"/>
                </a:cubicBezTo>
                <a:cubicBezTo>
                  <a:pt x="1011189" y="129024"/>
                  <a:pt x="1016419" y="127369"/>
                  <a:pt x="1020864" y="124061"/>
                </a:cubicBezTo>
                <a:cubicBezTo>
                  <a:pt x="1025308" y="120753"/>
                  <a:pt x="1029034" y="115089"/>
                  <a:pt x="1032042" y="107068"/>
                </a:cubicBezTo>
                <a:lnTo>
                  <a:pt x="1035149" y="109073"/>
                </a:lnTo>
                <a:cubicBezTo>
                  <a:pt x="1033746" y="118230"/>
                  <a:pt x="1029669" y="126567"/>
                  <a:pt x="1022919" y="134086"/>
                </a:cubicBezTo>
                <a:cubicBezTo>
                  <a:pt x="1016168" y="141605"/>
                  <a:pt x="1007714" y="145364"/>
                  <a:pt x="997555" y="145364"/>
                </a:cubicBezTo>
                <a:cubicBezTo>
                  <a:pt x="986527" y="145364"/>
                  <a:pt x="977087" y="141080"/>
                  <a:pt x="969234" y="132510"/>
                </a:cubicBezTo>
                <a:cubicBezTo>
                  <a:pt x="961381" y="123939"/>
                  <a:pt x="957455" y="112416"/>
                  <a:pt x="957455" y="97942"/>
                </a:cubicBezTo>
                <a:cubicBezTo>
                  <a:pt x="957455" y="82270"/>
                  <a:pt x="961481" y="70049"/>
                  <a:pt x="969535" y="61279"/>
                </a:cubicBezTo>
                <a:cubicBezTo>
                  <a:pt x="977588" y="52507"/>
                  <a:pt x="987697" y="48121"/>
                  <a:pt x="999861" y="48121"/>
                </a:cubicBezTo>
                <a:cubicBezTo>
                  <a:pt x="1010153" y="48121"/>
                  <a:pt x="1018608" y="51504"/>
                  <a:pt x="1025224" y="58271"/>
                </a:cubicBezTo>
                <a:cubicBezTo>
                  <a:pt x="1031841" y="65036"/>
                  <a:pt x="1035149" y="74084"/>
                  <a:pt x="1035149" y="85414"/>
                </a:cubicBezTo>
                <a:lnTo>
                  <a:pt x="971690" y="85414"/>
                </a:lnTo>
                <a:moveTo>
                  <a:pt x="971690" y="79600"/>
                </a:moveTo>
                <a:lnTo>
                  <a:pt x="1014197" y="79600"/>
                </a:lnTo>
                <a:cubicBezTo>
                  <a:pt x="1013863" y="73718"/>
                  <a:pt x="1013161" y="69574"/>
                  <a:pt x="1012092" y="67168"/>
                </a:cubicBezTo>
                <a:cubicBezTo>
                  <a:pt x="1010421" y="63426"/>
                  <a:pt x="1007931" y="60485"/>
                  <a:pt x="1004623" y="58346"/>
                </a:cubicBezTo>
                <a:cubicBezTo>
                  <a:pt x="1001315" y="56208"/>
                  <a:pt x="997856" y="55138"/>
                  <a:pt x="994247" y="55138"/>
                </a:cubicBezTo>
                <a:cubicBezTo>
                  <a:pt x="988700" y="55138"/>
                  <a:pt x="983737" y="57294"/>
                  <a:pt x="979359" y="61604"/>
                </a:cubicBezTo>
                <a:cubicBezTo>
                  <a:pt x="974982" y="65915"/>
                  <a:pt x="972425" y="71914"/>
                  <a:pt x="971690" y="79600"/>
                </a:cubicBezTo>
                <a:close/>
                <a:moveTo>
                  <a:pt x="1112007" y="132232"/>
                </a:moveTo>
                <a:cubicBezTo>
                  <a:pt x="1107529" y="136910"/>
                  <a:pt x="1103151" y="140268"/>
                  <a:pt x="1098874" y="142307"/>
                </a:cubicBezTo>
                <a:cubicBezTo>
                  <a:pt x="1094597" y="144345"/>
                  <a:pt x="1089985" y="145364"/>
                  <a:pt x="1085039" y="145364"/>
                </a:cubicBezTo>
                <a:cubicBezTo>
                  <a:pt x="1075014" y="145364"/>
                  <a:pt x="1066259" y="141180"/>
                  <a:pt x="1058774" y="132811"/>
                </a:cubicBezTo>
                <a:cubicBezTo>
                  <a:pt x="1051288" y="124440"/>
                  <a:pt x="1047545" y="113684"/>
                  <a:pt x="1047545" y="100543"/>
                </a:cubicBezTo>
                <a:cubicBezTo>
                  <a:pt x="1047545" y="87404"/>
                  <a:pt x="1051689" y="75382"/>
                  <a:pt x="1059977" y="64477"/>
                </a:cubicBezTo>
                <a:cubicBezTo>
                  <a:pt x="1068264" y="53573"/>
                  <a:pt x="1078924" y="48121"/>
                  <a:pt x="1091957" y="48121"/>
                </a:cubicBezTo>
                <a:cubicBezTo>
                  <a:pt x="1100044" y="48121"/>
                  <a:pt x="1106727" y="50694"/>
                  <a:pt x="1112007" y="55840"/>
                </a:cubicBezTo>
                <a:lnTo>
                  <a:pt x="1112007" y="38860"/>
                </a:lnTo>
                <a:cubicBezTo>
                  <a:pt x="1112007" y="28323"/>
                  <a:pt x="1111756" y="21846"/>
                  <a:pt x="1111255" y="19430"/>
                </a:cubicBezTo>
                <a:cubicBezTo>
                  <a:pt x="1110754" y="17014"/>
                  <a:pt x="1109969" y="15370"/>
                  <a:pt x="1108899" y="14499"/>
                </a:cubicBezTo>
                <a:cubicBezTo>
                  <a:pt x="1107830" y="13626"/>
                  <a:pt x="1106493" y="13189"/>
                  <a:pt x="1104889" y="13189"/>
                </a:cubicBezTo>
                <a:cubicBezTo>
                  <a:pt x="1103151" y="13189"/>
                  <a:pt x="1100846" y="13726"/>
                  <a:pt x="1097972" y="14800"/>
                </a:cubicBezTo>
                <a:lnTo>
                  <a:pt x="1096669" y="11275"/>
                </a:lnTo>
                <a:lnTo>
                  <a:pt x="1124037" y="0"/>
                </a:lnTo>
                <a:lnTo>
                  <a:pt x="1128549" y="0"/>
                </a:lnTo>
                <a:lnTo>
                  <a:pt x="1128549" y="106166"/>
                </a:lnTo>
                <a:cubicBezTo>
                  <a:pt x="1128549" y="116927"/>
                  <a:pt x="1128799" y="123493"/>
                  <a:pt x="1129300" y="125866"/>
                </a:cubicBezTo>
                <a:cubicBezTo>
                  <a:pt x="1129802" y="128238"/>
                  <a:pt x="1130604" y="129892"/>
                  <a:pt x="1131706" y="130828"/>
                </a:cubicBezTo>
                <a:cubicBezTo>
                  <a:pt x="1132809" y="131764"/>
                  <a:pt x="1134096" y="132232"/>
                  <a:pt x="1135566" y="132232"/>
                </a:cubicBezTo>
                <a:cubicBezTo>
                  <a:pt x="1137371" y="132232"/>
                  <a:pt x="1139777" y="131663"/>
                  <a:pt x="1142784" y="130527"/>
                </a:cubicBezTo>
                <a:lnTo>
                  <a:pt x="1143887" y="134036"/>
                </a:lnTo>
                <a:lnTo>
                  <a:pt x="1116619" y="145364"/>
                </a:lnTo>
                <a:lnTo>
                  <a:pt x="1112007" y="145364"/>
                </a:lnTo>
                <a:lnTo>
                  <a:pt x="1112007" y="132232"/>
                </a:lnTo>
                <a:moveTo>
                  <a:pt x="1112007" y="125236"/>
                </a:moveTo>
                <a:lnTo>
                  <a:pt x="1112007" y="78036"/>
                </a:lnTo>
                <a:cubicBezTo>
                  <a:pt x="1111606" y="73502"/>
                  <a:pt x="1110403" y="69369"/>
                  <a:pt x="1108398" y="65636"/>
                </a:cubicBezTo>
                <a:cubicBezTo>
                  <a:pt x="1106393" y="61902"/>
                  <a:pt x="1103736" y="59086"/>
                  <a:pt x="1100428" y="57187"/>
                </a:cubicBezTo>
                <a:cubicBezTo>
                  <a:pt x="1097120" y="55287"/>
                  <a:pt x="1093895" y="54336"/>
                  <a:pt x="1090754" y="54336"/>
                </a:cubicBezTo>
                <a:cubicBezTo>
                  <a:pt x="1084872" y="54336"/>
                  <a:pt x="1079626" y="56970"/>
                  <a:pt x="1075014" y="62237"/>
                </a:cubicBezTo>
                <a:cubicBezTo>
                  <a:pt x="1068932" y="69169"/>
                  <a:pt x="1065891" y="79302"/>
                  <a:pt x="1065891" y="92635"/>
                </a:cubicBezTo>
                <a:cubicBezTo>
                  <a:pt x="1065891" y="106103"/>
                  <a:pt x="1068832" y="116420"/>
                  <a:pt x="1074714" y="123588"/>
                </a:cubicBezTo>
                <a:cubicBezTo>
                  <a:pt x="1080595" y="130754"/>
                  <a:pt x="1087145" y="134337"/>
                  <a:pt x="1094363" y="134337"/>
                </a:cubicBezTo>
                <a:cubicBezTo>
                  <a:pt x="1100445" y="134337"/>
                  <a:pt x="1106326" y="131303"/>
                  <a:pt x="1112007" y="125236"/>
                </a:cubicBezTo>
                <a:close/>
                <a:moveTo>
                  <a:pt x="1246043" y="48121"/>
                </a:moveTo>
                <a:cubicBezTo>
                  <a:pt x="1259945" y="48121"/>
                  <a:pt x="1271106" y="53395"/>
                  <a:pt x="1279527" y="63945"/>
                </a:cubicBezTo>
                <a:cubicBezTo>
                  <a:pt x="1286678" y="72957"/>
                  <a:pt x="1290254" y="83306"/>
                  <a:pt x="1290254" y="94991"/>
                </a:cubicBezTo>
                <a:cubicBezTo>
                  <a:pt x="1290254" y="103204"/>
                  <a:pt x="1288282" y="111516"/>
                  <a:pt x="1284339" y="119929"/>
                </a:cubicBezTo>
                <a:cubicBezTo>
                  <a:pt x="1280396" y="128340"/>
                  <a:pt x="1274966" y="134681"/>
                  <a:pt x="1268048" y="138955"/>
                </a:cubicBezTo>
                <a:cubicBezTo>
                  <a:pt x="1261131" y="143228"/>
                  <a:pt x="1253428" y="145364"/>
                  <a:pt x="1244940" y="145364"/>
                </a:cubicBezTo>
                <a:cubicBezTo>
                  <a:pt x="1231106" y="145364"/>
                  <a:pt x="1220111" y="139856"/>
                  <a:pt x="1211958" y="128839"/>
                </a:cubicBezTo>
                <a:cubicBezTo>
                  <a:pt x="1205074" y="119559"/>
                  <a:pt x="1201632" y="109145"/>
                  <a:pt x="1201632" y="97595"/>
                </a:cubicBezTo>
                <a:cubicBezTo>
                  <a:pt x="1201632" y="89182"/>
                  <a:pt x="1203720" y="80819"/>
                  <a:pt x="1207897" y="72507"/>
                </a:cubicBezTo>
                <a:cubicBezTo>
                  <a:pt x="1212075" y="64194"/>
                  <a:pt x="1217572" y="58052"/>
                  <a:pt x="1224389" y="54079"/>
                </a:cubicBezTo>
                <a:cubicBezTo>
                  <a:pt x="1231206" y="50107"/>
                  <a:pt x="1238424" y="48121"/>
                  <a:pt x="1246043" y="48121"/>
                </a:cubicBezTo>
                <a:moveTo>
                  <a:pt x="1242935" y="54737"/>
                </a:moveTo>
                <a:cubicBezTo>
                  <a:pt x="1239393" y="54737"/>
                  <a:pt x="1235834" y="55789"/>
                  <a:pt x="1232259" y="57892"/>
                </a:cubicBezTo>
                <a:cubicBezTo>
                  <a:pt x="1228683" y="59995"/>
                  <a:pt x="1225792" y="63684"/>
                  <a:pt x="1223587" y="68957"/>
                </a:cubicBezTo>
                <a:cubicBezTo>
                  <a:pt x="1221381" y="74231"/>
                  <a:pt x="1220279" y="81006"/>
                  <a:pt x="1220279" y="89283"/>
                </a:cubicBezTo>
                <a:cubicBezTo>
                  <a:pt x="1220279" y="102633"/>
                  <a:pt x="1222935" y="114149"/>
                  <a:pt x="1228248" y="123829"/>
                </a:cubicBezTo>
                <a:cubicBezTo>
                  <a:pt x="1233562" y="133508"/>
                  <a:pt x="1240563" y="138347"/>
                  <a:pt x="1249251" y="138347"/>
                </a:cubicBezTo>
                <a:cubicBezTo>
                  <a:pt x="1255734" y="138347"/>
                  <a:pt x="1261081" y="135677"/>
                  <a:pt x="1265291" y="130336"/>
                </a:cubicBezTo>
                <a:cubicBezTo>
                  <a:pt x="1269502" y="124996"/>
                  <a:pt x="1271607" y="115817"/>
                  <a:pt x="1271607" y="102802"/>
                </a:cubicBezTo>
                <a:cubicBezTo>
                  <a:pt x="1271607" y="86513"/>
                  <a:pt x="1268098" y="73695"/>
                  <a:pt x="1261081" y="64349"/>
                </a:cubicBezTo>
                <a:cubicBezTo>
                  <a:pt x="1256336" y="57941"/>
                  <a:pt x="1250287" y="54737"/>
                  <a:pt x="1242935" y="54737"/>
                </a:cubicBezTo>
                <a:close/>
                <a:moveTo>
                  <a:pt x="1330655" y="48121"/>
                </a:moveTo>
                <a:lnTo>
                  <a:pt x="1330655" y="68772"/>
                </a:lnTo>
                <a:cubicBezTo>
                  <a:pt x="1338341" y="55005"/>
                  <a:pt x="1346228" y="48121"/>
                  <a:pt x="1354315" y="48121"/>
                </a:cubicBezTo>
                <a:cubicBezTo>
                  <a:pt x="1357990" y="48121"/>
                  <a:pt x="1361031" y="49240"/>
                  <a:pt x="1363437" y="51479"/>
                </a:cubicBezTo>
                <a:cubicBezTo>
                  <a:pt x="1365843" y="53718"/>
                  <a:pt x="1367047" y="56308"/>
                  <a:pt x="1367047" y="59249"/>
                </a:cubicBezTo>
                <a:cubicBezTo>
                  <a:pt x="1367047" y="61855"/>
                  <a:pt x="1366178" y="64061"/>
                  <a:pt x="1364440" y="65865"/>
                </a:cubicBezTo>
                <a:cubicBezTo>
                  <a:pt x="1362702" y="67670"/>
                  <a:pt x="1360630" y="68572"/>
                  <a:pt x="1358224" y="68572"/>
                </a:cubicBezTo>
                <a:cubicBezTo>
                  <a:pt x="1355885" y="68572"/>
                  <a:pt x="1353262" y="67419"/>
                  <a:pt x="1350355" y="65113"/>
                </a:cubicBezTo>
                <a:cubicBezTo>
                  <a:pt x="1347447" y="62807"/>
                  <a:pt x="1345292" y="61655"/>
                  <a:pt x="1343888" y="61655"/>
                </a:cubicBezTo>
                <a:cubicBezTo>
                  <a:pt x="1342685" y="61655"/>
                  <a:pt x="1341382" y="62321"/>
                  <a:pt x="1339979" y="63653"/>
                </a:cubicBezTo>
                <a:cubicBezTo>
                  <a:pt x="1336971" y="66387"/>
                  <a:pt x="1333863" y="70887"/>
                  <a:pt x="1330655" y="77153"/>
                </a:cubicBezTo>
                <a:lnTo>
                  <a:pt x="1330655" y="121050"/>
                </a:lnTo>
                <a:cubicBezTo>
                  <a:pt x="1330655" y="126115"/>
                  <a:pt x="1331290" y="129948"/>
                  <a:pt x="1332560" y="132548"/>
                </a:cubicBezTo>
                <a:cubicBezTo>
                  <a:pt x="1333429" y="134348"/>
                  <a:pt x="1334966" y="135849"/>
                  <a:pt x="1337172" y="137050"/>
                </a:cubicBezTo>
                <a:cubicBezTo>
                  <a:pt x="1339377" y="138249"/>
                  <a:pt x="1342552" y="138848"/>
                  <a:pt x="1346695" y="138848"/>
                </a:cubicBezTo>
                <a:lnTo>
                  <a:pt x="1346695" y="142557"/>
                </a:lnTo>
                <a:lnTo>
                  <a:pt x="1299678" y="142557"/>
                </a:lnTo>
                <a:lnTo>
                  <a:pt x="1299678" y="138848"/>
                </a:lnTo>
                <a:cubicBezTo>
                  <a:pt x="1304356" y="138848"/>
                  <a:pt x="1307831" y="138115"/>
                  <a:pt x="1310104" y="136649"/>
                </a:cubicBezTo>
                <a:cubicBezTo>
                  <a:pt x="1311775" y="135582"/>
                  <a:pt x="1312944" y="133880"/>
                  <a:pt x="1313613" y="131545"/>
                </a:cubicBezTo>
                <a:cubicBezTo>
                  <a:pt x="1313947" y="130411"/>
                  <a:pt x="1314114" y="127177"/>
                  <a:pt x="1314114" y="121843"/>
                </a:cubicBezTo>
                <a:lnTo>
                  <a:pt x="1314114" y="86332"/>
                </a:lnTo>
                <a:cubicBezTo>
                  <a:pt x="1314114" y="75662"/>
                  <a:pt x="1313897" y="69310"/>
                  <a:pt x="1313462" y="67278"/>
                </a:cubicBezTo>
                <a:cubicBezTo>
                  <a:pt x="1313028" y="65244"/>
                  <a:pt x="1312226" y="63760"/>
                  <a:pt x="1311056" y="62826"/>
                </a:cubicBezTo>
                <a:cubicBezTo>
                  <a:pt x="1309887" y="61893"/>
                  <a:pt x="1308433" y="61426"/>
                  <a:pt x="1306695" y="61426"/>
                </a:cubicBezTo>
                <a:cubicBezTo>
                  <a:pt x="1304623" y="61426"/>
                  <a:pt x="1302284" y="61926"/>
                  <a:pt x="1299678" y="62927"/>
                </a:cubicBezTo>
                <a:lnTo>
                  <a:pt x="1298675" y="59324"/>
                </a:lnTo>
                <a:lnTo>
                  <a:pt x="1326445" y="48121"/>
                </a:lnTo>
                <a:lnTo>
                  <a:pt x="1330655" y="48121"/>
                </a:lnTo>
                <a:close/>
                <a:moveTo>
                  <a:pt x="1427558" y="32381"/>
                </a:moveTo>
                <a:cubicBezTo>
                  <a:pt x="1431434" y="23225"/>
                  <a:pt x="1436330" y="16174"/>
                  <a:pt x="1442245" y="11228"/>
                </a:cubicBezTo>
                <a:cubicBezTo>
                  <a:pt x="1448160" y="6282"/>
                  <a:pt x="1455528" y="3810"/>
                  <a:pt x="1464350" y="3810"/>
                </a:cubicBezTo>
                <a:cubicBezTo>
                  <a:pt x="1475244" y="3810"/>
                  <a:pt x="1483599" y="7347"/>
                  <a:pt x="1489413" y="14421"/>
                </a:cubicBezTo>
                <a:cubicBezTo>
                  <a:pt x="1493824" y="19694"/>
                  <a:pt x="1496030" y="25334"/>
                  <a:pt x="1496030" y="31341"/>
                </a:cubicBezTo>
                <a:cubicBezTo>
                  <a:pt x="1496030" y="41218"/>
                  <a:pt x="1489814" y="51429"/>
                  <a:pt x="1477383" y="61974"/>
                </a:cubicBezTo>
                <a:cubicBezTo>
                  <a:pt x="1485737" y="65253"/>
                  <a:pt x="1492053" y="69937"/>
                  <a:pt x="1496331" y="76025"/>
                </a:cubicBezTo>
                <a:cubicBezTo>
                  <a:pt x="1500608" y="82111"/>
                  <a:pt x="1502747" y="89269"/>
                  <a:pt x="1502747" y="97498"/>
                </a:cubicBezTo>
                <a:cubicBezTo>
                  <a:pt x="1502747" y="109273"/>
                  <a:pt x="1499004" y="119476"/>
                  <a:pt x="1491518" y="128106"/>
                </a:cubicBezTo>
                <a:cubicBezTo>
                  <a:pt x="1481761" y="139344"/>
                  <a:pt x="1467625" y="144963"/>
                  <a:pt x="1449112" y="144963"/>
                </a:cubicBezTo>
                <a:cubicBezTo>
                  <a:pt x="1439956" y="144963"/>
                  <a:pt x="1433724" y="143827"/>
                  <a:pt x="1430415" y="141555"/>
                </a:cubicBezTo>
                <a:cubicBezTo>
                  <a:pt x="1427107" y="139283"/>
                  <a:pt x="1425453" y="136843"/>
                  <a:pt x="1425453" y="134237"/>
                </a:cubicBezTo>
                <a:cubicBezTo>
                  <a:pt x="1425453" y="132298"/>
                  <a:pt x="1426238" y="130594"/>
                  <a:pt x="1427809" y="129124"/>
                </a:cubicBezTo>
                <a:cubicBezTo>
                  <a:pt x="1429379" y="127653"/>
                  <a:pt x="1431267" y="126918"/>
                  <a:pt x="1433473" y="126918"/>
                </a:cubicBezTo>
                <a:cubicBezTo>
                  <a:pt x="1435144" y="126918"/>
                  <a:pt x="1436848" y="127186"/>
                  <a:pt x="1438586" y="127720"/>
                </a:cubicBezTo>
                <a:cubicBezTo>
                  <a:pt x="1439722" y="128054"/>
                  <a:pt x="1442295" y="129274"/>
                  <a:pt x="1446305" y="131379"/>
                </a:cubicBezTo>
                <a:cubicBezTo>
                  <a:pt x="1450315" y="133485"/>
                  <a:pt x="1453089" y="134738"/>
                  <a:pt x="1454626" y="135139"/>
                </a:cubicBezTo>
                <a:cubicBezTo>
                  <a:pt x="1457099" y="135874"/>
                  <a:pt x="1459739" y="136242"/>
                  <a:pt x="1462546" y="136242"/>
                </a:cubicBezTo>
                <a:cubicBezTo>
                  <a:pt x="1469363" y="136242"/>
                  <a:pt x="1475294" y="133597"/>
                  <a:pt x="1480340" y="128309"/>
                </a:cubicBezTo>
                <a:cubicBezTo>
                  <a:pt x="1485386" y="123021"/>
                  <a:pt x="1487909" y="116762"/>
                  <a:pt x="1487909" y="109531"/>
                </a:cubicBezTo>
                <a:cubicBezTo>
                  <a:pt x="1487909" y="104243"/>
                  <a:pt x="1486740" y="99088"/>
                  <a:pt x="1484401" y="94067"/>
                </a:cubicBezTo>
                <a:cubicBezTo>
                  <a:pt x="1482663" y="90318"/>
                  <a:pt x="1480758" y="87473"/>
                  <a:pt x="1478686" y="85533"/>
                </a:cubicBezTo>
                <a:cubicBezTo>
                  <a:pt x="1475812" y="82854"/>
                  <a:pt x="1471869" y="80427"/>
                  <a:pt x="1466857" y="78252"/>
                </a:cubicBezTo>
                <a:cubicBezTo>
                  <a:pt x="1461844" y="76076"/>
                  <a:pt x="1456731" y="74988"/>
                  <a:pt x="1451518" y="74988"/>
                </a:cubicBezTo>
                <a:lnTo>
                  <a:pt x="1448310" y="74988"/>
                </a:lnTo>
                <a:lnTo>
                  <a:pt x="1448310" y="71980"/>
                </a:lnTo>
                <a:cubicBezTo>
                  <a:pt x="1453590" y="71312"/>
                  <a:pt x="1458887" y="69407"/>
                  <a:pt x="1464200" y="66266"/>
                </a:cubicBezTo>
                <a:cubicBezTo>
                  <a:pt x="1469513" y="63125"/>
                  <a:pt x="1473373" y="59349"/>
                  <a:pt x="1475779" y="54938"/>
                </a:cubicBezTo>
                <a:cubicBezTo>
                  <a:pt x="1478185" y="50527"/>
                  <a:pt x="1479388" y="45681"/>
                  <a:pt x="1479388" y="40401"/>
                </a:cubicBezTo>
                <a:cubicBezTo>
                  <a:pt x="1479388" y="33517"/>
                  <a:pt x="1477233" y="27953"/>
                  <a:pt x="1472922" y="23709"/>
                </a:cubicBezTo>
                <a:cubicBezTo>
                  <a:pt x="1468611" y="19465"/>
                  <a:pt x="1463248" y="17343"/>
                  <a:pt x="1456831" y="17343"/>
                </a:cubicBezTo>
                <a:cubicBezTo>
                  <a:pt x="1446472" y="17343"/>
                  <a:pt x="1437817" y="22891"/>
                  <a:pt x="1430866" y="33985"/>
                </a:cubicBezTo>
                <a:lnTo>
                  <a:pt x="1427558" y="32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rd-">
            <a:extLst xmlns:a="http://schemas.openxmlformats.org/drawingml/2006/main">
              <a:ext uri="{FF2B5EF4-FFF2-40B4-BE49-F238E27FC236}">
                <a16:creationId xmlns:a16="http://schemas.microsoft.com/office/drawing/2014/main" id="{BF0EE848-D159-4D69-91D8-31CBBABB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528" y="3673134"/>
            <a:ext cx="153206" cy="97130"/>
          </a:xfrm>
          <a:custGeom xmlns:a="http://schemas.openxmlformats.org/drawingml/2006/main">
            <a:pathLst>
              <a:path w="153206" h="97130">
                <a:moveTo>
                  <a:pt x="21369" y="32153"/>
                </a:moveTo>
                <a:lnTo>
                  <a:pt x="21369" y="45952"/>
                </a:lnTo>
                <a:cubicBezTo>
                  <a:pt x="26504" y="36753"/>
                  <a:pt x="31774" y="32153"/>
                  <a:pt x="37177" y="32153"/>
                </a:cubicBezTo>
                <a:cubicBezTo>
                  <a:pt x="39633" y="32153"/>
                  <a:pt x="41665" y="32901"/>
                  <a:pt x="43273" y="34397"/>
                </a:cubicBezTo>
                <a:cubicBezTo>
                  <a:pt x="44881" y="35893"/>
                  <a:pt x="45685" y="37624"/>
                  <a:pt x="45685" y="39589"/>
                </a:cubicBezTo>
                <a:cubicBezTo>
                  <a:pt x="45685" y="41330"/>
                  <a:pt x="45104" y="42804"/>
                  <a:pt x="43943" y="44010"/>
                </a:cubicBezTo>
                <a:cubicBezTo>
                  <a:pt x="42782" y="45216"/>
                  <a:pt x="41397" y="45819"/>
                  <a:pt x="39790" y="45819"/>
                </a:cubicBezTo>
                <a:cubicBezTo>
                  <a:pt x="38227" y="45819"/>
                  <a:pt x="36474" y="45048"/>
                  <a:pt x="34531" y="43508"/>
                </a:cubicBezTo>
                <a:cubicBezTo>
                  <a:pt x="32589" y="41967"/>
                  <a:pt x="31149" y="41196"/>
                  <a:pt x="30211" y="41196"/>
                </a:cubicBezTo>
                <a:cubicBezTo>
                  <a:pt x="29407" y="41196"/>
                  <a:pt x="28536" y="41642"/>
                  <a:pt x="27598" y="42532"/>
                </a:cubicBezTo>
                <a:cubicBezTo>
                  <a:pt x="25589" y="44359"/>
                  <a:pt x="23512" y="47365"/>
                  <a:pt x="21369" y="51552"/>
                </a:cubicBezTo>
                <a:lnTo>
                  <a:pt x="21369" y="80884"/>
                </a:lnTo>
                <a:cubicBezTo>
                  <a:pt x="21369" y="84268"/>
                  <a:pt x="21793" y="86829"/>
                  <a:pt x="22641" y="88566"/>
                </a:cubicBezTo>
                <a:cubicBezTo>
                  <a:pt x="23222" y="89769"/>
                  <a:pt x="24249" y="90772"/>
                  <a:pt x="25723" y="91574"/>
                </a:cubicBezTo>
                <a:cubicBezTo>
                  <a:pt x="27196" y="92375"/>
                  <a:pt x="29318" y="92776"/>
                  <a:pt x="32086" y="92776"/>
                </a:cubicBezTo>
                <a:lnTo>
                  <a:pt x="32086" y="95254"/>
                </a:lnTo>
                <a:lnTo>
                  <a:pt x="670" y="95254"/>
                </a:lnTo>
                <a:lnTo>
                  <a:pt x="670" y="92776"/>
                </a:lnTo>
                <a:cubicBezTo>
                  <a:pt x="3796" y="92776"/>
                  <a:pt x="6118" y="92286"/>
                  <a:pt x="7636" y="91306"/>
                </a:cubicBezTo>
                <a:cubicBezTo>
                  <a:pt x="8753" y="90593"/>
                  <a:pt x="9534" y="89457"/>
                  <a:pt x="9981" y="87896"/>
                </a:cubicBezTo>
                <a:cubicBezTo>
                  <a:pt x="10204" y="87139"/>
                  <a:pt x="10316" y="84978"/>
                  <a:pt x="10316" y="81413"/>
                </a:cubicBezTo>
                <a:lnTo>
                  <a:pt x="10316" y="57686"/>
                </a:lnTo>
                <a:cubicBezTo>
                  <a:pt x="10316" y="50556"/>
                  <a:pt x="10171" y="46312"/>
                  <a:pt x="9880" y="44954"/>
                </a:cubicBezTo>
                <a:cubicBezTo>
                  <a:pt x="9590" y="43595"/>
                  <a:pt x="9054" y="42603"/>
                  <a:pt x="8273" y="41979"/>
                </a:cubicBezTo>
                <a:cubicBezTo>
                  <a:pt x="7491" y="41356"/>
                  <a:pt x="6520" y="41044"/>
                  <a:pt x="5359" y="41044"/>
                </a:cubicBezTo>
                <a:cubicBezTo>
                  <a:pt x="3975" y="41044"/>
                  <a:pt x="2412" y="41378"/>
                  <a:pt x="670" y="42046"/>
                </a:cubicBezTo>
                <a:lnTo>
                  <a:pt x="0" y="39639"/>
                </a:lnTo>
                <a:lnTo>
                  <a:pt x="18555" y="32153"/>
                </a:lnTo>
                <a:lnTo>
                  <a:pt x="21369" y="32153"/>
                </a:lnTo>
                <a:close/>
                <a:moveTo>
                  <a:pt x="92207" y="88355"/>
                </a:moveTo>
                <a:cubicBezTo>
                  <a:pt x="89215" y="91481"/>
                  <a:pt x="86290" y="93725"/>
                  <a:pt x="83431" y="95087"/>
                </a:cubicBezTo>
                <a:cubicBezTo>
                  <a:pt x="80573" y="96449"/>
                  <a:pt x="77492" y="97130"/>
                  <a:pt x="74187" y="97130"/>
                </a:cubicBezTo>
                <a:cubicBezTo>
                  <a:pt x="67489" y="97130"/>
                  <a:pt x="61639" y="94334"/>
                  <a:pt x="56637" y="88742"/>
                </a:cubicBezTo>
                <a:cubicBezTo>
                  <a:pt x="51635" y="83149"/>
                  <a:pt x="49135" y="75962"/>
                  <a:pt x="49135" y="67181"/>
                </a:cubicBezTo>
                <a:cubicBezTo>
                  <a:pt x="49135" y="58401"/>
                  <a:pt x="51903" y="50369"/>
                  <a:pt x="57441" y="43083"/>
                </a:cubicBezTo>
                <a:cubicBezTo>
                  <a:pt x="62978" y="35796"/>
                  <a:pt x="70101" y="32153"/>
                  <a:pt x="78809" y="32153"/>
                </a:cubicBezTo>
                <a:cubicBezTo>
                  <a:pt x="84213" y="32153"/>
                  <a:pt x="88679" y="33873"/>
                  <a:pt x="92207" y="37311"/>
                </a:cubicBezTo>
                <a:lnTo>
                  <a:pt x="92207" y="25966"/>
                </a:lnTo>
                <a:cubicBezTo>
                  <a:pt x="92207" y="18925"/>
                  <a:pt x="92039" y="14597"/>
                  <a:pt x="91704" y="12983"/>
                </a:cubicBezTo>
                <a:cubicBezTo>
                  <a:pt x="91369" y="11368"/>
                  <a:pt x="90845" y="10270"/>
                  <a:pt x="90130" y="9688"/>
                </a:cubicBezTo>
                <a:cubicBezTo>
                  <a:pt x="89416" y="9105"/>
                  <a:pt x="88522" y="8813"/>
                  <a:pt x="87451" y="8813"/>
                </a:cubicBezTo>
                <a:cubicBezTo>
                  <a:pt x="86290" y="8813"/>
                  <a:pt x="84749" y="9172"/>
                  <a:pt x="82829" y="9889"/>
                </a:cubicBezTo>
                <a:lnTo>
                  <a:pt x="81958" y="7534"/>
                </a:lnTo>
                <a:lnTo>
                  <a:pt x="100245" y="0"/>
                </a:lnTo>
                <a:lnTo>
                  <a:pt x="103259" y="0"/>
                </a:lnTo>
                <a:lnTo>
                  <a:pt x="103259" y="70938"/>
                </a:lnTo>
                <a:cubicBezTo>
                  <a:pt x="103259" y="78128"/>
                  <a:pt x="103427" y="82516"/>
                  <a:pt x="103762" y="84101"/>
                </a:cubicBezTo>
                <a:cubicBezTo>
                  <a:pt x="104097" y="85686"/>
                  <a:pt x="104633" y="86792"/>
                  <a:pt x="105369" y="87417"/>
                </a:cubicBezTo>
                <a:cubicBezTo>
                  <a:pt x="106106" y="88042"/>
                  <a:pt x="106966" y="88355"/>
                  <a:pt x="107948" y="88355"/>
                </a:cubicBezTo>
                <a:cubicBezTo>
                  <a:pt x="109154" y="88355"/>
                  <a:pt x="110762" y="87975"/>
                  <a:pt x="112771" y="87216"/>
                </a:cubicBezTo>
                <a:lnTo>
                  <a:pt x="113508" y="89560"/>
                </a:lnTo>
                <a:lnTo>
                  <a:pt x="95288" y="97130"/>
                </a:lnTo>
                <a:lnTo>
                  <a:pt x="92207" y="97130"/>
                </a:lnTo>
                <a:lnTo>
                  <a:pt x="92207" y="88355"/>
                </a:lnTo>
                <a:moveTo>
                  <a:pt x="92207" y="83680"/>
                </a:moveTo>
                <a:lnTo>
                  <a:pt x="92207" y="52142"/>
                </a:lnTo>
                <a:cubicBezTo>
                  <a:pt x="91939" y="49113"/>
                  <a:pt x="91135" y="46351"/>
                  <a:pt x="89795" y="43857"/>
                </a:cubicBezTo>
                <a:cubicBezTo>
                  <a:pt x="88455" y="41362"/>
                  <a:pt x="86680" y="39480"/>
                  <a:pt x="84470" y="38211"/>
                </a:cubicBezTo>
                <a:cubicBezTo>
                  <a:pt x="82259" y="36941"/>
                  <a:pt x="80104" y="36306"/>
                  <a:pt x="78006" y="36306"/>
                </a:cubicBezTo>
                <a:cubicBezTo>
                  <a:pt x="74076" y="36306"/>
                  <a:pt x="70570" y="38066"/>
                  <a:pt x="67489" y="41586"/>
                </a:cubicBezTo>
                <a:cubicBezTo>
                  <a:pt x="63425" y="46218"/>
                  <a:pt x="61393" y="52988"/>
                  <a:pt x="61393" y="61897"/>
                </a:cubicBezTo>
                <a:cubicBezTo>
                  <a:pt x="61393" y="70896"/>
                  <a:pt x="63358" y="77790"/>
                  <a:pt x="67288" y="82579"/>
                </a:cubicBezTo>
                <a:cubicBezTo>
                  <a:pt x="71218" y="87367"/>
                  <a:pt x="75594" y="89761"/>
                  <a:pt x="80417" y="89761"/>
                </a:cubicBezTo>
                <a:cubicBezTo>
                  <a:pt x="84481" y="89761"/>
                  <a:pt x="88411" y="87734"/>
                  <a:pt x="92207" y="83680"/>
                </a:cubicBezTo>
                <a:close/>
                <a:moveTo>
                  <a:pt x="118574" y="59350"/>
                </a:moveTo>
                <a:lnTo>
                  <a:pt x="153206" y="59350"/>
                </a:lnTo>
                <a:lnTo>
                  <a:pt x="153206" y="69465"/>
                </a:lnTo>
                <a:lnTo>
                  <a:pt x="118574" y="69465"/>
                </a:lnTo>
                <a:lnTo>
                  <a:pt x="118574" y="59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partyservice">
            <a:extLst xmlns:a="http://schemas.openxmlformats.org/drawingml/2006/main">
              <a:ext uri="{FF2B5EF4-FFF2-40B4-BE49-F238E27FC236}">
                <a16:creationId xmlns:a16="http://schemas.microsoft.com/office/drawing/2014/main" id="{95DD513C-A5A0-4E1E-B8DB-D657CE5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197" y="3901139"/>
            <a:ext cx="1048922" cy="186869"/>
          </a:xfrm>
          <a:custGeom xmlns:a="http://schemas.openxmlformats.org/drawingml/2006/main">
            <a:pathLst>
              <a:path w="1048922" h="186869">
                <a:moveTo>
                  <a:pt x="501" y="59759"/>
                </a:moveTo>
                <a:lnTo>
                  <a:pt x="28772" y="48321"/>
                </a:lnTo>
                <a:lnTo>
                  <a:pt x="32582" y="48321"/>
                </a:lnTo>
                <a:lnTo>
                  <a:pt x="32582" y="69775"/>
                </a:lnTo>
                <a:cubicBezTo>
                  <a:pt x="37327" y="61688"/>
                  <a:pt x="42089" y="56057"/>
                  <a:pt x="46868" y="52883"/>
                </a:cubicBezTo>
                <a:cubicBezTo>
                  <a:pt x="51646" y="49708"/>
                  <a:pt x="56675" y="48121"/>
                  <a:pt x="61955" y="48121"/>
                </a:cubicBezTo>
                <a:cubicBezTo>
                  <a:pt x="71178" y="48121"/>
                  <a:pt x="78864" y="51726"/>
                  <a:pt x="85013" y="58935"/>
                </a:cubicBezTo>
                <a:cubicBezTo>
                  <a:pt x="92565" y="67749"/>
                  <a:pt x="96342" y="79233"/>
                  <a:pt x="96342" y="93387"/>
                </a:cubicBezTo>
                <a:cubicBezTo>
                  <a:pt x="96342" y="109210"/>
                  <a:pt x="91797" y="122296"/>
                  <a:pt x="82707" y="132645"/>
                </a:cubicBezTo>
                <a:cubicBezTo>
                  <a:pt x="75222" y="141125"/>
                  <a:pt x="65798" y="145364"/>
                  <a:pt x="54436" y="145364"/>
                </a:cubicBezTo>
                <a:cubicBezTo>
                  <a:pt x="49491" y="145364"/>
                  <a:pt x="45213" y="144663"/>
                  <a:pt x="41604" y="143259"/>
                </a:cubicBezTo>
                <a:cubicBezTo>
                  <a:pt x="38931" y="142257"/>
                  <a:pt x="35923" y="140252"/>
                  <a:pt x="32582" y="137244"/>
                </a:cubicBezTo>
                <a:lnTo>
                  <a:pt x="32582" y="165214"/>
                </a:lnTo>
                <a:cubicBezTo>
                  <a:pt x="32582" y="171497"/>
                  <a:pt x="32966" y="175490"/>
                  <a:pt x="33735" y="177194"/>
                </a:cubicBezTo>
                <a:cubicBezTo>
                  <a:pt x="34503" y="178899"/>
                  <a:pt x="35840" y="180252"/>
                  <a:pt x="37745" y="181254"/>
                </a:cubicBezTo>
                <a:cubicBezTo>
                  <a:pt x="39649" y="182257"/>
                  <a:pt x="43108" y="182758"/>
                  <a:pt x="48121" y="182758"/>
                </a:cubicBezTo>
                <a:lnTo>
                  <a:pt x="48121" y="186468"/>
                </a:lnTo>
                <a:lnTo>
                  <a:pt x="0" y="186468"/>
                </a:lnTo>
                <a:lnTo>
                  <a:pt x="0" y="182758"/>
                </a:lnTo>
                <a:lnTo>
                  <a:pt x="2506" y="182758"/>
                </a:lnTo>
                <a:cubicBezTo>
                  <a:pt x="6182" y="182825"/>
                  <a:pt x="9323" y="182122"/>
                  <a:pt x="11930" y="180650"/>
                </a:cubicBezTo>
                <a:cubicBezTo>
                  <a:pt x="13200" y="179915"/>
                  <a:pt x="14186" y="178727"/>
                  <a:pt x="14887" y="177088"/>
                </a:cubicBezTo>
                <a:cubicBezTo>
                  <a:pt x="15589" y="175450"/>
                  <a:pt x="15940" y="171288"/>
                  <a:pt x="15940" y="164600"/>
                </a:cubicBezTo>
                <a:lnTo>
                  <a:pt x="15940" y="77717"/>
                </a:lnTo>
                <a:cubicBezTo>
                  <a:pt x="15940" y="71764"/>
                  <a:pt x="15673" y="67986"/>
                  <a:pt x="15138" y="66382"/>
                </a:cubicBezTo>
                <a:cubicBezTo>
                  <a:pt x="14603" y="64776"/>
                  <a:pt x="13751" y="63572"/>
                  <a:pt x="12582" y="62770"/>
                </a:cubicBezTo>
                <a:cubicBezTo>
                  <a:pt x="11412" y="61966"/>
                  <a:pt x="9825" y="61564"/>
                  <a:pt x="7820" y="61564"/>
                </a:cubicBezTo>
                <a:cubicBezTo>
                  <a:pt x="6216" y="61564"/>
                  <a:pt x="4177" y="62032"/>
                  <a:pt x="1704" y="62967"/>
                </a:cubicBezTo>
                <a:lnTo>
                  <a:pt x="501" y="59759"/>
                </a:lnTo>
                <a:moveTo>
                  <a:pt x="32582" y="75871"/>
                </a:moveTo>
                <a:lnTo>
                  <a:pt x="32582" y="110114"/>
                </a:lnTo>
                <a:cubicBezTo>
                  <a:pt x="32582" y="117524"/>
                  <a:pt x="32882" y="122396"/>
                  <a:pt x="33484" y="124732"/>
                </a:cubicBezTo>
                <a:cubicBezTo>
                  <a:pt x="34420" y="128604"/>
                  <a:pt x="36709" y="132008"/>
                  <a:pt x="40351" y="134945"/>
                </a:cubicBezTo>
                <a:cubicBezTo>
                  <a:pt x="43994" y="137881"/>
                  <a:pt x="48588" y="139349"/>
                  <a:pt x="54136" y="139349"/>
                </a:cubicBezTo>
                <a:cubicBezTo>
                  <a:pt x="60819" y="139349"/>
                  <a:pt x="66233" y="136746"/>
                  <a:pt x="70376" y="131539"/>
                </a:cubicBezTo>
                <a:cubicBezTo>
                  <a:pt x="75790" y="124733"/>
                  <a:pt x="78497" y="115154"/>
                  <a:pt x="78497" y="102805"/>
                </a:cubicBezTo>
                <a:cubicBezTo>
                  <a:pt x="78497" y="88788"/>
                  <a:pt x="75422" y="78009"/>
                  <a:pt x="69274" y="70467"/>
                </a:cubicBezTo>
                <a:cubicBezTo>
                  <a:pt x="64996" y="65261"/>
                  <a:pt x="59917" y="62657"/>
                  <a:pt x="54035" y="62657"/>
                </a:cubicBezTo>
                <a:cubicBezTo>
                  <a:pt x="50827" y="62657"/>
                  <a:pt x="47653" y="63458"/>
                  <a:pt x="44512" y="65060"/>
                </a:cubicBezTo>
                <a:cubicBezTo>
                  <a:pt x="42106" y="66261"/>
                  <a:pt x="38129" y="69865"/>
                  <a:pt x="32582" y="75871"/>
                </a:cubicBezTo>
                <a:close/>
                <a:moveTo>
                  <a:pt x="161806" y="129324"/>
                </a:moveTo>
                <a:cubicBezTo>
                  <a:pt x="152382" y="136609"/>
                  <a:pt x="146467" y="140820"/>
                  <a:pt x="144061" y="141956"/>
                </a:cubicBezTo>
                <a:cubicBezTo>
                  <a:pt x="140452" y="143694"/>
                  <a:pt x="136609" y="144562"/>
                  <a:pt x="132532" y="144562"/>
                </a:cubicBezTo>
                <a:cubicBezTo>
                  <a:pt x="126183" y="144562"/>
                  <a:pt x="120953" y="142390"/>
                  <a:pt x="116843" y="138046"/>
                </a:cubicBezTo>
                <a:cubicBezTo>
                  <a:pt x="112733" y="133702"/>
                  <a:pt x="110678" y="127988"/>
                  <a:pt x="110678" y="120903"/>
                </a:cubicBezTo>
                <a:cubicBezTo>
                  <a:pt x="110678" y="116425"/>
                  <a:pt x="111680" y="112549"/>
                  <a:pt x="113685" y="109274"/>
                </a:cubicBezTo>
                <a:cubicBezTo>
                  <a:pt x="116425" y="104729"/>
                  <a:pt x="121187" y="100452"/>
                  <a:pt x="127971" y="96442"/>
                </a:cubicBezTo>
                <a:cubicBezTo>
                  <a:pt x="134755" y="92432"/>
                  <a:pt x="146033" y="87553"/>
                  <a:pt x="161806" y="81805"/>
                </a:cubicBezTo>
                <a:lnTo>
                  <a:pt x="161806" y="78196"/>
                </a:lnTo>
                <a:cubicBezTo>
                  <a:pt x="161806" y="69040"/>
                  <a:pt x="160352" y="62757"/>
                  <a:pt x="157445" y="59349"/>
                </a:cubicBezTo>
                <a:cubicBezTo>
                  <a:pt x="154537" y="55940"/>
                  <a:pt x="150310" y="54236"/>
                  <a:pt x="144763" y="54236"/>
                </a:cubicBezTo>
                <a:cubicBezTo>
                  <a:pt x="140552" y="54236"/>
                  <a:pt x="137211" y="55368"/>
                  <a:pt x="134738" y="57632"/>
                </a:cubicBezTo>
                <a:cubicBezTo>
                  <a:pt x="132198" y="59896"/>
                  <a:pt x="130928" y="62493"/>
                  <a:pt x="130928" y="65423"/>
                </a:cubicBezTo>
                <a:lnTo>
                  <a:pt x="131129" y="71216"/>
                </a:lnTo>
                <a:cubicBezTo>
                  <a:pt x="131129" y="74278"/>
                  <a:pt x="130343" y="76641"/>
                  <a:pt x="128773" y="78306"/>
                </a:cubicBezTo>
                <a:cubicBezTo>
                  <a:pt x="127202" y="79970"/>
                  <a:pt x="125147" y="80803"/>
                  <a:pt x="122607" y="80803"/>
                </a:cubicBezTo>
                <a:cubicBezTo>
                  <a:pt x="120135" y="80803"/>
                  <a:pt x="118113" y="79937"/>
                  <a:pt x="116542" y="78205"/>
                </a:cubicBezTo>
                <a:cubicBezTo>
                  <a:pt x="114972" y="76472"/>
                  <a:pt x="114186" y="74106"/>
                  <a:pt x="114186" y="71106"/>
                </a:cubicBezTo>
                <a:cubicBezTo>
                  <a:pt x="114186" y="65377"/>
                  <a:pt x="117127" y="60114"/>
                  <a:pt x="123008" y="55317"/>
                </a:cubicBezTo>
                <a:cubicBezTo>
                  <a:pt x="128890" y="50519"/>
                  <a:pt x="137144" y="48121"/>
                  <a:pt x="147771" y="48121"/>
                </a:cubicBezTo>
                <a:cubicBezTo>
                  <a:pt x="155924" y="48121"/>
                  <a:pt x="162608" y="49489"/>
                  <a:pt x="167821" y="52225"/>
                </a:cubicBezTo>
                <a:cubicBezTo>
                  <a:pt x="171764" y="54294"/>
                  <a:pt x="174671" y="57533"/>
                  <a:pt x="176543" y="61940"/>
                </a:cubicBezTo>
                <a:cubicBezTo>
                  <a:pt x="177746" y="64809"/>
                  <a:pt x="178347" y="70683"/>
                  <a:pt x="178347" y="79562"/>
                </a:cubicBezTo>
                <a:lnTo>
                  <a:pt x="178347" y="110703"/>
                </a:lnTo>
                <a:cubicBezTo>
                  <a:pt x="178347" y="119447"/>
                  <a:pt x="178514" y="124805"/>
                  <a:pt x="178848" y="126774"/>
                </a:cubicBezTo>
                <a:cubicBezTo>
                  <a:pt x="179183" y="128744"/>
                  <a:pt x="179734" y="130063"/>
                  <a:pt x="180503" y="130731"/>
                </a:cubicBezTo>
                <a:cubicBezTo>
                  <a:pt x="181271" y="131397"/>
                  <a:pt x="182157" y="131730"/>
                  <a:pt x="183159" y="131730"/>
                </a:cubicBezTo>
                <a:cubicBezTo>
                  <a:pt x="184229" y="131730"/>
                  <a:pt x="185164" y="131496"/>
                  <a:pt x="185966" y="131029"/>
                </a:cubicBezTo>
                <a:cubicBezTo>
                  <a:pt x="187370" y="130160"/>
                  <a:pt x="190077" y="127720"/>
                  <a:pt x="194087" y="123710"/>
                </a:cubicBezTo>
                <a:lnTo>
                  <a:pt x="194087" y="129324"/>
                </a:lnTo>
                <a:cubicBezTo>
                  <a:pt x="186601" y="139349"/>
                  <a:pt x="179450" y="144362"/>
                  <a:pt x="172633" y="144362"/>
                </a:cubicBezTo>
                <a:cubicBezTo>
                  <a:pt x="169358" y="144362"/>
                  <a:pt x="166751" y="143226"/>
                  <a:pt x="164813" y="140953"/>
                </a:cubicBezTo>
                <a:cubicBezTo>
                  <a:pt x="162875" y="138681"/>
                  <a:pt x="161873" y="134805"/>
                  <a:pt x="161806" y="129324"/>
                </a:cubicBezTo>
                <a:moveTo>
                  <a:pt x="161806" y="122752"/>
                </a:moveTo>
                <a:lnTo>
                  <a:pt x="161806" y="87920"/>
                </a:lnTo>
                <a:cubicBezTo>
                  <a:pt x="151714" y="91912"/>
                  <a:pt x="145197" y="94740"/>
                  <a:pt x="142257" y="96404"/>
                </a:cubicBezTo>
                <a:cubicBezTo>
                  <a:pt x="136977" y="99332"/>
                  <a:pt x="133201" y="102393"/>
                  <a:pt x="130928" y="105587"/>
                </a:cubicBezTo>
                <a:cubicBezTo>
                  <a:pt x="128656" y="108780"/>
                  <a:pt x="127520" y="112273"/>
                  <a:pt x="127520" y="116066"/>
                </a:cubicBezTo>
                <a:cubicBezTo>
                  <a:pt x="127520" y="120857"/>
                  <a:pt x="128957" y="124833"/>
                  <a:pt x="131831" y="127993"/>
                </a:cubicBezTo>
                <a:cubicBezTo>
                  <a:pt x="134704" y="131153"/>
                  <a:pt x="138013" y="132733"/>
                  <a:pt x="141755" y="132733"/>
                </a:cubicBezTo>
                <a:cubicBezTo>
                  <a:pt x="146835" y="132733"/>
                  <a:pt x="153518" y="129406"/>
                  <a:pt x="161806" y="122752"/>
                </a:cubicBezTo>
                <a:close/>
                <a:moveTo>
                  <a:pt x="227536" y="48121"/>
                </a:moveTo>
                <a:lnTo>
                  <a:pt x="227536" y="68772"/>
                </a:lnTo>
                <a:cubicBezTo>
                  <a:pt x="235222" y="55005"/>
                  <a:pt x="243108" y="48121"/>
                  <a:pt x="251195" y="48121"/>
                </a:cubicBezTo>
                <a:cubicBezTo>
                  <a:pt x="254871" y="48121"/>
                  <a:pt x="257912" y="49240"/>
                  <a:pt x="260318" y="51479"/>
                </a:cubicBezTo>
                <a:cubicBezTo>
                  <a:pt x="262724" y="53718"/>
                  <a:pt x="263927" y="56308"/>
                  <a:pt x="263927" y="59249"/>
                </a:cubicBezTo>
                <a:cubicBezTo>
                  <a:pt x="263927" y="61855"/>
                  <a:pt x="263058" y="64061"/>
                  <a:pt x="261320" y="65865"/>
                </a:cubicBezTo>
                <a:cubicBezTo>
                  <a:pt x="259583" y="67670"/>
                  <a:pt x="257511" y="68572"/>
                  <a:pt x="255105" y="68572"/>
                </a:cubicBezTo>
                <a:cubicBezTo>
                  <a:pt x="252766" y="68572"/>
                  <a:pt x="250142" y="67419"/>
                  <a:pt x="247235" y="65113"/>
                </a:cubicBezTo>
                <a:cubicBezTo>
                  <a:pt x="244328" y="62807"/>
                  <a:pt x="242172" y="61655"/>
                  <a:pt x="240769" y="61655"/>
                </a:cubicBezTo>
                <a:cubicBezTo>
                  <a:pt x="239566" y="61655"/>
                  <a:pt x="238263" y="62321"/>
                  <a:pt x="236859" y="63653"/>
                </a:cubicBezTo>
                <a:cubicBezTo>
                  <a:pt x="233851" y="66387"/>
                  <a:pt x="230744" y="70887"/>
                  <a:pt x="227536" y="77153"/>
                </a:cubicBezTo>
                <a:lnTo>
                  <a:pt x="227536" y="121050"/>
                </a:lnTo>
                <a:cubicBezTo>
                  <a:pt x="227536" y="126115"/>
                  <a:pt x="228171" y="129948"/>
                  <a:pt x="229440" y="132548"/>
                </a:cubicBezTo>
                <a:cubicBezTo>
                  <a:pt x="230309" y="134348"/>
                  <a:pt x="231846" y="135849"/>
                  <a:pt x="234052" y="137050"/>
                </a:cubicBezTo>
                <a:cubicBezTo>
                  <a:pt x="236258" y="138249"/>
                  <a:pt x="239432" y="138848"/>
                  <a:pt x="243576" y="138848"/>
                </a:cubicBezTo>
                <a:lnTo>
                  <a:pt x="243576" y="142557"/>
                </a:lnTo>
                <a:lnTo>
                  <a:pt x="196558" y="142557"/>
                </a:lnTo>
                <a:lnTo>
                  <a:pt x="196558" y="138848"/>
                </a:lnTo>
                <a:cubicBezTo>
                  <a:pt x="201236" y="138848"/>
                  <a:pt x="204712" y="138115"/>
                  <a:pt x="206984" y="136649"/>
                </a:cubicBezTo>
                <a:cubicBezTo>
                  <a:pt x="208655" y="135582"/>
                  <a:pt x="209825" y="133880"/>
                  <a:pt x="210493" y="131545"/>
                </a:cubicBezTo>
                <a:cubicBezTo>
                  <a:pt x="210827" y="130411"/>
                  <a:pt x="210994" y="127177"/>
                  <a:pt x="210994" y="121843"/>
                </a:cubicBezTo>
                <a:lnTo>
                  <a:pt x="210994" y="86332"/>
                </a:lnTo>
                <a:cubicBezTo>
                  <a:pt x="210994" y="75662"/>
                  <a:pt x="210777" y="69310"/>
                  <a:pt x="210343" y="67278"/>
                </a:cubicBezTo>
                <a:cubicBezTo>
                  <a:pt x="209908" y="65244"/>
                  <a:pt x="209106" y="63760"/>
                  <a:pt x="207937" y="62826"/>
                </a:cubicBezTo>
                <a:cubicBezTo>
                  <a:pt x="206767" y="61893"/>
                  <a:pt x="205313" y="61426"/>
                  <a:pt x="203576" y="61426"/>
                </a:cubicBezTo>
                <a:cubicBezTo>
                  <a:pt x="201504" y="61426"/>
                  <a:pt x="199165" y="61926"/>
                  <a:pt x="196558" y="62927"/>
                </a:cubicBezTo>
                <a:lnTo>
                  <a:pt x="195555" y="59324"/>
                </a:lnTo>
                <a:lnTo>
                  <a:pt x="223325" y="48121"/>
                </a:lnTo>
                <a:lnTo>
                  <a:pt x="227536" y="48121"/>
                </a:lnTo>
                <a:close/>
                <a:moveTo>
                  <a:pt x="295766" y="20451"/>
                </a:moveTo>
                <a:lnTo>
                  <a:pt x="295766" y="50727"/>
                </a:lnTo>
                <a:lnTo>
                  <a:pt x="317220" y="50727"/>
                </a:lnTo>
                <a:lnTo>
                  <a:pt x="317220" y="57745"/>
                </a:lnTo>
                <a:lnTo>
                  <a:pt x="295766" y="57745"/>
                </a:lnTo>
                <a:lnTo>
                  <a:pt x="295766" y="117213"/>
                </a:lnTo>
                <a:cubicBezTo>
                  <a:pt x="295766" y="123155"/>
                  <a:pt x="296618" y="127161"/>
                  <a:pt x="298323" y="129230"/>
                </a:cubicBezTo>
                <a:cubicBezTo>
                  <a:pt x="300027" y="131298"/>
                  <a:pt x="302216" y="132332"/>
                  <a:pt x="304889" y="132332"/>
                </a:cubicBezTo>
                <a:cubicBezTo>
                  <a:pt x="307095" y="132332"/>
                  <a:pt x="309233" y="131647"/>
                  <a:pt x="311305" y="130277"/>
                </a:cubicBezTo>
                <a:cubicBezTo>
                  <a:pt x="313377" y="128907"/>
                  <a:pt x="314981" y="126885"/>
                  <a:pt x="316117" y="124211"/>
                </a:cubicBezTo>
                <a:lnTo>
                  <a:pt x="320027" y="124211"/>
                </a:lnTo>
                <a:cubicBezTo>
                  <a:pt x="317688" y="130780"/>
                  <a:pt x="314380" y="135748"/>
                  <a:pt x="310102" y="139114"/>
                </a:cubicBezTo>
                <a:cubicBezTo>
                  <a:pt x="305825" y="142479"/>
                  <a:pt x="301414" y="144161"/>
                  <a:pt x="296869" y="144161"/>
                </a:cubicBezTo>
                <a:cubicBezTo>
                  <a:pt x="293795" y="144161"/>
                  <a:pt x="290787" y="143308"/>
                  <a:pt x="287846" y="141602"/>
                </a:cubicBezTo>
                <a:cubicBezTo>
                  <a:pt x="284906" y="139896"/>
                  <a:pt x="282734" y="137454"/>
                  <a:pt x="281330" y="134277"/>
                </a:cubicBezTo>
                <a:cubicBezTo>
                  <a:pt x="279927" y="131099"/>
                  <a:pt x="279225" y="126197"/>
                  <a:pt x="279225" y="119572"/>
                </a:cubicBezTo>
                <a:lnTo>
                  <a:pt x="279225" y="57745"/>
                </a:lnTo>
                <a:lnTo>
                  <a:pt x="264688" y="57745"/>
                </a:lnTo>
                <a:lnTo>
                  <a:pt x="264688" y="54436"/>
                </a:lnTo>
                <a:cubicBezTo>
                  <a:pt x="268364" y="52962"/>
                  <a:pt x="272124" y="50465"/>
                  <a:pt x="275967" y="46946"/>
                </a:cubicBezTo>
                <a:cubicBezTo>
                  <a:pt x="279810" y="43427"/>
                  <a:pt x="283235" y="39254"/>
                  <a:pt x="286242" y="34427"/>
                </a:cubicBezTo>
                <a:cubicBezTo>
                  <a:pt x="287780" y="31881"/>
                  <a:pt x="289918" y="27222"/>
                  <a:pt x="292659" y="20451"/>
                </a:cubicBezTo>
                <a:lnTo>
                  <a:pt x="295766" y="20451"/>
                </a:lnTo>
                <a:close/>
                <a:moveTo>
                  <a:pt x="321087" y="50727"/>
                </a:moveTo>
                <a:lnTo>
                  <a:pt x="363895" y="50727"/>
                </a:lnTo>
                <a:lnTo>
                  <a:pt x="363895" y="54436"/>
                </a:lnTo>
                <a:lnTo>
                  <a:pt x="361789" y="54436"/>
                </a:lnTo>
                <a:cubicBezTo>
                  <a:pt x="358782" y="54436"/>
                  <a:pt x="356526" y="55088"/>
                  <a:pt x="355022" y="56391"/>
                </a:cubicBezTo>
                <a:cubicBezTo>
                  <a:pt x="353519" y="57695"/>
                  <a:pt x="352767" y="59315"/>
                  <a:pt x="352767" y="61254"/>
                </a:cubicBezTo>
                <a:cubicBezTo>
                  <a:pt x="352767" y="63860"/>
                  <a:pt x="353869" y="67469"/>
                  <a:pt x="356075" y="72081"/>
                </a:cubicBezTo>
                <a:lnTo>
                  <a:pt x="378431" y="118397"/>
                </a:lnTo>
                <a:lnTo>
                  <a:pt x="398983" y="67670"/>
                </a:lnTo>
                <a:cubicBezTo>
                  <a:pt x="400119" y="64929"/>
                  <a:pt x="400687" y="62223"/>
                  <a:pt x="400687" y="59549"/>
                </a:cubicBezTo>
                <a:cubicBezTo>
                  <a:pt x="400687" y="58346"/>
                  <a:pt x="400453" y="57444"/>
                  <a:pt x="399985" y="56843"/>
                </a:cubicBezTo>
                <a:cubicBezTo>
                  <a:pt x="399450" y="56107"/>
                  <a:pt x="398615" y="55523"/>
                  <a:pt x="397479" y="55088"/>
                </a:cubicBezTo>
                <a:cubicBezTo>
                  <a:pt x="396343" y="54654"/>
                  <a:pt x="394338" y="54436"/>
                  <a:pt x="391464" y="54436"/>
                </a:cubicBezTo>
                <a:lnTo>
                  <a:pt x="391464" y="50727"/>
                </a:lnTo>
                <a:lnTo>
                  <a:pt x="421339" y="50727"/>
                </a:lnTo>
                <a:lnTo>
                  <a:pt x="421339" y="54436"/>
                </a:lnTo>
                <a:cubicBezTo>
                  <a:pt x="418866" y="54704"/>
                  <a:pt x="416961" y="55239"/>
                  <a:pt x="415624" y="56041"/>
                </a:cubicBezTo>
                <a:cubicBezTo>
                  <a:pt x="414288" y="56843"/>
                  <a:pt x="412817" y="58346"/>
                  <a:pt x="411213" y="60552"/>
                </a:cubicBezTo>
                <a:cubicBezTo>
                  <a:pt x="410612" y="61488"/>
                  <a:pt x="409476" y="64061"/>
                  <a:pt x="407805" y="68271"/>
                </a:cubicBezTo>
                <a:lnTo>
                  <a:pt x="370411" y="159901"/>
                </a:lnTo>
                <a:cubicBezTo>
                  <a:pt x="366802" y="168790"/>
                  <a:pt x="362073" y="175507"/>
                  <a:pt x="356225" y="180051"/>
                </a:cubicBezTo>
                <a:cubicBezTo>
                  <a:pt x="350377" y="184596"/>
                  <a:pt x="344747" y="186869"/>
                  <a:pt x="339333" y="186869"/>
                </a:cubicBezTo>
                <a:cubicBezTo>
                  <a:pt x="335390" y="186869"/>
                  <a:pt x="332148" y="185746"/>
                  <a:pt x="329609" y="183501"/>
                </a:cubicBezTo>
                <a:cubicBezTo>
                  <a:pt x="327069" y="181256"/>
                  <a:pt x="325799" y="178680"/>
                  <a:pt x="325799" y="175775"/>
                </a:cubicBezTo>
                <a:cubicBezTo>
                  <a:pt x="325799" y="173001"/>
                  <a:pt x="326718" y="170765"/>
                  <a:pt x="328556" y="169065"/>
                </a:cubicBezTo>
                <a:cubicBezTo>
                  <a:pt x="330394" y="167367"/>
                  <a:pt x="332917" y="166518"/>
                  <a:pt x="336125" y="166518"/>
                </a:cubicBezTo>
                <a:cubicBezTo>
                  <a:pt x="338330" y="166518"/>
                  <a:pt x="341338" y="167253"/>
                  <a:pt x="345148" y="168723"/>
                </a:cubicBezTo>
                <a:cubicBezTo>
                  <a:pt x="347821" y="169726"/>
                  <a:pt x="349492" y="170227"/>
                  <a:pt x="350160" y="170227"/>
                </a:cubicBezTo>
                <a:cubicBezTo>
                  <a:pt x="352165" y="170227"/>
                  <a:pt x="354354" y="169184"/>
                  <a:pt x="356727" y="167097"/>
                </a:cubicBezTo>
                <a:cubicBezTo>
                  <a:pt x="359099" y="165013"/>
                  <a:pt x="361489" y="160978"/>
                  <a:pt x="363895" y="154992"/>
                </a:cubicBezTo>
                <a:lnTo>
                  <a:pt x="370411" y="138948"/>
                </a:lnTo>
                <a:lnTo>
                  <a:pt x="337428" y="69675"/>
                </a:lnTo>
                <a:cubicBezTo>
                  <a:pt x="336426" y="67603"/>
                  <a:pt x="334822" y="65030"/>
                  <a:pt x="332616" y="61955"/>
                </a:cubicBezTo>
                <a:cubicBezTo>
                  <a:pt x="330945" y="59616"/>
                  <a:pt x="329575" y="58046"/>
                  <a:pt x="328506" y="57244"/>
                </a:cubicBezTo>
                <a:cubicBezTo>
                  <a:pt x="326969" y="56174"/>
                  <a:pt x="324496" y="55239"/>
                  <a:pt x="321087" y="54436"/>
                </a:cubicBezTo>
                <a:lnTo>
                  <a:pt x="321087" y="50727"/>
                </a:lnTo>
                <a:close/>
                <a:moveTo>
                  <a:pt x="539635" y="48121"/>
                </a:moveTo>
                <a:lnTo>
                  <a:pt x="539635" y="79199"/>
                </a:lnTo>
                <a:lnTo>
                  <a:pt x="536327" y="79199"/>
                </a:lnTo>
                <a:cubicBezTo>
                  <a:pt x="533787" y="69451"/>
                  <a:pt x="530529" y="62821"/>
                  <a:pt x="526552" y="59308"/>
                </a:cubicBezTo>
                <a:cubicBezTo>
                  <a:pt x="522576" y="55793"/>
                  <a:pt x="517513" y="54035"/>
                  <a:pt x="511364" y="54035"/>
                </a:cubicBezTo>
                <a:cubicBezTo>
                  <a:pt x="506686" y="54035"/>
                  <a:pt x="502910" y="55271"/>
                  <a:pt x="500036" y="57742"/>
                </a:cubicBezTo>
                <a:cubicBezTo>
                  <a:pt x="497162" y="60210"/>
                  <a:pt x="495725" y="62947"/>
                  <a:pt x="495725" y="65953"/>
                </a:cubicBezTo>
                <a:cubicBezTo>
                  <a:pt x="495725" y="69691"/>
                  <a:pt x="496794" y="72895"/>
                  <a:pt x="498933" y="75564"/>
                </a:cubicBezTo>
                <a:cubicBezTo>
                  <a:pt x="501005" y="78303"/>
                  <a:pt x="505216" y="81207"/>
                  <a:pt x="511565" y="84277"/>
                </a:cubicBezTo>
                <a:lnTo>
                  <a:pt x="526202" y="91389"/>
                </a:lnTo>
                <a:cubicBezTo>
                  <a:pt x="539769" y="97997"/>
                  <a:pt x="546553" y="106709"/>
                  <a:pt x="546553" y="117526"/>
                </a:cubicBezTo>
                <a:cubicBezTo>
                  <a:pt x="546553" y="125870"/>
                  <a:pt x="543395" y="132596"/>
                  <a:pt x="537079" y="137705"/>
                </a:cubicBezTo>
                <a:cubicBezTo>
                  <a:pt x="530763" y="142811"/>
                  <a:pt x="523695" y="145364"/>
                  <a:pt x="515876" y="145364"/>
                </a:cubicBezTo>
                <a:cubicBezTo>
                  <a:pt x="510262" y="145364"/>
                  <a:pt x="503845" y="144362"/>
                  <a:pt x="496627" y="142357"/>
                </a:cubicBezTo>
                <a:cubicBezTo>
                  <a:pt x="494422" y="141689"/>
                  <a:pt x="492617" y="141354"/>
                  <a:pt x="491214" y="141354"/>
                </a:cubicBezTo>
                <a:cubicBezTo>
                  <a:pt x="489677" y="141354"/>
                  <a:pt x="488474" y="142223"/>
                  <a:pt x="487605" y="143961"/>
                </a:cubicBezTo>
                <a:lnTo>
                  <a:pt x="484296" y="143961"/>
                </a:lnTo>
                <a:lnTo>
                  <a:pt x="484296" y="111079"/>
                </a:lnTo>
                <a:lnTo>
                  <a:pt x="487605" y="111079"/>
                </a:lnTo>
                <a:cubicBezTo>
                  <a:pt x="489476" y="120469"/>
                  <a:pt x="493052" y="127545"/>
                  <a:pt x="498332" y="132307"/>
                </a:cubicBezTo>
                <a:cubicBezTo>
                  <a:pt x="503612" y="137069"/>
                  <a:pt x="509526" y="139450"/>
                  <a:pt x="516076" y="139450"/>
                </a:cubicBezTo>
                <a:cubicBezTo>
                  <a:pt x="520688" y="139450"/>
                  <a:pt x="524447" y="138098"/>
                  <a:pt x="527354" y="135396"/>
                </a:cubicBezTo>
                <a:cubicBezTo>
                  <a:pt x="530262" y="132691"/>
                  <a:pt x="531715" y="129436"/>
                  <a:pt x="531715" y="125631"/>
                </a:cubicBezTo>
                <a:cubicBezTo>
                  <a:pt x="531715" y="121023"/>
                  <a:pt x="530095" y="117151"/>
                  <a:pt x="526853" y="114014"/>
                </a:cubicBezTo>
                <a:cubicBezTo>
                  <a:pt x="523612" y="110877"/>
                  <a:pt x="517146" y="106906"/>
                  <a:pt x="507455" y="102100"/>
                </a:cubicBezTo>
                <a:cubicBezTo>
                  <a:pt x="497764" y="97292"/>
                  <a:pt x="491414" y="92952"/>
                  <a:pt x="488407" y="89080"/>
                </a:cubicBezTo>
                <a:cubicBezTo>
                  <a:pt x="485399" y="85274"/>
                  <a:pt x="483895" y="80467"/>
                  <a:pt x="483895" y="74659"/>
                </a:cubicBezTo>
                <a:cubicBezTo>
                  <a:pt x="483895" y="67115"/>
                  <a:pt x="486485" y="60807"/>
                  <a:pt x="491665" y="55733"/>
                </a:cubicBezTo>
                <a:cubicBezTo>
                  <a:pt x="496845" y="50658"/>
                  <a:pt x="503545" y="48121"/>
                  <a:pt x="511765" y="48121"/>
                </a:cubicBezTo>
                <a:cubicBezTo>
                  <a:pt x="515374" y="48121"/>
                  <a:pt x="519752" y="48889"/>
                  <a:pt x="524898" y="50426"/>
                </a:cubicBezTo>
                <a:cubicBezTo>
                  <a:pt x="528307" y="51429"/>
                  <a:pt x="530579" y="51930"/>
                  <a:pt x="531715" y="51930"/>
                </a:cubicBezTo>
                <a:cubicBezTo>
                  <a:pt x="532785" y="51930"/>
                  <a:pt x="533620" y="51696"/>
                  <a:pt x="534222" y="51228"/>
                </a:cubicBezTo>
                <a:cubicBezTo>
                  <a:pt x="534823" y="50761"/>
                  <a:pt x="535525" y="49725"/>
                  <a:pt x="536327" y="48121"/>
                </a:cubicBezTo>
                <a:lnTo>
                  <a:pt x="539635" y="48121"/>
                </a:lnTo>
                <a:close/>
                <a:moveTo>
                  <a:pt x="575387" y="85414"/>
                </a:moveTo>
                <a:cubicBezTo>
                  <a:pt x="575321" y="99017"/>
                  <a:pt x="578629" y="109686"/>
                  <a:pt x="585312" y="117423"/>
                </a:cubicBezTo>
                <a:cubicBezTo>
                  <a:pt x="591996" y="125157"/>
                  <a:pt x="599849" y="129024"/>
                  <a:pt x="608871" y="129024"/>
                </a:cubicBezTo>
                <a:cubicBezTo>
                  <a:pt x="614886" y="129024"/>
                  <a:pt x="620116" y="127369"/>
                  <a:pt x="624561" y="124061"/>
                </a:cubicBezTo>
                <a:cubicBezTo>
                  <a:pt x="629005" y="120753"/>
                  <a:pt x="632731" y="115089"/>
                  <a:pt x="635739" y="107068"/>
                </a:cubicBezTo>
                <a:lnTo>
                  <a:pt x="638846" y="109073"/>
                </a:lnTo>
                <a:cubicBezTo>
                  <a:pt x="637443" y="118230"/>
                  <a:pt x="633366" y="126567"/>
                  <a:pt x="626616" y="134086"/>
                </a:cubicBezTo>
                <a:cubicBezTo>
                  <a:pt x="619866" y="141605"/>
                  <a:pt x="611411" y="145364"/>
                  <a:pt x="601252" y="145364"/>
                </a:cubicBezTo>
                <a:cubicBezTo>
                  <a:pt x="590225" y="145364"/>
                  <a:pt x="580784" y="141080"/>
                  <a:pt x="572931" y="132510"/>
                </a:cubicBezTo>
                <a:cubicBezTo>
                  <a:pt x="565078" y="123939"/>
                  <a:pt x="561152" y="112416"/>
                  <a:pt x="561152" y="97942"/>
                </a:cubicBezTo>
                <a:cubicBezTo>
                  <a:pt x="561152" y="82270"/>
                  <a:pt x="565178" y="70049"/>
                  <a:pt x="573232" y="61279"/>
                </a:cubicBezTo>
                <a:cubicBezTo>
                  <a:pt x="581285" y="52507"/>
                  <a:pt x="591394" y="48121"/>
                  <a:pt x="603558" y="48121"/>
                </a:cubicBezTo>
                <a:cubicBezTo>
                  <a:pt x="613850" y="48121"/>
                  <a:pt x="622305" y="51504"/>
                  <a:pt x="628922" y="58271"/>
                </a:cubicBezTo>
                <a:cubicBezTo>
                  <a:pt x="635538" y="65036"/>
                  <a:pt x="638846" y="74084"/>
                  <a:pt x="638846" y="85414"/>
                </a:cubicBezTo>
                <a:lnTo>
                  <a:pt x="575387" y="85414"/>
                </a:lnTo>
                <a:moveTo>
                  <a:pt x="575387" y="79600"/>
                </a:moveTo>
                <a:lnTo>
                  <a:pt x="617894" y="79600"/>
                </a:lnTo>
                <a:cubicBezTo>
                  <a:pt x="617560" y="73718"/>
                  <a:pt x="616858" y="69574"/>
                  <a:pt x="615789" y="67168"/>
                </a:cubicBezTo>
                <a:cubicBezTo>
                  <a:pt x="614118" y="63426"/>
                  <a:pt x="611628" y="60485"/>
                  <a:pt x="608320" y="58346"/>
                </a:cubicBezTo>
                <a:cubicBezTo>
                  <a:pt x="605012" y="56208"/>
                  <a:pt x="601553" y="55138"/>
                  <a:pt x="597944" y="55138"/>
                </a:cubicBezTo>
                <a:cubicBezTo>
                  <a:pt x="592397" y="55138"/>
                  <a:pt x="587434" y="57294"/>
                  <a:pt x="583057" y="61604"/>
                </a:cubicBezTo>
                <a:cubicBezTo>
                  <a:pt x="578679" y="65915"/>
                  <a:pt x="576123" y="71914"/>
                  <a:pt x="575387" y="79600"/>
                </a:cubicBezTo>
                <a:close/>
                <a:moveTo>
                  <a:pt x="677709" y="48121"/>
                </a:moveTo>
                <a:lnTo>
                  <a:pt x="677709" y="68772"/>
                </a:lnTo>
                <a:cubicBezTo>
                  <a:pt x="685395" y="55005"/>
                  <a:pt x="693281" y="48121"/>
                  <a:pt x="701368" y="48121"/>
                </a:cubicBezTo>
                <a:cubicBezTo>
                  <a:pt x="705044" y="48121"/>
                  <a:pt x="708085" y="49240"/>
                  <a:pt x="710491" y="51479"/>
                </a:cubicBezTo>
                <a:cubicBezTo>
                  <a:pt x="712897" y="53718"/>
                  <a:pt x="714100" y="56308"/>
                  <a:pt x="714100" y="59249"/>
                </a:cubicBezTo>
                <a:cubicBezTo>
                  <a:pt x="714100" y="61855"/>
                  <a:pt x="713231" y="64061"/>
                  <a:pt x="711493" y="65865"/>
                </a:cubicBezTo>
                <a:cubicBezTo>
                  <a:pt x="709756" y="67670"/>
                  <a:pt x="707684" y="68572"/>
                  <a:pt x="705278" y="68572"/>
                </a:cubicBezTo>
                <a:cubicBezTo>
                  <a:pt x="702939" y="68572"/>
                  <a:pt x="700315" y="67419"/>
                  <a:pt x="697408" y="65113"/>
                </a:cubicBezTo>
                <a:cubicBezTo>
                  <a:pt x="694501" y="62807"/>
                  <a:pt x="692345" y="61655"/>
                  <a:pt x="690942" y="61655"/>
                </a:cubicBezTo>
                <a:cubicBezTo>
                  <a:pt x="689739" y="61655"/>
                  <a:pt x="688436" y="62321"/>
                  <a:pt x="687032" y="63653"/>
                </a:cubicBezTo>
                <a:cubicBezTo>
                  <a:pt x="684025" y="66387"/>
                  <a:pt x="680917" y="70887"/>
                  <a:pt x="677709" y="77153"/>
                </a:cubicBezTo>
                <a:lnTo>
                  <a:pt x="677709" y="121050"/>
                </a:lnTo>
                <a:cubicBezTo>
                  <a:pt x="677709" y="126115"/>
                  <a:pt x="678344" y="129948"/>
                  <a:pt x="679614" y="132548"/>
                </a:cubicBezTo>
                <a:cubicBezTo>
                  <a:pt x="680482" y="134348"/>
                  <a:pt x="682020" y="135849"/>
                  <a:pt x="684225" y="137050"/>
                </a:cubicBezTo>
                <a:cubicBezTo>
                  <a:pt x="686431" y="138249"/>
                  <a:pt x="689605" y="138848"/>
                  <a:pt x="693749" y="138848"/>
                </a:cubicBezTo>
                <a:lnTo>
                  <a:pt x="693749" y="142557"/>
                </a:lnTo>
                <a:lnTo>
                  <a:pt x="646731" y="142557"/>
                </a:lnTo>
                <a:lnTo>
                  <a:pt x="646731" y="138848"/>
                </a:lnTo>
                <a:cubicBezTo>
                  <a:pt x="651409" y="138848"/>
                  <a:pt x="654885" y="138115"/>
                  <a:pt x="657157" y="136649"/>
                </a:cubicBezTo>
                <a:cubicBezTo>
                  <a:pt x="658828" y="135582"/>
                  <a:pt x="659998" y="133880"/>
                  <a:pt x="660666" y="131545"/>
                </a:cubicBezTo>
                <a:cubicBezTo>
                  <a:pt x="661000" y="130411"/>
                  <a:pt x="661167" y="127177"/>
                  <a:pt x="661167" y="121843"/>
                </a:cubicBezTo>
                <a:lnTo>
                  <a:pt x="661167" y="86332"/>
                </a:lnTo>
                <a:cubicBezTo>
                  <a:pt x="661167" y="75662"/>
                  <a:pt x="660950" y="69310"/>
                  <a:pt x="660516" y="67278"/>
                </a:cubicBezTo>
                <a:cubicBezTo>
                  <a:pt x="660081" y="65244"/>
                  <a:pt x="659279" y="63760"/>
                  <a:pt x="658110" y="62826"/>
                </a:cubicBezTo>
                <a:cubicBezTo>
                  <a:pt x="656940" y="61893"/>
                  <a:pt x="655486" y="61426"/>
                  <a:pt x="653749" y="61426"/>
                </a:cubicBezTo>
                <a:cubicBezTo>
                  <a:pt x="651677" y="61426"/>
                  <a:pt x="649338" y="61926"/>
                  <a:pt x="646731" y="62927"/>
                </a:cubicBezTo>
                <a:lnTo>
                  <a:pt x="645729" y="59324"/>
                </a:lnTo>
                <a:lnTo>
                  <a:pt x="673498" y="48121"/>
                </a:lnTo>
                <a:lnTo>
                  <a:pt x="677709" y="48121"/>
                </a:lnTo>
                <a:close/>
                <a:moveTo>
                  <a:pt x="714561" y="50727"/>
                </a:moveTo>
                <a:lnTo>
                  <a:pt x="757769" y="50727"/>
                </a:lnTo>
                <a:lnTo>
                  <a:pt x="757769" y="54436"/>
                </a:lnTo>
                <a:lnTo>
                  <a:pt x="754962" y="54436"/>
                </a:lnTo>
                <a:cubicBezTo>
                  <a:pt x="752356" y="54436"/>
                  <a:pt x="750367" y="55071"/>
                  <a:pt x="748997" y="56341"/>
                </a:cubicBezTo>
                <a:cubicBezTo>
                  <a:pt x="747627" y="57611"/>
                  <a:pt x="746942" y="59315"/>
                  <a:pt x="746942" y="61454"/>
                </a:cubicBezTo>
                <a:cubicBezTo>
                  <a:pt x="746942" y="63793"/>
                  <a:pt x="747644" y="66567"/>
                  <a:pt x="749048" y="69775"/>
                </a:cubicBezTo>
                <a:lnTo>
                  <a:pt x="770401" y="120502"/>
                </a:lnTo>
                <a:lnTo>
                  <a:pt x="791855" y="67870"/>
                </a:lnTo>
                <a:cubicBezTo>
                  <a:pt x="793392" y="64127"/>
                  <a:pt x="794161" y="61287"/>
                  <a:pt x="794161" y="59349"/>
                </a:cubicBezTo>
                <a:cubicBezTo>
                  <a:pt x="794161" y="58413"/>
                  <a:pt x="793893" y="57645"/>
                  <a:pt x="793359" y="57043"/>
                </a:cubicBezTo>
                <a:cubicBezTo>
                  <a:pt x="792623" y="56041"/>
                  <a:pt x="791688" y="55355"/>
                  <a:pt x="790552" y="54988"/>
                </a:cubicBezTo>
                <a:cubicBezTo>
                  <a:pt x="789415" y="54620"/>
                  <a:pt x="787110" y="54436"/>
                  <a:pt x="783634" y="54436"/>
                </a:cubicBezTo>
                <a:lnTo>
                  <a:pt x="783634" y="50727"/>
                </a:lnTo>
                <a:lnTo>
                  <a:pt x="813609" y="50727"/>
                </a:lnTo>
                <a:lnTo>
                  <a:pt x="813609" y="54436"/>
                </a:lnTo>
                <a:cubicBezTo>
                  <a:pt x="810134" y="54704"/>
                  <a:pt x="807728" y="55406"/>
                  <a:pt x="806391" y="56542"/>
                </a:cubicBezTo>
                <a:cubicBezTo>
                  <a:pt x="804052" y="58547"/>
                  <a:pt x="801947" y="61889"/>
                  <a:pt x="800075" y="66567"/>
                </a:cubicBezTo>
                <a:lnTo>
                  <a:pt x="767494" y="145364"/>
                </a:lnTo>
                <a:lnTo>
                  <a:pt x="763383" y="145364"/>
                </a:lnTo>
                <a:lnTo>
                  <a:pt x="730601" y="67870"/>
                </a:lnTo>
                <a:cubicBezTo>
                  <a:pt x="729131" y="64261"/>
                  <a:pt x="727727" y="61671"/>
                  <a:pt x="726391" y="60101"/>
                </a:cubicBezTo>
                <a:cubicBezTo>
                  <a:pt x="725054" y="58530"/>
                  <a:pt x="723350" y="57210"/>
                  <a:pt x="721278" y="56141"/>
                </a:cubicBezTo>
                <a:cubicBezTo>
                  <a:pt x="720142" y="55539"/>
                  <a:pt x="717903" y="54971"/>
                  <a:pt x="714561" y="54436"/>
                </a:cubicBezTo>
                <a:lnTo>
                  <a:pt x="714561" y="50727"/>
                </a:lnTo>
                <a:close/>
                <a:moveTo>
                  <a:pt x="845289" y="0"/>
                </a:moveTo>
                <a:cubicBezTo>
                  <a:pt x="848096" y="0"/>
                  <a:pt x="850485" y="991"/>
                  <a:pt x="852457" y="2973"/>
                </a:cubicBezTo>
                <a:cubicBezTo>
                  <a:pt x="854428" y="4953"/>
                  <a:pt x="855414" y="7354"/>
                  <a:pt x="855414" y="10176"/>
                </a:cubicBezTo>
                <a:cubicBezTo>
                  <a:pt x="855414" y="12997"/>
                  <a:pt x="854428" y="15416"/>
                  <a:pt x="852457" y="17431"/>
                </a:cubicBezTo>
                <a:cubicBezTo>
                  <a:pt x="850485" y="19445"/>
                  <a:pt x="848096" y="20451"/>
                  <a:pt x="845289" y="20451"/>
                </a:cubicBezTo>
                <a:cubicBezTo>
                  <a:pt x="842482" y="20451"/>
                  <a:pt x="840076" y="19445"/>
                  <a:pt x="838071" y="17431"/>
                </a:cubicBezTo>
                <a:cubicBezTo>
                  <a:pt x="836066" y="15416"/>
                  <a:pt x="835063" y="12997"/>
                  <a:pt x="835063" y="10176"/>
                </a:cubicBezTo>
                <a:cubicBezTo>
                  <a:pt x="835063" y="7354"/>
                  <a:pt x="836049" y="4953"/>
                  <a:pt x="838021" y="2973"/>
                </a:cubicBezTo>
                <a:cubicBezTo>
                  <a:pt x="839992" y="991"/>
                  <a:pt x="842415" y="0"/>
                  <a:pt x="845289" y="0"/>
                </a:cubicBezTo>
                <a:moveTo>
                  <a:pt x="853610" y="48121"/>
                </a:moveTo>
                <a:lnTo>
                  <a:pt x="853610" y="121743"/>
                </a:lnTo>
                <a:cubicBezTo>
                  <a:pt x="853610" y="127478"/>
                  <a:pt x="854027" y="131296"/>
                  <a:pt x="854863" y="133196"/>
                </a:cubicBezTo>
                <a:cubicBezTo>
                  <a:pt x="855698" y="135097"/>
                  <a:pt x="856935" y="136514"/>
                  <a:pt x="858572" y="137448"/>
                </a:cubicBezTo>
                <a:cubicBezTo>
                  <a:pt x="860210" y="138381"/>
                  <a:pt x="863200" y="138848"/>
                  <a:pt x="867545" y="138848"/>
                </a:cubicBezTo>
                <a:lnTo>
                  <a:pt x="867545" y="142557"/>
                </a:lnTo>
                <a:lnTo>
                  <a:pt x="822933" y="142557"/>
                </a:lnTo>
                <a:lnTo>
                  <a:pt x="822933" y="138848"/>
                </a:lnTo>
                <a:cubicBezTo>
                  <a:pt x="827411" y="138848"/>
                  <a:pt x="830418" y="138415"/>
                  <a:pt x="831955" y="137548"/>
                </a:cubicBezTo>
                <a:cubicBezTo>
                  <a:pt x="833493" y="136681"/>
                  <a:pt x="834712" y="135247"/>
                  <a:pt x="835615" y="133247"/>
                </a:cubicBezTo>
                <a:cubicBezTo>
                  <a:pt x="836517" y="131246"/>
                  <a:pt x="836968" y="127411"/>
                  <a:pt x="836968" y="121743"/>
                </a:cubicBezTo>
                <a:lnTo>
                  <a:pt x="836968" y="86432"/>
                </a:lnTo>
                <a:cubicBezTo>
                  <a:pt x="836968" y="76495"/>
                  <a:pt x="836667" y="70060"/>
                  <a:pt x="836066" y="67128"/>
                </a:cubicBezTo>
                <a:cubicBezTo>
                  <a:pt x="835598" y="64993"/>
                  <a:pt x="834863" y="63509"/>
                  <a:pt x="833860" y="62676"/>
                </a:cubicBezTo>
                <a:cubicBezTo>
                  <a:pt x="832858" y="61843"/>
                  <a:pt x="831488" y="61426"/>
                  <a:pt x="829750" y="61426"/>
                </a:cubicBezTo>
                <a:cubicBezTo>
                  <a:pt x="827879" y="61426"/>
                  <a:pt x="825606" y="61926"/>
                  <a:pt x="822933" y="62927"/>
                </a:cubicBezTo>
                <a:lnTo>
                  <a:pt x="821529" y="59324"/>
                </a:lnTo>
                <a:lnTo>
                  <a:pt x="849199" y="48121"/>
                </a:lnTo>
                <a:lnTo>
                  <a:pt x="853610" y="48121"/>
                </a:lnTo>
                <a:close/>
                <a:moveTo>
                  <a:pt x="957126" y="107670"/>
                </a:moveTo>
                <a:cubicBezTo>
                  <a:pt x="954654" y="119767"/>
                  <a:pt x="949808" y="129074"/>
                  <a:pt x="942590" y="135590"/>
                </a:cubicBezTo>
                <a:cubicBezTo>
                  <a:pt x="935372" y="142106"/>
                  <a:pt x="927385" y="145364"/>
                  <a:pt x="918630" y="145364"/>
                </a:cubicBezTo>
                <a:cubicBezTo>
                  <a:pt x="908204" y="145364"/>
                  <a:pt x="899114" y="140992"/>
                  <a:pt x="891362" y="132247"/>
                </a:cubicBezTo>
                <a:cubicBezTo>
                  <a:pt x="883609" y="123500"/>
                  <a:pt x="879732" y="111682"/>
                  <a:pt x="879732" y="96793"/>
                </a:cubicBezTo>
                <a:cubicBezTo>
                  <a:pt x="879732" y="82371"/>
                  <a:pt x="884026" y="70654"/>
                  <a:pt x="892615" y="61642"/>
                </a:cubicBezTo>
                <a:cubicBezTo>
                  <a:pt x="901203" y="52628"/>
                  <a:pt x="911512" y="48121"/>
                  <a:pt x="923542" y="48121"/>
                </a:cubicBezTo>
                <a:cubicBezTo>
                  <a:pt x="932565" y="48121"/>
                  <a:pt x="939983" y="50503"/>
                  <a:pt x="945798" y="55267"/>
                </a:cubicBezTo>
                <a:cubicBezTo>
                  <a:pt x="951613" y="60029"/>
                  <a:pt x="954520" y="64974"/>
                  <a:pt x="954520" y="70104"/>
                </a:cubicBezTo>
                <a:cubicBezTo>
                  <a:pt x="954520" y="72635"/>
                  <a:pt x="953701" y="74684"/>
                  <a:pt x="952064" y="76251"/>
                </a:cubicBezTo>
                <a:cubicBezTo>
                  <a:pt x="950426" y="77815"/>
                  <a:pt x="948137" y="78597"/>
                  <a:pt x="945196" y="78597"/>
                </a:cubicBezTo>
                <a:cubicBezTo>
                  <a:pt x="941253" y="78597"/>
                  <a:pt x="938279" y="77327"/>
                  <a:pt x="936274" y="74788"/>
                </a:cubicBezTo>
                <a:cubicBezTo>
                  <a:pt x="935138" y="73384"/>
                  <a:pt x="934386" y="70711"/>
                  <a:pt x="934018" y="66767"/>
                </a:cubicBezTo>
                <a:cubicBezTo>
                  <a:pt x="933651" y="62824"/>
                  <a:pt x="932297" y="59817"/>
                  <a:pt x="929958" y="57745"/>
                </a:cubicBezTo>
                <a:cubicBezTo>
                  <a:pt x="927619" y="55740"/>
                  <a:pt x="924378" y="54737"/>
                  <a:pt x="920234" y="54737"/>
                </a:cubicBezTo>
                <a:cubicBezTo>
                  <a:pt x="913550" y="54737"/>
                  <a:pt x="908170" y="57210"/>
                  <a:pt x="904093" y="62156"/>
                </a:cubicBezTo>
                <a:cubicBezTo>
                  <a:pt x="898680" y="68706"/>
                  <a:pt x="895973" y="77361"/>
                  <a:pt x="895973" y="88121"/>
                </a:cubicBezTo>
                <a:cubicBezTo>
                  <a:pt x="895973" y="99082"/>
                  <a:pt x="898663" y="108756"/>
                  <a:pt x="904043" y="117144"/>
                </a:cubicBezTo>
                <a:cubicBezTo>
                  <a:pt x="909423" y="125531"/>
                  <a:pt x="916692" y="129725"/>
                  <a:pt x="925848" y="129725"/>
                </a:cubicBezTo>
                <a:cubicBezTo>
                  <a:pt x="932398" y="129725"/>
                  <a:pt x="938279" y="127486"/>
                  <a:pt x="943492" y="123008"/>
                </a:cubicBezTo>
                <a:cubicBezTo>
                  <a:pt x="947168" y="119934"/>
                  <a:pt x="950744" y="114353"/>
                  <a:pt x="954219" y="106266"/>
                </a:cubicBezTo>
                <a:lnTo>
                  <a:pt x="957126" y="107670"/>
                </a:lnTo>
                <a:close/>
                <a:moveTo>
                  <a:pt x="985463" y="85414"/>
                </a:moveTo>
                <a:cubicBezTo>
                  <a:pt x="985396" y="99017"/>
                  <a:pt x="988704" y="109686"/>
                  <a:pt x="995387" y="117423"/>
                </a:cubicBezTo>
                <a:cubicBezTo>
                  <a:pt x="1002071" y="125157"/>
                  <a:pt x="1009924" y="129024"/>
                  <a:pt x="1018947" y="129024"/>
                </a:cubicBezTo>
                <a:cubicBezTo>
                  <a:pt x="1024962" y="129024"/>
                  <a:pt x="1030191" y="127369"/>
                  <a:pt x="1034636" y="124061"/>
                </a:cubicBezTo>
                <a:cubicBezTo>
                  <a:pt x="1039080" y="120753"/>
                  <a:pt x="1042806" y="115089"/>
                  <a:pt x="1045814" y="107068"/>
                </a:cubicBezTo>
                <a:lnTo>
                  <a:pt x="1048922" y="109073"/>
                </a:lnTo>
                <a:cubicBezTo>
                  <a:pt x="1047518" y="118230"/>
                  <a:pt x="1043441" y="126567"/>
                  <a:pt x="1036691" y="134086"/>
                </a:cubicBezTo>
                <a:cubicBezTo>
                  <a:pt x="1029941" y="141605"/>
                  <a:pt x="1021486" y="145364"/>
                  <a:pt x="1011327" y="145364"/>
                </a:cubicBezTo>
                <a:cubicBezTo>
                  <a:pt x="1000300" y="145364"/>
                  <a:pt x="990859" y="141080"/>
                  <a:pt x="983006" y="132510"/>
                </a:cubicBezTo>
                <a:cubicBezTo>
                  <a:pt x="975153" y="123939"/>
                  <a:pt x="971227" y="112416"/>
                  <a:pt x="971227" y="97942"/>
                </a:cubicBezTo>
                <a:cubicBezTo>
                  <a:pt x="971227" y="82270"/>
                  <a:pt x="975254" y="70049"/>
                  <a:pt x="983307" y="61279"/>
                </a:cubicBezTo>
                <a:cubicBezTo>
                  <a:pt x="991361" y="52507"/>
                  <a:pt x="1001469" y="48121"/>
                  <a:pt x="1013633" y="48121"/>
                </a:cubicBezTo>
                <a:cubicBezTo>
                  <a:pt x="1023926" y="48121"/>
                  <a:pt x="1032380" y="51504"/>
                  <a:pt x="1038997" y="58271"/>
                </a:cubicBezTo>
                <a:cubicBezTo>
                  <a:pt x="1045613" y="65036"/>
                  <a:pt x="1048922" y="74084"/>
                  <a:pt x="1048922" y="85414"/>
                </a:cubicBezTo>
                <a:lnTo>
                  <a:pt x="985463" y="85414"/>
                </a:lnTo>
                <a:moveTo>
                  <a:pt x="985463" y="79600"/>
                </a:moveTo>
                <a:lnTo>
                  <a:pt x="1027969" y="79600"/>
                </a:lnTo>
                <a:cubicBezTo>
                  <a:pt x="1027635" y="73718"/>
                  <a:pt x="1026933" y="69574"/>
                  <a:pt x="1025864" y="67168"/>
                </a:cubicBezTo>
                <a:cubicBezTo>
                  <a:pt x="1024193" y="63426"/>
                  <a:pt x="1021703" y="60485"/>
                  <a:pt x="1018395" y="58346"/>
                </a:cubicBezTo>
                <a:cubicBezTo>
                  <a:pt x="1015087" y="56208"/>
                  <a:pt x="1011628" y="55138"/>
                  <a:pt x="1008019" y="55138"/>
                </a:cubicBezTo>
                <a:cubicBezTo>
                  <a:pt x="1002472" y="55138"/>
                  <a:pt x="997509" y="57294"/>
                  <a:pt x="993132" y="61604"/>
                </a:cubicBezTo>
                <a:cubicBezTo>
                  <a:pt x="988754" y="65915"/>
                  <a:pt x="986198" y="71914"/>
                  <a:pt x="985463" y="79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EC563-ECE0-41C7-A7AE-D10913DB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19" y="1966674"/>
            <a:ext cx="163319" cy="913651"/>
          </a:xfrm>
          <a:custGeom xmlns:a="http://schemas.openxmlformats.org/drawingml/2006/main">
            <a:pathLst>
              <a:path w="163319" h="913651">
                <a:moveTo>
                  <a:pt x="141935" y="0"/>
                </a:moveTo>
                <a:cubicBezTo>
                  <a:pt x="153745" y="0"/>
                  <a:pt x="163319" y="9574"/>
                  <a:pt x="163319" y="21383"/>
                </a:cubicBezTo>
                <a:lnTo>
                  <a:pt x="163319" y="892267"/>
                </a:lnTo>
                <a:cubicBezTo>
                  <a:pt x="163319" y="904077"/>
                  <a:pt x="153745" y="913651"/>
                  <a:pt x="141935" y="913651"/>
                </a:cubicBezTo>
                <a:lnTo>
                  <a:pt x="21384" y="913651"/>
                </a:lnTo>
                <a:cubicBezTo>
                  <a:pt x="9574" y="913651"/>
                  <a:pt x="0" y="904077"/>
                  <a:pt x="0" y="892267"/>
                </a:cubicBezTo>
                <a:lnTo>
                  <a:pt x="0" y="21383"/>
                </a:lnTo>
                <a:cubicBezTo>
                  <a:pt x="0" y="9574"/>
                  <a:pt x="9574" y="0"/>
                  <a:pt x="21384" y="0"/>
                </a:cubicBezTo>
                <a:lnTo>
                  <a:pt x="141935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C1B2E-8397-4B5F-ABA2-7430EDFD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19" y="1966674"/>
            <a:ext cx="163319" cy="913651"/>
          </a:xfrm>
          <a:custGeom xmlns:a="http://schemas.openxmlformats.org/drawingml/2006/main">
            <a:pathLst>
              <a:path w="163319" h="913651" fill="none">
                <a:moveTo>
                  <a:pt x="141935" y="0"/>
                </a:moveTo>
                <a:cubicBezTo>
                  <a:pt x="153745" y="0"/>
                  <a:pt x="163319" y="9574"/>
                  <a:pt x="163319" y="21383"/>
                </a:cubicBezTo>
                <a:lnTo>
                  <a:pt x="163319" y="892267"/>
                </a:lnTo>
                <a:cubicBezTo>
                  <a:pt x="163319" y="904077"/>
                  <a:pt x="153745" y="913651"/>
                  <a:pt x="141935" y="913651"/>
                </a:cubicBezTo>
                <a:lnTo>
                  <a:pt x="21384" y="913651"/>
                </a:lnTo>
                <a:cubicBezTo>
                  <a:pt x="9574" y="913651"/>
                  <a:pt x="0" y="904077"/>
                  <a:pt x="0" y="892267"/>
                </a:cubicBezTo>
                <a:lnTo>
                  <a:pt x="0" y="21383"/>
                </a:lnTo>
                <a:cubicBezTo>
                  <a:pt x="0" y="9574"/>
                  <a:pt x="9574" y="0"/>
                  <a:pt x="21384" y="0"/>
                </a:cubicBezTo>
                <a:lnTo>
                  <a:pt x="14193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0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6A396-BFAD-4A9F-939D-FB0B7C6D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52" y="2415566"/>
            <a:ext cx="162764" cy="10"/>
          </a:xfrm>
          <a:custGeom xmlns:a="http://schemas.openxmlformats.org/drawingml/2006/main">
            <a:pathLst>
              <a:path w="162764" h="1" fill="none">
                <a:moveTo>
                  <a:pt x="0" y="0"/>
                </a:moveTo>
                <a:lnTo>
                  <a:pt x="162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0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C3573-7ABB-41A8-BF11-A060D386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52" y="2266247"/>
            <a:ext cx="162764" cy="10"/>
          </a:xfrm>
          <a:custGeom xmlns:a="http://schemas.openxmlformats.org/drawingml/2006/main">
            <a:pathLst>
              <a:path w="162764" h="1" fill="none">
                <a:moveTo>
                  <a:pt x="0" y="0"/>
                </a:moveTo>
                <a:lnTo>
                  <a:pt x="162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0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3123A-9224-450A-9B34-864EF005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52" y="2115994"/>
            <a:ext cx="162764" cy="10"/>
          </a:xfrm>
          <a:custGeom xmlns:a="http://schemas.openxmlformats.org/drawingml/2006/main">
            <a:pathLst>
              <a:path w="162764" h="1" fill="none">
                <a:moveTo>
                  <a:pt x="0" y="0"/>
                </a:moveTo>
                <a:lnTo>
                  <a:pt x="162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0" cap="rnd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AC257-2EF5-44DD-A4B8-7478F437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52" y="2564887"/>
            <a:ext cx="162764" cy="10"/>
          </a:xfrm>
          <a:custGeom xmlns:a="http://schemas.openxmlformats.org/drawingml/2006/main">
            <a:pathLst>
              <a:path w="162764" h="1" fill="none">
                <a:moveTo>
                  <a:pt x="0" y="0"/>
                </a:moveTo>
                <a:lnTo>
                  <a:pt x="162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0" cap="rnd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C3D60-296B-4E0E-AFE6-76005BCA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152" y="2714207"/>
            <a:ext cx="162764" cy="10"/>
          </a:xfrm>
          <a:custGeom xmlns:a="http://schemas.openxmlformats.org/drawingml/2006/main">
            <a:pathLst>
              <a:path w="162764" h="1" fill="none">
                <a:moveTo>
                  <a:pt x="0" y="0"/>
                </a:moveTo>
                <a:lnTo>
                  <a:pt x="162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0" cap="rnd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E68A7-0CA0-46D7-8BBB-76EC8392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237" y="2336707"/>
            <a:ext cx="164252" cy="138121"/>
          </a:xfrm>
          <a:custGeom xmlns:a="http://schemas.openxmlformats.org/drawingml/2006/main">
            <a:pathLst>
              <a:path w="164252" h="138121">
                <a:moveTo>
                  <a:pt x="95192" y="138121"/>
                </a:moveTo>
                <a:lnTo>
                  <a:pt x="95192" y="103591"/>
                </a:lnTo>
                <a:lnTo>
                  <a:pt x="0" y="103591"/>
                </a:lnTo>
                <a:lnTo>
                  <a:pt x="0" y="34530"/>
                </a:lnTo>
                <a:lnTo>
                  <a:pt x="95192" y="34530"/>
                </a:lnTo>
                <a:lnTo>
                  <a:pt x="95192" y="0"/>
                </a:lnTo>
                <a:lnTo>
                  <a:pt x="164252" y="69060"/>
                </a:lnTo>
                <a:lnTo>
                  <a:pt x="95192" y="13812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0D7DA-36EF-4E35-807A-7D0F0F8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237" y="2336707"/>
            <a:ext cx="164252" cy="138121"/>
          </a:xfrm>
          <a:custGeom xmlns:a="http://schemas.openxmlformats.org/drawingml/2006/main">
            <a:pathLst>
              <a:path w="164252" h="138121" fill="none">
                <a:moveTo>
                  <a:pt x="95191" y="138121"/>
                </a:moveTo>
                <a:lnTo>
                  <a:pt x="95191" y="103591"/>
                </a:lnTo>
                <a:lnTo>
                  <a:pt x="0" y="103591"/>
                </a:lnTo>
                <a:lnTo>
                  <a:pt x="0" y="34530"/>
                </a:lnTo>
                <a:lnTo>
                  <a:pt x="95191" y="34530"/>
                </a:lnTo>
                <a:lnTo>
                  <a:pt x="95191" y="0"/>
                </a:lnTo>
                <a:lnTo>
                  <a:pt x="164252" y="69061"/>
                </a:lnTo>
                <a:lnTo>
                  <a:pt x="95191" y="138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ACD6C-AACE-4EE5-9083-DA4649C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83" y="3406678"/>
            <a:ext cx="668208" cy="494622"/>
          </a:xfrm>
          <a:custGeom xmlns:a="http://schemas.openxmlformats.org/drawingml/2006/main">
            <a:pathLst>
              <a:path w="668208" h="494622">
                <a:moveTo>
                  <a:pt x="0" y="0"/>
                </a:moveTo>
                <a:lnTo>
                  <a:pt x="87058" y="0"/>
                </a:lnTo>
                <a:lnTo>
                  <a:pt x="87058" y="234157"/>
                </a:lnTo>
                <a:cubicBezTo>
                  <a:pt x="87058" y="305588"/>
                  <a:pt x="144965" y="363495"/>
                  <a:pt x="216395" y="363495"/>
                </a:cubicBezTo>
                <a:lnTo>
                  <a:pt x="550605" y="363495"/>
                </a:lnTo>
                <a:lnTo>
                  <a:pt x="550605" y="319427"/>
                </a:lnTo>
                <a:lnTo>
                  <a:pt x="668208" y="407025"/>
                </a:lnTo>
                <a:lnTo>
                  <a:pt x="550605" y="494622"/>
                </a:lnTo>
                <a:lnTo>
                  <a:pt x="550605" y="450553"/>
                </a:lnTo>
                <a:lnTo>
                  <a:pt x="216395" y="450553"/>
                </a:lnTo>
                <a:cubicBezTo>
                  <a:pt x="96884" y="450553"/>
                  <a:pt x="0" y="353669"/>
                  <a:pt x="0" y="23415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5DAE9-9176-48F7-95D0-795248C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867" y="2768335"/>
            <a:ext cx="659807" cy="644875"/>
          </a:xfrm>
          <a:custGeom xmlns:a="http://schemas.openxmlformats.org/drawingml/2006/main">
            <a:pathLst>
              <a:path w="659807" h="644875">
                <a:moveTo>
                  <a:pt x="659807" y="644875"/>
                </a:moveTo>
                <a:lnTo>
                  <a:pt x="572407" y="644875"/>
                </a:lnTo>
                <a:lnTo>
                  <a:pt x="572407" y="295736"/>
                </a:lnTo>
                <a:cubicBezTo>
                  <a:pt x="572407" y="188189"/>
                  <a:pt x="485223" y="101004"/>
                  <a:pt x="377675" y="101004"/>
                </a:cubicBezTo>
                <a:lnTo>
                  <a:pt x="0" y="101004"/>
                </a:lnTo>
                <a:lnTo>
                  <a:pt x="0" y="114607"/>
                </a:lnTo>
                <a:lnTo>
                  <a:pt x="0" y="57304"/>
                </a:lnTo>
                <a:lnTo>
                  <a:pt x="0" y="0"/>
                </a:lnTo>
                <a:lnTo>
                  <a:pt x="0" y="13604"/>
                </a:lnTo>
                <a:lnTo>
                  <a:pt x="377675" y="13604"/>
                </a:lnTo>
                <a:cubicBezTo>
                  <a:pt x="533492" y="13604"/>
                  <a:pt x="659807" y="139919"/>
                  <a:pt x="659807" y="295736"/>
                </a:cubicBezTo>
                <a:lnTo>
                  <a:pt x="659807" y="6448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D93CB-A34F-4318-A1BC-06A9AC2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057" y="613478"/>
            <a:ext cx="1122986" cy="719897"/>
          </a:xfrm>
          <a:custGeom xmlns:a="http://schemas.openxmlformats.org/drawingml/2006/main">
            <a:pathLst>
              <a:path w="1122986" h="719897">
                <a:moveTo>
                  <a:pt x="1026206" y="65149"/>
                </a:moveTo>
                <a:cubicBezTo>
                  <a:pt x="1063073" y="100168"/>
                  <a:pt x="1122986" y="184048"/>
                  <a:pt x="1104551" y="260596"/>
                </a:cubicBezTo>
                <a:cubicBezTo>
                  <a:pt x="1086115" y="337148"/>
                  <a:pt x="1027742" y="450344"/>
                  <a:pt x="915597" y="524451"/>
                </a:cubicBezTo>
                <a:cubicBezTo>
                  <a:pt x="803452" y="598557"/>
                  <a:pt x="576088" y="719897"/>
                  <a:pt x="431683" y="705239"/>
                </a:cubicBezTo>
                <a:cubicBezTo>
                  <a:pt x="287278" y="690580"/>
                  <a:pt x="98320" y="542366"/>
                  <a:pt x="49160" y="436499"/>
                </a:cubicBezTo>
                <a:cubicBezTo>
                  <a:pt x="0" y="330634"/>
                  <a:pt x="40712" y="140072"/>
                  <a:pt x="136727" y="70038"/>
                </a:cubicBezTo>
                <a:cubicBezTo>
                  <a:pt x="232741" y="0"/>
                  <a:pt x="521551" y="10587"/>
                  <a:pt x="625248" y="16288"/>
                </a:cubicBezTo>
                <a:cubicBezTo>
                  <a:pt x="728945" y="21990"/>
                  <a:pt x="715886" y="98538"/>
                  <a:pt x="758899" y="104240"/>
                </a:cubicBezTo>
                <a:cubicBezTo>
                  <a:pt x="801913" y="109942"/>
                  <a:pt x="838784" y="57005"/>
                  <a:pt x="883333" y="50490"/>
                </a:cubicBezTo>
                <a:cubicBezTo>
                  <a:pt x="927886" y="43976"/>
                  <a:pt x="989335" y="30134"/>
                  <a:pt x="1026206" y="651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2B90C-CC3C-4070-BDC4-0CA996A5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058" y="613481"/>
            <a:ext cx="1122985" cy="719896"/>
          </a:xfrm>
          <a:custGeom xmlns:a="http://schemas.openxmlformats.org/drawingml/2006/main">
            <a:pathLst>
              <a:path w="1122985" h="719896" fill="none">
                <a:moveTo>
                  <a:pt x="1026203" y="65149"/>
                </a:moveTo>
                <a:cubicBezTo>
                  <a:pt x="1063072" y="100166"/>
                  <a:pt x="1122985" y="184046"/>
                  <a:pt x="1104550" y="260596"/>
                </a:cubicBezTo>
                <a:cubicBezTo>
                  <a:pt x="1086116" y="337146"/>
                  <a:pt x="1027739" y="450342"/>
                  <a:pt x="915594" y="524449"/>
                </a:cubicBezTo>
                <a:cubicBezTo>
                  <a:pt x="803449" y="598556"/>
                  <a:pt x="576087" y="719896"/>
                  <a:pt x="431681" y="705237"/>
                </a:cubicBezTo>
                <a:cubicBezTo>
                  <a:pt x="287276" y="690579"/>
                  <a:pt x="98319" y="542365"/>
                  <a:pt x="49159" y="436498"/>
                </a:cubicBezTo>
                <a:cubicBezTo>
                  <a:pt x="0" y="330631"/>
                  <a:pt x="40710" y="140070"/>
                  <a:pt x="136725" y="70035"/>
                </a:cubicBezTo>
                <a:cubicBezTo>
                  <a:pt x="232739" y="0"/>
                  <a:pt x="521551" y="10587"/>
                  <a:pt x="625246" y="16287"/>
                </a:cubicBezTo>
                <a:cubicBezTo>
                  <a:pt x="728942" y="21988"/>
                  <a:pt x="715884" y="98538"/>
                  <a:pt x="758898" y="104238"/>
                </a:cubicBezTo>
                <a:cubicBezTo>
                  <a:pt x="801913" y="109939"/>
                  <a:pt x="838782" y="57005"/>
                  <a:pt x="883333" y="50490"/>
                </a:cubicBezTo>
                <a:cubicBezTo>
                  <a:pt x="927884" y="43976"/>
                  <a:pt x="989333" y="30131"/>
                  <a:pt x="1026203" y="651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624" cap="flat">
            <a:solidFill>
              <a:srgbClr val="172C51"/>
            </a:solidFill>
            <a:custDash>
              <a:ds d="800000" sp="300000"/>
            </a:custDash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BF0F3-7D51-4DB3-8D1B-4AA6248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342" y="511741"/>
            <a:ext cx="71860" cy="71860"/>
          </a:xfrm>
          <a:custGeom xmlns:a="http://schemas.openxmlformats.org/drawingml/2006/main">
            <a:pathLst>
              <a:path w="71860" h="71860">
                <a:moveTo>
                  <a:pt x="0" y="35930"/>
                </a:moveTo>
                <a:cubicBezTo>
                  <a:pt x="0" y="16083"/>
                  <a:pt x="16083" y="0"/>
                  <a:pt x="35930" y="0"/>
                </a:cubicBezTo>
                <a:cubicBezTo>
                  <a:pt x="55773" y="0"/>
                  <a:pt x="71860" y="16083"/>
                  <a:pt x="71860" y="35930"/>
                </a:cubicBezTo>
                <a:cubicBezTo>
                  <a:pt x="71860" y="55773"/>
                  <a:pt x="55773" y="71860"/>
                  <a:pt x="35930" y="71860"/>
                </a:cubicBezTo>
                <a:cubicBezTo>
                  <a:pt x="16083" y="71860"/>
                  <a:pt x="0" y="55773"/>
                  <a:pt x="0" y="359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9C48F-98E0-46D1-A0B5-63BEDF0D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342" y="511740"/>
            <a:ext cx="71860" cy="71860"/>
          </a:xfrm>
          <a:custGeom xmlns:a="http://schemas.openxmlformats.org/drawingml/2006/main">
            <a:pathLst>
              <a:path w="71860" h="71860" fill="none">
                <a:moveTo>
                  <a:pt x="0" y="35930"/>
                </a:moveTo>
                <a:cubicBezTo>
                  <a:pt x="0" y="16086"/>
                  <a:pt x="16086" y="0"/>
                  <a:pt x="35930" y="0"/>
                </a:cubicBezTo>
                <a:cubicBezTo>
                  <a:pt x="55774" y="0"/>
                  <a:pt x="71860" y="16086"/>
                  <a:pt x="71860" y="35930"/>
                </a:cubicBezTo>
                <a:cubicBezTo>
                  <a:pt x="71860" y="55774"/>
                  <a:pt x="55774" y="71860"/>
                  <a:pt x="35930" y="71860"/>
                </a:cubicBezTo>
                <a:cubicBezTo>
                  <a:pt x="16086" y="71860"/>
                  <a:pt x="0" y="55774"/>
                  <a:pt x="0" y="35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64" cap="flat">
            <a:solidFill>
              <a:srgbClr val="385723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D6A92-846E-4C07-AA44-7FD596A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935" y="811778"/>
            <a:ext cx="88657" cy="88657"/>
          </a:xfrm>
          <a:custGeom xmlns:a="http://schemas.openxmlformats.org/drawingml/2006/main">
            <a:pathLst>
              <a:path w="88657" h="88657">
                <a:moveTo>
                  <a:pt x="0" y="44331"/>
                </a:moveTo>
                <a:cubicBezTo>
                  <a:pt x="0" y="19847"/>
                  <a:pt x="19847" y="0"/>
                  <a:pt x="44331" y="0"/>
                </a:cubicBezTo>
                <a:cubicBezTo>
                  <a:pt x="68810" y="0"/>
                  <a:pt x="88657" y="19847"/>
                  <a:pt x="88657" y="44331"/>
                </a:cubicBezTo>
                <a:cubicBezTo>
                  <a:pt x="88657" y="68810"/>
                  <a:pt x="68810" y="88657"/>
                  <a:pt x="44331" y="88657"/>
                </a:cubicBezTo>
                <a:cubicBezTo>
                  <a:pt x="19847" y="88657"/>
                  <a:pt x="0" y="68810"/>
                  <a:pt x="0" y="44331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D314A-AFB7-44F8-9F1E-13FA2D54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934" y="811778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D2B4B-6C63-4BEB-9CBC-0481190A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002" y="594333"/>
            <a:ext cx="322511" cy="330826"/>
          </a:xfrm>
          <a:custGeom xmlns:a="http://schemas.openxmlformats.org/drawingml/2006/main">
            <a:pathLst>
              <a:path w="322511" h="330826">
                <a:moveTo>
                  <a:pt x="0" y="0"/>
                </a:moveTo>
                <a:lnTo>
                  <a:pt x="19633" y="61500"/>
                </a:lnTo>
                <a:lnTo>
                  <a:pt x="33416" y="48064"/>
                </a:lnTo>
                <a:lnTo>
                  <a:pt x="275310" y="296195"/>
                </a:lnTo>
                <a:lnTo>
                  <a:pt x="261528" y="309632"/>
                </a:lnTo>
                <a:lnTo>
                  <a:pt x="322511" y="330826"/>
                </a:lnTo>
                <a:lnTo>
                  <a:pt x="302874" y="269322"/>
                </a:lnTo>
                <a:lnTo>
                  <a:pt x="289091" y="282759"/>
                </a:lnTo>
                <a:lnTo>
                  <a:pt x="47198" y="34629"/>
                </a:lnTo>
                <a:lnTo>
                  <a:pt x="60983" y="211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+">
            <a:extLst xmlns:a="http://schemas.openxmlformats.org/drawingml/2006/main">
              <a:ext uri="{FF2B5EF4-FFF2-40B4-BE49-F238E27FC236}">
                <a16:creationId xmlns:a16="http://schemas.microsoft.com/office/drawing/2014/main" id="{B4AEE15B-B610-4398-ACE5-119527B6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911" y="911762"/>
            <a:ext cx="108071" cy="108171"/>
          </a:xfrm>
          <a:custGeom xmlns:a="http://schemas.openxmlformats.org/drawingml/2006/main">
            <a:pathLst>
              <a:path w="108071" h="108171">
                <a:moveTo>
                  <a:pt x="49925" y="108171"/>
                </a:moveTo>
                <a:lnTo>
                  <a:pt x="49925" y="58146"/>
                </a:lnTo>
                <a:lnTo>
                  <a:pt x="0" y="58146"/>
                </a:lnTo>
                <a:lnTo>
                  <a:pt x="0" y="49825"/>
                </a:lnTo>
                <a:lnTo>
                  <a:pt x="49925" y="49825"/>
                </a:lnTo>
                <a:lnTo>
                  <a:pt x="49925" y="0"/>
                </a:lnTo>
                <a:lnTo>
                  <a:pt x="57945" y="0"/>
                </a:lnTo>
                <a:lnTo>
                  <a:pt x="57945" y="49825"/>
                </a:lnTo>
                <a:lnTo>
                  <a:pt x="108071" y="49825"/>
                </a:lnTo>
                <a:lnTo>
                  <a:pt x="108071" y="58146"/>
                </a:lnTo>
                <a:lnTo>
                  <a:pt x="57945" y="58146"/>
                </a:lnTo>
                <a:lnTo>
                  <a:pt x="57945" y="108171"/>
                </a:lnTo>
                <a:lnTo>
                  <a:pt x="49925" y="108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E5AFE-428C-4D50-AA4E-64BB8E3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529" y="1014293"/>
            <a:ext cx="88657" cy="88659"/>
          </a:xfrm>
          <a:custGeom xmlns:a="http://schemas.openxmlformats.org/drawingml/2006/main">
            <a:pathLst>
              <a:path w="88657" h="88659">
                <a:moveTo>
                  <a:pt x="0" y="44330"/>
                </a:moveTo>
                <a:cubicBezTo>
                  <a:pt x="0" y="19847"/>
                  <a:pt x="19847" y="0"/>
                  <a:pt x="44331" y="0"/>
                </a:cubicBezTo>
                <a:cubicBezTo>
                  <a:pt x="68810" y="0"/>
                  <a:pt x="88657" y="19847"/>
                  <a:pt x="88657" y="44330"/>
                </a:cubicBezTo>
                <a:cubicBezTo>
                  <a:pt x="88657" y="68812"/>
                  <a:pt x="68810" y="88659"/>
                  <a:pt x="44331" y="88659"/>
                </a:cubicBezTo>
                <a:cubicBezTo>
                  <a:pt x="19847" y="88659"/>
                  <a:pt x="0" y="68812"/>
                  <a:pt x="0" y="4433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48F99-72CA-4709-8615-77B7394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529" y="1014293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E5B04-F354-4778-900D-4F8B9E59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559" y="863107"/>
            <a:ext cx="88657" cy="88658"/>
          </a:xfrm>
          <a:custGeom xmlns:a="http://schemas.openxmlformats.org/drawingml/2006/main">
            <a:pathLst>
              <a:path w="88657" h="88658">
                <a:moveTo>
                  <a:pt x="0" y="44331"/>
                </a:moveTo>
                <a:cubicBezTo>
                  <a:pt x="0" y="19847"/>
                  <a:pt x="19847" y="0"/>
                  <a:pt x="44331" y="0"/>
                </a:cubicBezTo>
                <a:cubicBezTo>
                  <a:pt x="68810" y="0"/>
                  <a:pt x="88657" y="19847"/>
                  <a:pt x="88657" y="44331"/>
                </a:cubicBezTo>
                <a:cubicBezTo>
                  <a:pt x="88657" y="68810"/>
                  <a:pt x="68810" y="88658"/>
                  <a:pt x="44331" y="88658"/>
                </a:cubicBezTo>
                <a:cubicBezTo>
                  <a:pt x="19847" y="88658"/>
                  <a:pt x="0" y="68810"/>
                  <a:pt x="0" y="44331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8DC74-986B-4305-ABF4-091BB1A3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560" y="863107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93EF9-6DE4-4B43-8628-7C41A52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433" y="682058"/>
            <a:ext cx="88657" cy="88657"/>
          </a:xfrm>
          <a:custGeom xmlns:a="http://schemas.openxmlformats.org/drawingml/2006/main">
            <a:pathLst>
              <a:path w="88657" h="88657">
                <a:moveTo>
                  <a:pt x="0" y="44327"/>
                </a:moveTo>
                <a:cubicBezTo>
                  <a:pt x="0" y="19847"/>
                  <a:pt x="19847" y="0"/>
                  <a:pt x="44327" y="0"/>
                </a:cubicBezTo>
                <a:cubicBezTo>
                  <a:pt x="68810" y="0"/>
                  <a:pt x="88657" y="19847"/>
                  <a:pt x="88657" y="44327"/>
                </a:cubicBezTo>
                <a:cubicBezTo>
                  <a:pt x="88657" y="68810"/>
                  <a:pt x="68810" y="88657"/>
                  <a:pt x="44327" y="88657"/>
                </a:cubicBezTo>
                <a:cubicBezTo>
                  <a:pt x="19847" y="88657"/>
                  <a:pt x="0" y="68810"/>
                  <a:pt x="0" y="44327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44661-59E7-4082-BA80-9D0B4DE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433" y="682058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337E1-A9AA-42A4-8716-5BD4118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74" y="863107"/>
            <a:ext cx="88657" cy="88658"/>
          </a:xfrm>
          <a:custGeom xmlns:a="http://schemas.openxmlformats.org/drawingml/2006/main">
            <a:pathLst>
              <a:path w="88657" h="88658">
                <a:moveTo>
                  <a:pt x="0" y="44331"/>
                </a:moveTo>
                <a:cubicBezTo>
                  <a:pt x="0" y="19847"/>
                  <a:pt x="19847" y="0"/>
                  <a:pt x="44331" y="0"/>
                </a:cubicBezTo>
                <a:cubicBezTo>
                  <a:pt x="68810" y="0"/>
                  <a:pt x="88657" y="19847"/>
                  <a:pt x="88657" y="44331"/>
                </a:cubicBezTo>
                <a:cubicBezTo>
                  <a:pt x="88657" y="68810"/>
                  <a:pt x="68810" y="88658"/>
                  <a:pt x="44331" y="88658"/>
                </a:cubicBezTo>
                <a:cubicBezTo>
                  <a:pt x="19847" y="88658"/>
                  <a:pt x="0" y="68810"/>
                  <a:pt x="0" y="44331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B6E44-7A79-4A85-8BB0-89A5A66E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75" y="863107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9BFED-B9F2-4A8F-BB5A-42CF671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45" y="1097352"/>
            <a:ext cx="88657" cy="88659"/>
          </a:xfrm>
          <a:custGeom xmlns:a="http://schemas.openxmlformats.org/drawingml/2006/main">
            <a:pathLst>
              <a:path w="88657" h="88659">
                <a:moveTo>
                  <a:pt x="0" y="44330"/>
                </a:moveTo>
                <a:cubicBezTo>
                  <a:pt x="0" y="19847"/>
                  <a:pt x="19847" y="0"/>
                  <a:pt x="44331" y="0"/>
                </a:cubicBezTo>
                <a:cubicBezTo>
                  <a:pt x="68810" y="0"/>
                  <a:pt x="88657" y="19847"/>
                  <a:pt x="88657" y="44330"/>
                </a:cubicBezTo>
                <a:cubicBezTo>
                  <a:pt x="88657" y="68812"/>
                  <a:pt x="68810" y="88659"/>
                  <a:pt x="44331" y="88659"/>
                </a:cubicBezTo>
                <a:cubicBezTo>
                  <a:pt x="19847" y="88659"/>
                  <a:pt x="0" y="68812"/>
                  <a:pt x="0" y="44330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A58E2-9315-499E-8C01-B313C444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45" y="1097352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F5397-1146-40C8-B9E0-64832A15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406" y="686725"/>
            <a:ext cx="88657" cy="88657"/>
          </a:xfrm>
          <a:custGeom xmlns:a="http://schemas.openxmlformats.org/drawingml/2006/main">
            <a:pathLst>
              <a:path w="88657" h="88657">
                <a:moveTo>
                  <a:pt x="0" y="44327"/>
                </a:moveTo>
                <a:cubicBezTo>
                  <a:pt x="0" y="19847"/>
                  <a:pt x="19847" y="0"/>
                  <a:pt x="44327" y="0"/>
                </a:cubicBezTo>
                <a:cubicBezTo>
                  <a:pt x="68810" y="0"/>
                  <a:pt x="88657" y="19847"/>
                  <a:pt x="88657" y="44327"/>
                </a:cubicBezTo>
                <a:cubicBezTo>
                  <a:pt x="88657" y="68810"/>
                  <a:pt x="68810" y="88657"/>
                  <a:pt x="44327" y="88657"/>
                </a:cubicBezTo>
                <a:cubicBezTo>
                  <a:pt x="19847" y="88657"/>
                  <a:pt x="0" y="68810"/>
                  <a:pt x="0" y="44327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BD4FE-F1A8-4E32-BCAF-CBAF8A4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406" y="686724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8E251-A8B5-484D-A663-43ABF117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686" y="1053490"/>
            <a:ext cx="88662" cy="88659"/>
          </a:xfrm>
          <a:custGeom xmlns:a="http://schemas.openxmlformats.org/drawingml/2006/main">
            <a:pathLst>
              <a:path w="88662" h="88659">
                <a:moveTo>
                  <a:pt x="0" y="44329"/>
                </a:moveTo>
                <a:cubicBezTo>
                  <a:pt x="0" y="19847"/>
                  <a:pt x="19847" y="0"/>
                  <a:pt x="44331" y="0"/>
                </a:cubicBezTo>
                <a:cubicBezTo>
                  <a:pt x="68815" y="0"/>
                  <a:pt x="88662" y="19847"/>
                  <a:pt x="88662" y="44329"/>
                </a:cubicBezTo>
                <a:cubicBezTo>
                  <a:pt x="88662" y="68812"/>
                  <a:pt x="68815" y="88659"/>
                  <a:pt x="44331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FE0A2-3346-4464-A46B-5A860757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686" y="1053490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48928-6AF3-4300-A8E9-C32FA737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848" y="669923"/>
            <a:ext cx="88657" cy="88662"/>
          </a:xfrm>
          <a:custGeom xmlns:a="http://schemas.openxmlformats.org/drawingml/2006/main">
            <a:pathLst>
              <a:path w="88657" h="88662">
                <a:moveTo>
                  <a:pt x="0" y="44331"/>
                </a:moveTo>
                <a:cubicBezTo>
                  <a:pt x="0" y="19847"/>
                  <a:pt x="19847" y="0"/>
                  <a:pt x="44327" y="0"/>
                </a:cubicBezTo>
                <a:cubicBezTo>
                  <a:pt x="68810" y="0"/>
                  <a:pt x="88657" y="19847"/>
                  <a:pt x="88657" y="44331"/>
                </a:cubicBezTo>
                <a:cubicBezTo>
                  <a:pt x="88657" y="68815"/>
                  <a:pt x="68810" y="88662"/>
                  <a:pt x="44327" y="88662"/>
                </a:cubicBezTo>
                <a:cubicBezTo>
                  <a:pt x="19847" y="88662"/>
                  <a:pt x="0" y="68815"/>
                  <a:pt x="0" y="44331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4BB30-13B5-415A-BE43-3C79EFF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848" y="669923"/>
            <a:ext cx="88659" cy="88659"/>
          </a:xfrm>
          <a:custGeom xmlns:a="http://schemas.openxmlformats.org/drawingml/2006/main">
            <a:pathLst>
              <a:path w="88659" h="88659" fill="none">
                <a:moveTo>
                  <a:pt x="0" y="44329"/>
                </a:moveTo>
                <a:cubicBezTo>
                  <a:pt x="0" y="19847"/>
                  <a:pt x="19847" y="0"/>
                  <a:pt x="44329" y="0"/>
                </a:cubicBezTo>
                <a:cubicBezTo>
                  <a:pt x="68812" y="0"/>
                  <a:pt x="88659" y="19847"/>
                  <a:pt x="88659" y="44329"/>
                </a:cubicBezTo>
                <a:cubicBezTo>
                  <a:pt x="88659" y="68812"/>
                  <a:pt x="68812" y="88659"/>
                  <a:pt x="44329" y="88659"/>
                </a:cubicBezTo>
                <a:cubicBezTo>
                  <a:pt x="19847" y="88659"/>
                  <a:pt x="0" y="68812"/>
                  <a:pt x="0" y="443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000000"/>
            </a:solidFill>
            <a:miter/>
          </a:ln>
        </p:spPr>
      </p:sp>
      <p:sp>
        <p:nvSpPr>
          <p:cNvPr id="65" name="Text Imagegeneration">
            <a:extLst xmlns:a="http://schemas.openxmlformats.org/drawingml/2006/main">
              <a:ext uri="{FF2B5EF4-FFF2-40B4-BE49-F238E27FC236}">
                <a16:creationId xmlns:a16="http://schemas.microsoft.com/office/drawing/2014/main" id="{DC1C3A0D-D553-486A-AE57-94925990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147" y="2867100"/>
            <a:ext cx="1424207" cy="186869"/>
          </a:xfrm>
          <a:custGeom xmlns:a="http://schemas.openxmlformats.org/drawingml/2006/main">
            <a:pathLst>
              <a:path w="1424207" h="186869">
                <a:moveTo>
                  <a:pt x="58246" y="138848"/>
                </a:moveTo>
                <a:lnTo>
                  <a:pt x="58246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426" y="138848"/>
                  <a:pt x="14503" y="137211"/>
                  <a:pt x="17043" y="133936"/>
                </a:cubicBezTo>
                <a:cubicBezTo>
                  <a:pt x="18647" y="131797"/>
                  <a:pt x="19449" y="126651"/>
                  <a:pt x="19449" y="118497"/>
                </a:cubicBezTo>
                <a:lnTo>
                  <a:pt x="19449" y="30677"/>
                </a:lnTo>
                <a:cubicBezTo>
                  <a:pt x="19449" y="23793"/>
                  <a:pt x="19014" y="19248"/>
                  <a:pt x="18145" y="17043"/>
                </a:cubicBezTo>
                <a:cubicBezTo>
                  <a:pt x="17477" y="15372"/>
                  <a:pt x="16107" y="13935"/>
                  <a:pt x="14035" y="12732"/>
                </a:cubicBezTo>
                <a:cubicBezTo>
                  <a:pt x="11094" y="11128"/>
                  <a:pt x="8020" y="10326"/>
                  <a:pt x="4812" y="10326"/>
                </a:cubicBezTo>
                <a:lnTo>
                  <a:pt x="0" y="10326"/>
                </a:lnTo>
                <a:lnTo>
                  <a:pt x="0" y="6617"/>
                </a:lnTo>
                <a:lnTo>
                  <a:pt x="58246" y="6617"/>
                </a:lnTo>
                <a:lnTo>
                  <a:pt x="58246" y="10326"/>
                </a:lnTo>
                <a:lnTo>
                  <a:pt x="53334" y="10326"/>
                </a:lnTo>
                <a:cubicBezTo>
                  <a:pt x="47786" y="10326"/>
                  <a:pt x="43743" y="11963"/>
                  <a:pt x="41203" y="15238"/>
                </a:cubicBezTo>
                <a:cubicBezTo>
                  <a:pt x="39532" y="17377"/>
                  <a:pt x="38697" y="22523"/>
                  <a:pt x="38697" y="30677"/>
                </a:cubicBezTo>
                <a:lnTo>
                  <a:pt x="38697" y="118497"/>
                </a:lnTo>
                <a:cubicBezTo>
                  <a:pt x="38697" y="125381"/>
                  <a:pt x="39131" y="129926"/>
                  <a:pt x="40000" y="132131"/>
                </a:cubicBezTo>
                <a:cubicBezTo>
                  <a:pt x="40669" y="133802"/>
                  <a:pt x="42072" y="135239"/>
                  <a:pt x="44211" y="136442"/>
                </a:cubicBezTo>
                <a:cubicBezTo>
                  <a:pt x="47085" y="138046"/>
                  <a:pt x="50126" y="138848"/>
                  <a:pt x="53334" y="138848"/>
                </a:cubicBezTo>
                <a:lnTo>
                  <a:pt x="58246" y="138848"/>
                </a:lnTo>
                <a:close/>
                <a:moveTo>
                  <a:pt x="97003" y="67670"/>
                </a:moveTo>
                <a:cubicBezTo>
                  <a:pt x="103686" y="60986"/>
                  <a:pt x="107630" y="57143"/>
                  <a:pt x="108833" y="56141"/>
                </a:cubicBezTo>
                <a:cubicBezTo>
                  <a:pt x="111840" y="53601"/>
                  <a:pt x="115082" y="51629"/>
                  <a:pt x="118557" y="50226"/>
                </a:cubicBezTo>
                <a:cubicBezTo>
                  <a:pt x="122032" y="48822"/>
                  <a:pt x="125474" y="48121"/>
                  <a:pt x="128883" y="48121"/>
                </a:cubicBezTo>
                <a:cubicBezTo>
                  <a:pt x="134631" y="48121"/>
                  <a:pt x="139576" y="49792"/>
                  <a:pt x="143720" y="53133"/>
                </a:cubicBezTo>
                <a:cubicBezTo>
                  <a:pt x="147864" y="56475"/>
                  <a:pt x="150638" y="61320"/>
                  <a:pt x="152041" y="67670"/>
                </a:cubicBezTo>
                <a:cubicBezTo>
                  <a:pt x="158925" y="59650"/>
                  <a:pt x="164740" y="54386"/>
                  <a:pt x="169485" y="51880"/>
                </a:cubicBezTo>
                <a:cubicBezTo>
                  <a:pt x="174230" y="49374"/>
                  <a:pt x="179109" y="48121"/>
                  <a:pt x="184121" y="48121"/>
                </a:cubicBezTo>
                <a:cubicBezTo>
                  <a:pt x="189000" y="48121"/>
                  <a:pt x="193328" y="49372"/>
                  <a:pt x="197104" y="51874"/>
                </a:cubicBezTo>
                <a:cubicBezTo>
                  <a:pt x="200880" y="54374"/>
                  <a:pt x="203871" y="58458"/>
                  <a:pt x="206077" y="64126"/>
                </a:cubicBezTo>
                <a:cubicBezTo>
                  <a:pt x="207547" y="67994"/>
                  <a:pt x="208282" y="74063"/>
                  <a:pt x="208282" y="82331"/>
                </a:cubicBezTo>
                <a:lnTo>
                  <a:pt x="208282" y="121743"/>
                </a:lnTo>
                <a:cubicBezTo>
                  <a:pt x="208282" y="127478"/>
                  <a:pt x="208716" y="131413"/>
                  <a:pt x="209585" y="133547"/>
                </a:cubicBezTo>
                <a:cubicBezTo>
                  <a:pt x="210254" y="135014"/>
                  <a:pt x="211490" y="136264"/>
                  <a:pt x="213295" y="137297"/>
                </a:cubicBezTo>
                <a:cubicBezTo>
                  <a:pt x="215099" y="138331"/>
                  <a:pt x="218040" y="138848"/>
                  <a:pt x="222117" y="138848"/>
                </a:cubicBezTo>
                <a:lnTo>
                  <a:pt x="222117" y="142557"/>
                </a:lnTo>
                <a:lnTo>
                  <a:pt x="176803" y="142557"/>
                </a:lnTo>
                <a:lnTo>
                  <a:pt x="176803" y="138848"/>
                </a:lnTo>
                <a:lnTo>
                  <a:pt x="178708" y="138848"/>
                </a:lnTo>
                <a:cubicBezTo>
                  <a:pt x="182651" y="138848"/>
                  <a:pt x="185726" y="138084"/>
                  <a:pt x="187931" y="136555"/>
                </a:cubicBezTo>
                <a:cubicBezTo>
                  <a:pt x="189468" y="135490"/>
                  <a:pt x="190571" y="133794"/>
                  <a:pt x="191239" y="131467"/>
                </a:cubicBezTo>
                <a:cubicBezTo>
                  <a:pt x="191507" y="130337"/>
                  <a:pt x="191640" y="127112"/>
                  <a:pt x="191640" y="121793"/>
                </a:cubicBezTo>
                <a:lnTo>
                  <a:pt x="191640" y="82494"/>
                </a:lnTo>
                <a:cubicBezTo>
                  <a:pt x="191640" y="75047"/>
                  <a:pt x="190738" y="69794"/>
                  <a:pt x="188934" y="66736"/>
                </a:cubicBezTo>
                <a:cubicBezTo>
                  <a:pt x="186327" y="62480"/>
                  <a:pt x="182150" y="60351"/>
                  <a:pt x="176402" y="60351"/>
                </a:cubicBezTo>
                <a:cubicBezTo>
                  <a:pt x="172860" y="60351"/>
                  <a:pt x="169301" y="61233"/>
                  <a:pt x="165725" y="62995"/>
                </a:cubicBezTo>
                <a:cubicBezTo>
                  <a:pt x="162150" y="64756"/>
                  <a:pt x="157822" y="68031"/>
                  <a:pt x="152743" y="72820"/>
                </a:cubicBezTo>
                <a:lnTo>
                  <a:pt x="152542" y="73917"/>
                </a:lnTo>
                <a:lnTo>
                  <a:pt x="152743" y="78205"/>
                </a:lnTo>
                <a:lnTo>
                  <a:pt x="152743" y="121793"/>
                </a:lnTo>
                <a:cubicBezTo>
                  <a:pt x="152743" y="128044"/>
                  <a:pt x="153094" y="131934"/>
                  <a:pt x="153795" y="133463"/>
                </a:cubicBezTo>
                <a:cubicBezTo>
                  <a:pt x="154497" y="134992"/>
                  <a:pt x="155817" y="136272"/>
                  <a:pt x="157755" y="137304"/>
                </a:cubicBezTo>
                <a:cubicBezTo>
                  <a:pt x="159694" y="138333"/>
                  <a:pt x="163002" y="138848"/>
                  <a:pt x="167680" y="138848"/>
                </a:cubicBezTo>
                <a:lnTo>
                  <a:pt x="167680" y="142557"/>
                </a:lnTo>
                <a:lnTo>
                  <a:pt x="121264" y="142557"/>
                </a:lnTo>
                <a:lnTo>
                  <a:pt x="121264" y="138848"/>
                </a:lnTo>
                <a:cubicBezTo>
                  <a:pt x="126343" y="138848"/>
                  <a:pt x="129835" y="138250"/>
                  <a:pt x="131740" y="137053"/>
                </a:cubicBezTo>
                <a:cubicBezTo>
                  <a:pt x="133645" y="135856"/>
                  <a:pt x="134965" y="134061"/>
                  <a:pt x="135700" y="131668"/>
                </a:cubicBezTo>
                <a:cubicBezTo>
                  <a:pt x="136034" y="130536"/>
                  <a:pt x="136201" y="127244"/>
                  <a:pt x="136201" y="121793"/>
                </a:cubicBezTo>
                <a:lnTo>
                  <a:pt x="136201" y="82494"/>
                </a:lnTo>
                <a:cubicBezTo>
                  <a:pt x="136201" y="75047"/>
                  <a:pt x="135099" y="69693"/>
                  <a:pt x="132893" y="66435"/>
                </a:cubicBezTo>
                <a:cubicBezTo>
                  <a:pt x="129952" y="62179"/>
                  <a:pt x="125842" y="60051"/>
                  <a:pt x="120562" y="60051"/>
                </a:cubicBezTo>
                <a:cubicBezTo>
                  <a:pt x="116953" y="60051"/>
                  <a:pt x="113377" y="61014"/>
                  <a:pt x="109835" y="62942"/>
                </a:cubicBezTo>
                <a:cubicBezTo>
                  <a:pt x="104288" y="65868"/>
                  <a:pt x="100011" y="69160"/>
                  <a:pt x="97003" y="72817"/>
                </a:cubicBezTo>
                <a:lnTo>
                  <a:pt x="97003" y="121793"/>
                </a:lnTo>
                <a:cubicBezTo>
                  <a:pt x="97003" y="127777"/>
                  <a:pt x="97421" y="131667"/>
                  <a:pt x="98256" y="133463"/>
                </a:cubicBezTo>
                <a:cubicBezTo>
                  <a:pt x="99092" y="135257"/>
                  <a:pt x="100328" y="136603"/>
                  <a:pt x="101965" y="137501"/>
                </a:cubicBezTo>
                <a:cubicBezTo>
                  <a:pt x="103603" y="138399"/>
                  <a:pt x="106928" y="138848"/>
                  <a:pt x="111941" y="138848"/>
                </a:cubicBezTo>
                <a:lnTo>
                  <a:pt x="111941" y="142557"/>
                </a:lnTo>
                <a:lnTo>
                  <a:pt x="66527" y="142557"/>
                </a:lnTo>
                <a:lnTo>
                  <a:pt x="66527" y="138848"/>
                </a:lnTo>
                <a:cubicBezTo>
                  <a:pt x="70737" y="138848"/>
                  <a:pt x="73678" y="138398"/>
                  <a:pt x="75349" y="137498"/>
                </a:cubicBezTo>
                <a:cubicBezTo>
                  <a:pt x="77020" y="136598"/>
                  <a:pt x="78289" y="135164"/>
                  <a:pt x="79158" y="133196"/>
                </a:cubicBezTo>
                <a:cubicBezTo>
                  <a:pt x="80027" y="131229"/>
                  <a:pt x="80462" y="127411"/>
                  <a:pt x="80462" y="121743"/>
                </a:cubicBezTo>
                <a:lnTo>
                  <a:pt x="80462" y="86733"/>
                </a:lnTo>
                <a:cubicBezTo>
                  <a:pt x="80462" y="76662"/>
                  <a:pt x="80161" y="70160"/>
                  <a:pt x="79559" y="67228"/>
                </a:cubicBezTo>
                <a:cubicBezTo>
                  <a:pt x="79091" y="65027"/>
                  <a:pt x="78356" y="63509"/>
                  <a:pt x="77354" y="62676"/>
                </a:cubicBezTo>
                <a:cubicBezTo>
                  <a:pt x="76351" y="61843"/>
                  <a:pt x="74981" y="61426"/>
                  <a:pt x="73243" y="61426"/>
                </a:cubicBezTo>
                <a:cubicBezTo>
                  <a:pt x="71372" y="61426"/>
                  <a:pt x="69133" y="61926"/>
                  <a:pt x="66527" y="62927"/>
                </a:cubicBezTo>
                <a:lnTo>
                  <a:pt x="65023" y="59324"/>
                </a:lnTo>
                <a:lnTo>
                  <a:pt x="92692" y="48121"/>
                </a:lnTo>
                <a:lnTo>
                  <a:pt x="97003" y="48121"/>
                </a:lnTo>
                <a:lnTo>
                  <a:pt x="97003" y="67670"/>
                </a:lnTo>
                <a:close/>
                <a:moveTo>
                  <a:pt x="281623" y="129324"/>
                </a:moveTo>
                <a:cubicBezTo>
                  <a:pt x="272199" y="136609"/>
                  <a:pt x="266285" y="140820"/>
                  <a:pt x="263879" y="141956"/>
                </a:cubicBezTo>
                <a:cubicBezTo>
                  <a:pt x="260270" y="143694"/>
                  <a:pt x="256427" y="144562"/>
                  <a:pt x="252350" y="144562"/>
                </a:cubicBezTo>
                <a:cubicBezTo>
                  <a:pt x="246000" y="144562"/>
                  <a:pt x="240771" y="142390"/>
                  <a:pt x="236660" y="138046"/>
                </a:cubicBezTo>
                <a:cubicBezTo>
                  <a:pt x="232550" y="133702"/>
                  <a:pt x="230495" y="127988"/>
                  <a:pt x="230495" y="120903"/>
                </a:cubicBezTo>
                <a:cubicBezTo>
                  <a:pt x="230495" y="116425"/>
                  <a:pt x="231497" y="112549"/>
                  <a:pt x="233502" y="109274"/>
                </a:cubicBezTo>
                <a:cubicBezTo>
                  <a:pt x="236243" y="104729"/>
                  <a:pt x="241005" y="100452"/>
                  <a:pt x="247788" y="96442"/>
                </a:cubicBezTo>
                <a:cubicBezTo>
                  <a:pt x="254572" y="92432"/>
                  <a:pt x="265850" y="87553"/>
                  <a:pt x="281623" y="81805"/>
                </a:cubicBezTo>
                <a:lnTo>
                  <a:pt x="281623" y="78196"/>
                </a:lnTo>
                <a:cubicBezTo>
                  <a:pt x="281623" y="69040"/>
                  <a:pt x="280169" y="62757"/>
                  <a:pt x="277262" y="59349"/>
                </a:cubicBezTo>
                <a:cubicBezTo>
                  <a:pt x="274355" y="55940"/>
                  <a:pt x="270128" y="54236"/>
                  <a:pt x="264580" y="54236"/>
                </a:cubicBezTo>
                <a:cubicBezTo>
                  <a:pt x="260370" y="54236"/>
                  <a:pt x="257028" y="55368"/>
                  <a:pt x="254555" y="57632"/>
                </a:cubicBezTo>
                <a:cubicBezTo>
                  <a:pt x="252016" y="59896"/>
                  <a:pt x="250746" y="62493"/>
                  <a:pt x="250746" y="65423"/>
                </a:cubicBezTo>
                <a:lnTo>
                  <a:pt x="250946" y="71216"/>
                </a:lnTo>
                <a:cubicBezTo>
                  <a:pt x="250946" y="74278"/>
                  <a:pt x="250161" y="76641"/>
                  <a:pt x="248590" y="78306"/>
                </a:cubicBezTo>
                <a:cubicBezTo>
                  <a:pt x="247020" y="79970"/>
                  <a:pt x="244965" y="80803"/>
                  <a:pt x="242425" y="80803"/>
                </a:cubicBezTo>
                <a:cubicBezTo>
                  <a:pt x="239952" y="80803"/>
                  <a:pt x="237930" y="79937"/>
                  <a:pt x="236360" y="78205"/>
                </a:cubicBezTo>
                <a:cubicBezTo>
                  <a:pt x="234789" y="76472"/>
                  <a:pt x="234004" y="74106"/>
                  <a:pt x="234004" y="71106"/>
                </a:cubicBezTo>
                <a:cubicBezTo>
                  <a:pt x="234004" y="65377"/>
                  <a:pt x="236944" y="60114"/>
                  <a:pt x="242826" y="55317"/>
                </a:cubicBezTo>
                <a:cubicBezTo>
                  <a:pt x="248707" y="50519"/>
                  <a:pt x="256961" y="48121"/>
                  <a:pt x="267588" y="48121"/>
                </a:cubicBezTo>
                <a:cubicBezTo>
                  <a:pt x="275742" y="48121"/>
                  <a:pt x="282425" y="49489"/>
                  <a:pt x="287638" y="52225"/>
                </a:cubicBezTo>
                <a:cubicBezTo>
                  <a:pt x="291581" y="54294"/>
                  <a:pt x="294489" y="57533"/>
                  <a:pt x="296360" y="61940"/>
                </a:cubicBezTo>
                <a:cubicBezTo>
                  <a:pt x="297563" y="64809"/>
                  <a:pt x="298165" y="70683"/>
                  <a:pt x="298165" y="79562"/>
                </a:cubicBezTo>
                <a:lnTo>
                  <a:pt x="298165" y="110703"/>
                </a:lnTo>
                <a:cubicBezTo>
                  <a:pt x="298165" y="119447"/>
                  <a:pt x="298332" y="124805"/>
                  <a:pt x="298666" y="126774"/>
                </a:cubicBezTo>
                <a:cubicBezTo>
                  <a:pt x="299000" y="128744"/>
                  <a:pt x="299551" y="130063"/>
                  <a:pt x="300320" y="130731"/>
                </a:cubicBezTo>
                <a:cubicBezTo>
                  <a:pt x="301089" y="131397"/>
                  <a:pt x="301974" y="131730"/>
                  <a:pt x="302977" y="131730"/>
                </a:cubicBezTo>
                <a:cubicBezTo>
                  <a:pt x="304046" y="131730"/>
                  <a:pt x="304982" y="131496"/>
                  <a:pt x="305784" y="131029"/>
                </a:cubicBezTo>
                <a:cubicBezTo>
                  <a:pt x="307187" y="130160"/>
                  <a:pt x="309894" y="127720"/>
                  <a:pt x="313904" y="123710"/>
                </a:cubicBezTo>
                <a:lnTo>
                  <a:pt x="313904" y="129324"/>
                </a:lnTo>
                <a:cubicBezTo>
                  <a:pt x="306419" y="139349"/>
                  <a:pt x="299267" y="144362"/>
                  <a:pt x="292450" y="144362"/>
                </a:cubicBezTo>
                <a:cubicBezTo>
                  <a:pt x="289175" y="144362"/>
                  <a:pt x="286569" y="143226"/>
                  <a:pt x="284631" y="140953"/>
                </a:cubicBezTo>
                <a:cubicBezTo>
                  <a:pt x="282692" y="138681"/>
                  <a:pt x="281690" y="134805"/>
                  <a:pt x="281623" y="129324"/>
                </a:cubicBezTo>
                <a:moveTo>
                  <a:pt x="281623" y="122752"/>
                </a:moveTo>
                <a:lnTo>
                  <a:pt x="281623" y="87920"/>
                </a:lnTo>
                <a:cubicBezTo>
                  <a:pt x="271531" y="91912"/>
                  <a:pt x="265015" y="94740"/>
                  <a:pt x="262074" y="96404"/>
                </a:cubicBezTo>
                <a:cubicBezTo>
                  <a:pt x="256794" y="99332"/>
                  <a:pt x="253018" y="102393"/>
                  <a:pt x="250746" y="105587"/>
                </a:cubicBezTo>
                <a:cubicBezTo>
                  <a:pt x="248473" y="108780"/>
                  <a:pt x="247337" y="112273"/>
                  <a:pt x="247337" y="116066"/>
                </a:cubicBezTo>
                <a:cubicBezTo>
                  <a:pt x="247337" y="120857"/>
                  <a:pt x="248774" y="124833"/>
                  <a:pt x="251648" y="127993"/>
                </a:cubicBezTo>
                <a:cubicBezTo>
                  <a:pt x="254522" y="131153"/>
                  <a:pt x="257830" y="132733"/>
                  <a:pt x="261573" y="132733"/>
                </a:cubicBezTo>
                <a:cubicBezTo>
                  <a:pt x="266652" y="132733"/>
                  <a:pt x="273336" y="129406"/>
                  <a:pt x="281623" y="122752"/>
                </a:cubicBezTo>
                <a:close/>
                <a:moveTo>
                  <a:pt x="345047" y="109095"/>
                </a:moveTo>
                <a:cubicBezTo>
                  <a:pt x="339433" y="106359"/>
                  <a:pt x="335122" y="102538"/>
                  <a:pt x="332115" y="97632"/>
                </a:cubicBezTo>
                <a:cubicBezTo>
                  <a:pt x="329107" y="92726"/>
                  <a:pt x="327603" y="87302"/>
                  <a:pt x="327603" y="81360"/>
                </a:cubicBezTo>
                <a:cubicBezTo>
                  <a:pt x="327603" y="72283"/>
                  <a:pt x="331029" y="64474"/>
                  <a:pt x="337879" y="57933"/>
                </a:cubicBezTo>
                <a:cubicBezTo>
                  <a:pt x="344730" y="51391"/>
                  <a:pt x="353502" y="48121"/>
                  <a:pt x="364195" y="48121"/>
                </a:cubicBezTo>
                <a:cubicBezTo>
                  <a:pt x="372950" y="48121"/>
                  <a:pt x="380536" y="50259"/>
                  <a:pt x="386952" y="54537"/>
                </a:cubicBezTo>
                <a:lnTo>
                  <a:pt x="406401" y="54537"/>
                </a:lnTo>
                <a:cubicBezTo>
                  <a:pt x="409275" y="54537"/>
                  <a:pt x="410946" y="54619"/>
                  <a:pt x="411413" y="54784"/>
                </a:cubicBezTo>
                <a:cubicBezTo>
                  <a:pt x="411881" y="54949"/>
                  <a:pt x="412215" y="55230"/>
                  <a:pt x="412416" y="55627"/>
                </a:cubicBezTo>
                <a:cubicBezTo>
                  <a:pt x="412817" y="56222"/>
                  <a:pt x="413017" y="57280"/>
                  <a:pt x="413017" y="58801"/>
                </a:cubicBezTo>
                <a:cubicBezTo>
                  <a:pt x="413017" y="60517"/>
                  <a:pt x="412850" y="61707"/>
                  <a:pt x="412516" y="62369"/>
                </a:cubicBezTo>
                <a:cubicBezTo>
                  <a:pt x="412316" y="62699"/>
                  <a:pt x="411965" y="62963"/>
                  <a:pt x="411464" y="63161"/>
                </a:cubicBezTo>
                <a:cubicBezTo>
                  <a:pt x="410962" y="63360"/>
                  <a:pt x="409275" y="63459"/>
                  <a:pt x="406401" y="63459"/>
                </a:cubicBezTo>
                <a:lnTo>
                  <a:pt x="394471" y="63459"/>
                </a:lnTo>
                <a:cubicBezTo>
                  <a:pt x="398214" y="68282"/>
                  <a:pt x="400085" y="74443"/>
                  <a:pt x="400085" y="81943"/>
                </a:cubicBezTo>
                <a:cubicBezTo>
                  <a:pt x="400085" y="90514"/>
                  <a:pt x="396810" y="97847"/>
                  <a:pt x="390260" y="103942"/>
                </a:cubicBezTo>
                <a:cubicBezTo>
                  <a:pt x="383711" y="110036"/>
                  <a:pt x="374922" y="113084"/>
                  <a:pt x="363894" y="113084"/>
                </a:cubicBezTo>
                <a:cubicBezTo>
                  <a:pt x="359350" y="113084"/>
                  <a:pt x="354705" y="112402"/>
                  <a:pt x="349959" y="111038"/>
                </a:cubicBezTo>
                <a:cubicBezTo>
                  <a:pt x="347019" y="113575"/>
                  <a:pt x="345030" y="115797"/>
                  <a:pt x="343994" y="117701"/>
                </a:cubicBezTo>
                <a:cubicBezTo>
                  <a:pt x="342958" y="119604"/>
                  <a:pt x="342440" y="121223"/>
                  <a:pt x="342440" y="122557"/>
                </a:cubicBezTo>
                <a:cubicBezTo>
                  <a:pt x="342440" y="123693"/>
                  <a:pt x="342992" y="124796"/>
                  <a:pt x="344095" y="125866"/>
                </a:cubicBezTo>
                <a:cubicBezTo>
                  <a:pt x="345197" y="126933"/>
                  <a:pt x="347353" y="127700"/>
                  <a:pt x="350561" y="128168"/>
                </a:cubicBezTo>
                <a:cubicBezTo>
                  <a:pt x="352432" y="128436"/>
                  <a:pt x="357111" y="128670"/>
                  <a:pt x="364596" y="128870"/>
                </a:cubicBezTo>
                <a:cubicBezTo>
                  <a:pt x="378364" y="129202"/>
                  <a:pt x="387286" y="129669"/>
                  <a:pt x="391363" y="130270"/>
                </a:cubicBezTo>
                <a:cubicBezTo>
                  <a:pt x="397579" y="131139"/>
                  <a:pt x="402541" y="133444"/>
                  <a:pt x="406250" y="137185"/>
                </a:cubicBezTo>
                <a:cubicBezTo>
                  <a:pt x="409960" y="140923"/>
                  <a:pt x="411814" y="145531"/>
                  <a:pt x="411814" y="151007"/>
                </a:cubicBezTo>
                <a:cubicBezTo>
                  <a:pt x="411814" y="158553"/>
                  <a:pt x="408272" y="165632"/>
                  <a:pt x="401188" y="172244"/>
                </a:cubicBezTo>
                <a:cubicBezTo>
                  <a:pt x="390762" y="181994"/>
                  <a:pt x="377161" y="186869"/>
                  <a:pt x="360385" y="186869"/>
                </a:cubicBezTo>
                <a:cubicBezTo>
                  <a:pt x="347486" y="186869"/>
                  <a:pt x="336592" y="183965"/>
                  <a:pt x="327704" y="178159"/>
                </a:cubicBezTo>
                <a:cubicBezTo>
                  <a:pt x="322691" y="174822"/>
                  <a:pt x="320185" y="171350"/>
                  <a:pt x="320185" y="167746"/>
                </a:cubicBezTo>
                <a:cubicBezTo>
                  <a:pt x="320185" y="166146"/>
                  <a:pt x="320552" y="164545"/>
                  <a:pt x="321287" y="162943"/>
                </a:cubicBezTo>
                <a:cubicBezTo>
                  <a:pt x="322424" y="160472"/>
                  <a:pt x="324763" y="157034"/>
                  <a:pt x="328305" y="152630"/>
                </a:cubicBezTo>
                <a:cubicBezTo>
                  <a:pt x="328773" y="152030"/>
                  <a:pt x="332181" y="148426"/>
                  <a:pt x="338531" y="141818"/>
                </a:cubicBezTo>
                <a:cubicBezTo>
                  <a:pt x="335055" y="139744"/>
                  <a:pt x="332599" y="137887"/>
                  <a:pt x="331162" y="136248"/>
                </a:cubicBezTo>
                <a:cubicBezTo>
                  <a:pt x="329725" y="134608"/>
                  <a:pt x="329007" y="132752"/>
                  <a:pt x="329007" y="130678"/>
                </a:cubicBezTo>
                <a:cubicBezTo>
                  <a:pt x="329007" y="128334"/>
                  <a:pt x="329959" y="125590"/>
                  <a:pt x="331864" y="122445"/>
                </a:cubicBezTo>
                <a:cubicBezTo>
                  <a:pt x="333769" y="119299"/>
                  <a:pt x="338163" y="114849"/>
                  <a:pt x="345047" y="109095"/>
                </a:cubicBezTo>
                <a:moveTo>
                  <a:pt x="362491" y="53133"/>
                </a:moveTo>
                <a:cubicBezTo>
                  <a:pt x="357545" y="53133"/>
                  <a:pt x="353401" y="55094"/>
                  <a:pt x="350060" y="59017"/>
                </a:cubicBezTo>
                <a:cubicBezTo>
                  <a:pt x="346718" y="62937"/>
                  <a:pt x="345047" y="68952"/>
                  <a:pt x="345047" y="77062"/>
                </a:cubicBezTo>
                <a:cubicBezTo>
                  <a:pt x="345047" y="87565"/>
                  <a:pt x="347319" y="95708"/>
                  <a:pt x="351864" y="101489"/>
                </a:cubicBezTo>
                <a:cubicBezTo>
                  <a:pt x="355340" y="105877"/>
                  <a:pt x="359751" y="108071"/>
                  <a:pt x="365097" y="108071"/>
                </a:cubicBezTo>
                <a:cubicBezTo>
                  <a:pt x="370177" y="108071"/>
                  <a:pt x="374354" y="106177"/>
                  <a:pt x="377629" y="102388"/>
                </a:cubicBezTo>
                <a:cubicBezTo>
                  <a:pt x="380904" y="98599"/>
                  <a:pt x="382541" y="92650"/>
                  <a:pt x="382541" y="84540"/>
                </a:cubicBezTo>
                <a:cubicBezTo>
                  <a:pt x="382541" y="73972"/>
                  <a:pt x="380235" y="65696"/>
                  <a:pt x="375624" y="59712"/>
                </a:cubicBezTo>
                <a:cubicBezTo>
                  <a:pt x="372215" y="55326"/>
                  <a:pt x="367838" y="53133"/>
                  <a:pt x="362491" y="53133"/>
                </a:cubicBezTo>
                <a:moveTo>
                  <a:pt x="344045" y="142617"/>
                </a:moveTo>
                <a:cubicBezTo>
                  <a:pt x="340903" y="146019"/>
                  <a:pt x="338531" y="149188"/>
                  <a:pt x="336927" y="152122"/>
                </a:cubicBezTo>
                <a:cubicBezTo>
                  <a:pt x="335323" y="155059"/>
                  <a:pt x="334521" y="157761"/>
                  <a:pt x="334521" y="160230"/>
                </a:cubicBezTo>
                <a:cubicBezTo>
                  <a:pt x="334521" y="163432"/>
                  <a:pt x="336459" y="166233"/>
                  <a:pt x="340335" y="168635"/>
                </a:cubicBezTo>
                <a:cubicBezTo>
                  <a:pt x="347019" y="172771"/>
                  <a:pt x="356676" y="174838"/>
                  <a:pt x="369308" y="174838"/>
                </a:cubicBezTo>
                <a:cubicBezTo>
                  <a:pt x="381338" y="174838"/>
                  <a:pt x="390210" y="172720"/>
                  <a:pt x="395925" y="168482"/>
                </a:cubicBezTo>
                <a:cubicBezTo>
                  <a:pt x="401639" y="164246"/>
                  <a:pt x="404496" y="159728"/>
                  <a:pt x="404496" y="154926"/>
                </a:cubicBezTo>
                <a:cubicBezTo>
                  <a:pt x="404496" y="151457"/>
                  <a:pt x="402792" y="148988"/>
                  <a:pt x="399383" y="147520"/>
                </a:cubicBezTo>
                <a:cubicBezTo>
                  <a:pt x="395908" y="146052"/>
                  <a:pt x="389024" y="145185"/>
                  <a:pt x="378731" y="144920"/>
                </a:cubicBezTo>
                <a:cubicBezTo>
                  <a:pt x="363694" y="144519"/>
                  <a:pt x="352131" y="143751"/>
                  <a:pt x="344045" y="142617"/>
                </a:cubicBezTo>
                <a:close/>
                <a:moveTo>
                  <a:pt x="438582" y="85414"/>
                </a:moveTo>
                <a:cubicBezTo>
                  <a:pt x="438515" y="99017"/>
                  <a:pt x="441823" y="109686"/>
                  <a:pt x="448506" y="117423"/>
                </a:cubicBezTo>
                <a:cubicBezTo>
                  <a:pt x="455190" y="125157"/>
                  <a:pt x="463043" y="129024"/>
                  <a:pt x="472066" y="129024"/>
                </a:cubicBezTo>
                <a:cubicBezTo>
                  <a:pt x="478081" y="129024"/>
                  <a:pt x="483310" y="127369"/>
                  <a:pt x="487755" y="124061"/>
                </a:cubicBezTo>
                <a:cubicBezTo>
                  <a:pt x="492199" y="120753"/>
                  <a:pt x="495925" y="115089"/>
                  <a:pt x="498933" y="107068"/>
                </a:cubicBezTo>
                <a:lnTo>
                  <a:pt x="502041" y="109073"/>
                </a:lnTo>
                <a:cubicBezTo>
                  <a:pt x="500637" y="118230"/>
                  <a:pt x="496560" y="126567"/>
                  <a:pt x="489810" y="134086"/>
                </a:cubicBezTo>
                <a:cubicBezTo>
                  <a:pt x="483060" y="141605"/>
                  <a:pt x="474605" y="145364"/>
                  <a:pt x="464446" y="145364"/>
                </a:cubicBezTo>
                <a:cubicBezTo>
                  <a:pt x="453419" y="145364"/>
                  <a:pt x="443978" y="141080"/>
                  <a:pt x="436125" y="132510"/>
                </a:cubicBezTo>
                <a:cubicBezTo>
                  <a:pt x="428272" y="123939"/>
                  <a:pt x="424346" y="112416"/>
                  <a:pt x="424346" y="97942"/>
                </a:cubicBezTo>
                <a:cubicBezTo>
                  <a:pt x="424346" y="82270"/>
                  <a:pt x="428373" y="70049"/>
                  <a:pt x="436426" y="61279"/>
                </a:cubicBezTo>
                <a:cubicBezTo>
                  <a:pt x="444480" y="52507"/>
                  <a:pt x="454588" y="48121"/>
                  <a:pt x="466752" y="48121"/>
                </a:cubicBezTo>
                <a:cubicBezTo>
                  <a:pt x="477045" y="48121"/>
                  <a:pt x="485499" y="51504"/>
                  <a:pt x="492116" y="58271"/>
                </a:cubicBezTo>
                <a:cubicBezTo>
                  <a:pt x="498732" y="65036"/>
                  <a:pt x="502041" y="74084"/>
                  <a:pt x="502041" y="85414"/>
                </a:cubicBezTo>
                <a:lnTo>
                  <a:pt x="438582" y="85414"/>
                </a:lnTo>
                <a:moveTo>
                  <a:pt x="438582" y="79600"/>
                </a:moveTo>
                <a:lnTo>
                  <a:pt x="481088" y="79600"/>
                </a:lnTo>
                <a:cubicBezTo>
                  <a:pt x="480754" y="73718"/>
                  <a:pt x="480052" y="69574"/>
                  <a:pt x="478983" y="67168"/>
                </a:cubicBezTo>
                <a:cubicBezTo>
                  <a:pt x="477312" y="63426"/>
                  <a:pt x="474822" y="60485"/>
                  <a:pt x="471514" y="58346"/>
                </a:cubicBezTo>
                <a:cubicBezTo>
                  <a:pt x="468206" y="56208"/>
                  <a:pt x="464747" y="55138"/>
                  <a:pt x="461138" y="55138"/>
                </a:cubicBezTo>
                <a:cubicBezTo>
                  <a:pt x="455591" y="55138"/>
                  <a:pt x="450628" y="57294"/>
                  <a:pt x="446251" y="61604"/>
                </a:cubicBezTo>
                <a:cubicBezTo>
                  <a:pt x="441873" y="65915"/>
                  <a:pt x="439317" y="71914"/>
                  <a:pt x="438582" y="79600"/>
                </a:cubicBezTo>
                <a:close/>
                <a:moveTo>
                  <a:pt x="589946" y="109095"/>
                </a:moveTo>
                <a:cubicBezTo>
                  <a:pt x="584332" y="106359"/>
                  <a:pt x="580021" y="102538"/>
                  <a:pt x="577013" y="97632"/>
                </a:cubicBezTo>
                <a:cubicBezTo>
                  <a:pt x="574006" y="92726"/>
                  <a:pt x="572502" y="87302"/>
                  <a:pt x="572502" y="81360"/>
                </a:cubicBezTo>
                <a:cubicBezTo>
                  <a:pt x="572502" y="72283"/>
                  <a:pt x="575927" y="64474"/>
                  <a:pt x="582778" y="57933"/>
                </a:cubicBezTo>
                <a:cubicBezTo>
                  <a:pt x="589628" y="51391"/>
                  <a:pt x="598400" y="48121"/>
                  <a:pt x="609094" y="48121"/>
                </a:cubicBezTo>
                <a:cubicBezTo>
                  <a:pt x="617849" y="48121"/>
                  <a:pt x="625435" y="50259"/>
                  <a:pt x="631851" y="54537"/>
                </a:cubicBezTo>
                <a:lnTo>
                  <a:pt x="651300" y="54537"/>
                </a:lnTo>
                <a:cubicBezTo>
                  <a:pt x="654174" y="54537"/>
                  <a:pt x="655844" y="54619"/>
                  <a:pt x="656312" y="54784"/>
                </a:cubicBezTo>
                <a:cubicBezTo>
                  <a:pt x="656780" y="54949"/>
                  <a:pt x="657114" y="55230"/>
                  <a:pt x="657315" y="55627"/>
                </a:cubicBezTo>
                <a:cubicBezTo>
                  <a:pt x="657716" y="56222"/>
                  <a:pt x="657916" y="57280"/>
                  <a:pt x="657916" y="58801"/>
                </a:cubicBezTo>
                <a:cubicBezTo>
                  <a:pt x="657916" y="60517"/>
                  <a:pt x="657749" y="61707"/>
                  <a:pt x="657415" y="62369"/>
                </a:cubicBezTo>
                <a:cubicBezTo>
                  <a:pt x="657215" y="62699"/>
                  <a:pt x="656864" y="62963"/>
                  <a:pt x="656362" y="63161"/>
                </a:cubicBezTo>
                <a:cubicBezTo>
                  <a:pt x="655861" y="63360"/>
                  <a:pt x="654174" y="63459"/>
                  <a:pt x="651300" y="63459"/>
                </a:cubicBezTo>
                <a:lnTo>
                  <a:pt x="639370" y="63459"/>
                </a:lnTo>
                <a:cubicBezTo>
                  <a:pt x="643113" y="68282"/>
                  <a:pt x="644984" y="74443"/>
                  <a:pt x="644984" y="81943"/>
                </a:cubicBezTo>
                <a:cubicBezTo>
                  <a:pt x="644984" y="90514"/>
                  <a:pt x="641709" y="97847"/>
                  <a:pt x="635159" y="103942"/>
                </a:cubicBezTo>
                <a:cubicBezTo>
                  <a:pt x="628610" y="110036"/>
                  <a:pt x="619821" y="113084"/>
                  <a:pt x="608793" y="113084"/>
                </a:cubicBezTo>
                <a:cubicBezTo>
                  <a:pt x="604248" y="113084"/>
                  <a:pt x="599603" y="112402"/>
                  <a:pt x="594858" y="111038"/>
                </a:cubicBezTo>
                <a:cubicBezTo>
                  <a:pt x="591918" y="113575"/>
                  <a:pt x="589929" y="115797"/>
                  <a:pt x="588893" y="117701"/>
                </a:cubicBezTo>
                <a:cubicBezTo>
                  <a:pt x="587857" y="119604"/>
                  <a:pt x="587339" y="121223"/>
                  <a:pt x="587339" y="122557"/>
                </a:cubicBezTo>
                <a:cubicBezTo>
                  <a:pt x="587339" y="123693"/>
                  <a:pt x="587891" y="124796"/>
                  <a:pt x="588994" y="125866"/>
                </a:cubicBezTo>
                <a:cubicBezTo>
                  <a:pt x="590096" y="126933"/>
                  <a:pt x="592252" y="127700"/>
                  <a:pt x="595460" y="128168"/>
                </a:cubicBezTo>
                <a:cubicBezTo>
                  <a:pt x="597331" y="128436"/>
                  <a:pt x="602010" y="128670"/>
                  <a:pt x="609495" y="128870"/>
                </a:cubicBezTo>
                <a:cubicBezTo>
                  <a:pt x="623263" y="129202"/>
                  <a:pt x="632185" y="129669"/>
                  <a:pt x="636262" y="130270"/>
                </a:cubicBezTo>
                <a:cubicBezTo>
                  <a:pt x="642478" y="131139"/>
                  <a:pt x="647440" y="133444"/>
                  <a:pt x="651149" y="137185"/>
                </a:cubicBezTo>
                <a:cubicBezTo>
                  <a:pt x="654859" y="140923"/>
                  <a:pt x="656713" y="145531"/>
                  <a:pt x="656713" y="151007"/>
                </a:cubicBezTo>
                <a:cubicBezTo>
                  <a:pt x="656713" y="158553"/>
                  <a:pt x="653171" y="165632"/>
                  <a:pt x="646087" y="172244"/>
                </a:cubicBezTo>
                <a:cubicBezTo>
                  <a:pt x="635661" y="181994"/>
                  <a:pt x="622060" y="186869"/>
                  <a:pt x="605284" y="186869"/>
                </a:cubicBezTo>
                <a:cubicBezTo>
                  <a:pt x="592385" y="186869"/>
                  <a:pt x="581491" y="183965"/>
                  <a:pt x="572602" y="178159"/>
                </a:cubicBezTo>
                <a:cubicBezTo>
                  <a:pt x="567590" y="174822"/>
                  <a:pt x="565084" y="171350"/>
                  <a:pt x="565084" y="167746"/>
                </a:cubicBezTo>
                <a:cubicBezTo>
                  <a:pt x="565084" y="166146"/>
                  <a:pt x="565451" y="164545"/>
                  <a:pt x="566186" y="162943"/>
                </a:cubicBezTo>
                <a:cubicBezTo>
                  <a:pt x="567323" y="160472"/>
                  <a:pt x="569662" y="157034"/>
                  <a:pt x="573204" y="152630"/>
                </a:cubicBezTo>
                <a:cubicBezTo>
                  <a:pt x="573672" y="152030"/>
                  <a:pt x="577080" y="148426"/>
                  <a:pt x="583430" y="141818"/>
                </a:cubicBezTo>
                <a:cubicBezTo>
                  <a:pt x="579954" y="139744"/>
                  <a:pt x="577498" y="137887"/>
                  <a:pt x="576061" y="136248"/>
                </a:cubicBezTo>
                <a:cubicBezTo>
                  <a:pt x="574624" y="134608"/>
                  <a:pt x="573906" y="132752"/>
                  <a:pt x="573906" y="130678"/>
                </a:cubicBezTo>
                <a:cubicBezTo>
                  <a:pt x="573906" y="128334"/>
                  <a:pt x="574858" y="125590"/>
                  <a:pt x="576763" y="122445"/>
                </a:cubicBezTo>
                <a:cubicBezTo>
                  <a:pt x="578668" y="119299"/>
                  <a:pt x="583062" y="114849"/>
                  <a:pt x="589946" y="109095"/>
                </a:cubicBezTo>
                <a:moveTo>
                  <a:pt x="607390" y="53133"/>
                </a:moveTo>
                <a:cubicBezTo>
                  <a:pt x="602444" y="53133"/>
                  <a:pt x="598300" y="55094"/>
                  <a:pt x="594958" y="59017"/>
                </a:cubicBezTo>
                <a:cubicBezTo>
                  <a:pt x="591617" y="62937"/>
                  <a:pt x="589946" y="68952"/>
                  <a:pt x="589946" y="77062"/>
                </a:cubicBezTo>
                <a:cubicBezTo>
                  <a:pt x="589946" y="87565"/>
                  <a:pt x="592218" y="95708"/>
                  <a:pt x="596763" y="101489"/>
                </a:cubicBezTo>
                <a:cubicBezTo>
                  <a:pt x="600238" y="105877"/>
                  <a:pt x="604649" y="108071"/>
                  <a:pt x="609996" y="108071"/>
                </a:cubicBezTo>
                <a:cubicBezTo>
                  <a:pt x="615076" y="108071"/>
                  <a:pt x="619253" y="106177"/>
                  <a:pt x="622528" y="102388"/>
                </a:cubicBezTo>
                <a:cubicBezTo>
                  <a:pt x="625803" y="98599"/>
                  <a:pt x="627440" y="92650"/>
                  <a:pt x="627440" y="84540"/>
                </a:cubicBezTo>
                <a:cubicBezTo>
                  <a:pt x="627440" y="73972"/>
                  <a:pt x="625134" y="65696"/>
                  <a:pt x="620523" y="59712"/>
                </a:cubicBezTo>
                <a:cubicBezTo>
                  <a:pt x="617114" y="55326"/>
                  <a:pt x="612736" y="53133"/>
                  <a:pt x="607390" y="53133"/>
                </a:cubicBezTo>
                <a:moveTo>
                  <a:pt x="588943" y="142617"/>
                </a:moveTo>
                <a:cubicBezTo>
                  <a:pt x="585802" y="146019"/>
                  <a:pt x="583430" y="149188"/>
                  <a:pt x="581826" y="152122"/>
                </a:cubicBezTo>
                <a:cubicBezTo>
                  <a:pt x="580222" y="155059"/>
                  <a:pt x="579420" y="157761"/>
                  <a:pt x="579420" y="160230"/>
                </a:cubicBezTo>
                <a:cubicBezTo>
                  <a:pt x="579420" y="163432"/>
                  <a:pt x="581358" y="166233"/>
                  <a:pt x="585234" y="168635"/>
                </a:cubicBezTo>
                <a:cubicBezTo>
                  <a:pt x="591918" y="172771"/>
                  <a:pt x="601575" y="174838"/>
                  <a:pt x="614207" y="174838"/>
                </a:cubicBezTo>
                <a:cubicBezTo>
                  <a:pt x="626237" y="174838"/>
                  <a:pt x="635109" y="172720"/>
                  <a:pt x="640823" y="168482"/>
                </a:cubicBezTo>
                <a:cubicBezTo>
                  <a:pt x="646538" y="164246"/>
                  <a:pt x="649395" y="159728"/>
                  <a:pt x="649395" y="154926"/>
                </a:cubicBezTo>
                <a:cubicBezTo>
                  <a:pt x="649395" y="151457"/>
                  <a:pt x="647691" y="148988"/>
                  <a:pt x="644282" y="147520"/>
                </a:cubicBezTo>
                <a:cubicBezTo>
                  <a:pt x="640807" y="146052"/>
                  <a:pt x="633923" y="145185"/>
                  <a:pt x="623630" y="144920"/>
                </a:cubicBezTo>
                <a:cubicBezTo>
                  <a:pt x="608593" y="144519"/>
                  <a:pt x="597030" y="143751"/>
                  <a:pt x="588943" y="142617"/>
                </a:cubicBezTo>
                <a:close/>
                <a:moveTo>
                  <a:pt x="683480" y="85414"/>
                </a:moveTo>
                <a:cubicBezTo>
                  <a:pt x="683414" y="99017"/>
                  <a:pt x="686722" y="109686"/>
                  <a:pt x="693405" y="117423"/>
                </a:cubicBezTo>
                <a:cubicBezTo>
                  <a:pt x="700089" y="125157"/>
                  <a:pt x="707942" y="129024"/>
                  <a:pt x="716964" y="129024"/>
                </a:cubicBezTo>
                <a:cubicBezTo>
                  <a:pt x="722979" y="129024"/>
                  <a:pt x="728209" y="127369"/>
                  <a:pt x="732654" y="124061"/>
                </a:cubicBezTo>
                <a:cubicBezTo>
                  <a:pt x="737098" y="120753"/>
                  <a:pt x="740824" y="115089"/>
                  <a:pt x="743832" y="107068"/>
                </a:cubicBezTo>
                <a:lnTo>
                  <a:pt x="746940" y="109073"/>
                </a:lnTo>
                <a:cubicBezTo>
                  <a:pt x="745536" y="118230"/>
                  <a:pt x="741459" y="126567"/>
                  <a:pt x="734709" y="134086"/>
                </a:cubicBezTo>
                <a:cubicBezTo>
                  <a:pt x="727959" y="141605"/>
                  <a:pt x="719504" y="145364"/>
                  <a:pt x="709345" y="145364"/>
                </a:cubicBezTo>
                <a:cubicBezTo>
                  <a:pt x="698318" y="145364"/>
                  <a:pt x="688877" y="141080"/>
                  <a:pt x="681024" y="132510"/>
                </a:cubicBezTo>
                <a:cubicBezTo>
                  <a:pt x="673171" y="123939"/>
                  <a:pt x="669245" y="112416"/>
                  <a:pt x="669245" y="97942"/>
                </a:cubicBezTo>
                <a:cubicBezTo>
                  <a:pt x="669245" y="82270"/>
                  <a:pt x="673272" y="70049"/>
                  <a:pt x="681325" y="61279"/>
                </a:cubicBezTo>
                <a:cubicBezTo>
                  <a:pt x="689379" y="52507"/>
                  <a:pt x="699487" y="48121"/>
                  <a:pt x="711651" y="48121"/>
                </a:cubicBezTo>
                <a:cubicBezTo>
                  <a:pt x="721944" y="48121"/>
                  <a:pt x="730398" y="51504"/>
                  <a:pt x="737015" y="58271"/>
                </a:cubicBezTo>
                <a:cubicBezTo>
                  <a:pt x="743631" y="65036"/>
                  <a:pt x="746940" y="74084"/>
                  <a:pt x="746940" y="85414"/>
                </a:cubicBezTo>
                <a:lnTo>
                  <a:pt x="683480" y="85414"/>
                </a:lnTo>
                <a:moveTo>
                  <a:pt x="683480" y="79600"/>
                </a:moveTo>
                <a:lnTo>
                  <a:pt x="725987" y="79600"/>
                </a:lnTo>
                <a:cubicBezTo>
                  <a:pt x="725653" y="73718"/>
                  <a:pt x="724951" y="69574"/>
                  <a:pt x="723882" y="67168"/>
                </a:cubicBezTo>
                <a:cubicBezTo>
                  <a:pt x="722211" y="63426"/>
                  <a:pt x="719721" y="60485"/>
                  <a:pt x="716413" y="58346"/>
                </a:cubicBezTo>
                <a:cubicBezTo>
                  <a:pt x="713105" y="56208"/>
                  <a:pt x="709646" y="55138"/>
                  <a:pt x="706037" y="55138"/>
                </a:cubicBezTo>
                <a:cubicBezTo>
                  <a:pt x="700490" y="55138"/>
                  <a:pt x="695527" y="57294"/>
                  <a:pt x="691150" y="61604"/>
                </a:cubicBezTo>
                <a:cubicBezTo>
                  <a:pt x="686772" y="65915"/>
                  <a:pt x="684216" y="71914"/>
                  <a:pt x="683480" y="79600"/>
                </a:cubicBezTo>
                <a:close/>
                <a:moveTo>
                  <a:pt x="785702" y="67569"/>
                </a:moveTo>
                <a:cubicBezTo>
                  <a:pt x="796462" y="54604"/>
                  <a:pt x="806721" y="48121"/>
                  <a:pt x="816479" y="48121"/>
                </a:cubicBezTo>
                <a:cubicBezTo>
                  <a:pt x="821491" y="48121"/>
                  <a:pt x="825802" y="49372"/>
                  <a:pt x="829411" y="51874"/>
                </a:cubicBezTo>
                <a:cubicBezTo>
                  <a:pt x="833020" y="54374"/>
                  <a:pt x="835894" y="58491"/>
                  <a:pt x="838033" y="64227"/>
                </a:cubicBezTo>
                <a:cubicBezTo>
                  <a:pt x="839503" y="68226"/>
                  <a:pt x="840238" y="74361"/>
                  <a:pt x="840238" y="82632"/>
                </a:cubicBezTo>
                <a:lnTo>
                  <a:pt x="840238" y="121743"/>
                </a:lnTo>
                <a:cubicBezTo>
                  <a:pt x="840238" y="127545"/>
                  <a:pt x="840706" y="131480"/>
                  <a:pt x="841642" y="133547"/>
                </a:cubicBezTo>
                <a:cubicBezTo>
                  <a:pt x="842377" y="135214"/>
                  <a:pt x="843563" y="136514"/>
                  <a:pt x="845201" y="137448"/>
                </a:cubicBezTo>
                <a:cubicBezTo>
                  <a:pt x="846838" y="138381"/>
                  <a:pt x="849863" y="138848"/>
                  <a:pt x="854274" y="138848"/>
                </a:cubicBezTo>
                <a:lnTo>
                  <a:pt x="854274" y="142557"/>
                </a:lnTo>
                <a:lnTo>
                  <a:pt x="808860" y="142557"/>
                </a:lnTo>
                <a:lnTo>
                  <a:pt x="808860" y="138848"/>
                </a:lnTo>
                <a:lnTo>
                  <a:pt x="810764" y="138848"/>
                </a:lnTo>
                <a:cubicBezTo>
                  <a:pt x="815042" y="138848"/>
                  <a:pt x="818033" y="138200"/>
                  <a:pt x="819737" y="136903"/>
                </a:cubicBezTo>
                <a:cubicBezTo>
                  <a:pt x="821441" y="135606"/>
                  <a:pt x="822628" y="133695"/>
                  <a:pt x="823296" y="131170"/>
                </a:cubicBezTo>
                <a:cubicBezTo>
                  <a:pt x="823563" y="130171"/>
                  <a:pt x="823697" y="127046"/>
                  <a:pt x="823697" y="121793"/>
                </a:cubicBezTo>
                <a:lnTo>
                  <a:pt x="823697" y="84390"/>
                </a:lnTo>
                <a:cubicBezTo>
                  <a:pt x="823697" y="76079"/>
                  <a:pt x="822611" y="70045"/>
                  <a:pt x="820439" y="66288"/>
                </a:cubicBezTo>
                <a:cubicBezTo>
                  <a:pt x="818267" y="62531"/>
                  <a:pt x="814607" y="60652"/>
                  <a:pt x="809461" y="60652"/>
                </a:cubicBezTo>
                <a:cubicBezTo>
                  <a:pt x="801508" y="60652"/>
                  <a:pt x="793588" y="64974"/>
                  <a:pt x="785702" y="73619"/>
                </a:cubicBezTo>
                <a:lnTo>
                  <a:pt x="785702" y="121793"/>
                </a:lnTo>
                <a:cubicBezTo>
                  <a:pt x="785702" y="127977"/>
                  <a:pt x="786069" y="131800"/>
                  <a:pt x="786804" y="133262"/>
                </a:cubicBezTo>
                <a:cubicBezTo>
                  <a:pt x="787740" y="135190"/>
                  <a:pt x="789027" y="136603"/>
                  <a:pt x="790664" y="137501"/>
                </a:cubicBezTo>
                <a:cubicBezTo>
                  <a:pt x="792302" y="138399"/>
                  <a:pt x="795627" y="138848"/>
                  <a:pt x="800639" y="138848"/>
                </a:cubicBezTo>
                <a:lnTo>
                  <a:pt x="800639" y="142557"/>
                </a:lnTo>
                <a:lnTo>
                  <a:pt x="755225" y="142557"/>
                </a:lnTo>
                <a:lnTo>
                  <a:pt x="755225" y="138848"/>
                </a:lnTo>
                <a:lnTo>
                  <a:pt x="757230" y="138848"/>
                </a:lnTo>
                <a:cubicBezTo>
                  <a:pt x="761909" y="138848"/>
                  <a:pt x="765067" y="137665"/>
                  <a:pt x="766704" y="135299"/>
                </a:cubicBezTo>
                <a:cubicBezTo>
                  <a:pt x="768341" y="132930"/>
                  <a:pt x="769160" y="128412"/>
                  <a:pt x="769160" y="121743"/>
                </a:cubicBezTo>
                <a:lnTo>
                  <a:pt x="769160" y="87732"/>
                </a:lnTo>
                <a:cubicBezTo>
                  <a:pt x="769160" y="76730"/>
                  <a:pt x="768910" y="70029"/>
                  <a:pt x="768408" y="67629"/>
                </a:cubicBezTo>
                <a:cubicBezTo>
                  <a:pt x="767907" y="65227"/>
                  <a:pt x="767138" y="63593"/>
                  <a:pt x="766103" y="62726"/>
                </a:cubicBezTo>
                <a:cubicBezTo>
                  <a:pt x="765067" y="61859"/>
                  <a:pt x="763680" y="61426"/>
                  <a:pt x="761942" y="61426"/>
                </a:cubicBezTo>
                <a:cubicBezTo>
                  <a:pt x="760071" y="61426"/>
                  <a:pt x="757832" y="61926"/>
                  <a:pt x="755225" y="62927"/>
                </a:cubicBezTo>
                <a:lnTo>
                  <a:pt x="753721" y="59324"/>
                </a:lnTo>
                <a:lnTo>
                  <a:pt x="781391" y="48121"/>
                </a:lnTo>
                <a:lnTo>
                  <a:pt x="785702" y="48121"/>
                </a:lnTo>
                <a:lnTo>
                  <a:pt x="785702" y="67569"/>
                </a:lnTo>
                <a:close/>
                <a:moveTo>
                  <a:pt x="877031" y="85414"/>
                </a:moveTo>
                <a:cubicBezTo>
                  <a:pt x="876964" y="99017"/>
                  <a:pt x="880272" y="109686"/>
                  <a:pt x="886956" y="117423"/>
                </a:cubicBezTo>
                <a:cubicBezTo>
                  <a:pt x="893639" y="125157"/>
                  <a:pt x="901492" y="129024"/>
                  <a:pt x="910515" y="129024"/>
                </a:cubicBezTo>
                <a:cubicBezTo>
                  <a:pt x="916530" y="129024"/>
                  <a:pt x="921759" y="127369"/>
                  <a:pt x="926204" y="124061"/>
                </a:cubicBezTo>
                <a:cubicBezTo>
                  <a:pt x="930648" y="120753"/>
                  <a:pt x="934374" y="115089"/>
                  <a:pt x="937382" y="107068"/>
                </a:cubicBezTo>
                <a:lnTo>
                  <a:pt x="940490" y="109073"/>
                </a:lnTo>
                <a:cubicBezTo>
                  <a:pt x="939086" y="118230"/>
                  <a:pt x="935009" y="126567"/>
                  <a:pt x="928259" y="134086"/>
                </a:cubicBezTo>
                <a:cubicBezTo>
                  <a:pt x="921509" y="141605"/>
                  <a:pt x="913054" y="145364"/>
                  <a:pt x="902895" y="145364"/>
                </a:cubicBezTo>
                <a:cubicBezTo>
                  <a:pt x="891868" y="145364"/>
                  <a:pt x="882428" y="141080"/>
                  <a:pt x="874574" y="132510"/>
                </a:cubicBezTo>
                <a:cubicBezTo>
                  <a:pt x="866721" y="123939"/>
                  <a:pt x="862795" y="112416"/>
                  <a:pt x="862795" y="97942"/>
                </a:cubicBezTo>
                <a:cubicBezTo>
                  <a:pt x="862795" y="82270"/>
                  <a:pt x="866822" y="70049"/>
                  <a:pt x="874875" y="61279"/>
                </a:cubicBezTo>
                <a:cubicBezTo>
                  <a:pt x="882929" y="52507"/>
                  <a:pt x="893037" y="48121"/>
                  <a:pt x="905201" y="48121"/>
                </a:cubicBezTo>
                <a:cubicBezTo>
                  <a:pt x="915494" y="48121"/>
                  <a:pt x="923948" y="51504"/>
                  <a:pt x="930565" y="58271"/>
                </a:cubicBezTo>
                <a:cubicBezTo>
                  <a:pt x="937181" y="65036"/>
                  <a:pt x="940490" y="74084"/>
                  <a:pt x="940490" y="85414"/>
                </a:cubicBezTo>
                <a:lnTo>
                  <a:pt x="877031" y="85414"/>
                </a:lnTo>
                <a:moveTo>
                  <a:pt x="877031" y="79600"/>
                </a:moveTo>
                <a:lnTo>
                  <a:pt x="919537" y="79600"/>
                </a:lnTo>
                <a:cubicBezTo>
                  <a:pt x="919203" y="73718"/>
                  <a:pt x="918501" y="69574"/>
                  <a:pt x="917432" y="67168"/>
                </a:cubicBezTo>
                <a:cubicBezTo>
                  <a:pt x="915761" y="63426"/>
                  <a:pt x="913272" y="60485"/>
                  <a:pt x="909963" y="58346"/>
                </a:cubicBezTo>
                <a:cubicBezTo>
                  <a:pt x="906655" y="56208"/>
                  <a:pt x="903196" y="55138"/>
                  <a:pt x="899587" y="55138"/>
                </a:cubicBezTo>
                <a:cubicBezTo>
                  <a:pt x="894040" y="55138"/>
                  <a:pt x="889078" y="57294"/>
                  <a:pt x="884700" y="61604"/>
                </a:cubicBezTo>
                <a:cubicBezTo>
                  <a:pt x="880322" y="65915"/>
                  <a:pt x="877766" y="71914"/>
                  <a:pt x="877031" y="79600"/>
                </a:cubicBezTo>
                <a:close/>
                <a:moveTo>
                  <a:pt x="979352" y="48121"/>
                </a:moveTo>
                <a:lnTo>
                  <a:pt x="979352" y="68772"/>
                </a:lnTo>
                <a:cubicBezTo>
                  <a:pt x="987038" y="55005"/>
                  <a:pt x="994925" y="48121"/>
                  <a:pt x="1003012" y="48121"/>
                </a:cubicBezTo>
                <a:cubicBezTo>
                  <a:pt x="1006688" y="48121"/>
                  <a:pt x="1009729" y="49240"/>
                  <a:pt x="1012135" y="51479"/>
                </a:cubicBezTo>
                <a:cubicBezTo>
                  <a:pt x="1014541" y="53718"/>
                  <a:pt x="1015744" y="56308"/>
                  <a:pt x="1015744" y="59249"/>
                </a:cubicBezTo>
                <a:cubicBezTo>
                  <a:pt x="1015744" y="61855"/>
                  <a:pt x="1014875" y="64061"/>
                  <a:pt x="1013137" y="65865"/>
                </a:cubicBezTo>
                <a:cubicBezTo>
                  <a:pt x="1011399" y="67670"/>
                  <a:pt x="1009328" y="68572"/>
                  <a:pt x="1006922" y="68572"/>
                </a:cubicBezTo>
                <a:cubicBezTo>
                  <a:pt x="1004582" y="68572"/>
                  <a:pt x="1001959" y="67419"/>
                  <a:pt x="999052" y="65113"/>
                </a:cubicBezTo>
                <a:cubicBezTo>
                  <a:pt x="996144" y="62807"/>
                  <a:pt x="993989" y="61655"/>
                  <a:pt x="992586" y="61655"/>
                </a:cubicBezTo>
                <a:cubicBezTo>
                  <a:pt x="991383" y="61655"/>
                  <a:pt x="990079" y="62321"/>
                  <a:pt x="988676" y="63653"/>
                </a:cubicBezTo>
                <a:cubicBezTo>
                  <a:pt x="985668" y="66387"/>
                  <a:pt x="982560" y="70887"/>
                  <a:pt x="979352" y="77153"/>
                </a:cubicBezTo>
                <a:lnTo>
                  <a:pt x="979352" y="121050"/>
                </a:lnTo>
                <a:cubicBezTo>
                  <a:pt x="979352" y="126115"/>
                  <a:pt x="979987" y="129948"/>
                  <a:pt x="981257" y="132548"/>
                </a:cubicBezTo>
                <a:cubicBezTo>
                  <a:pt x="982126" y="134348"/>
                  <a:pt x="983663" y="135849"/>
                  <a:pt x="985869" y="137050"/>
                </a:cubicBezTo>
                <a:cubicBezTo>
                  <a:pt x="988074" y="138249"/>
                  <a:pt x="991249" y="138848"/>
                  <a:pt x="995393" y="138848"/>
                </a:cubicBezTo>
                <a:lnTo>
                  <a:pt x="995393" y="142557"/>
                </a:lnTo>
                <a:lnTo>
                  <a:pt x="948375" y="142557"/>
                </a:lnTo>
                <a:lnTo>
                  <a:pt x="948375" y="138848"/>
                </a:lnTo>
                <a:cubicBezTo>
                  <a:pt x="953053" y="138848"/>
                  <a:pt x="956528" y="138115"/>
                  <a:pt x="958801" y="136649"/>
                </a:cubicBezTo>
                <a:cubicBezTo>
                  <a:pt x="960472" y="135582"/>
                  <a:pt x="961641" y="133880"/>
                  <a:pt x="962310" y="131545"/>
                </a:cubicBezTo>
                <a:cubicBezTo>
                  <a:pt x="962644" y="130411"/>
                  <a:pt x="962811" y="127177"/>
                  <a:pt x="962811" y="121843"/>
                </a:cubicBezTo>
                <a:lnTo>
                  <a:pt x="962811" y="86332"/>
                </a:lnTo>
                <a:cubicBezTo>
                  <a:pt x="962811" y="75662"/>
                  <a:pt x="962594" y="69310"/>
                  <a:pt x="962159" y="67278"/>
                </a:cubicBezTo>
                <a:cubicBezTo>
                  <a:pt x="961725" y="65244"/>
                  <a:pt x="960923" y="63760"/>
                  <a:pt x="959753" y="62826"/>
                </a:cubicBezTo>
                <a:cubicBezTo>
                  <a:pt x="958584" y="61893"/>
                  <a:pt x="957130" y="61426"/>
                  <a:pt x="955392" y="61426"/>
                </a:cubicBezTo>
                <a:cubicBezTo>
                  <a:pt x="953320" y="61426"/>
                  <a:pt x="950981" y="61926"/>
                  <a:pt x="948375" y="62927"/>
                </a:cubicBezTo>
                <a:lnTo>
                  <a:pt x="947372" y="59324"/>
                </a:lnTo>
                <a:lnTo>
                  <a:pt x="975142" y="48121"/>
                </a:lnTo>
                <a:lnTo>
                  <a:pt x="979352" y="48121"/>
                </a:lnTo>
                <a:close/>
                <a:moveTo>
                  <a:pt x="1072947" y="129324"/>
                </a:moveTo>
                <a:cubicBezTo>
                  <a:pt x="1063523" y="136609"/>
                  <a:pt x="1057608" y="140820"/>
                  <a:pt x="1055202" y="141956"/>
                </a:cubicBezTo>
                <a:cubicBezTo>
                  <a:pt x="1051593" y="143694"/>
                  <a:pt x="1047750" y="144562"/>
                  <a:pt x="1043673" y="144562"/>
                </a:cubicBezTo>
                <a:cubicBezTo>
                  <a:pt x="1037324" y="144562"/>
                  <a:pt x="1032094" y="142390"/>
                  <a:pt x="1027984" y="138046"/>
                </a:cubicBezTo>
                <a:cubicBezTo>
                  <a:pt x="1023874" y="133702"/>
                  <a:pt x="1021818" y="127988"/>
                  <a:pt x="1021818" y="120903"/>
                </a:cubicBezTo>
                <a:cubicBezTo>
                  <a:pt x="1021818" y="116425"/>
                  <a:pt x="1022821" y="112549"/>
                  <a:pt x="1024826" y="109274"/>
                </a:cubicBezTo>
                <a:cubicBezTo>
                  <a:pt x="1027566" y="104729"/>
                  <a:pt x="1032328" y="100452"/>
                  <a:pt x="1039112" y="96442"/>
                </a:cubicBezTo>
                <a:cubicBezTo>
                  <a:pt x="1045895" y="92432"/>
                  <a:pt x="1057174" y="87553"/>
                  <a:pt x="1072947" y="81805"/>
                </a:cubicBezTo>
                <a:lnTo>
                  <a:pt x="1072947" y="78196"/>
                </a:lnTo>
                <a:cubicBezTo>
                  <a:pt x="1072947" y="69040"/>
                  <a:pt x="1071493" y="62757"/>
                  <a:pt x="1068586" y="59349"/>
                </a:cubicBezTo>
                <a:cubicBezTo>
                  <a:pt x="1065678" y="55940"/>
                  <a:pt x="1061451" y="54236"/>
                  <a:pt x="1055904" y="54236"/>
                </a:cubicBezTo>
                <a:cubicBezTo>
                  <a:pt x="1051693" y="54236"/>
                  <a:pt x="1048352" y="55368"/>
                  <a:pt x="1045879" y="57632"/>
                </a:cubicBezTo>
                <a:cubicBezTo>
                  <a:pt x="1043339" y="59896"/>
                  <a:pt x="1042069" y="62493"/>
                  <a:pt x="1042069" y="65423"/>
                </a:cubicBezTo>
                <a:lnTo>
                  <a:pt x="1042270" y="71216"/>
                </a:lnTo>
                <a:cubicBezTo>
                  <a:pt x="1042270" y="74278"/>
                  <a:pt x="1041484" y="76641"/>
                  <a:pt x="1039914" y="78306"/>
                </a:cubicBezTo>
                <a:cubicBezTo>
                  <a:pt x="1038343" y="79970"/>
                  <a:pt x="1036288" y="80803"/>
                  <a:pt x="1033748" y="80803"/>
                </a:cubicBezTo>
                <a:cubicBezTo>
                  <a:pt x="1031275" y="80803"/>
                  <a:pt x="1029254" y="79937"/>
                  <a:pt x="1027683" y="78205"/>
                </a:cubicBezTo>
                <a:cubicBezTo>
                  <a:pt x="1026112" y="76472"/>
                  <a:pt x="1025327" y="74106"/>
                  <a:pt x="1025327" y="71106"/>
                </a:cubicBezTo>
                <a:cubicBezTo>
                  <a:pt x="1025327" y="65377"/>
                  <a:pt x="1028268" y="60114"/>
                  <a:pt x="1034149" y="55317"/>
                </a:cubicBezTo>
                <a:cubicBezTo>
                  <a:pt x="1040031" y="50519"/>
                  <a:pt x="1048285" y="48121"/>
                  <a:pt x="1058911" y="48121"/>
                </a:cubicBezTo>
                <a:cubicBezTo>
                  <a:pt x="1067065" y="48121"/>
                  <a:pt x="1073749" y="49489"/>
                  <a:pt x="1078962" y="52225"/>
                </a:cubicBezTo>
                <a:cubicBezTo>
                  <a:pt x="1082905" y="54294"/>
                  <a:pt x="1085812" y="57533"/>
                  <a:pt x="1087684" y="61940"/>
                </a:cubicBezTo>
                <a:cubicBezTo>
                  <a:pt x="1088887" y="64809"/>
                  <a:pt x="1089488" y="70683"/>
                  <a:pt x="1089488" y="79562"/>
                </a:cubicBezTo>
                <a:lnTo>
                  <a:pt x="1089488" y="110703"/>
                </a:lnTo>
                <a:cubicBezTo>
                  <a:pt x="1089488" y="119447"/>
                  <a:pt x="1089655" y="124805"/>
                  <a:pt x="1089989" y="126774"/>
                </a:cubicBezTo>
                <a:cubicBezTo>
                  <a:pt x="1090323" y="128744"/>
                  <a:pt x="1090875" y="130063"/>
                  <a:pt x="1091643" y="130731"/>
                </a:cubicBezTo>
                <a:cubicBezTo>
                  <a:pt x="1092412" y="131397"/>
                  <a:pt x="1093298" y="131730"/>
                  <a:pt x="1094300" y="131730"/>
                </a:cubicBezTo>
                <a:cubicBezTo>
                  <a:pt x="1095369" y="131730"/>
                  <a:pt x="1096305" y="131496"/>
                  <a:pt x="1097107" y="131029"/>
                </a:cubicBezTo>
                <a:cubicBezTo>
                  <a:pt x="1098511" y="130160"/>
                  <a:pt x="1101217" y="127720"/>
                  <a:pt x="1105228" y="123710"/>
                </a:cubicBezTo>
                <a:lnTo>
                  <a:pt x="1105228" y="129324"/>
                </a:lnTo>
                <a:cubicBezTo>
                  <a:pt x="1097742" y="139349"/>
                  <a:pt x="1090591" y="144362"/>
                  <a:pt x="1083774" y="144362"/>
                </a:cubicBezTo>
                <a:cubicBezTo>
                  <a:pt x="1080499" y="144362"/>
                  <a:pt x="1077892" y="143226"/>
                  <a:pt x="1075954" y="140953"/>
                </a:cubicBezTo>
                <a:cubicBezTo>
                  <a:pt x="1074016" y="138681"/>
                  <a:pt x="1073013" y="134805"/>
                  <a:pt x="1072947" y="129324"/>
                </a:cubicBezTo>
                <a:moveTo>
                  <a:pt x="1072947" y="122752"/>
                </a:moveTo>
                <a:lnTo>
                  <a:pt x="1072947" y="87920"/>
                </a:lnTo>
                <a:cubicBezTo>
                  <a:pt x="1062855" y="91912"/>
                  <a:pt x="1056338" y="94740"/>
                  <a:pt x="1053398" y="96404"/>
                </a:cubicBezTo>
                <a:cubicBezTo>
                  <a:pt x="1048118" y="99332"/>
                  <a:pt x="1044342" y="102393"/>
                  <a:pt x="1042069" y="105587"/>
                </a:cubicBezTo>
                <a:cubicBezTo>
                  <a:pt x="1039797" y="108780"/>
                  <a:pt x="1038661" y="112273"/>
                  <a:pt x="1038661" y="116066"/>
                </a:cubicBezTo>
                <a:cubicBezTo>
                  <a:pt x="1038661" y="120857"/>
                  <a:pt x="1040098" y="124833"/>
                  <a:pt x="1042971" y="127993"/>
                </a:cubicBezTo>
                <a:cubicBezTo>
                  <a:pt x="1045845" y="131153"/>
                  <a:pt x="1049154" y="132733"/>
                  <a:pt x="1052896" y="132733"/>
                </a:cubicBezTo>
                <a:cubicBezTo>
                  <a:pt x="1057976" y="132733"/>
                  <a:pt x="1064659" y="129406"/>
                  <a:pt x="1072947" y="122752"/>
                </a:cubicBezTo>
                <a:close/>
                <a:moveTo>
                  <a:pt x="1138476" y="20451"/>
                </a:moveTo>
                <a:lnTo>
                  <a:pt x="1138476" y="50727"/>
                </a:lnTo>
                <a:lnTo>
                  <a:pt x="1159930" y="50727"/>
                </a:lnTo>
                <a:lnTo>
                  <a:pt x="1159930" y="57745"/>
                </a:lnTo>
                <a:lnTo>
                  <a:pt x="1138476" y="57745"/>
                </a:lnTo>
                <a:lnTo>
                  <a:pt x="1138476" y="117213"/>
                </a:lnTo>
                <a:cubicBezTo>
                  <a:pt x="1138476" y="123155"/>
                  <a:pt x="1139328" y="127161"/>
                  <a:pt x="1141032" y="129230"/>
                </a:cubicBezTo>
                <a:cubicBezTo>
                  <a:pt x="1142737" y="131298"/>
                  <a:pt x="1144926" y="132332"/>
                  <a:pt x="1147599" y="132332"/>
                </a:cubicBezTo>
                <a:cubicBezTo>
                  <a:pt x="1149804" y="132332"/>
                  <a:pt x="1151943" y="131647"/>
                  <a:pt x="1154015" y="130277"/>
                </a:cubicBezTo>
                <a:cubicBezTo>
                  <a:pt x="1156087" y="128907"/>
                  <a:pt x="1157691" y="126885"/>
                  <a:pt x="1158827" y="124211"/>
                </a:cubicBezTo>
                <a:lnTo>
                  <a:pt x="1162737" y="124211"/>
                </a:lnTo>
                <a:cubicBezTo>
                  <a:pt x="1160398" y="130780"/>
                  <a:pt x="1157089" y="135748"/>
                  <a:pt x="1152812" y="139114"/>
                </a:cubicBezTo>
                <a:cubicBezTo>
                  <a:pt x="1148535" y="142479"/>
                  <a:pt x="1144124" y="144161"/>
                  <a:pt x="1139579" y="144161"/>
                </a:cubicBezTo>
                <a:cubicBezTo>
                  <a:pt x="1136504" y="144161"/>
                  <a:pt x="1133497" y="143308"/>
                  <a:pt x="1130556" y="141602"/>
                </a:cubicBezTo>
                <a:cubicBezTo>
                  <a:pt x="1127616" y="139896"/>
                  <a:pt x="1125443" y="137454"/>
                  <a:pt x="1124040" y="134277"/>
                </a:cubicBezTo>
                <a:cubicBezTo>
                  <a:pt x="1122636" y="131099"/>
                  <a:pt x="1121935" y="126197"/>
                  <a:pt x="1121935" y="119572"/>
                </a:cubicBezTo>
                <a:lnTo>
                  <a:pt x="1121935" y="57745"/>
                </a:lnTo>
                <a:lnTo>
                  <a:pt x="1107398" y="57745"/>
                </a:lnTo>
                <a:lnTo>
                  <a:pt x="1107398" y="54436"/>
                </a:lnTo>
                <a:cubicBezTo>
                  <a:pt x="1111074" y="52962"/>
                  <a:pt x="1114833" y="50465"/>
                  <a:pt x="1118676" y="46946"/>
                </a:cubicBezTo>
                <a:cubicBezTo>
                  <a:pt x="1122519" y="43427"/>
                  <a:pt x="1125945" y="39254"/>
                  <a:pt x="1128952" y="34427"/>
                </a:cubicBezTo>
                <a:cubicBezTo>
                  <a:pt x="1130489" y="31881"/>
                  <a:pt x="1132628" y="27222"/>
                  <a:pt x="1135368" y="20451"/>
                </a:cubicBezTo>
                <a:lnTo>
                  <a:pt x="1138476" y="20451"/>
                </a:lnTo>
                <a:close/>
                <a:moveTo>
                  <a:pt x="1192368" y="0"/>
                </a:moveTo>
                <a:cubicBezTo>
                  <a:pt x="1195175" y="0"/>
                  <a:pt x="1197565" y="991"/>
                  <a:pt x="1199536" y="2973"/>
                </a:cubicBezTo>
                <a:cubicBezTo>
                  <a:pt x="1201508" y="4953"/>
                  <a:pt x="1202494" y="7354"/>
                  <a:pt x="1202494" y="10176"/>
                </a:cubicBezTo>
                <a:cubicBezTo>
                  <a:pt x="1202494" y="12997"/>
                  <a:pt x="1201508" y="15416"/>
                  <a:pt x="1199536" y="17431"/>
                </a:cubicBezTo>
                <a:cubicBezTo>
                  <a:pt x="1197565" y="19445"/>
                  <a:pt x="1195175" y="20451"/>
                  <a:pt x="1192368" y="20451"/>
                </a:cubicBezTo>
                <a:cubicBezTo>
                  <a:pt x="1189561" y="20451"/>
                  <a:pt x="1187155" y="19445"/>
                  <a:pt x="1185150" y="17431"/>
                </a:cubicBezTo>
                <a:cubicBezTo>
                  <a:pt x="1183145" y="15416"/>
                  <a:pt x="1182143" y="12997"/>
                  <a:pt x="1182143" y="10176"/>
                </a:cubicBezTo>
                <a:cubicBezTo>
                  <a:pt x="1182143" y="7354"/>
                  <a:pt x="1183129" y="4953"/>
                  <a:pt x="1185100" y="2973"/>
                </a:cubicBezTo>
                <a:cubicBezTo>
                  <a:pt x="1187072" y="991"/>
                  <a:pt x="1189494" y="0"/>
                  <a:pt x="1192368" y="0"/>
                </a:cubicBezTo>
                <a:moveTo>
                  <a:pt x="1200689" y="48121"/>
                </a:moveTo>
                <a:lnTo>
                  <a:pt x="1200689" y="121743"/>
                </a:lnTo>
                <a:cubicBezTo>
                  <a:pt x="1200689" y="127478"/>
                  <a:pt x="1201107" y="131296"/>
                  <a:pt x="1201942" y="133196"/>
                </a:cubicBezTo>
                <a:cubicBezTo>
                  <a:pt x="1202778" y="135097"/>
                  <a:pt x="1204014" y="136514"/>
                  <a:pt x="1205652" y="137448"/>
                </a:cubicBezTo>
                <a:cubicBezTo>
                  <a:pt x="1207289" y="138381"/>
                  <a:pt x="1210280" y="138848"/>
                  <a:pt x="1214624" y="138848"/>
                </a:cubicBezTo>
                <a:lnTo>
                  <a:pt x="1214624" y="142557"/>
                </a:lnTo>
                <a:lnTo>
                  <a:pt x="1170012" y="142557"/>
                </a:lnTo>
                <a:lnTo>
                  <a:pt x="1170012" y="138848"/>
                </a:lnTo>
                <a:cubicBezTo>
                  <a:pt x="1174490" y="138848"/>
                  <a:pt x="1177498" y="138415"/>
                  <a:pt x="1179035" y="137548"/>
                </a:cubicBezTo>
                <a:cubicBezTo>
                  <a:pt x="1180572" y="136681"/>
                  <a:pt x="1181792" y="135247"/>
                  <a:pt x="1182694" y="133247"/>
                </a:cubicBezTo>
                <a:cubicBezTo>
                  <a:pt x="1183596" y="131246"/>
                  <a:pt x="1184047" y="127411"/>
                  <a:pt x="1184047" y="121743"/>
                </a:cubicBezTo>
                <a:lnTo>
                  <a:pt x="1184047" y="86432"/>
                </a:lnTo>
                <a:cubicBezTo>
                  <a:pt x="1184047" y="76495"/>
                  <a:pt x="1183747" y="70060"/>
                  <a:pt x="1183145" y="67128"/>
                </a:cubicBezTo>
                <a:cubicBezTo>
                  <a:pt x="1182677" y="64993"/>
                  <a:pt x="1181942" y="63509"/>
                  <a:pt x="1180940" y="62676"/>
                </a:cubicBezTo>
                <a:cubicBezTo>
                  <a:pt x="1179937" y="61843"/>
                  <a:pt x="1178567" y="61426"/>
                  <a:pt x="1176829" y="61426"/>
                </a:cubicBezTo>
                <a:cubicBezTo>
                  <a:pt x="1174958" y="61426"/>
                  <a:pt x="1172686" y="61926"/>
                  <a:pt x="1170012" y="62927"/>
                </a:cubicBezTo>
                <a:lnTo>
                  <a:pt x="1168609" y="59324"/>
                </a:lnTo>
                <a:lnTo>
                  <a:pt x="1196278" y="48121"/>
                </a:lnTo>
                <a:lnTo>
                  <a:pt x="1200689" y="48121"/>
                </a:lnTo>
                <a:close/>
                <a:moveTo>
                  <a:pt x="1271123" y="48121"/>
                </a:moveTo>
                <a:cubicBezTo>
                  <a:pt x="1285025" y="48121"/>
                  <a:pt x="1296186" y="53395"/>
                  <a:pt x="1304607" y="63945"/>
                </a:cubicBezTo>
                <a:cubicBezTo>
                  <a:pt x="1311758" y="72957"/>
                  <a:pt x="1315334" y="83306"/>
                  <a:pt x="1315334" y="94991"/>
                </a:cubicBezTo>
                <a:cubicBezTo>
                  <a:pt x="1315334" y="103204"/>
                  <a:pt x="1313363" y="111516"/>
                  <a:pt x="1309419" y="119929"/>
                </a:cubicBezTo>
                <a:cubicBezTo>
                  <a:pt x="1305476" y="128340"/>
                  <a:pt x="1300046" y="134681"/>
                  <a:pt x="1293128" y="138955"/>
                </a:cubicBezTo>
                <a:cubicBezTo>
                  <a:pt x="1286211" y="143228"/>
                  <a:pt x="1278508" y="145364"/>
                  <a:pt x="1270020" y="145364"/>
                </a:cubicBezTo>
                <a:cubicBezTo>
                  <a:pt x="1256186" y="145364"/>
                  <a:pt x="1245192" y="139856"/>
                  <a:pt x="1237038" y="128839"/>
                </a:cubicBezTo>
                <a:cubicBezTo>
                  <a:pt x="1230154" y="119559"/>
                  <a:pt x="1226712" y="109145"/>
                  <a:pt x="1226712" y="97595"/>
                </a:cubicBezTo>
                <a:cubicBezTo>
                  <a:pt x="1226712" y="89182"/>
                  <a:pt x="1228800" y="80819"/>
                  <a:pt x="1232978" y="72507"/>
                </a:cubicBezTo>
                <a:cubicBezTo>
                  <a:pt x="1237155" y="64194"/>
                  <a:pt x="1242652" y="58052"/>
                  <a:pt x="1249469" y="54079"/>
                </a:cubicBezTo>
                <a:cubicBezTo>
                  <a:pt x="1256286" y="50107"/>
                  <a:pt x="1263504" y="48121"/>
                  <a:pt x="1271123" y="48121"/>
                </a:cubicBezTo>
                <a:moveTo>
                  <a:pt x="1268015" y="54737"/>
                </a:moveTo>
                <a:cubicBezTo>
                  <a:pt x="1264473" y="54737"/>
                  <a:pt x="1260914" y="55789"/>
                  <a:pt x="1257339" y="57892"/>
                </a:cubicBezTo>
                <a:cubicBezTo>
                  <a:pt x="1253763" y="59995"/>
                  <a:pt x="1250872" y="63684"/>
                  <a:pt x="1248667" y="68957"/>
                </a:cubicBezTo>
                <a:cubicBezTo>
                  <a:pt x="1246461" y="74231"/>
                  <a:pt x="1245359" y="81006"/>
                  <a:pt x="1245359" y="89283"/>
                </a:cubicBezTo>
                <a:cubicBezTo>
                  <a:pt x="1245359" y="102633"/>
                  <a:pt x="1248015" y="114149"/>
                  <a:pt x="1253329" y="123829"/>
                </a:cubicBezTo>
                <a:cubicBezTo>
                  <a:pt x="1258642" y="133508"/>
                  <a:pt x="1265643" y="138347"/>
                  <a:pt x="1274331" y="138347"/>
                </a:cubicBezTo>
                <a:cubicBezTo>
                  <a:pt x="1280814" y="138347"/>
                  <a:pt x="1286161" y="135677"/>
                  <a:pt x="1290372" y="130336"/>
                </a:cubicBezTo>
                <a:cubicBezTo>
                  <a:pt x="1294582" y="124996"/>
                  <a:pt x="1296687" y="115817"/>
                  <a:pt x="1296687" y="102802"/>
                </a:cubicBezTo>
                <a:cubicBezTo>
                  <a:pt x="1296687" y="86513"/>
                  <a:pt x="1293179" y="73695"/>
                  <a:pt x="1286161" y="64349"/>
                </a:cubicBezTo>
                <a:cubicBezTo>
                  <a:pt x="1281416" y="57941"/>
                  <a:pt x="1275367" y="54737"/>
                  <a:pt x="1268015" y="54737"/>
                </a:cubicBezTo>
                <a:close/>
                <a:moveTo>
                  <a:pt x="1355635" y="67569"/>
                </a:moveTo>
                <a:cubicBezTo>
                  <a:pt x="1366396" y="54604"/>
                  <a:pt x="1376655" y="48121"/>
                  <a:pt x="1386413" y="48121"/>
                </a:cubicBezTo>
                <a:cubicBezTo>
                  <a:pt x="1391425" y="48121"/>
                  <a:pt x="1395736" y="49372"/>
                  <a:pt x="1399345" y="51874"/>
                </a:cubicBezTo>
                <a:cubicBezTo>
                  <a:pt x="1402954" y="54374"/>
                  <a:pt x="1405828" y="58491"/>
                  <a:pt x="1407967" y="64227"/>
                </a:cubicBezTo>
                <a:cubicBezTo>
                  <a:pt x="1409437" y="68226"/>
                  <a:pt x="1410172" y="74361"/>
                  <a:pt x="1410172" y="82632"/>
                </a:cubicBezTo>
                <a:lnTo>
                  <a:pt x="1410172" y="121743"/>
                </a:lnTo>
                <a:cubicBezTo>
                  <a:pt x="1410172" y="127545"/>
                  <a:pt x="1410640" y="131480"/>
                  <a:pt x="1411576" y="133547"/>
                </a:cubicBezTo>
                <a:cubicBezTo>
                  <a:pt x="1412311" y="135214"/>
                  <a:pt x="1413497" y="136514"/>
                  <a:pt x="1415135" y="137448"/>
                </a:cubicBezTo>
                <a:cubicBezTo>
                  <a:pt x="1416772" y="138381"/>
                  <a:pt x="1419796" y="138848"/>
                  <a:pt x="1424207" y="138848"/>
                </a:cubicBezTo>
                <a:lnTo>
                  <a:pt x="1424207" y="142557"/>
                </a:lnTo>
                <a:lnTo>
                  <a:pt x="1378794" y="142557"/>
                </a:lnTo>
                <a:lnTo>
                  <a:pt x="1378794" y="138848"/>
                </a:lnTo>
                <a:lnTo>
                  <a:pt x="1380698" y="138848"/>
                </a:lnTo>
                <a:cubicBezTo>
                  <a:pt x="1384976" y="138848"/>
                  <a:pt x="1387967" y="138200"/>
                  <a:pt x="1389671" y="136903"/>
                </a:cubicBezTo>
                <a:cubicBezTo>
                  <a:pt x="1391375" y="135606"/>
                  <a:pt x="1392561" y="133695"/>
                  <a:pt x="1393230" y="131170"/>
                </a:cubicBezTo>
                <a:cubicBezTo>
                  <a:pt x="1393497" y="130171"/>
                  <a:pt x="1393631" y="127046"/>
                  <a:pt x="1393631" y="121793"/>
                </a:cubicBezTo>
                <a:lnTo>
                  <a:pt x="1393631" y="84390"/>
                </a:lnTo>
                <a:cubicBezTo>
                  <a:pt x="1393631" y="76079"/>
                  <a:pt x="1392545" y="70045"/>
                  <a:pt x="1390373" y="66288"/>
                </a:cubicBezTo>
                <a:cubicBezTo>
                  <a:pt x="1388200" y="62531"/>
                  <a:pt x="1384541" y="60652"/>
                  <a:pt x="1379395" y="60652"/>
                </a:cubicBezTo>
                <a:cubicBezTo>
                  <a:pt x="1371442" y="60652"/>
                  <a:pt x="1363522" y="64974"/>
                  <a:pt x="1355635" y="73619"/>
                </a:cubicBezTo>
                <a:lnTo>
                  <a:pt x="1355635" y="121793"/>
                </a:lnTo>
                <a:cubicBezTo>
                  <a:pt x="1355635" y="127977"/>
                  <a:pt x="1356003" y="131800"/>
                  <a:pt x="1356738" y="133262"/>
                </a:cubicBezTo>
                <a:cubicBezTo>
                  <a:pt x="1357674" y="135190"/>
                  <a:pt x="1358960" y="136603"/>
                  <a:pt x="1360598" y="137501"/>
                </a:cubicBezTo>
                <a:cubicBezTo>
                  <a:pt x="1362235" y="138399"/>
                  <a:pt x="1365560" y="138848"/>
                  <a:pt x="1370573" y="138848"/>
                </a:cubicBezTo>
                <a:lnTo>
                  <a:pt x="1370573" y="142557"/>
                </a:lnTo>
                <a:lnTo>
                  <a:pt x="1325159" y="142557"/>
                </a:lnTo>
                <a:lnTo>
                  <a:pt x="1325159" y="138848"/>
                </a:lnTo>
                <a:lnTo>
                  <a:pt x="1327164" y="138848"/>
                </a:lnTo>
                <a:cubicBezTo>
                  <a:pt x="1331842" y="138848"/>
                  <a:pt x="1335000" y="137665"/>
                  <a:pt x="1336638" y="135299"/>
                </a:cubicBezTo>
                <a:cubicBezTo>
                  <a:pt x="1338275" y="132930"/>
                  <a:pt x="1339094" y="128412"/>
                  <a:pt x="1339094" y="121743"/>
                </a:cubicBezTo>
                <a:lnTo>
                  <a:pt x="1339094" y="87732"/>
                </a:lnTo>
                <a:cubicBezTo>
                  <a:pt x="1339094" y="76730"/>
                  <a:pt x="1338843" y="70029"/>
                  <a:pt x="1338342" y="67629"/>
                </a:cubicBezTo>
                <a:cubicBezTo>
                  <a:pt x="1337841" y="65227"/>
                  <a:pt x="1337072" y="63593"/>
                  <a:pt x="1336036" y="62726"/>
                </a:cubicBezTo>
                <a:cubicBezTo>
                  <a:pt x="1335000" y="61859"/>
                  <a:pt x="1333614" y="61426"/>
                  <a:pt x="1331876" y="61426"/>
                </a:cubicBezTo>
                <a:cubicBezTo>
                  <a:pt x="1330005" y="61426"/>
                  <a:pt x="1327766" y="61926"/>
                  <a:pt x="1325159" y="62927"/>
                </a:cubicBezTo>
                <a:lnTo>
                  <a:pt x="1323655" y="59324"/>
                </a:lnTo>
                <a:lnTo>
                  <a:pt x="1351325" y="48121"/>
                </a:lnTo>
                <a:lnTo>
                  <a:pt x="1355635" y="48121"/>
                </a:lnTo>
                <a:lnTo>
                  <a:pt x="1355635" y="6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D43BF-FB89-4F9D-AB93-1FC17E04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867" y="2334374"/>
            <a:ext cx="1216957" cy="165185"/>
          </a:xfrm>
          <a:custGeom xmlns:a="http://schemas.openxmlformats.org/drawingml/2006/main">
            <a:pathLst>
              <a:path w="1216957" h="165185">
                <a:moveTo>
                  <a:pt x="1134365" y="165185"/>
                </a:moveTo>
                <a:lnTo>
                  <a:pt x="1134365" y="123890"/>
                </a:lnTo>
                <a:lnTo>
                  <a:pt x="0" y="123890"/>
                </a:lnTo>
                <a:lnTo>
                  <a:pt x="0" y="41296"/>
                </a:lnTo>
                <a:lnTo>
                  <a:pt x="1134365" y="41296"/>
                </a:lnTo>
                <a:lnTo>
                  <a:pt x="1134365" y="0"/>
                </a:lnTo>
                <a:lnTo>
                  <a:pt x="1216957" y="82592"/>
                </a:lnTo>
                <a:lnTo>
                  <a:pt x="1134365" y="16518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Zero-shotclassif">
            <a:extLst xmlns:a="http://schemas.openxmlformats.org/drawingml/2006/main">
              <a:ext uri="{FF2B5EF4-FFF2-40B4-BE49-F238E27FC236}">
                <a16:creationId xmlns:a16="http://schemas.microsoft.com/office/drawing/2014/main" id="{4B9DFA0C-2B88-495C-8D30-94451B4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535" y="1490558"/>
            <a:ext cx="1391725" cy="145364"/>
          </a:xfrm>
          <a:custGeom xmlns:a="http://schemas.openxmlformats.org/drawingml/2006/main">
            <a:pathLst>
              <a:path w="1391725" h="145364">
                <a:moveTo>
                  <a:pt x="115490" y="6617"/>
                </a:moveTo>
                <a:lnTo>
                  <a:pt x="26166" y="134237"/>
                </a:lnTo>
                <a:lnTo>
                  <a:pt x="81905" y="134237"/>
                </a:lnTo>
                <a:cubicBezTo>
                  <a:pt x="90460" y="134237"/>
                  <a:pt x="97027" y="132365"/>
                  <a:pt x="101605" y="128623"/>
                </a:cubicBezTo>
                <a:cubicBezTo>
                  <a:pt x="106183" y="124880"/>
                  <a:pt x="110243" y="117294"/>
                  <a:pt x="113785" y="105865"/>
                </a:cubicBezTo>
                <a:lnTo>
                  <a:pt x="117094" y="106470"/>
                </a:lnTo>
                <a:lnTo>
                  <a:pt x="110678" y="142557"/>
                </a:lnTo>
                <a:lnTo>
                  <a:pt x="0" y="142557"/>
                </a:lnTo>
                <a:lnTo>
                  <a:pt x="0" y="138842"/>
                </a:lnTo>
                <a:lnTo>
                  <a:pt x="87219" y="14536"/>
                </a:lnTo>
                <a:lnTo>
                  <a:pt x="43710" y="14536"/>
                </a:lnTo>
                <a:cubicBezTo>
                  <a:pt x="36491" y="14536"/>
                  <a:pt x="31262" y="15325"/>
                  <a:pt x="28020" y="16902"/>
                </a:cubicBezTo>
                <a:cubicBezTo>
                  <a:pt x="24779" y="18479"/>
                  <a:pt x="22306" y="20760"/>
                  <a:pt x="20602" y="23747"/>
                </a:cubicBezTo>
                <a:cubicBezTo>
                  <a:pt x="18897" y="26732"/>
                  <a:pt x="17343" y="32316"/>
                  <a:pt x="15940" y="40502"/>
                </a:cubicBezTo>
                <a:lnTo>
                  <a:pt x="12130" y="40502"/>
                </a:lnTo>
                <a:lnTo>
                  <a:pt x="14937" y="6617"/>
                </a:lnTo>
                <a:lnTo>
                  <a:pt x="115490" y="6617"/>
                </a:lnTo>
                <a:close/>
                <a:moveTo>
                  <a:pt x="144901" y="85414"/>
                </a:moveTo>
                <a:cubicBezTo>
                  <a:pt x="144834" y="99017"/>
                  <a:pt x="148142" y="109686"/>
                  <a:pt x="154826" y="117423"/>
                </a:cubicBezTo>
                <a:cubicBezTo>
                  <a:pt x="161509" y="125157"/>
                  <a:pt x="169362" y="129024"/>
                  <a:pt x="178385" y="129024"/>
                </a:cubicBezTo>
                <a:cubicBezTo>
                  <a:pt x="184400" y="129024"/>
                  <a:pt x="189630" y="127369"/>
                  <a:pt x="194074" y="124061"/>
                </a:cubicBezTo>
                <a:cubicBezTo>
                  <a:pt x="198519" y="120753"/>
                  <a:pt x="202245" y="115089"/>
                  <a:pt x="205252" y="107068"/>
                </a:cubicBezTo>
                <a:lnTo>
                  <a:pt x="208360" y="109073"/>
                </a:lnTo>
                <a:cubicBezTo>
                  <a:pt x="206956" y="118230"/>
                  <a:pt x="202880" y="126567"/>
                  <a:pt x="196129" y="134086"/>
                </a:cubicBezTo>
                <a:cubicBezTo>
                  <a:pt x="189379" y="141605"/>
                  <a:pt x="180924" y="145364"/>
                  <a:pt x="170766" y="145364"/>
                </a:cubicBezTo>
                <a:cubicBezTo>
                  <a:pt x="159738" y="145364"/>
                  <a:pt x="150298" y="141080"/>
                  <a:pt x="142445" y="132510"/>
                </a:cubicBezTo>
                <a:cubicBezTo>
                  <a:pt x="134592" y="123939"/>
                  <a:pt x="130665" y="112416"/>
                  <a:pt x="130665" y="97942"/>
                </a:cubicBezTo>
                <a:cubicBezTo>
                  <a:pt x="130665" y="82270"/>
                  <a:pt x="134692" y="70049"/>
                  <a:pt x="142745" y="61279"/>
                </a:cubicBezTo>
                <a:cubicBezTo>
                  <a:pt x="150799" y="52507"/>
                  <a:pt x="160908" y="48121"/>
                  <a:pt x="173071" y="48121"/>
                </a:cubicBezTo>
                <a:cubicBezTo>
                  <a:pt x="183364" y="48121"/>
                  <a:pt x="191818" y="51504"/>
                  <a:pt x="198435" y="58271"/>
                </a:cubicBezTo>
                <a:cubicBezTo>
                  <a:pt x="205052" y="65036"/>
                  <a:pt x="208360" y="74084"/>
                  <a:pt x="208360" y="85414"/>
                </a:cubicBezTo>
                <a:lnTo>
                  <a:pt x="144901" y="85414"/>
                </a:lnTo>
                <a:moveTo>
                  <a:pt x="144901" y="79600"/>
                </a:moveTo>
                <a:lnTo>
                  <a:pt x="187407" y="79600"/>
                </a:lnTo>
                <a:cubicBezTo>
                  <a:pt x="187073" y="73718"/>
                  <a:pt x="186371" y="69574"/>
                  <a:pt x="185302" y="67168"/>
                </a:cubicBezTo>
                <a:cubicBezTo>
                  <a:pt x="183631" y="63426"/>
                  <a:pt x="181142" y="60485"/>
                  <a:pt x="177833" y="58346"/>
                </a:cubicBezTo>
                <a:cubicBezTo>
                  <a:pt x="174525" y="56208"/>
                  <a:pt x="171066" y="55138"/>
                  <a:pt x="167457" y="55138"/>
                </a:cubicBezTo>
                <a:cubicBezTo>
                  <a:pt x="161910" y="55138"/>
                  <a:pt x="156948" y="57294"/>
                  <a:pt x="152570" y="61604"/>
                </a:cubicBezTo>
                <a:cubicBezTo>
                  <a:pt x="148192" y="65915"/>
                  <a:pt x="145636" y="71914"/>
                  <a:pt x="144901" y="79600"/>
                </a:cubicBezTo>
                <a:close/>
                <a:moveTo>
                  <a:pt x="247284" y="48121"/>
                </a:moveTo>
                <a:lnTo>
                  <a:pt x="247284" y="68772"/>
                </a:lnTo>
                <a:cubicBezTo>
                  <a:pt x="254970" y="55005"/>
                  <a:pt x="262856" y="48121"/>
                  <a:pt x="270943" y="48121"/>
                </a:cubicBezTo>
                <a:cubicBezTo>
                  <a:pt x="274619" y="48121"/>
                  <a:pt x="277660" y="49240"/>
                  <a:pt x="280066" y="51479"/>
                </a:cubicBezTo>
                <a:cubicBezTo>
                  <a:pt x="282472" y="53718"/>
                  <a:pt x="283675" y="56308"/>
                  <a:pt x="283675" y="59249"/>
                </a:cubicBezTo>
                <a:cubicBezTo>
                  <a:pt x="283675" y="61855"/>
                  <a:pt x="282806" y="64061"/>
                  <a:pt x="281069" y="65865"/>
                </a:cubicBezTo>
                <a:cubicBezTo>
                  <a:pt x="279331" y="67670"/>
                  <a:pt x="277259" y="68572"/>
                  <a:pt x="274853" y="68572"/>
                </a:cubicBezTo>
                <a:cubicBezTo>
                  <a:pt x="272514" y="68572"/>
                  <a:pt x="269891" y="67419"/>
                  <a:pt x="266983" y="65113"/>
                </a:cubicBezTo>
                <a:cubicBezTo>
                  <a:pt x="264076" y="62807"/>
                  <a:pt x="261921" y="61655"/>
                  <a:pt x="260517" y="61655"/>
                </a:cubicBezTo>
                <a:cubicBezTo>
                  <a:pt x="259314" y="61655"/>
                  <a:pt x="258011" y="62321"/>
                  <a:pt x="256607" y="63653"/>
                </a:cubicBezTo>
                <a:cubicBezTo>
                  <a:pt x="253600" y="66387"/>
                  <a:pt x="250492" y="70887"/>
                  <a:pt x="247284" y="77153"/>
                </a:cubicBezTo>
                <a:lnTo>
                  <a:pt x="247284" y="121050"/>
                </a:lnTo>
                <a:cubicBezTo>
                  <a:pt x="247284" y="126115"/>
                  <a:pt x="247919" y="129948"/>
                  <a:pt x="249189" y="132548"/>
                </a:cubicBezTo>
                <a:cubicBezTo>
                  <a:pt x="250058" y="134348"/>
                  <a:pt x="251595" y="135849"/>
                  <a:pt x="253800" y="137050"/>
                </a:cubicBezTo>
                <a:cubicBezTo>
                  <a:pt x="256006" y="138249"/>
                  <a:pt x="259180" y="138848"/>
                  <a:pt x="263324" y="138848"/>
                </a:cubicBezTo>
                <a:lnTo>
                  <a:pt x="263324" y="142557"/>
                </a:lnTo>
                <a:lnTo>
                  <a:pt x="216306" y="142557"/>
                </a:lnTo>
                <a:lnTo>
                  <a:pt x="216306" y="138848"/>
                </a:lnTo>
                <a:cubicBezTo>
                  <a:pt x="220985" y="138848"/>
                  <a:pt x="224460" y="138115"/>
                  <a:pt x="226732" y="136649"/>
                </a:cubicBezTo>
                <a:cubicBezTo>
                  <a:pt x="228403" y="135582"/>
                  <a:pt x="229573" y="133880"/>
                  <a:pt x="230241" y="131545"/>
                </a:cubicBezTo>
                <a:cubicBezTo>
                  <a:pt x="230575" y="130411"/>
                  <a:pt x="230743" y="127177"/>
                  <a:pt x="230743" y="121843"/>
                </a:cubicBezTo>
                <a:lnTo>
                  <a:pt x="230743" y="86332"/>
                </a:lnTo>
                <a:cubicBezTo>
                  <a:pt x="230743" y="75662"/>
                  <a:pt x="230525" y="69310"/>
                  <a:pt x="230091" y="67278"/>
                </a:cubicBezTo>
                <a:cubicBezTo>
                  <a:pt x="229656" y="65244"/>
                  <a:pt x="228854" y="63760"/>
                  <a:pt x="227685" y="62826"/>
                </a:cubicBezTo>
                <a:cubicBezTo>
                  <a:pt x="226515" y="61893"/>
                  <a:pt x="225062" y="61426"/>
                  <a:pt x="223324" y="61426"/>
                </a:cubicBezTo>
                <a:cubicBezTo>
                  <a:pt x="221252" y="61426"/>
                  <a:pt x="218913" y="61926"/>
                  <a:pt x="216306" y="62927"/>
                </a:cubicBezTo>
                <a:lnTo>
                  <a:pt x="215304" y="59324"/>
                </a:lnTo>
                <a:lnTo>
                  <a:pt x="243073" y="48121"/>
                </a:lnTo>
                <a:lnTo>
                  <a:pt x="247284" y="48121"/>
                </a:lnTo>
                <a:close/>
                <a:moveTo>
                  <a:pt x="333699" y="48121"/>
                </a:moveTo>
                <a:cubicBezTo>
                  <a:pt x="347600" y="48121"/>
                  <a:pt x="358762" y="53395"/>
                  <a:pt x="367183" y="63945"/>
                </a:cubicBezTo>
                <a:cubicBezTo>
                  <a:pt x="374334" y="72957"/>
                  <a:pt x="377910" y="83306"/>
                  <a:pt x="377910" y="94991"/>
                </a:cubicBezTo>
                <a:cubicBezTo>
                  <a:pt x="377910" y="103204"/>
                  <a:pt x="375938" y="111516"/>
                  <a:pt x="371995" y="119929"/>
                </a:cubicBezTo>
                <a:cubicBezTo>
                  <a:pt x="368052" y="128340"/>
                  <a:pt x="362621" y="134681"/>
                  <a:pt x="355704" y="138955"/>
                </a:cubicBezTo>
                <a:cubicBezTo>
                  <a:pt x="348787" y="143228"/>
                  <a:pt x="341084" y="145364"/>
                  <a:pt x="332596" y="145364"/>
                </a:cubicBezTo>
                <a:cubicBezTo>
                  <a:pt x="318761" y="145364"/>
                  <a:pt x="307767" y="139856"/>
                  <a:pt x="299613" y="128839"/>
                </a:cubicBezTo>
                <a:cubicBezTo>
                  <a:pt x="292730" y="119559"/>
                  <a:pt x="289288" y="109145"/>
                  <a:pt x="289288" y="97595"/>
                </a:cubicBezTo>
                <a:cubicBezTo>
                  <a:pt x="289288" y="89182"/>
                  <a:pt x="291376" y="80819"/>
                  <a:pt x="295553" y="72507"/>
                </a:cubicBezTo>
                <a:cubicBezTo>
                  <a:pt x="299730" y="64194"/>
                  <a:pt x="305228" y="58052"/>
                  <a:pt x="312045" y="54079"/>
                </a:cubicBezTo>
                <a:cubicBezTo>
                  <a:pt x="318862" y="50107"/>
                  <a:pt x="326080" y="48121"/>
                  <a:pt x="333699" y="48121"/>
                </a:cubicBezTo>
                <a:moveTo>
                  <a:pt x="330591" y="54737"/>
                </a:moveTo>
                <a:cubicBezTo>
                  <a:pt x="327049" y="54737"/>
                  <a:pt x="323490" y="55789"/>
                  <a:pt x="319914" y="57892"/>
                </a:cubicBezTo>
                <a:cubicBezTo>
                  <a:pt x="316339" y="59995"/>
                  <a:pt x="313448" y="63684"/>
                  <a:pt x="311243" y="68957"/>
                </a:cubicBezTo>
                <a:cubicBezTo>
                  <a:pt x="309037" y="74231"/>
                  <a:pt x="307934" y="81006"/>
                  <a:pt x="307934" y="89283"/>
                </a:cubicBezTo>
                <a:cubicBezTo>
                  <a:pt x="307934" y="102633"/>
                  <a:pt x="310591" y="114149"/>
                  <a:pt x="315904" y="123829"/>
                </a:cubicBezTo>
                <a:cubicBezTo>
                  <a:pt x="321218" y="133508"/>
                  <a:pt x="328219" y="138347"/>
                  <a:pt x="336907" y="138347"/>
                </a:cubicBezTo>
                <a:cubicBezTo>
                  <a:pt x="343390" y="138347"/>
                  <a:pt x="348737" y="135677"/>
                  <a:pt x="352947" y="130336"/>
                </a:cubicBezTo>
                <a:cubicBezTo>
                  <a:pt x="357158" y="124996"/>
                  <a:pt x="359263" y="115817"/>
                  <a:pt x="359263" y="102802"/>
                </a:cubicBezTo>
                <a:cubicBezTo>
                  <a:pt x="359263" y="86513"/>
                  <a:pt x="355754" y="73695"/>
                  <a:pt x="348737" y="64349"/>
                </a:cubicBezTo>
                <a:cubicBezTo>
                  <a:pt x="343991" y="57941"/>
                  <a:pt x="337943" y="54737"/>
                  <a:pt x="330591" y="54737"/>
                </a:cubicBezTo>
                <a:close/>
                <a:moveTo>
                  <a:pt x="393353" y="88823"/>
                </a:moveTo>
                <a:lnTo>
                  <a:pt x="445183" y="88823"/>
                </a:lnTo>
                <a:lnTo>
                  <a:pt x="445183" y="103961"/>
                </a:lnTo>
                <a:lnTo>
                  <a:pt x="393353" y="103961"/>
                </a:lnTo>
                <a:lnTo>
                  <a:pt x="393353" y="88823"/>
                </a:lnTo>
                <a:close/>
                <a:moveTo>
                  <a:pt x="519235" y="48121"/>
                </a:moveTo>
                <a:lnTo>
                  <a:pt x="519235" y="79199"/>
                </a:lnTo>
                <a:lnTo>
                  <a:pt x="515927" y="79199"/>
                </a:lnTo>
                <a:cubicBezTo>
                  <a:pt x="513387" y="69451"/>
                  <a:pt x="510129" y="62821"/>
                  <a:pt x="506152" y="59308"/>
                </a:cubicBezTo>
                <a:cubicBezTo>
                  <a:pt x="502176" y="55793"/>
                  <a:pt x="497113" y="54035"/>
                  <a:pt x="490964" y="54035"/>
                </a:cubicBezTo>
                <a:cubicBezTo>
                  <a:pt x="486286" y="54035"/>
                  <a:pt x="482510" y="55271"/>
                  <a:pt x="479636" y="57742"/>
                </a:cubicBezTo>
                <a:cubicBezTo>
                  <a:pt x="476762" y="60210"/>
                  <a:pt x="475325" y="62947"/>
                  <a:pt x="475325" y="65953"/>
                </a:cubicBezTo>
                <a:cubicBezTo>
                  <a:pt x="475325" y="69691"/>
                  <a:pt x="476394" y="72895"/>
                  <a:pt x="478533" y="75564"/>
                </a:cubicBezTo>
                <a:cubicBezTo>
                  <a:pt x="480605" y="78303"/>
                  <a:pt x="484815" y="81207"/>
                  <a:pt x="491165" y="84277"/>
                </a:cubicBezTo>
                <a:lnTo>
                  <a:pt x="505801" y="91389"/>
                </a:lnTo>
                <a:cubicBezTo>
                  <a:pt x="519369" y="97997"/>
                  <a:pt x="526152" y="106709"/>
                  <a:pt x="526152" y="117526"/>
                </a:cubicBezTo>
                <a:cubicBezTo>
                  <a:pt x="526152" y="125870"/>
                  <a:pt x="522995" y="132596"/>
                  <a:pt x="516679" y="137705"/>
                </a:cubicBezTo>
                <a:cubicBezTo>
                  <a:pt x="510363" y="142811"/>
                  <a:pt x="503295" y="145364"/>
                  <a:pt x="495476" y="145364"/>
                </a:cubicBezTo>
                <a:cubicBezTo>
                  <a:pt x="489861" y="145364"/>
                  <a:pt x="483445" y="144362"/>
                  <a:pt x="476227" y="142357"/>
                </a:cubicBezTo>
                <a:cubicBezTo>
                  <a:pt x="474022" y="141689"/>
                  <a:pt x="472217" y="141354"/>
                  <a:pt x="470814" y="141354"/>
                </a:cubicBezTo>
                <a:cubicBezTo>
                  <a:pt x="469276" y="141354"/>
                  <a:pt x="468073" y="142223"/>
                  <a:pt x="467205" y="143961"/>
                </a:cubicBezTo>
                <a:lnTo>
                  <a:pt x="463896" y="143961"/>
                </a:lnTo>
                <a:lnTo>
                  <a:pt x="463896" y="111079"/>
                </a:lnTo>
                <a:lnTo>
                  <a:pt x="467205" y="111079"/>
                </a:lnTo>
                <a:cubicBezTo>
                  <a:pt x="469076" y="120469"/>
                  <a:pt x="472652" y="127545"/>
                  <a:pt x="477932" y="132307"/>
                </a:cubicBezTo>
                <a:cubicBezTo>
                  <a:pt x="483211" y="137069"/>
                  <a:pt x="489126" y="139450"/>
                  <a:pt x="495676" y="139450"/>
                </a:cubicBezTo>
                <a:cubicBezTo>
                  <a:pt x="500288" y="139450"/>
                  <a:pt x="504047" y="138098"/>
                  <a:pt x="506954" y="135396"/>
                </a:cubicBezTo>
                <a:cubicBezTo>
                  <a:pt x="509862" y="132691"/>
                  <a:pt x="511315" y="129436"/>
                  <a:pt x="511315" y="125631"/>
                </a:cubicBezTo>
                <a:cubicBezTo>
                  <a:pt x="511315" y="121023"/>
                  <a:pt x="509694" y="117151"/>
                  <a:pt x="506453" y="114014"/>
                </a:cubicBezTo>
                <a:cubicBezTo>
                  <a:pt x="503212" y="110877"/>
                  <a:pt x="496745" y="106906"/>
                  <a:pt x="487054" y="102100"/>
                </a:cubicBezTo>
                <a:cubicBezTo>
                  <a:pt x="477363" y="97292"/>
                  <a:pt x="471014" y="92952"/>
                  <a:pt x="468007" y="89080"/>
                </a:cubicBezTo>
                <a:cubicBezTo>
                  <a:pt x="464999" y="85274"/>
                  <a:pt x="463495" y="80467"/>
                  <a:pt x="463495" y="74659"/>
                </a:cubicBezTo>
                <a:cubicBezTo>
                  <a:pt x="463495" y="67115"/>
                  <a:pt x="466085" y="60807"/>
                  <a:pt x="471265" y="55733"/>
                </a:cubicBezTo>
                <a:cubicBezTo>
                  <a:pt x="476444" y="50658"/>
                  <a:pt x="483145" y="48121"/>
                  <a:pt x="491365" y="48121"/>
                </a:cubicBezTo>
                <a:cubicBezTo>
                  <a:pt x="494974" y="48121"/>
                  <a:pt x="499352" y="48889"/>
                  <a:pt x="504498" y="50426"/>
                </a:cubicBezTo>
                <a:cubicBezTo>
                  <a:pt x="507907" y="51429"/>
                  <a:pt x="510179" y="51930"/>
                  <a:pt x="511315" y="51930"/>
                </a:cubicBezTo>
                <a:cubicBezTo>
                  <a:pt x="512385" y="51930"/>
                  <a:pt x="513220" y="51696"/>
                  <a:pt x="513822" y="51228"/>
                </a:cubicBezTo>
                <a:cubicBezTo>
                  <a:pt x="514423" y="50761"/>
                  <a:pt x="515125" y="49725"/>
                  <a:pt x="515927" y="48121"/>
                </a:cubicBezTo>
                <a:lnTo>
                  <a:pt x="519235" y="48121"/>
                </a:lnTo>
                <a:close/>
                <a:moveTo>
                  <a:pt x="566516" y="0"/>
                </a:moveTo>
                <a:lnTo>
                  <a:pt x="566516" y="67269"/>
                </a:lnTo>
                <a:cubicBezTo>
                  <a:pt x="573935" y="59115"/>
                  <a:pt x="579816" y="53885"/>
                  <a:pt x="584160" y="51579"/>
                </a:cubicBezTo>
                <a:cubicBezTo>
                  <a:pt x="588505" y="49274"/>
                  <a:pt x="592849" y="48121"/>
                  <a:pt x="597193" y="48121"/>
                </a:cubicBezTo>
                <a:cubicBezTo>
                  <a:pt x="602406" y="48121"/>
                  <a:pt x="606884" y="49554"/>
                  <a:pt x="610627" y="52422"/>
                </a:cubicBezTo>
                <a:cubicBezTo>
                  <a:pt x="614369" y="55290"/>
                  <a:pt x="617143" y="59791"/>
                  <a:pt x="618948" y="65925"/>
                </a:cubicBezTo>
                <a:cubicBezTo>
                  <a:pt x="620217" y="70194"/>
                  <a:pt x="620852" y="77997"/>
                  <a:pt x="620852" y="89333"/>
                </a:cubicBezTo>
                <a:lnTo>
                  <a:pt x="620852" y="121743"/>
                </a:lnTo>
                <a:cubicBezTo>
                  <a:pt x="620852" y="127545"/>
                  <a:pt x="621320" y="131513"/>
                  <a:pt x="622256" y="133648"/>
                </a:cubicBezTo>
                <a:cubicBezTo>
                  <a:pt x="622924" y="135247"/>
                  <a:pt x="624060" y="136514"/>
                  <a:pt x="625664" y="137448"/>
                </a:cubicBezTo>
                <a:cubicBezTo>
                  <a:pt x="627268" y="138381"/>
                  <a:pt x="630209" y="138848"/>
                  <a:pt x="634487" y="138848"/>
                </a:cubicBezTo>
                <a:lnTo>
                  <a:pt x="634487" y="142557"/>
                </a:lnTo>
                <a:lnTo>
                  <a:pt x="589373" y="142557"/>
                </a:lnTo>
                <a:lnTo>
                  <a:pt x="589373" y="138848"/>
                </a:lnTo>
                <a:lnTo>
                  <a:pt x="591479" y="138848"/>
                </a:lnTo>
                <a:cubicBezTo>
                  <a:pt x="595756" y="138848"/>
                  <a:pt x="598730" y="138197"/>
                  <a:pt x="600401" y="136893"/>
                </a:cubicBezTo>
                <a:cubicBezTo>
                  <a:pt x="602072" y="135590"/>
                  <a:pt x="603242" y="133668"/>
                  <a:pt x="603910" y="131129"/>
                </a:cubicBezTo>
                <a:cubicBezTo>
                  <a:pt x="604110" y="130059"/>
                  <a:pt x="604211" y="126918"/>
                  <a:pt x="604211" y="121705"/>
                </a:cubicBezTo>
                <a:lnTo>
                  <a:pt x="604211" y="89224"/>
                </a:lnTo>
                <a:cubicBezTo>
                  <a:pt x="604211" y="79199"/>
                  <a:pt x="603693" y="72615"/>
                  <a:pt x="602657" y="69474"/>
                </a:cubicBezTo>
                <a:cubicBezTo>
                  <a:pt x="601621" y="66333"/>
                  <a:pt x="599967" y="63977"/>
                  <a:pt x="597694" y="62406"/>
                </a:cubicBezTo>
                <a:cubicBezTo>
                  <a:pt x="595422" y="60836"/>
                  <a:pt x="592682" y="60051"/>
                  <a:pt x="589474" y="60051"/>
                </a:cubicBezTo>
                <a:cubicBezTo>
                  <a:pt x="586199" y="60051"/>
                  <a:pt x="582790" y="60919"/>
                  <a:pt x="579248" y="62657"/>
                </a:cubicBezTo>
                <a:cubicBezTo>
                  <a:pt x="575706" y="64395"/>
                  <a:pt x="571462" y="67904"/>
                  <a:pt x="566516" y="73184"/>
                </a:cubicBezTo>
                <a:lnTo>
                  <a:pt x="566516" y="121705"/>
                </a:lnTo>
                <a:cubicBezTo>
                  <a:pt x="566516" y="127988"/>
                  <a:pt x="566867" y="131897"/>
                  <a:pt x="567569" y="133435"/>
                </a:cubicBezTo>
                <a:cubicBezTo>
                  <a:pt x="568271" y="134972"/>
                  <a:pt x="569574" y="136258"/>
                  <a:pt x="571479" y="137294"/>
                </a:cubicBezTo>
                <a:cubicBezTo>
                  <a:pt x="573383" y="138330"/>
                  <a:pt x="576675" y="138848"/>
                  <a:pt x="581353" y="138848"/>
                </a:cubicBezTo>
                <a:lnTo>
                  <a:pt x="581353" y="142557"/>
                </a:lnTo>
                <a:lnTo>
                  <a:pt x="535839" y="142557"/>
                </a:lnTo>
                <a:lnTo>
                  <a:pt x="535839" y="138848"/>
                </a:lnTo>
                <a:cubicBezTo>
                  <a:pt x="539916" y="138848"/>
                  <a:pt x="543124" y="138213"/>
                  <a:pt x="545463" y="136943"/>
                </a:cubicBezTo>
                <a:cubicBezTo>
                  <a:pt x="546800" y="136277"/>
                  <a:pt x="547869" y="135009"/>
                  <a:pt x="548671" y="133140"/>
                </a:cubicBezTo>
                <a:cubicBezTo>
                  <a:pt x="549473" y="131269"/>
                  <a:pt x="549874" y="127461"/>
                  <a:pt x="549874" y="121718"/>
                </a:cubicBezTo>
                <a:lnTo>
                  <a:pt x="549874" y="38669"/>
                </a:lnTo>
                <a:cubicBezTo>
                  <a:pt x="549874" y="28184"/>
                  <a:pt x="549624" y="21740"/>
                  <a:pt x="549123" y="19336"/>
                </a:cubicBezTo>
                <a:cubicBezTo>
                  <a:pt x="548621" y="16930"/>
                  <a:pt x="547853" y="15294"/>
                  <a:pt x="546817" y="14427"/>
                </a:cubicBezTo>
                <a:cubicBezTo>
                  <a:pt x="545781" y="13558"/>
                  <a:pt x="544394" y="13124"/>
                  <a:pt x="542656" y="13124"/>
                </a:cubicBezTo>
                <a:cubicBezTo>
                  <a:pt x="541253" y="13124"/>
                  <a:pt x="538980" y="13658"/>
                  <a:pt x="535839" y="14728"/>
                </a:cubicBezTo>
                <a:lnTo>
                  <a:pt x="534436" y="11219"/>
                </a:lnTo>
                <a:lnTo>
                  <a:pt x="561905" y="0"/>
                </a:lnTo>
                <a:lnTo>
                  <a:pt x="566516" y="0"/>
                </a:lnTo>
                <a:close/>
                <a:moveTo>
                  <a:pt x="687119" y="48121"/>
                </a:moveTo>
                <a:cubicBezTo>
                  <a:pt x="701020" y="48121"/>
                  <a:pt x="712181" y="53395"/>
                  <a:pt x="720602" y="63945"/>
                </a:cubicBezTo>
                <a:cubicBezTo>
                  <a:pt x="727754" y="72957"/>
                  <a:pt x="731329" y="83306"/>
                  <a:pt x="731329" y="94991"/>
                </a:cubicBezTo>
                <a:cubicBezTo>
                  <a:pt x="731329" y="103204"/>
                  <a:pt x="729358" y="111516"/>
                  <a:pt x="725415" y="119929"/>
                </a:cubicBezTo>
                <a:cubicBezTo>
                  <a:pt x="721471" y="128340"/>
                  <a:pt x="716041" y="134681"/>
                  <a:pt x="709124" y="138955"/>
                </a:cubicBezTo>
                <a:cubicBezTo>
                  <a:pt x="702206" y="143228"/>
                  <a:pt x="694504" y="145364"/>
                  <a:pt x="686016" y="145364"/>
                </a:cubicBezTo>
                <a:cubicBezTo>
                  <a:pt x="672181" y="145364"/>
                  <a:pt x="661187" y="139856"/>
                  <a:pt x="653033" y="128839"/>
                </a:cubicBezTo>
                <a:cubicBezTo>
                  <a:pt x="646149" y="119559"/>
                  <a:pt x="642707" y="109145"/>
                  <a:pt x="642707" y="97595"/>
                </a:cubicBezTo>
                <a:cubicBezTo>
                  <a:pt x="642707" y="89182"/>
                  <a:pt x="644796" y="80819"/>
                  <a:pt x="648973" y="72507"/>
                </a:cubicBezTo>
                <a:cubicBezTo>
                  <a:pt x="653150" y="64194"/>
                  <a:pt x="658647" y="58052"/>
                  <a:pt x="665464" y="54079"/>
                </a:cubicBezTo>
                <a:cubicBezTo>
                  <a:pt x="672281" y="50107"/>
                  <a:pt x="679499" y="48121"/>
                  <a:pt x="687119" y="48121"/>
                </a:cubicBezTo>
                <a:moveTo>
                  <a:pt x="684011" y="54737"/>
                </a:moveTo>
                <a:cubicBezTo>
                  <a:pt x="680469" y="54737"/>
                  <a:pt x="676910" y="55789"/>
                  <a:pt x="673334" y="57892"/>
                </a:cubicBezTo>
                <a:cubicBezTo>
                  <a:pt x="669758" y="59995"/>
                  <a:pt x="666868" y="63684"/>
                  <a:pt x="664662" y="68957"/>
                </a:cubicBezTo>
                <a:cubicBezTo>
                  <a:pt x="662457" y="74231"/>
                  <a:pt x="661354" y="81006"/>
                  <a:pt x="661354" y="89283"/>
                </a:cubicBezTo>
                <a:cubicBezTo>
                  <a:pt x="661354" y="102633"/>
                  <a:pt x="664011" y="114149"/>
                  <a:pt x="669324" y="123829"/>
                </a:cubicBezTo>
                <a:cubicBezTo>
                  <a:pt x="674637" y="133508"/>
                  <a:pt x="681638" y="138347"/>
                  <a:pt x="690327" y="138347"/>
                </a:cubicBezTo>
                <a:cubicBezTo>
                  <a:pt x="696809" y="138347"/>
                  <a:pt x="702156" y="135677"/>
                  <a:pt x="706367" y="130336"/>
                </a:cubicBezTo>
                <a:cubicBezTo>
                  <a:pt x="710577" y="124996"/>
                  <a:pt x="712683" y="115817"/>
                  <a:pt x="712683" y="102802"/>
                </a:cubicBezTo>
                <a:cubicBezTo>
                  <a:pt x="712683" y="86513"/>
                  <a:pt x="709174" y="73695"/>
                  <a:pt x="702156" y="64349"/>
                </a:cubicBezTo>
                <a:cubicBezTo>
                  <a:pt x="697411" y="57941"/>
                  <a:pt x="691362" y="54737"/>
                  <a:pt x="684011" y="54737"/>
                </a:cubicBezTo>
                <a:close/>
                <a:moveTo>
                  <a:pt x="771530" y="20451"/>
                </a:moveTo>
                <a:lnTo>
                  <a:pt x="771530" y="50727"/>
                </a:lnTo>
                <a:lnTo>
                  <a:pt x="792984" y="50727"/>
                </a:lnTo>
                <a:lnTo>
                  <a:pt x="792984" y="57745"/>
                </a:lnTo>
                <a:lnTo>
                  <a:pt x="771530" y="57745"/>
                </a:lnTo>
                <a:lnTo>
                  <a:pt x="771530" y="117213"/>
                </a:lnTo>
                <a:cubicBezTo>
                  <a:pt x="771530" y="123155"/>
                  <a:pt x="772382" y="127161"/>
                  <a:pt x="774087" y="129230"/>
                </a:cubicBezTo>
                <a:cubicBezTo>
                  <a:pt x="775791" y="131298"/>
                  <a:pt x="777980" y="132332"/>
                  <a:pt x="780653" y="132332"/>
                </a:cubicBezTo>
                <a:cubicBezTo>
                  <a:pt x="782859" y="132332"/>
                  <a:pt x="784997" y="131647"/>
                  <a:pt x="787069" y="130277"/>
                </a:cubicBezTo>
                <a:cubicBezTo>
                  <a:pt x="789141" y="128907"/>
                  <a:pt x="790745" y="126885"/>
                  <a:pt x="791881" y="124211"/>
                </a:cubicBezTo>
                <a:lnTo>
                  <a:pt x="795791" y="124211"/>
                </a:lnTo>
                <a:cubicBezTo>
                  <a:pt x="793452" y="130780"/>
                  <a:pt x="790144" y="135748"/>
                  <a:pt x="785866" y="139114"/>
                </a:cubicBezTo>
                <a:cubicBezTo>
                  <a:pt x="781589" y="142479"/>
                  <a:pt x="777178" y="144161"/>
                  <a:pt x="772633" y="144161"/>
                </a:cubicBezTo>
                <a:cubicBezTo>
                  <a:pt x="769559" y="144161"/>
                  <a:pt x="766551" y="143308"/>
                  <a:pt x="763610" y="141602"/>
                </a:cubicBezTo>
                <a:cubicBezTo>
                  <a:pt x="760670" y="139896"/>
                  <a:pt x="758498" y="137454"/>
                  <a:pt x="757094" y="134277"/>
                </a:cubicBezTo>
                <a:cubicBezTo>
                  <a:pt x="755690" y="131099"/>
                  <a:pt x="754989" y="126197"/>
                  <a:pt x="754989" y="119572"/>
                </a:cubicBezTo>
                <a:lnTo>
                  <a:pt x="754989" y="57745"/>
                </a:lnTo>
                <a:lnTo>
                  <a:pt x="740452" y="57745"/>
                </a:lnTo>
                <a:lnTo>
                  <a:pt x="740452" y="54436"/>
                </a:lnTo>
                <a:cubicBezTo>
                  <a:pt x="744128" y="52962"/>
                  <a:pt x="747888" y="50465"/>
                  <a:pt x="751731" y="46946"/>
                </a:cubicBezTo>
                <a:cubicBezTo>
                  <a:pt x="755574" y="43427"/>
                  <a:pt x="758999" y="39254"/>
                  <a:pt x="762006" y="34427"/>
                </a:cubicBezTo>
                <a:cubicBezTo>
                  <a:pt x="763543" y="31881"/>
                  <a:pt x="765682" y="27222"/>
                  <a:pt x="768422" y="20451"/>
                </a:cubicBezTo>
                <a:lnTo>
                  <a:pt x="771530" y="20451"/>
                </a:lnTo>
                <a:close/>
                <a:moveTo>
                  <a:pt x="931402" y="107670"/>
                </a:moveTo>
                <a:cubicBezTo>
                  <a:pt x="928929" y="119767"/>
                  <a:pt x="924084" y="129074"/>
                  <a:pt x="916866" y="135590"/>
                </a:cubicBezTo>
                <a:cubicBezTo>
                  <a:pt x="909648" y="142106"/>
                  <a:pt x="901661" y="145364"/>
                  <a:pt x="892906" y="145364"/>
                </a:cubicBezTo>
                <a:cubicBezTo>
                  <a:pt x="882479" y="145364"/>
                  <a:pt x="873390" y="140992"/>
                  <a:pt x="865637" y="132247"/>
                </a:cubicBezTo>
                <a:cubicBezTo>
                  <a:pt x="857884" y="123500"/>
                  <a:pt x="854008" y="111682"/>
                  <a:pt x="854008" y="96793"/>
                </a:cubicBezTo>
                <a:cubicBezTo>
                  <a:pt x="854008" y="82371"/>
                  <a:pt x="858302" y="70654"/>
                  <a:pt x="866890" y="61642"/>
                </a:cubicBezTo>
                <a:cubicBezTo>
                  <a:pt x="875479" y="52628"/>
                  <a:pt x="885788" y="48121"/>
                  <a:pt x="897818" y="48121"/>
                </a:cubicBezTo>
                <a:cubicBezTo>
                  <a:pt x="906841" y="48121"/>
                  <a:pt x="914259" y="50503"/>
                  <a:pt x="920074" y="55267"/>
                </a:cubicBezTo>
                <a:cubicBezTo>
                  <a:pt x="925888" y="60029"/>
                  <a:pt x="928796" y="64974"/>
                  <a:pt x="928796" y="70104"/>
                </a:cubicBezTo>
                <a:cubicBezTo>
                  <a:pt x="928796" y="72635"/>
                  <a:pt x="927977" y="74684"/>
                  <a:pt x="926339" y="76251"/>
                </a:cubicBezTo>
                <a:cubicBezTo>
                  <a:pt x="924702" y="77815"/>
                  <a:pt x="922413" y="78597"/>
                  <a:pt x="919472" y="78597"/>
                </a:cubicBezTo>
                <a:cubicBezTo>
                  <a:pt x="915529" y="78597"/>
                  <a:pt x="912555" y="77327"/>
                  <a:pt x="910550" y="74788"/>
                </a:cubicBezTo>
                <a:cubicBezTo>
                  <a:pt x="909414" y="73384"/>
                  <a:pt x="908662" y="70711"/>
                  <a:pt x="908294" y="66767"/>
                </a:cubicBezTo>
                <a:cubicBezTo>
                  <a:pt x="907927" y="62824"/>
                  <a:pt x="906573" y="59817"/>
                  <a:pt x="904234" y="57745"/>
                </a:cubicBezTo>
                <a:cubicBezTo>
                  <a:pt x="901895" y="55740"/>
                  <a:pt x="898653" y="54737"/>
                  <a:pt x="894510" y="54737"/>
                </a:cubicBezTo>
                <a:cubicBezTo>
                  <a:pt x="887826" y="54737"/>
                  <a:pt x="882446" y="57210"/>
                  <a:pt x="878369" y="62156"/>
                </a:cubicBezTo>
                <a:cubicBezTo>
                  <a:pt x="872956" y="68706"/>
                  <a:pt x="870249" y="77361"/>
                  <a:pt x="870249" y="88121"/>
                </a:cubicBezTo>
                <a:cubicBezTo>
                  <a:pt x="870249" y="99082"/>
                  <a:pt x="872939" y="108756"/>
                  <a:pt x="878319" y="117144"/>
                </a:cubicBezTo>
                <a:cubicBezTo>
                  <a:pt x="883699" y="125531"/>
                  <a:pt x="890967" y="129725"/>
                  <a:pt x="900124" y="129725"/>
                </a:cubicBezTo>
                <a:cubicBezTo>
                  <a:pt x="906673" y="129725"/>
                  <a:pt x="912555" y="127486"/>
                  <a:pt x="917768" y="123008"/>
                </a:cubicBezTo>
                <a:cubicBezTo>
                  <a:pt x="921444" y="119934"/>
                  <a:pt x="925019" y="114353"/>
                  <a:pt x="928495" y="106266"/>
                </a:cubicBezTo>
                <a:lnTo>
                  <a:pt x="931402" y="107670"/>
                </a:lnTo>
                <a:close/>
                <a:moveTo>
                  <a:pt x="975878" y="0"/>
                </a:moveTo>
                <a:lnTo>
                  <a:pt x="975878" y="121718"/>
                </a:lnTo>
                <a:cubicBezTo>
                  <a:pt x="975878" y="127461"/>
                  <a:pt x="976296" y="131269"/>
                  <a:pt x="977131" y="133140"/>
                </a:cubicBezTo>
                <a:cubicBezTo>
                  <a:pt x="977967" y="135009"/>
                  <a:pt x="979253" y="136429"/>
                  <a:pt x="980991" y="137398"/>
                </a:cubicBezTo>
                <a:cubicBezTo>
                  <a:pt x="982729" y="138365"/>
                  <a:pt x="985970" y="138848"/>
                  <a:pt x="990715" y="138848"/>
                </a:cubicBezTo>
                <a:lnTo>
                  <a:pt x="990715" y="142557"/>
                </a:lnTo>
                <a:lnTo>
                  <a:pt x="945703" y="142557"/>
                </a:lnTo>
                <a:lnTo>
                  <a:pt x="945703" y="138848"/>
                </a:lnTo>
                <a:cubicBezTo>
                  <a:pt x="949913" y="138848"/>
                  <a:pt x="952787" y="138415"/>
                  <a:pt x="954324" y="137548"/>
                </a:cubicBezTo>
                <a:cubicBezTo>
                  <a:pt x="955861" y="136679"/>
                  <a:pt x="957064" y="135243"/>
                  <a:pt x="957933" y="133240"/>
                </a:cubicBezTo>
                <a:cubicBezTo>
                  <a:pt x="958802" y="131235"/>
                  <a:pt x="959237" y="127394"/>
                  <a:pt x="959237" y="121718"/>
                </a:cubicBezTo>
                <a:lnTo>
                  <a:pt x="959237" y="38368"/>
                </a:lnTo>
                <a:cubicBezTo>
                  <a:pt x="959237" y="28017"/>
                  <a:pt x="959003" y="21656"/>
                  <a:pt x="958535" y="19286"/>
                </a:cubicBezTo>
                <a:cubicBezTo>
                  <a:pt x="958067" y="16913"/>
                  <a:pt x="957315" y="15294"/>
                  <a:pt x="956279" y="14427"/>
                </a:cubicBezTo>
                <a:cubicBezTo>
                  <a:pt x="955243" y="13558"/>
                  <a:pt x="953923" y="13124"/>
                  <a:pt x="952319" y="13124"/>
                </a:cubicBezTo>
                <a:cubicBezTo>
                  <a:pt x="950582" y="13124"/>
                  <a:pt x="948376" y="13658"/>
                  <a:pt x="945703" y="14728"/>
                </a:cubicBezTo>
                <a:lnTo>
                  <a:pt x="943998" y="11219"/>
                </a:lnTo>
                <a:lnTo>
                  <a:pt x="971367" y="0"/>
                </a:lnTo>
                <a:lnTo>
                  <a:pt x="975878" y="0"/>
                </a:lnTo>
                <a:close/>
                <a:moveTo>
                  <a:pt x="1053531" y="129324"/>
                </a:moveTo>
                <a:cubicBezTo>
                  <a:pt x="1044107" y="136609"/>
                  <a:pt x="1038192" y="140820"/>
                  <a:pt x="1035786" y="141956"/>
                </a:cubicBezTo>
                <a:cubicBezTo>
                  <a:pt x="1032177" y="143694"/>
                  <a:pt x="1028334" y="144562"/>
                  <a:pt x="1024257" y="144562"/>
                </a:cubicBezTo>
                <a:cubicBezTo>
                  <a:pt x="1017908" y="144562"/>
                  <a:pt x="1012678" y="142390"/>
                  <a:pt x="1008568" y="138046"/>
                </a:cubicBezTo>
                <a:cubicBezTo>
                  <a:pt x="1004458" y="133702"/>
                  <a:pt x="1002403" y="127988"/>
                  <a:pt x="1002403" y="120903"/>
                </a:cubicBezTo>
                <a:cubicBezTo>
                  <a:pt x="1002403" y="116425"/>
                  <a:pt x="1003405" y="112549"/>
                  <a:pt x="1005410" y="109274"/>
                </a:cubicBezTo>
                <a:cubicBezTo>
                  <a:pt x="1008150" y="104729"/>
                  <a:pt x="1012912" y="100452"/>
                  <a:pt x="1019696" y="96442"/>
                </a:cubicBezTo>
                <a:cubicBezTo>
                  <a:pt x="1026480" y="92432"/>
                  <a:pt x="1037758" y="87553"/>
                  <a:pt x="1053531" y="81805"/>
                </a:cubicBezTo>
                <a:lnTo>
                  <a:pt x="1053531" y="78196"/>
                </a:lnTo>
                <a:cubicBezTo>
                  <a:pt x="1053531" y="69040"/>
                  <a:pt x="1052077" y="62757"/>
                  <a:pt x="1049170" y="59349"/>
                </a:cubicBezTo>
                <a:cubicBezTo>
                  <a:pt x="1046262" y="55940"/>
                  <a:pt x="1042035" y="54236"/>
                  <a:pt x="1036488" y="54236"/>
                </a:cubicBezTo>
                <a:cubicBezTo>
                  <a:pt x="1032277" y="54236"/>
                  <a:pt x="1028936" y="55368"/>
                  <a:pt x="1026463" y="57632"/>
                </a:cubicBezTo>
                <a:cubicBezTo>
                  <a:pt x="1023923" y="59896"/>
                  <a:pt x="1022653" y="62493"/>
                  <a:pt x="1022653" y="65423"/>
                </a:cubicBezTo>
                <a:lnTo>
                  <a:pt x="1022854" y="71216"/>
                </a:lnTo>
                <a:cubicBezTo>
                  <a:pt x="1022854" y="74278"/>
                  <a:pt x="1022068" y="76641"/>
                  <a:pt x="1020498" y="78306"/>
                </a:cubicBezTo>
                <a:cubicBezTo>
                  <a:pt x="1018927" y="79970"/>
                  <a:pt x="1016872" y="80803"/>
                  <a:pt x="1014332" y="80803"/>
                </a:cubicBezTo>
                <a:cubicBezTo>
                  <a:pt x="1011860" y="80803"/>
                  <a:pt x="1009838" y="79937"/>
                  <a:pt x="1008267" y="78205"/>
                </a:cubicBezTo>
                <a:cubicBezTo>
                  <a:pt x="1006697" y="76472"/>
                  <a:pt x="1005911" y="74106"/>
                  <a:pt x="1005911" y="71106"/>
                </a:cubicBezTo>
                <a:cubicBezTo>
                  <a:pt x="1005911" y="65377"/>
                  <a:pt x="1008852" y="60114"/>
                  <a:pt x="1014733" y="55317"/>
                </a:cubicBezTo>
                <a:cubicBezTo>
                  <a:pt x="1020615" y="50519"/>
                  <a:pt x="1028869" y="48121"/>
                  <a:pt x="1039496" y="48121"/>
                </a:cubicBezTo>
                <a:cubicBezTo>
                  <a:pt x="1047649" y="48121"/>
                  <a:pt x="1054333" y="49489"/>
                  <a:pt x="1059546" y="52225"/>
                </a:cubicBezTo>
                <a:cubicBezTo>
                  <a:pt x="1063489" y="54294"/>
                  <a:pt x="1066396" y="57533"/>
                  <a:pt x="1068268" y="61940"/>
                </a:cubicBezTo>
                <a:cubicBezTo>
                  <a:pt x="1069471" y="64809"/>
                  <a:pt x="1070072" y="70683"/>
                  <a:pt x="1070072" y="79562"/>
                </a:cubicBezTo>
                <a:lnTo>
                  <a:pt x="1070072" y="110703"/>
                </a:lnTo>
                <a:cubicBezTo>
                  <a:pt x="1070072" y="119447"/>
                  <a:pt x="1070239" y="124805"/>
                  <a:pt x="1070573" y="126774"/>
                </a:cubicBezTo>
                <a:cubicBezTo>
                  <a:pt x="1070908" y="128744"/>
                  <a:pt x="1071459" y="130063"/>
                  <a:pt x="1072228" y="130731"/>
                </a:cubicBezTo>
                <a:cubicBezTo>
                  <a:pt x="1072996" y="131397"/>
                  <a:pt x="1073882" y="131730"/>
                  <a:pt x="1074884" y="131730"/>
                </a:cubicBezTo>
                <a:cubicBezTo>
                  <a:pt x="1075954" y="131730"/>
                  <a:pt x="1076889" y="131496"/>
                  <a:pt x="1077691" y="131029"/>
                </a:cubicBezTo>
                <a:cubicBezTo>
                  <a:pt x="1079095" y="130160"/>
                  <a:pt x="1081802" y="127720"/>
                  <a:pt x="1085812" y="123710"/>
                </a:cubicBezTo>
                <a:lnTo>
                  <a:pt x="1085812" y="129324"/>
                </a:lnTo>
                <a:cubicBezTo>
                  <a:pt x="1078326" y="139349"/>
                  <a:pt x="1071175" y="144362"/>
                  <a:pt x="1064358" y="144362"/>
                </a:cubicBezTo>
                <a:cubicBezTo>
                  <a:pt x="1061083" y="144362"/>
                  <a:pt x="1058476" y="143226"/>
                  <a:pt x="1056538" y="140953"/>
                </a:cubicBezTo>
                <a:cubicBezTo>
                  <a:pt x="1054600" y="138681"/>
                  <a:pt x="1053598" y="134805"/>
                  <a:pt x="1053531" y="129324"/>
                </a:cubicBezTo>
                <a:moveTo>
                  <a:pt x="1053531" y="122752"/>
                </a:moveTo>
                <a:lnTo>
                  <a:pt x="1053531" y="87920"/>
                </a:lnTo>
                <a:cubicBezTo>
                  <a:pt x="1043439" y="91912"/>
                  <a:pt x="1036922" y="94740"/>
                  <a:pt x="1033982" y="96404"/>
                </a:cubicBezTo>
                <a:cubicBezTo>
                  <a:pt x="1028702" y="99332"/>
                  <a:pt x="1024926" y="102393"/>
                  <a:pt x="1022653" y="105587"/>
                </a:cubicBezTo>
                <a:cubicBezTo>
                  <a:pt x="1020381" y="108780"/>
                  <a:pt x="1019245" y="112273"/>
                  <a:pt x="1019245" y="116066"/>
                </a:cubicBezTo>
                <a:cubicBezTo>
                  <a:pt x="1019245" y="120857"/>
                  <a:pt x="1020682" y="124833"/>
                  <a:pt x="1023556" y="127993"/>
                </a:cubicBezTo>
                <a:cubicBezTo>
                  <a:pt x="1026429" y="131153"/>
                  <a:pt x="1029738" y="132733"/>
                  <a:pt x="1033480" y="132733"/>
                </a:cubicBezTo>
                <a:cubicBezTo>
                  <a:pt x="1038560" y="132733"/>
                  <a:pt x="1045243" y="129406"/>
                  <a:pt x="1053531" y="122752"/>
                </a:cubicBezTo>
                <a:close/>
                <a:moveTo>
                  <a:pt x="1151742" y="48121"/>
                </a:moveTo>
                <a:lnTo>
                  <a:pt x="1151742" y="79199"/>
                </a:lnTo>
                <a:lnTo>
                  <a:pt x="1148433" y="79199"/>
                </a:lnTo>
                <a:cubicBezTo>
                  <a:pt x="1145894" y="69451"/>
                  <a:pt x="1142635" y="62821"/>
                  <a:pt x="1138659" y="59308"/>
                </a:cubicBezTo>
                <a:cubicBezTo>
                  <a:pt x="1134682" y="55793"/>
                  <a:pt x="1129619" y="54035"/>
                  <a:pt x="1123471" y="54035"/>
                </a:cubicBezTo>
                <a:cubicBezTo>
                  <a:pt x="1118792" y="54035"/>
                  <a:pt x="1115016" y="55271"/>
                  <a:pt x="1112142" y="57742"/>
                </a:cubicBezTo>
                <a:cubicBezTo>
                  <a:pt x="1109268" y="60210"/>
                  <a:pt x="1107831" y="62947"/>
                  <a:pt x="1107831" y="65953"/>
                </a:cubicBezTo>
                <a:cubicBezTo>
                  <a:pt x="1107831" y="69691"/>
                  <a:pt x="1108901" y="72895"/>
                  <a:pt x="1111040" y="75564"/>
                </a:cubicBezTo>
                <a:cubicBezTo>
                  <a:pt x="1113111" y="78303"/>
                  <a:pt x="1117322" y="81207"/>
                  <a:pt x="1123671" y="84277"/>
                </a:cubicBezTo>
                <a:lnTo>
                  <a:pt x="1138308" y="91389"/>
                </a:lnTo>
                <a:cubicBezTo>
                  <a:pt x="1151875" y="97997"/>
                  <a:pt x="1158659" y="106709"/>
                  <a:pt x="1158659" y="117526"/>
                </a:cubicBezTo>
                <a:cubicBezTo>
                  <a:pt x="1158659" y="125870"/>
                  <a:pt x="1155501" y="132596"/>
                  <a:pt x="1149185" y="137705"/>
                </a:cubicBezTo>
                <a:cubicBezTo>
                  <a:pt x="1142869" y="142811"/>
                  <a:pt x="1135802" y="145364"/>
                  <a:pt x="1127982" y="145364"/>
                </a:cubicBezTo>
                <a:cubicBezTo>
                  <a:pt x="1122368" y="145364"/>
                  <a:pt x="1115952" y="144362"/>
                  <a:pt x="1108734" y="142357"/>
                </a:cubicBezTo>
                <a:cubicBezTo>
                  <a:pt x="1106528" y="141689"/>
                  <a:pt x="1104724" y="141354"/>
                  <a:pt x="1103320" y="141354"/>
                </a:cubicBezTo>
                <a:cubicBezTo>
                  <a:pt x="1101783" y="141354"/>
                  <a:pt x="1100580" y="142223"/>
                  <a:pt x="1099711" y="143961"/>
                </a:cubicBezTo>
                <a:lnTo>
                  <a:pt x="1096403" y="143961"/>
                </a:lnTo>
                <a:lnTo>
                  <a:pt x="1096403" y="111079"/>
                </a:lnTo>
                <a:lnTo>
                  <a:pt x="1099711" y="111079"/>
                </a:lnTo>
                <a:cubicBezTo>
                  <a:pt x="1101582" y="120469"/>
                  <a:pt x="1105158" y="127545"/>
                  <a:pt x="1110438" y="132307"/>
                </a:cubicBezTo>
                <a:cubicBezTo>
                  <a:pt x="1115718" y="137069"/>
                  <a:pt x="1121633" y="139450"/>
                  <a:pt x="1128182" y="139450"/>
                </a:cubicBezTo>
                <a:cubicBezTo>
                  <a:pt x="1132794" y="139450"/>
                  <a:pt x="1136553" y="138098"/>
                  <a:pt x="1139461" y="135396"/>
                </a:cubicBezTo>
                <a:cubicBezTo>
                  <a:pt x="1142368" y="132691"/>
                  <a:pt x="1143822" y="129436"/>
                  <a:pt x="1143822" y="125631"/>
                </a:cubicBezTo>
                <a:cubicBezTo>
                  <a:pt x="1143822" y="121023"/>
                  <a:pt x="1142201" y="117151"/>
                  <a:pt x="1138960" y="114014"/>
                </a:cubicBezTo>
                <a:cubicBezTo>
                  <a:pt x="1135718" y="110877"/>
                  <a:pt x="1129252" y="106906"/>
                  <a:pt x="1119561" y="102100"/>
                </a:cubicBezTo>
                <a:cubicBezTo>
                  <a:pt x="1109870" y="97292"/>
                  <a:pt x="1103521" y="92952"/>
                  <a:pt x="1100513" y="89080"/>
                </a:cubicBezTo>
                <a:cubicBezTo>
                  <a:pt x="1097506" y="85274"/>
                  <a:pt x="1096002" y="80467"/>
                  <a:pt x="1096002" y="74659"/>
                </a:cubicBezTo>
                <a:cubicBezTo>
                  <a:pt x="1096002" y="67115"/>
                  <a:pt x="1098592" y="60807"/>
                  <a:pt x="1103771" y="55733"/>
                </a:cubicBezTo>
                <a:cubicBezTo>
                  <a:pt x="1108951" y="50658"/>
                  <a:pt x="1115651" y="48121"/>
                  <a:pt x="1123872" y="48121"/>
                </a:cubicBezTo>
                <a:cubicBezTo>
                  <a:pt x="1127481" y="48121"/>
                  <a:pt x="1131858" y="48889"/>
                  <a:pt x="1137005" y="50426"/>
                </a:cubicBezTo>
                <a:cubicBezTo>
                  <a:pt x="1140413" y="51429"/>
                  <a:pt x="1142686" y="51930"/>
                  <a:pt x="1143822" y="51930"/>
                </a:cubicBezTo>
                <a:cubicBezTo>
                  <a:pt x="1144891" y="51930"/>
                  <a:pt x="1145726" y="51696"/>
                  <a:pt x="1146328" y="51228"/>
                </a:cubicBezTo>
                <a:cubicBezTo>
                  <a:pt x="1146929" y="50761"/>
                  <a:pt x="1147631" y="49725"/>
                  <a:pt x="1148433" y="48121"/>
                </a:cubicBezTo>
                <a:lnTo>
                  <a:pt x="1151742" y="48121"/>
                </a:lnTo>
                <a:close/>
                <a:moveTo>
                  <a:pt x="1231404" y="48121"/>
                </a:moveTo>
                <a:lnTo>
                  <a:pt x="1231404" y="79199"/>
                </a:lnTo>
                <a:lnTo>
                  <a:pt x="1228096" y="79199"/>
                </a:lnTo>
                <a:cubicBezTo>
                  <a:pt x="1225556" y="69451"/>
                  <a:pt x="1222298" y="62821"/>
                  <a:pt x="1218321" y="59308"/>
                </a:cubicBezTo>
                <a:cubicBezTo>
                  <a:pt x="1214344" y="55793"/>
                  <a:pt x="1209282" y="54035"/>
                  <a:pt x="1203133" y="54035"/>
                </a:cubicBezTo>
                <a:cubicBezTo>
                  <a:pt x="1198455" y="54035"/>
                  <a:pt x="1194678" y="55271"/>
                  <a:pt x="1191805" y="57742"/>
                </a:cubicBezTo>
                <a:cubicBezTo>
                  <a:pt x="1188931" y="60210"/>
                  <a:pt x="1187494" y="62947"/>
                  <a:pt x="1187494" y="65953"/>
                </a:cubicBezTo>
                <a:cubicBezTo>
                  <a:pt x="1187494" y="69691"/>
                  <a:pt x="1188563" y="72895"/>
                  <a:pt x="1190702" y="75564"/>
                </a:cubicBezTo>
                <a:cubicBezTo>
                  <a:pt x="1192774" y="78303"/>
                  <a:pt x="1196984" y="81207"/>
                  <a:pt x="1203333" y="84277"/>
                </a:cubicBezTo>
                <a:lnTo>
                  <a:pt x="1217970" y="91389"/>
                </a:lnTo>
                <a:cubicBezTo>
                  <a:pt x="1231537" y="97997"/>
                  <a:pt x="1238321" y="106709"/>
                  <a:pt x="1238321" y="117526"/>
                </a:cubicBezTo>
                <a:cubicBezTo>
                  <a:pt x="1238321" y="125870"/>
                  <a:pt x="1235163" y="132596"/>
                  <a:pt x="1228847" y="137705"/>
                </a:cubicBezTo>
                <a:cubicBezTo>
                  <a:pt x="1222532" y="142811"/>
                  <a:pt x="1215464" y="145364"/>
                  <a:pt x="1207644" y="145364"/>
                </a:cubicBezTo>
                <a:cubicBezTo>
                  <a:pt x="1202030" y="145364"/>
                  <a:pt x="1195614" y="144362"/>
                  <a:pt x="1188396" y="142357"/>
                </a:cubicBezTo>
                <a:cubicBezTo>
                  <a:pt x="1186190" y="141689"/>
                  <a:pt x="1184386" y="141354"/>
                  <a:pt x="1182982" y="141354"/>
                </a:cubicBezTo>
                <a:cubicBezTo>
                  <a:pt x="1181445" y="141354"/>
                  <a:pt x="1180242" y="142223"/>
                  <a:pt x="1179373" y="143961"/>
                </a:cubicBezTo>
                <a:lnTo>
                  <a:pt x="1176065" y="143961"/>
                </a:lnTo>
                <a:lnTo>
                  <a:pt x="1176065" y="111079"/>
                </a:lnTo>
                <a:lnTo>
                  <a:pt x="1179373" y="111079"/>
                </a:lnTo>
                <a:cubicBezTo>
                  <a:pt x="1181245" y="120469"/>
                  <a:pt x="1184820" y="127545"/>
                  <a:pt x="1190100" y="132307"/>
                </a:cubicBezTo>
                <a:cubicBezTo>
                  <a:pt x="1195380" y="137069"/>
                  <a:pt x="1201295" y="139450"/>
                  <a:pt x="1207845" y="139450"/>
                </a:cubicBezTo>
                <a:cubicBezTo>
                  <a:pt x="1212456" y="139450"/>
                  <a:pt x="1216216" y="138098"/>
                  <a:pt x="1219123" y="135396"/>
                </a:cubicBezTo>
                <a:cubicBezTo>
                  <a:pt x="1222030" y="132691"/>
                  <a:pt x="1223484" y="129436"/>
                  <a:pt x="1223484" y="125631"/>
                </a:cubicBezTo>
                <a:cubicBezTo>
                  <a:pt x="1223484" y="121023"/>
                  <a:pt x="1221863" y="117151"/>
                  <a:pt x="1218622" y="114014"/>
                </a:cubicBezTo>
                <a:cubicBezTo>
                  <a:pt x="1215380" y="110877"/>
                  <a:pt x="1208914" y="106906"/>
                  <a:pt x="1199223" y="102100"/>
                </a:cubicBezTo>
                <a:cubicBezTo>
                  <a:pt x="1189532" y="97292"/>
                  <a:pt x="1183183" y="92952"/>
                  <a:pt x="1180175" y="89080"/>
                </a:cubicBezTo>
                <a:cubicBezTo>
                  <a:pt x="1177168" y="85274"/>
                  <a:pt x="1175664" y="80467"/>
                  <a:pt x="1175664" y="74659"/>
                </a:cubicBezTo>
                <a:cubicBezTo>
                  <a:pt x="1175664" y="67115"/>
                  <a:pt x="1178254" y="60807"/>
                  <a:pt x="1183434" y="55733"/>
                </a:cubicBezTo>
                <a:cubicBezTo>
                  <a:pt x="1188613" y="50658"/>
                  <a:pt x="1195313" y="48121"/>
                  <a:pt x="1203534" y="48121"/>
                </a:cubicBezTo>
                <a:cubicBezTo>
                  <a:pt x="1207143" y="48121"/>
                  <a:pt x="1211521" y="48889"/>
                  <a:pt x="1216667" y="50426"/>
                </a:cubicBezTo>
                <a:cubicBezTo>
                  <a:pt x="1220075" y="51429"/>
                  <a:pt x="1222348" y="51930"/>
                  <a:pt x="1223484" y="51930"/>
                </a:cubicBezTo>
                <a:cubicBezTo>
                  <a:pt x="1224553" y="51930"/>
                  <a:pt x="1225389" y="51696"/>
                  <a:pt x="1225990" y="51228"/>
                </a:cubicBezTo>
                <a:cubicBezTo>
                  <a:pt x="1226592" y="50761"/>
                  <a:pt x="1227293" y="49725"/>
                  <a:pt x="1228096" y="48121"/>
                </a:cubicBezTo>
                <a:lnTo>
                  <a:pt x="1231404" y="48121"/>
                </a:lnTo>
                <a:close/>
                <a:moveTo>
                  <a:pt x="1275076" y="0"/>
                </a:moveTo>
                <a:cubicBezTo>
                  <a:pt x="1277883" y="0"/>
                  <a:pt x="1280272" y="991"/>
                  <a:pt x="1282244" y="2973"/>
                </a:cubicBezTo>
                <a:cubicBezTo>
                  <a:pt x="1284215" y="4953"/>
                  <a:pt x="1285201" y="7354"/>
                  <a:pt x="1285201" y="10176"/>
                </a:cubicBezTo>
                <a:cubicBezTo>
                  <a:pt x="1285201" y="12997"/>
                  <a:pt x="1284215" y="15416"/>
                  <a:pt x="1282244" y="17431"/>
                </a:cubicBezTo>
                <a:cubicBezTo>
                  <a:pt x="1280272" y="19445"/>
                  <a:pt x="1277883" y="20451"/>
                  <a:pt x="1275076" y="20451"/>
                </a:cubicBezTo>
                <a:cubicBezTo>
                  <a:pt x="1272269" y="20451"/>
                  <a:pt x="1269863" y="19445"/>
                  <a:pt x="1267858" y="17431"/>
                </a:cubicBezTo>
                <a:cubicBezTo>
                  <a:pt x="1265853" y="15416"/>
                  <a:pt x="1264850" y="12997"/>
                  <a:pt x="1264850" y="10176"/>
                </a:cubicBezTo>
                <a:cubicBezTo>
                  <a:pt x="1264850" y="7354"/>
                  <a:pt x="1265836" y="4953"/>
                  <a:pt x="1267808" y="2973"/>
                </a:cubicBezTo>
                <a:cubicBezTo>
                  <a:pt x="1269779" y="991"/>
                  <a:pt x="1272202" y="0"/>
                  <a:pt x="1275076" y="0"/>
                </a:cubicBezTo>
                <a:moveTo>
                  <a:pt x="1283397" y="48121"/>
                </a:moveTo>
                <a:lnTo>
                  <a:pt x="1283397" y="121743"/>
                </a:lnTo>
                <a:cubicBezTo>
                  <a:pt x="1283397" y="127478"/>
                  <a:pt x="1283814" y="131296"/>
                  <a:pt x="1284650" y="133196"/>
                </a:cubicBezTo>
                <a:cubicBezTo>
                  <a:pt x="1285485" y="135097"/>
                  <a:pt x="1286722" y="136514"/>
                  <a:pt x="1288359" y="137448"/>
                </a:cubicBezTo>
                <a:cubicBezTo>
                  <a:pt x="1289997" y="138381"/>
                  <a:pt x="1292987" y="138848"/>
                  <a:pt x="1297332" y="138848"/>
                </a:cubicBezTo>
                <a:lnTo>
                  <a:pt x="1297332" y="142557"/>
                </a:lnTo>
                <a:lnTo>
                  <a:pt x="1252720" y="142557"/>
                </a:lnTo>
                <a:lnTo>
                  <a:pt x="1252720" y="138848"/>
                </a:lnTo>
                <a:cubicBezTo>
                  <a:pt x="1257198" y="138848"/>
                  <a:pt x="1260205" y="138415"/>
                  <a:pt x="1261742" y="137548"/>
                </a:cubicBezTo>
                <a:cubicBezTo>
                  <a:pt x="1263280" y="136681"/>
                  <a:pt x="1264499" y="135247"/>
                  <a:pt x="1265402" y="133247"/>
                </a:cubicBezTo>
                <a:cubicBezTo>
                  <a:pt x="1266304" y="131246"/>
                  <a:pt x="1266755" y="127411"/>
                  <a:pt x="1266755" y="121743"/>
                </a:cubicBezTo>
                <a:lnTo>
                  <a:pt x="1266755" y="86432"/>
                </a:lnTo>
                <a:cubicBezTo>
                  <a:pt x="1266755" y="76495"/>
                  <a:pt x="1266454" y="70060"/>
                  <a:pt x="1265853" y="67128"/>
                </a:cubicBezTo>
                <a:cubicBezTo>
                  <a:pt x="1265385" y="64993"/>
                  <a:pt x="1264650" y="63509"/>
                  <a:pt x="1263647" y="62676"/>
                </a:cubicBezTo>
                <a:cubicBezTo>
                  <a:pt x="1262645" y="61843"/>
                  <a:pt x="1261275" y="61426"/>
                  <a:pt x="1259537" y="61426"/>
                </a:cubicBezTo>
                <a:cubicBezTo>
                  <a:pt x="1257665" y="61426"/>
                  <a:pt x="1255393" y="61926"/>
                  <a:pt x="1252720" y="62927"/>
                </a:cubicBezTo>
                <a:lnTo>
                  <a:pt x="1251316" y="59324"/>
                </a:lnTo>
                <a:lnTo>
                  <a:pt x="1278986" y="48121"/>
                </a:lnTo>
                <a:lnTo>
                  <a:pt x="1283397" y="48121"/>
                </a:lnTo>
                <a:close/>
                <a:moveTo>
                  <a:pt x="1344808" y="57745"/>
                </a:moveTo>
                <a:lnTo>
                  <a:pt x="1344808" y="118171"/>
                </a:lnTo>
                <a:cubicBezTo>
                  <a:pt x="1344808" y="126737"/>
                  <a:pt x="1345743" y="132156"/>
                  <a:pt x="1347615" y="134431"/>
                </a:cubicBezTo>
                <a:cubicBezTo>
                  <a:pt x="1350088" y="137376"/>
                  <a:pt x="1353396" y="138848"/>
                  <a:pt x="1357540" y="138848"/>
                </a:cubicBezTo>
                <a:lnTo>
                  <a:pt x="1365861" y="138848"/>
                </a:lnTo>
                <a:lnTo>
                  <a:pt x="1365861" y="142557"/>
                </a:lnTo>
                <a:lnTo>
                  <a:pt x="1311023" y="142557"/>
                </a:lnTo>
                <a:lnTo>
                  <a:pt x="1311023" y="138848"/>
                </a:lnTo>
                <a:lnTo>
                  <a:pt x="1315133" y="138848"/>
                </a:lnTo>
                <a:cubicBezTo>
                  <a:pt x="1317807" y="138848"/>
                  <a:pt x="1320246" y="138179"/>
                  <a:pt x="1322452" y="136840"/>
                </a:cubicBezTo>
                <a:cubicBezTo>
                  <a:pt x="1324657" y="135501"/>
                  <a:pt x="1326178" y="133695"/>
                  <a:pt x="1327013" y="131420"/>
                </a:cubicBezTo>
                <a:cubicBezTo>
                  <a:pt x="1327849" y="129146"/>
                  <a:pt x="1328266" y="124729"/>
                  <a:pt x="1328266" y="118171"/>
                </a:cubicBezTo>
                <a:lnTo>
                  <a:pt x="1328266" y="57745"/>
                </a:lnTo>
                <a:lnTo>
                  <a:pt x="1310422" y="57745"/>
                </a:lnTo>
                <a:lnTo>
                  <a:pt x="1310422" y="50727"/>
                </a:lnTo>
                <a:lnTo>
                  <a:pt x="1328266" y="50727"/>
                </a:lnTo>
                <a:lnTo>
                  <a:pt x="1328266" y="44687"/>
                </a:lnTo>
                <a:cubicBezTo>
                  <a:pt x="1328266" y="35495"/>
                  <a:pt x="1329737" y="27712"/>
                  <a:pt x="1332677" y="21338"/>
                </a:cubicBezTo>
                <a:cubicBezTo>
                  <a:pt x="1335618" y="14964"/>
                  <a:pt x="1340113" y="9814"/>
                  <a:pt x="1346161" y="5890"/>
                </a:cubicBezTo>
                <a:cubicBezTo>
                  <a:pt x="1352210" y="1963"/>
                  <a:pt x="1359010" y="0"/>
                  <a:pt x="1366562" y="0"/>
                </a:cubicBezTo>
                <a:cubicBezTo>
                  <a:pt x="1373580" y="0"/>
                  <a:pt x="1380029" y="2272"/>
                  <a:pt x="1385911" y="6817"/>
                </a:cubicBezTo>
                <a:cubicBezTo>
                  <a:pt x="1389787" y="9825"/>
                  <a:pt x="1391725" y="13200"/>
                  <a:pt x="1391725" y="16942"/>
                </a:cubicBezTo>
                <a:cubicBezTo>
                  <a:pt x="1391725" y="18948"/>
                  <a:pt x="1390857" y="20836"/>
                  <a:pt x="1389119" y="22607"/>
                </a:cubicBezTo>
                <a:cubicBezTo>
                  <a:pt x="1387381" y="24378"/>
                  <a:pt x="1385510" y="25263"/>
                  <a:pt x="1383505" y="25263"/>
                </a:cubicBezTo>
                <a:cubicBezTo>
                  <a:pt x="1381968" y="25263"/>
                  <a:pt x="1380347" y="24706"/>
                  <a:pt x="1378643" y="23590"/>
                </a:cubicBezTo>
                <a:cubicBezTo>
                  <a:pt x="1376938" y="22475"/>
                  <a:pt x="1374850" y="20076"/>
                  <a:pt x="1372377" y="16394"/>
                </a:cubicBezTo>
                <a:cubicBezTo>
                  <a:pt x="1369904" y="12712"/>
                  <a:pt x="1367632" y="10229"/>
                  <a:pt x="1365560" y="8944"/>
                </a:cubicBezTo>
                <a:cubicBezTo>
                  <a:pt x="1363488" y="7660"/>
                  <a:pt x="1361182" y="7018"/>
                  <a:pt x="1358642" y="7018"/>
                </a:cubicBezTo>
                <a:cubicBezTo>
                  <a:pt x="1355568" y="7018"/>
                  <a:pt x="1352962" y="7845"/>
                  <a:pt x="1350823" y="9499"/>
                </a:cubicBezTo>
                <a:cubicBezTo>
                  <a:pt x="1348684" y="11151"/>
                  <a:pt x="1347147" y="13714"/>
                  <a:pt x="1346211" y="17187"/>
                </a:cubicBezTo>
                <a:cubicBezTo>
                  <a:pt x="1345276" y="20660"/>
                  <a:pt x="1344808" y="29614"/>
                  <a:pt x="1344808" y="44048"/>
                </a:cubicBezTo>
                <a:lnTo>
                  <a:pt x="1344808" y="50727"/>
                </a:lnTo>
                <a:lnTo>
                  <a:pt x="1368467" y="50727"/>
                </a:lnTo>
                <a:lnTo>
                  <a:pt x="1368467" y="57745"/>
                </a:lnTo>
                <a:lnTo>
                  <a:pt x="1344808" y="57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451BCB0B-A8BD-4998-BB4D-A492FA3F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483" y="1490558"/>
            <a:ext cx="551786" cy="145364"/>
          </a:xfrm>
          <a:custGeom xmlns:a="http://schemas.openxmlformats.org/drawingml/2006/main">
            <a:pathLst>
              <a:path w="551786" h="145364">
                <a:moveTo>
                  <a:pt x="23760" y="0"/>
                </a:moveTo>
                <a:cubicBezTo>
                  <a:pt x="26567" y="0"/>
                  <a:pt x="28956" y="991"/>
                  <a:pt x="30928" y="2973"/>
                </a:cubicBezTo>
                <a:cubicBezTo>
                  <a:pt x="32899" y="4953"/>
                  <a:pt x="33885" y="7354"/>
                  <a:pt x="33885" y="10176"/>
                </a:cubicBezTo>
                <a:cubicBezTo>
                  <a:pt x="33885" y="12997"/>
                  <a:pt x="32899" y="15416"/>
                  <a:pt x="30928" y="17431"/>
                </a:cubicBezTo>
                <a:cubicBezTo>
                  <a:pt x="28956" y="19445"/>
                  <a:pt x="26567" y="20451"/>
                  <a:pt x="23760" y="20451"/>
                </a:cubicBezTo>
                <a:cubicBezTo>
                  <a:pt x="20953" y="20451"/>
                  <a:pt x="18547" y="19445"/>
                  <a:pt x="16541" y="17431"/>
                </a:cubicBezTo>
                <a:cubicBezTo>
                  <a:pt x="14536" y="15416"/>
                  <a:pt x="13534" y="12997"/>
                  <a:pt x="13534" y="10176"/>
                </a:cubicBezTo>
                <a:cubicBezTo>
                  <a:pt x="13534" y="7354"/>
                  <a:pt x="14520" y="4953"/>
                  <a:pt x="16491" y="2973"/>
                </a:cubicBezTo>
                <a:cubicBezTo>
                  <a:pt x="18463" y="991"/>
                  <a:pt x="20886" y="0"/>
                  <a:pt x="23760" y="0"/>
                </a:cubicBezTo>
                <a:moveTo>
                  <a:pt x="32080" y="48121"/>
                </a:moveTo>
                <a:lnTo>
                  <a:pt x="32080" y="121743"/>
                </a:lnTo>
                <a:cubicBezTo>
                  <a:pt x="32080" y="127478"/>
                  <a:pt x="32498" y="131296"/>
                  <a:pt x="33334" y="133196"/>
                </a:cubicBezTo>
                <a:cubicBezTo>
                  <a:pt x="34169" y="135097"/>
                  <a:pt x="35405" y="136514"/>
                  <a:pt x="37043" y="137448"/>
                </a:cubicBezTo>
                <a:cubicBezTo>
                  <a:pt x="38680" y="138381"/>
                  <a:pt x="41671" y="138848"/>
                  <a:pt x="46015" y="138848"/>
                </a:cubicBezTo>
                <a:lnTo>
                  <a:pt x="46015" y="142557"/>
                </a:lnTo>
                <a:lnTo>
                  <a:pt x="1404" y="142557"/>
                </a:lnTo>
                <a:lnTo>
                  <a:pt x="1404" y="138848"/>
                </a:lnTo>
                <a:cubicBezTo>
                  <a:pt x="5881" y="138848"/>
                  <a:pt x="8889" y="138415"/>
                  <a:pt x="10426" y="137548"/>
                </a:cubicBezTo>
                <a:cubicBezTo>
                  <a:pt x="11963" y="136681"/>
                  <a:pt x="13183" y="135247"/>
                  <a:pt x="14085" y="133247"/>
                </a:cubicBezTo>
                <a:cubicBezTo>
                  <a:pt x="14988" y="131246"/>
                  <a:pt x="15439" y="127411"/>
                  <a:pt x="15439" y="121743"/>
                </a:cubicBezTo>
                <a:lnTo>
                  <a:pt x="15439" y="86432"/>
                </a:lnTo>
                <a:cubicBezTo>
                  <a:pt x="15439" y="76495"/>
                  <a:pt x="15138" y="70060"/>
                  <a:pt x="14536" y="67128"/>
                </a:cubicBezTo>
                <a:cubicBezTo>
                  <a:pt x="14069" y="64993"/>
                  <a:pt x="13333" y="63509"/>
                  <a:pt x="12331" y="62676"/>
                </a:cubicBezTo>
                <a:cubicBezTo>
                  <a:pt x="11328" y="61843"/>
                  <a:pt x="9958" y="61426"/>
                  <a:pt x="8221" y="61426"/>
                </a:cubicBezTo>
                <a:cubicBezTo>
                  <a:pt x="6349" y="61426"/>
                  <a:pt x="4077" y="61926"/>
                  <a:pt x="1404" y="62927"/>
                </a:cubicBezTo>
                <a:lnTo>
                  <a:pt x="0" y="59324"/>
                </a:lnTo>
                <a:lnTo>
                  <a:pt x="27669" y="48121"/>
                </a:lnTo>
                <a:lnTo>
                  <a:pt x="32080" y="48121"/>
                </a:lnTo>
                <a:close/>
                <a:moveTo>
                  <a:pt x="135597" y="107670"/>
                </a:moveTo>
                <a:cubicBezTo>
                  <a:pt x="133124" y="119767"/>
                  <a:pt x="128279" y="129074"/>
                  <a:pt x="121061" y="135590"/>
                </a:cubicBezTo>
                <a:cubicBezTo>
                  <a:pt x="113843" y="142106"/>
                  <a:pt x="105856" y="145364"/>
                  <a:pt x="97101" y="145364"/>
                </a:cubicBezTo>
                <a:cubicBezTo>
                  <a:pt x="86674" y="145364"/>
                  <a:pt x="77585" y="140992"/>
                  <a:pt x="69832" y="132247"/>
                </a:cubicBezTo>
                <a:cubicBezTo>
                  <a:pt x="62079" y="123500"/>
                  <a:pt x="58203" y="111682"/>
                  <a:pt x="58203" y="96793"/>
                </a:cubicBezTo>
                <a:cubicBezTo>
                  <a:pt x="58203" y="82371"/>
                  <a:pt x="62497" y="70654"/>
                  <a:pt x="71085" y="61642"/>
                </a:cubicBezTo>
                <a:cubicBezTo>
                  <a:pt x="79674" y="52628"/>
                  <a:pt x="89983" y="48121"/>
                  <a:pt x="102013" y="48121"/>
                </a:cubicBezTo>
                <a:cubicBezTo>
                  <a:pt x="111036" y="48121"/>
                  <a:pt x="118454" y="50503"/>
                  <a:pt x="124269" y="55267"/>
                </a:cubicBezTo>
                <a:cubicBezTo>
                  <a:pt x="130083" y="60029"/>
                  <a:pt x="132991" y="64974"/>
                  <a:pt x="132991" y="70104"/>
                </a:cubicBezTo>
                <a:cubicBezTo>
                  <a:pt x="132991" y="72635"/>
                  <a:pt x="132172" y="74684"/>
                  <a:pt x="130534" y="76251"/>
                </a:cubicBezTo>
                <a:cubicBezTo>
                  <a:pt x="128897" y="77815"/>
                  <a:pt x="126608" y="78597"/>
                  <a:pt x="123667" y="78597"/>
                </a:cubicBezTo>
                <a:cubicBezTo>
                  <a:pt x="119724" y="78597"/>
                  <a:pt x="116750" y="77327"/>
                  <a:pt x="114745" y="74788"/>
                </a:cubicBezTo>
                <a:cubicBezTo>
                  <a:pt x="113609" y="73384"/>
                  <a:pt x="112857" y="70711"/>
                  <a:pt x="112489" y="66767"/>
                </a:cubicBezTo>
                <a:cubicBezTo>
                  <a:pt x="112122" y="62824"/>
                  <a:pt x="110768" y="59817"/>
                  <a:pt x="108429" y="57745"/>
                </a:cubicBezTo>
                <a:cubicBezTo>
                  <a:pt x="106090" y="55740"/>
                  <a:pt x="102848" y="54737"/>
                  <a:pt x="98705" y="54737"/>
                </a:cubicBezTo>
                <a:cubicBezTo>
                  <a:pt x="92021" y="54737"/>
                  <a:pt x="86641" y="57210"/>
                  <a:pt x="82564" y="62156"/>
                </a:cubicBezTo>
                <a:cubicBezTo>
                  <a:pt x="77151" y="68706"/>
                  <a:pt x="74444" y="77361"/>
                  <a:pt x="74444" y="88121"/>
                </a:cubicBezTo>
                <a:cubicBezTo>
                  <a:pt x="74444" y="99082"/>
                  <a:pt x="77134" y="108756"/>
                  <a:pt x="82514" y="117144"/>
                </a:cubicBezTo>
                <a:cubicBezTo>
                  <a:pt x="87894" y="125531"/>
                  <a:pt x="95162" y="129725"/>
                  <a:pt x="104319" y="129725"/>
                </a:cubicBezTo>
                <a:cubicBezTo>
                  <a:pt x="110868" y="129725"/>
                  <a:pt x="116750" y="127486"/>
                  <a:pt x="121963" y="123008"/>
                </a:cubicBezTo>
                <a:cubicBezTo>
                  <a:pt x="125639" y="119934"/>
                  <a:pt x="129214" y="114353"/>
                  <a:pt x="132690" y="106266"/>
                </a:cubicBezTo>
                <a:lnTo>
                  <a:pt x="135597" y="107670"/>
                </a:lnTo>
                <a:close/>
                <a:moveTo>
                  <a:pt x="200525" y="129324"/>
                </a:moveTo>
                <a:cubicBezTo>
                  <a:pt x="191102" y="136609"/>
                  <a:pt x="185187" y="140820"/>
                  <a:pt x="182781" y="141956"/>
                </a:cubicBezTo>
                <a:cubicBezTo>
                  <a:pt x="179172" y="143694"/>
                  <a:pt x="175329" y="144562"/>
                  <a:pt x="171252" y="144562"/>
                </a:cubicBezTo>
                <a:cubicBezTo>
                  <a:pt x="164903" y="144562"/>
                  <a:pt x="159673" y="142390"/>
                  <a:pt x="155563" y="138046"/>
                </a:cubicBezTo>
                <a:cubicBezTo>
                  <a:pt x="151452" y="133702"/>
                  <a:pt x="149397" y="127988"/>
                  <a:pt x="149397" y="120903"/>
                </a:cubicBezTo>
                <a:cubicBezTo>
                  <a:pt x="149397" y="116425"/>
                  <a:pt x="150400" y="112549"/>
                  <a:pt x="152405" y="109274"/>
                </a:cubicBezTo>
                <a:cubicBezTo>
                  <a:pt x="155145" y="104729"/>
                  <a:pt x="159907" y="100452"/>
                  <a:pt x="166691" y="96442"/>
                </a:cubicBezTo>
                <a:cubicBezTo>
                  <a:pt x="173474" y="92432"/>
                  <a:pt x="184753" y="87553"/>
                  <a:pt x="200525" y="81805"/>
                </a:cubicBezTo>
                <a:lnTo>
                  <a:pt x="200525" y="78196"/>
                </a:lnTo>
                <a:cubicBezTo>
                  <a:pt x="200525" y="69040"/>
                  <a:pt x="199072" y="62757"/>
                  <a:pt x="196164" y="59349"/>
                </a:cubicBezTo>
                <a:cubicBezTo>
                  <a:pt x="193257" y="55940"/>
                  <a:pt x="189030" y="54236"/>
                  <a:pt x="183483" y="54236"/>
                </a:cubicBezTo>
                <a:cubicBezTo>
                  <a:pt x="179272" y="54236"/>
                  <a:pt x="175930" y="55368"/>
                  <a:pt x="173458" y="57632"/>
                </a:cubicBezTo>
                <a:cubicBezTo>
                  <a:pt x="170918" y="59896"/>
                  <a:pt x="169648" y="62493"/>
                  <a:pt x="169648" y="65423"/>
                </a:cubicBezTo>
                <a:lnTo>
                  <a:pt x="169848" y="71216"/>
                </a:lnTo>
                <a:cubicBezTo>
                  <a:pt x="169848" y="74278"/>
                  <a:pt x="169063" y="76641"/>
                  <a:pt x="167493" y="78306"/>
                </a:cubicBezTo>
                <a:cubicBezTo>
                  <a:pt x="165922" y="79970"/>
                  <a:pt x="163867" y="80803"/>
                  <a:pt x="161327" y="80803"/>
                </a:cubicBezTo>
                <a:cubicBezTo>
                  <a:pt x="158854" y="80803"/>
                  <a:pt x="156833" y="79937"/>
                  <a:pt x="155262" y="78205"/>
                </a:cubicBezTo>
                <a:cubicBezTo>
                  <a:pt x="153691" y="76472"/>
                  <a:pt x="152906" y="74106"/>
                  <a:pt x="152906" y="71106"/>
                </a:cubicBezTo>
                <a:cubicBezTo>
                  <a:pt x="152906" y="65377"/>
                  <a:pt x="155847" y="60114"/>
                  <a:pt x="161728" y="55317"/>
                </a:cubicBezTo>
                <a:cubicBezTo>
                  <a:pt x="167610" y="50519"/>
                  <a:pt x="175864" y="48121"/>
                  <a:pt x="186490" y="48121"/>
                </a:cubicBezTo>
                <a:cubicBezTo>
                  <a:pt x="194644" y="48121"/>
                  <a:pt x="201327" y="49489"/>
                  <a:pt x="206540" y="52225"/>
                </a:cubicBezTo>
                <a:cubicBezTo>
                  <a:pt x="210484" y="54294"/>
                  <a:pt x="213391" y="57533"/>
                  <a:pt x="215262" y="61940"/>
                </a:cubicBezTo>
                <a:cubicBezTo>
                  <a:pt x="216465" y="64809"/>
                  <a:pt x="217067" y="70683"/>
                  <a:pt x="217067" y="79562"/>
                </a:cubicBezTo>
                <a:lnTo>
                  <a:pt x="217067" y="110703"/>
                </a:lnTo>
                <a:cubicBezTo>
                  <a:pt x="217067" y="119447"/>
                  <a:pt x="217234" y="124805"/>
                  <a:pt x="217568" y="126774"/>
                </a:cubicBezTo>
                <a:cubicBezTo>
                  <a:pt x="217902" y="128744"/>
                  <a:pt x="218454" y="130063"/>
                  <a:pt x="219222" y="130731"/>
                </a:cubicBezTo>
                <a:cubicBezTo>
                  <a:pt x="219991" y="131397"/>
                  <a:pt x="220876" y="131730"/>
                  <a:pt x="221879" y="131730"/>
                </a:cubicBezTo>
                <a:cubicBezTo>
                  <a:pt x="222948" y="131730"/>
                  <a:pt x="223884" y="131496"/>
                  <a:pt x="224686" y="131029"/>
                </a:cubicBezTo>
                <a:cubicBezTo>
                  <a:pt x="226090" y="130160"/>
                  <a:pt x="228796" y="127720"/>
                  <a:pt x="232806" y="123710"/>
                </a:cubicBezTo>
                <a:lnTo>
                  <a:pt x="232806" y="129324"/>
                </a:lnTo>
                <a:cubicBezTo>
                  <a:pt x="225321" y="139349"/>
                  <a:pt x="218170" y="144362"/>
                  <a:pt x="211353" y="144362"/>
                </a:cubicBezTo>
                <a:cubicBezTo>
                  <a:pt x="208078" y="144362"/>
                  <a:pt x="205471" y="143226"/>
                  <a:pt x="203533" y="140953"/>
                </a:cubicBezTo>
                <a:cubicBezTo>
                  <a:pt x="201595" y="138681"/>
                  <a:pt x="200592" y="134805"/>
                  <a:pt x="200525" y="129324"/>
                </a:cubicBezTo>
                <a:moveTo>
                  <a:pt x="200525" y="122752"/>
                </a:moveTo>
                <a:lnTo>
                  <a:pt x="200525" y="87920"/>
                </a:lnTo>
                <a:cubicBezTo>
                  <a:pt x="190433" y="91912"/>
                  <a:pt x="183917" y="94740"/>
                  <a:pt x="180976" y="96404"/>
                </a:cubicBezTo>
                <a:cubicBezTo>
                  <a:pt x="175696" y="99332"/>
                  <a:pt x="171920" y="102393"/>
                  <a:pt x="169648" y="105587"/>
                </a:cubicBezTo>
                <a:cubicBezTo>
                  <a:pt x="167376" y="108780"/>
                  <a:pt x="166239" y="112273"/>
                  <a:pt x="166239" y="116066"/>
                </a:cubicBezTo>
                <a:cubicBezTo>
                  <a:pt x="166239" y="120857"/>
                  <a:pt x="167676" y="124833"/>
                  <a:pt x="170550" y="127993"/>
                </a:cubicBezTo>
                <a:cubicBezTo>
                  <a:pt x="173424" y="131153"/>
                  <a:pt x="176732" y="132733"/>
                  <a:pt x="180475" y="132733"/>
                </a:cubicBezTo>
                <a:cubicBezTo>
                  <a:pt x="185555" y="132733"/>
                  <a:pt x="192238" y="129406"/>
                  <a:pt x="200525" y="122752"/>
                </a:cubicBezTo>
                <a:close/>
                <a:moveTo>
                  <a:pt x="266054" y="20451"/>
                </a:moveTo>
                <a:lnTo>
                  <a:pt x="266054" y="50727"/>
                </a:lnTo>
                <a:lnTo>
                  <a:pt x="287508" y="50727"/>
                </a:lnTo>
                <a:lnTo>
                  <a:pt x="287508" y="57745"/>
                </a:lnTo>
                <a:lnTo>
                  <a:pt x="266054" y="57745"/>
                </a:lnTo>
                <a:lnTo>
                  <a:pt x="266054" y="117213"/>
                </a:lnTo>
                <a:cubicBezTo>
                  <a:pt x="266054" y="123155"/>
                  <a:pt x="266906" y="127161"/>
                  <a:pt x="268611" y="129230"/>
                </a:cubicBezTo>
                <a:cubicBezTo>
                  <a:pt x="270315" y="131298"/>
                  <a:pt x="272504" y="132332"/>
                  <a:pt x="275177" y="132332"/>
                </a:cubicBezTo>
                <a:cubicBezTo>
                  <a:pt x="277383" y="132332"/>
                  <a:pt x="279521" y="131647"/>
                  <a:pt x="281593" y="130277"/>
                </a:cubicBezTo>
                <a:cubicBezTo>
                  <a:pt x="283665" y="128907"/>
                  <a:pt x="285269" y="126885"/>
                  <a:pt x="286405" y="124211"/>
                </a:cubicBezTo>
                <a:lnTo>
                  <a:pt x="290315" y="124211"/>
                </a:lnTo>
                <a:cubicBezTo>
                  <a:pt x="287976" y="130780"/>
                  <a:pt x="284668" y="135748"/>
                  <a:pt x="280390" y="139114"/>
                </a:cubicBezTo>
                <a:cubicBezTo>
                  <a:pt x="276113" y="142479"/>
                  <a:pt x="271702" y="144161"/>
                  <a:pt x="267157" y="144161"/>
                </a:cubicBezTo>
                <a:cubicBezTo>
                  <a:pt x="264083" y="144161"/>
                  <a:pt x="261075" y="143308"/>
                  <a:pt x="258134" y="141602"/>
                </a:cubicBezTo>
                <a:cubicBezTo>
                  <a:pt x="255194" y="139896"/>
                  <a:pt x="253022" y="137454"/>
                  <a:pt x="251618" y="134277"/>
                </a:cubicBezTo>
                <a:cubicBezTo>
                  <a:pt x="250215" y="131099"/>
                  <a:pt x="249513" y="126197"/>
                  <a:pt x="249513" y="119572"/>
                </a:cubicBezTo>
                <a:lnTo>
                  <a:pt x="249513" y="57745"/>
                </a:lnTo>
                <a:lnTo>
                  <a:pt x="234976" y="57745"/>
                </a:lnTo>
                <a:lnTo>
                  <a:pt x="234976" y="54436"/>
                </a:lnTo>
                <a:cubicBezTo>
                  <a:pt x="238652" y="52962"/>
                  <a:pt x="242412" y="50465"/>
                  <a:pt x="246255" y="46946"/>
                </a:cubicBezTo>
                <a:cubicBezTo>
                  <a:pt x="250098" y="43427"/>
                  <a:pt x="253523" y="39254"/>
                  <a:pt x="256530" y="34427"/>
                </a:cubicBezTo>
                <a:cubicBezTo>
                  <a:pt x="258068" y="31881"/>
                  <a:pt x="260206" y="27222"/>
                  <a:pt x="262947" y="20451"/>
                </a:cubicBezTo>
                <a:lnTo>
                  <a:pt x="266054" y="20451"/>
                </a:lnTo>
                <a:close/>
                <a:moveTo>
                  <a:pt x="319947" y="0"/>
                </a:moveTo>
                <a:cubicBezTo>
                  <a:pt x="322754" y="0"/>
                  <a:pt x="325143" y="991"/>
                  <a:pt x="327115" y="2973"/>
                </a:cubicBezTo>
                <a:cubicBezTo>
                  <a:pt x="329086" y="4953"/>
                  <a:pt x="330072" y="7354"/>
                  <a:pt x="330072" y="10176"/>
                </a:cubicBezTo>
                <a:cubicBezTo>
                  <a:pt x="330072" y="12997"/>
                  <a:pt x="329086" y="15416"/>
                  <a:pt x="327115" y="17431"/>
                </a:cubicBezTo>
                <a:cubicBezTo>
                  <a:pt x="325143" y="19445"/>
                  <a:pt x="322754" y="20451"/>
                  <a:pt x="319947" y="20451"/>
                </a:cubicBezTo>
                <a:cubicBezTo>
                  <a:pt x="317140" y="20451"/>
                  <a:pt x="314734" y="19445"/>
                  <a:pt x="312728" y="17431"/>
                </a:cubicBezTo>
                <a:cubicBezTo>
                  <a:pt x="310723" y="15416"/>
                  <a:pt x="309721" y="12997"/>
                  <a:pt x="309721" y="10176"/>
                </a:cubicBezTo>
                <a:cubicBezTo>
                  <a:pt x="309721" y="7354"/>
                  <a:pt x="310707" y="4953"/>
                  <a:pt x="312678" y="2973"/>
                </a:cubicBezTo>
                <a:cubicBezTo>
                  <a:pt x="314650" y="991"/>
                  <a:pt x="317073" y="0"/>
                  <a:pt x="319947" y="0"/>
                </a:cubicBezTo>
                <a:moveTo>
                  <a:pt x="328267" y="48121"/>
                </a:moveTo>
                <a:lnTo>
                  <a:pt x="328267" y="121743"/>
                </a:lnTo>
                <a:cubicBezTo>
                  <a:pt x="328267" y="127478"/>
                  <a:pt x="328685" y="131296"/>
                  <a:pt x="329521" y="133196"/>
                </a:cubicBezTo>
                <a:cubicBezTo>
                  <a:pt x="330356" y="135097"/>
                  <a:pt x="331592" y="136514"/>
                  <a:pt x="333230" y="137448"/>
                </a:cubicBezTo>
                <a:cubicBezTo>
                  <a:pt x="334867" y="138381"/>
                  <a:pt x="337858" y="138848"/>
                  <a:pt x="342202" y="138848"/>
                </a:cubicBezTo>
                <a:lnTo>
                  <a:pt x="342202" y="142557"/>
                </a:lnTo>
                <a:lnTo>
                  <a:pt x="297591" y="142557"/>
                </a:lnTo>
                <a:lnTo>
                  <a:pt x="297591" y="138848"/>
                </a:lnTo>
                <a:cubicBezTo>
                  <a:pt x="302068" y="138848"/>
                  <a:pt x="305076" y="138415"/>
                  <a:pt x="306613" y="137548"/>
                </a:cubicBezTo>
                <a:cubicBezTo>
                  <a:pt x="308150" y="136681"/>
                  <a:pt x="309370" y="135247"/>
                  <a:pt x="310272" y="133247"/>
                </a:cubicBezTo>
                <a:cubicBezTo>
                  <a:pt x="311175" y="131246"/>
                  <a:pt x="311626" y="127411"/>
                  <a:pt x="311626" y="121743"/>
                </a:cubicBezTo>
                <a:lnTo>
                  <a:pt x="311626" y="86432"/>
                </a:lnTo>
                <a:cubicBezTo>
                  <a:pt x="311626" y="76495"/>
                  <a:pt x="311325" y="70060"/>
                  <a:pt x="310723" y="67128"/>
                </a:cubicBezTo>
                <a:cubicBezTo>
                  <a:pt x="310256" y="64993"/>
                  <a:pt x="309520" y="63509"/>
                  <a:pt x="308518" y="62676"/>
                </a:cubicBezTo>
                <a:cubicBezTo>
                  <a:pt x="307515" y="61843"/>
                  <a:pt x="306145" y="61426"/>
                  <a:pt x="304408" y="61426"/>
                </a:cubicBezTo>
                <a:cubicBezTo>
                  <a:pt x="302536" y="61426"/>
                  <a:pt x="300264" y="61926"/>
                  <a:pt x="297591" y="62927"/>
                </a:cubicBezTo>
                <a:lnTo>
                  <a:pt x="296187" y="59324"/>
                </a:lnTo>
                <a:lnTo>
                  <a:pt x="323856" y="48121"/>
                </a:lnTo>
                <a:lnTo>
                  <a:pt x="328267" y="48121"/>
                </a:lnTo>
                <a:close/>
                <a:moveTo>
                  <a:pt x="398702" y="48121"/>
                </a:moveTo>
                <a:cubicBezTo>
                  <a:pt x="412603" y="48121"/>
                  <a:pt x="423765" y="53395"/>
                  <a:pt x="432186" y="63945"/>
                </a:cubicBezTo>
                <a:cubicBezTo>
                  <a:pt x="439337" y="72957"/>
                  <a:pt x="442913" y="83306"/>
                  <a:pt x="442913" y="94991"/>
                </a:cubicBezTo>
                <a:cubicBezTo>
                  <a:pt x="442913" y="103204"/>
                  <a:pt x="440941" y="111516"/>
                  <a:pt x="436998" y="119929"/>
                </a:cubicBezTo>
                <a:cubicBezTo>
                  <a:pt x="433055" y="128340"/>
                  <a:pt x="427624" y="134681"/>
                  <a:pt x="420707" y="138955"/>
                </a:cubicBezTo>
                <a:cubicBezTo>
                  <a:pt x="413790" y="143228"/>
                  <a:pt x="406087" y="145364"/>
                  <a:pt x="397599" y="145364"/>
                </a:cubicBezTo>
                <a:cubicBezTo>
                  <a:pt x="383764" y="145364"/>
                  <a:pt x="372770" y="139856"/>
                  <a:pt x="364616" y="128839"/>
                </a:cubicBezTo>
                <a:cubicBezTo>
                  <a:pt x="357732" y="119559"/>
                  <a:pt x="354290" y="109145"/>
                  <a:pt x="354290" y="97595"/>
                </a:cubicBezTo>
                <a:cubicBezTo>
                  <a:pt x="354290" y="89182"/>
                  <a:pt x="356379" y="80819"/>
                  <a:pt x="360556" y="72507"/>
                </a:cubicBezTo>
                <a:cubicBezTo>
                  <a:pt x="364733" y="64194"/>
                  <a:pt x="370230" y="58052"/>
                  <a:pt x="377047" y="54079"/>
                </a:cubicBezTo>
                <a:cubicBezTo>
                  <a:pt x="383865" y="50107"/>
                  <a:pt x="391083" y="48121"/>
                  <a:pt x="398702" y="48121"/>
                </a:cubicBezTo>
                <a:moveTo>
                  <a:pt x="395594" y="54737"/>
                </a:moveTo>
                <a:cubicBezTo>
                  <a:pt x="392052" y="54737"/>
                  <a:pt x="388493" y="55789"/>
                  <a:pt x="384917" y="57892"/>
                </a:cubicBezTo>
                <a:cubicBezTo>
                  <a:pt x="381342" y="59995"/>
                  <a:pt x="378451" y="63684"/>
                  <a:pt x="376245" y="68957"/>
                </a:cubicBezTo>
                <a:cubicBezTo>
                  <a:pt x="374040" y="74231"/>
                  <a:pt x="372937" y="81006"/>
                  <a:pt x="372937" y="89283"/>
                </a:cubicBezTo>
                <a:cubicBezTo>
                  <a:pt x="372937" y="102633"/>
                  <a:pt x="375594" y="114149"/>
                  <a:pt x="380907" y="123829"/>
                </a:cubicBezTo>
                <a:cubicBezTo>
                  <a:pt x="386220" y="133508"/>
                  <a:pt x="393221" y="138347"/>
                  <a:pt x="401910" y="138347"/>
                </a:cubicBezTo>
                <a:cubicBezTo>
                  <a:pt x="408393" y="138347"/>
                  <a:pt x="413739" y="135677"/>
                  <a:pt x="417950" y="130336"/>
                </a:cubicBezTo>
                <a:cubicBezTo>
                  <a:pt x="422161" y="124996"/>
                  <a:pt x="424266" y="115817"/>
                  <a:pt x="424266" y="102802"/>
                </a:cubicBezTo>
                <a:cubicBezTo>
                  <a:pt x="424266" y="86513"/>
                  <a:pt x="420757" y="73695"/>
                  <a:pt x="413739" y="64349"/>
                </a:cubicBezTo>
                <a:cubicBezTo>
                  <a:pt x="408994" y="57941"/>
                  <a:pt x="402946" y="54737"/>
                  <a:pt x="395594" y="54737"/>
                </a:cubicBezTo>
                <a:close/>
                <a:moveTo>
                  <a:pt x="483214" y="67569"/>
                </a:moveTo>
                <a:cubicBezTo>
                  <a:pt x="493974" y="54604"/>
                  <a:pt x="504233" y="48121"/>
                  <a:pt x="513991" y="48121"/>
                </a:cubicBezTo>
                <a:cubicBezTo>
                  <a:pt x="519003" y="48121"/>
                  <a:pt x="523314" y="49372"/>
                  <a:pt x="526923" y="51874"/>
                </a:cubicBezTo>
                <a:cubicBezTo>
                  <a:pt x="530532" y="54374"/>
                  <a:pt x="533406" y="58491"/>
                  <a:pt x="535545" y="64227"/>
                </a:cubicBezTo>
                <a:cubicBezTo>
                  <a:pt x="537015" y="68226"/>
                  <a:pt x="537750" y="74361"/>
                  <a:pt x="537750" y="82632"/>
                </a:cubicBezTo>
                <a:lnTo>
                  <a:pt x="537750" y="121743"/>
                </a:lnTo>
                <a:cubicBezTo>
                  <a:pt x="537750" y="127545"/>
                  <a:pt x="538218" y="131480"/>
                  <a:pt x="539154" y="133547"/>
                </a:cubicBezTo>
                <a:cubicBezTo>
                  <a:pt x="539889" y="135214"/>
                  <a:pt x="541075" y="136514"/>
                  <a:pt x="542713" y="137448"/>
                </a:cubicBezTo>
                <a:cubicBezTo>
                  <a:pt x="544350" y="138381"/>
                  <a:pt x="547375" y="138848"/>
                  <a:pt x="551786" y="138848"/>
                </a:cubicBezTo>
                <a:lnTo>
                  <a:pt x="551786" y="142557"/>
                </a:lnTo>
                <a:lnTo>
                  <a:pt x="506372" y="142557"/>
                </a:lnTo>
                <a:lnTo>
                  <a:pt x="506372" y="138848"/>
                </a:lnTo>
                <a:lnTo>
                  <a:pt x="508277" y="138848"/>
                </a:lnTo>
                <a:cubicBezTo>
                  <a:pt x="512554" y="138848"/>
                  <a:pt x="515545" y="138200"/>
                  <a:pt x="517249" y="136903"/>
                </a:cubicBezTo>
                <a:cubicBezTo>
                  <a:pt x="518953" y="135606"/>
                  <a:pt x="520140" y="133695"/>
                  <a:pt x="520808" y="131170"/>
                </a:cubicBezTo>
                <a:cubicBezTo>
                  <a:pt x="521075" y="130171"/>
                  <a:pt x="521209" y="127046"/>
                  <a:pt x="521209" y="121793"/>
                </a:cubicBezTo>
                <a:lnTo>
                  <a:pt x="521209" y="84390"/>
                </a:lnTo>
                <a:cubicBezTo>
                  <a:pt x="521209" y="76079"/>
                  <a:pt x="520123" y="70045"/>
                  <a:pt x="517951" y="66288"/>
                </a:cubicBezTo>
                <a:cubicBezTo>
                  <a:pt x="515779" y="62531"/>
                  <a:pt x="512120" y="60652"/>
                  <a:pt x="506973" y="60652"/>
                </a:cubicBezTo>
                <a:cubicBezTo>
                  <a:pt x="499020" y="60652"/>
                  <a:pt x="491100" y="64974"/>
                  <a:pt x="483214" y="73619"/>
                </a:cubicBezTo>
                <a:lnTo>
                  <a:pt x="483214" y="121793"/>
                </a:lnTo>
                <a:cubicBezTo>
                  <a:pt x="483214" y="127977"/>
                  <a:pt x="483581" y="131800"/>
                  <a:pt x="484316" y="133262"/>
                </a:cubicBezTo>
                <a:cubicBezTo>
                  <a:pt x="485252" y="135190"/>
                  <a:pt x="486539" y="136603"/>
                  <a:pt x="488176" y="137501"/>
                </a:cubicBezTo>
                <a:cubicBezTo>
                  <a:pt x="489814" y="138399"/>
                  <a:pt x="493139" y="138848"/>
                  <a:pt x="498151" y="138848"/>
                </a:cubicBezTo>
                <a:lnTo>
                  <a:pt x="498151" y="142557"/>
                </a:lnTo>
                <a:lnTo>
                  <a:pt x="452737" y="142557"/>
                </a:lnTo>
                <a:lnTo>
                  <a:pt x="452737" y="138848"/>
                </a:lnTo>
                <a:lnTo>
                  <a:pt x="454742" y="138848"/>
                </a:lnTo>
                <a:cubicBezTo>
                  <a:pt x="459421" y="138848"/>
                  <a:pt x="462579" y="137665"/>
                  <a:pt x="464216" y="135299"/>
                </a:cubicBezTo>
                <a:cubicBezTo>
                  <a:pt x="465853" y="132930"/>
                  <a:pt x="466672" y="128412"/>
                  <a:pt x="466672" y="121743"/>
                </a:cubicBezTo>
                <a:lnTo>
                  <a:pt x="466672" y="87732"/>
                </a:lnTo>
                <a:cubicBezTo>
                  <a:pt x="466672" y="76730"/>
                  <a:pt x="466422" y="70029"/>
                  <a:pt x="465920" y="67629"/>
                </a:cubicBezTo>
                <a:cubicBezTo>
                  <a:pt x="465419" y="65227"/>
                  <a:pt x="464650" y="63593"/>
                  <a:pt x="463615" y="62726"/>
                </a:cubicBezTo>
                <a:cubicBezTo>
                  <a:pt x="462579" y="61859"/>
                  <a:pt x="461192" y="61426"/>
                  <a:pt x="459454" y="61426"/>
                </a:cubicBezTo>
                <a:cubicBezTo>
                  <a:pt x="457583" y="61426"/>
                  <a:pt x="455344" y="61926"/>
                  <a:pt x="452737" y="62927"/>
                </a:cubicBezTo>
                <a:lnTo>
                  <a:pt x="451234" y="59324"/>
                </a:lnTo>
                <a:lnTo>
                  <a:pt x="478903" y="48121"/>
                </a:lnTo>
                <a:lnTo>
                  <a:pt x="483214" y="48121"/>
                </a:lnTo>
                <a:lnTo>
                  <a:pt x="483214" y="6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77B96-E879-4E40-AF6C-A03E9FB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149" y="3357215"/>
            <a:ext cx="1295352" cy="969646"/>
          </a:xfrm>
          <a:custGeom xmlns:a="http://schemas.openxmlformats.org/drawingml/2006/main">
            <a:pathLst>
              <a:path w="1295352" h="969646">
                <a:moveTo>
                  <a:pt x="1295352" y="969646"/>
                </a:moveTo>
                <a:lnTo>
                  <a:pt x="0" y="727234"/>
                </a:lnTo>
                <a:lnTo>
                  <a:pt x="0" y="242411"/>
                </a:lnTo>
                <a:lnTo>
                  <a:pt x="1295352" y="0"/>
                </a:lnTo>
                <a:lnTo>
                  <a:pt x="1295352" y="9696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C3747-D7A9-4265-9BE9-EC214D25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149" y="3357215"/>
            <a:ext cx="1295350" cy="969646"/>
          </a:xfrm>
          <a:custGeom xmlns:a="http://schemas.openxmlformats.org/drawingml/2006/main">
            <a:pathLst>
              <a:path w="1295350" h="969646" fill="none">
                <a:moveTo>
                  <a:pt x="1295350" y="969646"/>
                </a:moveTo>
                <a:lnTo>
                  <a:pt x="0" y="727234"/>
                </a:lnTo>
                <a:lnTo>
                  <a:pt x="0" y="242411"/>
                </a:lnTo>
                <a:lnTo>
                  <a:pt x="1295350" y="0"/>
                </a:lnTo>
                <a:lnTo>
                  <a:pt x="1295350" y="9696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32" cap="flat">
            <a:solidFill>
              <a:srgbClr val="000000"/>
            </a:solidFill>
            <a:miter/>
          </a:ln>
        </p:spPr>
      </p:sp>
      <p:sp>
        <p:nvSpPr>
          <p:cNvPr id="71" name="Text Language">
            <a:extLst xmlns:a="http://schemas.openxmlformats.org/drawingml/2006/main">
              <a:ext uri="{FF2B5EF4-FFF2-40B4-BE49-F238E27FC236}">
                <a16:creationId xmlns:a16="http://schemas.microsoft.com/office/drawing/2014/main" id="{292D22E1-2E44-4F86-B9D6-33D2C959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63" y="3663245"/>
            <a:ext cx="799272" cy="180252"/>
          </a:xfrm>
          <a:custGeom xmlns:a="http://schemas.openxmlformats.org/drawingml/2006/main">
            <a:pathLst>
              <a:path w="799272" h="180252">
                <a:moveTo>
                  <a:pt x="113585" y="98246"/>
                </a:moveTo>
                <a:lnTo>
                  <a:pt x="116893" y="98951"/>
                </a:lnTo>
                <a:lnTo>
                  <a:pt x="105264" y="135941"/>
                </a:lnTo>
                <a:lnTo>
                  <a:pt x="0" y="135941"/>
                </a:lnTo>
                <a:lnTo>
                  <a:pt x="0" y="132232"/>
                </a:lnTo>
                <a:lnTo>
                  <a:pt x="5113" y="132232"/>
                </a:lnTo>
                <a:cubicBezTo>
                  <a:pt x="10861" y="132232"/>
                  <a:pt x="14971" y="130360"/>
                  <a:pt x="17444" y="126617"/>
                </a:cubicBezTo>
                <a:cubicBezTo>
                  <a:pt x="18847" y="124479"/>
                  <a:pt x="19549" y="119533"/>
                  <a:pt x="19549" y="111780"/>
                </a:cubicBezTo>
                <a:lnTo>
                  <a:pt x="19549" y="24060"/>
                </a:lnTo>
                <a:cubicBezTo>
                  <a:pt x="19549" y="15572"/>
                  <a:pt x="18613" y="10259"/>
                  <a:pt x="16742" y="8120"/>
                </a:cubicBezTo>
                <a:cubicBezTo>
                  <a:pt x="14135" y="5180"/>
                  <a:pt x="10259" y="3709"/>
                  <a:pt x="5113" y="3709"/>
                </a:cubicBezTo>
                <a:lnTo>
                  <a:pt x="0" y="3709"/>
                </a:lnTo>
                <a:lnTo>
                  <a:pt x="0" y="0"/>
                </a:lnTo>
                <a:lnTo>
                  <a:pt x="61554" y="0"/>
                </a:lnTo>
                <a:lnTo>
                  <a:pt x="61554" y="3709"/>
                </a:lnTo>
                <a:cubicBezTo>
                  <a:pt x="54336" y="3642"/>
                  <a:pt x="49274" y="4312"/>
                  <a:pt x="46366" y="5717"/>
                </a:cubicBezTo>
                <a:cubicBezTo>
                  <a:pt x="43459" y="7121"/>
                  <a:pt x="41471" y="8893"/>
                  <a:pt x="40401" y="11034"/>
                </a:cubicBezTo>
                <a:cubicBezTo>
                  <a:pt x="39332" y="13175"/>
                  <a:pt x="38797" y="18292"/>
                  <a:pt x="38797" y="26385"/>
                </a:cubicBezTo>
                <a:lnTo>
                  <a:pt x="38797" y="111868"/>
                </a:lnTo>
                <a:cubicBezTo>
                  <a:pt x="38797" y="117419"/>
                  <a:pt x="39332" y="121232"/>
                  <a:pt x="40401" y="123306"/>
                </a:cubicBezTo>
                <a:cubicBezTo>
                  <a:pt x="41203" y="124710"/>
                  <a:pt x="42440" y="125747"/>
                  <a:pt x="44111" y="126417"/>
                </a:cubicBezTo>
                <a:cubicBezTo>
                  <a:pt x="45781" y="127085"/>
                  <a:pt x="50995" y="127419"/>
                  <a:pt x="59750" y="127419"/>
                </a:cubicBezTo>
                <a:lnTo>
                  <a:pt x="69675" y="127419"/>
                </a:lnTo>
                <a:cubicBezTo>
                  <a:pt x="80101" y="127419"/>
                  <a:pt x="87419" y="126646"/>
                  <a:pt x="91630" y="125098"/>
                </a:cubicBezTo>
                <a:cubicBezTo>
                  <a:pt x="95840" y="123550"/>
                  <a:pt x="99683" y="120808"/>
                  <a:pt x="103159" y="116871"/>
                </a:cubicBezTo>
                <a:cubicBezTo>
                  <a:pt x="106634" y="112934"/>
                  <a:pt x="110109" y="106726"/>
                  <a:pt x="113585" y="98246"/>
                </a:cubicBezTo>
                <a:close/>
                <a:moveTo>
                  <a:pt x="179989" y="122708"/>
                </a:moveTo>
                <a:cubicBezTo>
                  <a:pt x="170565" y="129993"/>
                  <a:pt x="164650" y="134203"/>
                  <a:pt x="162244" y="135339"/>
                </a:cubicBezTo>
                <a:cubicBezTo>
                  <a:pt x="158635" y="137077"/>
                  <a:pt x="154792" y="137946"/>
                  <a:pt x="150715" y="137946"/>
                </a:cubicBezTo>
                <a:cubicBezTo>
                  <a:pt x="144366" y="137946"/>
                  <a:pt x="139136" y="135774"/>
                  <a:pt x="135026" y="131430"/>
                </a:cubicBezTo>
                <a:cubicBezTo>
                  <a:pt x="130916" y="127085"/>
                  <a:pt x="128861" y="121371"/>
                  <a:pt x="128861" y="114287"/>
                </a:cubicBezTo>
                <a:cubicBezTo>
                  <a:pt x="128861" y="109809"/>
                  <a:pt x="129863" y="105932"/>
                  <a:pt x="131868" y="102657"/>
                </a:cubicBezTo>
                <a:cubicBezTo>
                  <a:pt x="134608" y="98113"/>
                  <a:pt x="139370" y="93835"/>
                  <a:pt x="146154" y="89825"/>
                </a:cubicBezTo>
                <a:cubicBezTo>
                  <a:pt x="152938" y="85815"/>
                  <a:pt x="164216" y="80936"/>
                  <a:pt x="179989" y="75189"/>
                </a:cubicBezTo>
                <a:lnTo>
                  <a:pt x="179989" y="71579"/>
                </a:lnTo>
                <a:cubicBezTo>
                  <a:pt x="179989" y="62423"/>
                  <a:pt x="178535" y="56141"/>
                  <a:pt x="175628" y="52732"/>
                </a:cubicBezTo>
                <a:cubicBezTo>
                  <a:pt x="172721" y="49324"/>
                  <a:pt x="168493" y="47619"/>
                  <a:pt x="162946" y="47619"/>
                </a:cubicBezTo>
                <a:cubicBezTo>
                  <a:pt x="158736" y="47619"/>
                  <a:pt x="155394" y="48751"/>
                  <a:pt x="152921" y="51015"/>
                </a:cubicBezTo>
                <a:cubicBezTo>
                  <a:pt x="150381" y="53279"/>
                  <a:pt x="149111" y="55877"/>
                  <a:pt x="149111" y="58807"/>
                </a:cubicBezTo>
                <a:lnTo>
                  <a:pt x="149312" y="64599"/>
                </a:lnTo>
                <a:cubicBezTo>
                  <a:pt x="149312" y="67661"/>
                  <a:pt x="148527" y="70025"/>
                  <a:pt x="146956" y="71689"/>
                </a:cubicBezTo>
                <a:cubicBezTo>
                  <a:pt x="145385" y="73354"/>
                  <a:pt x="143330" y="74186"/>
                  <a:pt x="140791" y="74186"/>
                </a:cubicBezTo>
                <a:cubicBezTo>
                  <a:pt x="138318" y="74186"/>
                  <a:pt x="136296" y="73320"/>
                  <a:pt x="134725" y="71589"/>
                </a:cubicBezTo>
                <a:cubicBezTo>
                  <a:pt x="133155" y="69855"/>
                  <a:pt x="132369" y="67489"/>
                  <a:pt x="132369" y="64490"/>
                </a:cubicBezTo>
                <a:cubicBezTo>
                  <a:pt x="132369" y="58761"/>
                  <a:pt x="135310" y="53498"/>
                  <a:pt x="141192" y="48700"/>
                </a:cubicBezTo>
                <a:cubicBezTo>
                  <a:pt x="147073" y="43903"/>
                  <a:pt x="155327" y="41504"/>
                  <a:pt x="165954" y="41504"/>
                </a:cubicBezTo>
                <a:cubicBezTo>
                  <a:pt x="174107" y="41504"/>
                  <a:pt x="180791" y="42872"/>
                  <a:pt x="186004" y="45608"/>
                </a:cubicBezTo>
                <a:cubicBezTo>
                  <a:pt x="189947" y="47678"/>
                  <a:pt x="192854" y="50916"/>
                  <a:pt x="194726" y="55323"/>
                </a:cubicBezTo>
                <a:cubicBezTo>
                  <a:pt x="195929" y="58193"/>
                  <a:pt x="196530" y="64067"/>
                  <a:pt x="196530" y="72945"/>
                </a:cubicBezTo>
                <a:lnTo>
                  <a:pt x="196530" y="104086"/>
                </a:lnTo>
                <a:cubicBezTo>
                  <a:pt x="196530" y="112831"/>
                  <a:pt x="196697" y="118188"/>
                  <a:pt x="197032" y="120158"/>
                </a:cubicBezTo>
                <a:cubicBezTo>
                  <a:pt x="197366" y="122127"/>
                  <a:pt x="197917" y="123446"/>
                  <a:pt x="198686" y="124114"/>
                </a:cubicBezTo>
                <a:cubicBezTo>
                  <a:pt x="199454" y="124781"/>
                  <a:pt x="200340" y="125114"/>
                  <a:pt x="201342" y="125114"/>
                </a:cubicBezTo>
                <a:cubicBezTo>
                  <a:pt x="202412" y="125114"/>
                  <a:pt x="203347" y="124880"/>
                  <a:pt x="204149" y="124412"/>
                </a:cubicBezTo>
                <a:cubicBezTo>
                  <a:pt x="205553" y="123543"/>
                  <a:pt x="208260" y="121104"/>
                  <a:pt x="212270" y="117094"/>
                </a:cubicBezTo>
                <a:lnTo>
                  <a:pt x="212270" y="122708"/>
                </a:lnTo>
                <a:cubicBezTo>
                  <a:pt x="204784" y="132733"/>
                  <a:pt x="197633" y="137745"/>
                  <a:pt x="190816" y="137745"/>
                </a:cubicBezTo>
                <a:cubicBezTo>
                  <a:pt x="187541" y="137745"/>
                  <a:pt x="184935" y="136609"/>
                  <a:pt x="182996" y="134337"/>
                </a:cubicBezTo>
                <a:cubicBezTo>
                  <a:pt x="181058" y="132064"/>
                  <a:pt x="180056" y="128188"/>
                  <a:pt x="179989" y="122708"/>
                </a:cubicBezTo>
                <a:moveTo>
                  <a:pt x="179989" y="116135"/>
                </a:moveTo>
                <a:lnTo>
                  <a:pt x="179989" y="81304"/>
                </a:lnTo>
                <a:cubicBezTo>
                  <a:pt x="169897" y="85295"/>
                  <a:pt x="163380" y="88123"/>
                  <a:pt x="160440" y="89788"/>
                </a:cubicBezTo>
                <a:cubicBezTo>
                  <a:pt x="155160" y="92716"/>
                  <a:pt x="151384" y="95777"/>
                  <a:pt x="149111" y="98970"/>
                </a:cubicBezTo>
                <a:cubicBezTo>
                  <a:pt x="146839" y="102163"/>
                  <a:pt x="145703" y="105657"/>
                  <a:pt x="145703" y="109449"/>
                </a:cubicBezTo>
                <a:cubicBezTo>
                  <a:pt x="145703" y="114241"/>
                  <a:pt x="147140" y="118216"/>
                  <a:pt x="150014" y="121376"/>
                </a:cubicBezTo>
                <a:cubicBezTo>
                  <a:pt x="152888" y="124536"/>
                  <a:pt x="156196" y="126116"/>
                  <a:pt x="159939" y="126116"/>
                </a:cubicBezTo>
                <a:cubicBezTo>
                  <a:pt x="165018" y="126116"/>
                  <a:pt x="171701" y="122789"/>
                  <a:pt x="179989" y="116135"/>
                </a:cubicBezTo>
                <a:close/>
                <a:moveTo>
                  <a:pt x="245618" y="60953"/>
                </a:moveTo>
                <a:cubicBezTo>
                  <a:pt x="256379" y="47987"/>
                  <a:pt x="266638" y="41504"/>
                  <a:pt x="276395" y="41504"/>
                </a:cubicBezTo>
                <a:cubicBezTo>
                  <a:pt x="281408" y="41504"/>
                  <a:pt x="285719" y="42755"/>
                  <a:pt x="289328" y="45257"/>
                </a:cubicBezTo>
                <a:cubicBezTo>
                  <a:pt x="292937" y="47757"/>
                  <a:pt x="295811" y="51875"/>
                  <a:pt x="297949" y="57610"/>
                </a:cubicBezTo>
                <a:cubicBezTo>
                  <a:pt x="299420" y="61610"/>
                  <a:pt x="300155" y="67745"/>
                  <a:pt x="300155" y="76016"/>
                </a:cubicBezTo>
                <a:lnTo>
                  <a:pt x="300155" y="115126"/>
                </a:lnTo>
                <a:cubicBezTo>
                  <a:pt x="300155" y="120928"/>
                  <a:pt x="300623" y="124863"/>
                  <a:pt x="301559" y="126931"/>
                </a:cubicBezTo>
                <a:cubicBezTo>
                  <a:pt x="302294" y="128597"/>
                  <a:pt x="303480" y="129898"/>
                  <a:pt x="305117" y="130831"/>
                </a:cubicBezTo>
                <a:cubicBezTo>
                  <a:pt x="306755" y="131765"/>
                  <a:pt x="309779" y="132232"/>
                  <a:pt x="314190" y="132232"/>
                </a:cubicBezTo>
                <a:lnTo>
                  <a:pt x="314190" y="135941"/>
                </a:lnTo>
                <a:lnTo>
                  <a:pt x="268776" y="135941"/>
                </a:lnTo>
                <a:lnTo>
                  <a:pt x="268776" y="132232"/>
                </a:lnTo>
                <a:lnTo>
                  <a:pt x="270681" y="132232"/>
                </a:lnTo>
                <a:cubicBezTo>
                  <a:pt x="274958" y="132232"/>
                  <a:pt x="277949" y="131583"/>
                  <a:pt x="279654" y="130286"/>
                </a:cubicBezTo>
                <a:cubicBezTo>
                  <a:pt x="281358" y="128989"/>
                  <a:pt x="282544" y="127078"/>
                  <a:pt x="283213" y="124553"/>
                </a:cubicBezTo>
                <a:cubicBezTo>
                  <a:pt x="283480" y="123555"/>
                  <a:pt x="283614" y="120429"/>
                  <a:pt x="283614" y="115176"/>
                </a:cubicBezTo>
                <a:lnTo>
                  <a:pt x="283614" y="77773"/>
                </a:lnTo>
                <a:cubicBezTo>
                  <a:pt x="283614" y="69463"/>
                  <a:pt x="282527" y="63429"/>
                  <a:pt x="280355" y="59671"/>
                </a:cubicBezTo>
                <a:cubicBezTo>
                  <a:pt x="278183" y="55914"/>
                  <a:pt x="274524" y="54035"/>
                  <a:pt x="269378" y="54035"/>
                </a:cubicBezTo>
                <a:cubicBezTo>
                  <a:pt x="261425" y="54035"/>
                  <a:pt x="253505" y="58358"/>
                  <a:pt x="245618" y="67002"/>
                </a:cubicBezTo>
                <a:lnTo>
                  <a:pt x="245618" y="115176"/>
                </a:lnTo>
                <a:cubicBezTo>
                  <a:pt x="245618" y="121361"/>
                  <a:pt x="245986" y="125184"/>
                  <a:pt x="246721" y="126646"/>
                </a:cubicBezTo>
                <a:cubicBezTo>
                  <a:pt x="247657" y="128573"/>
                  <a:pt x="248943" y="129986"/>
                  <a:pt x="250581" y="130884"/>
                </a:cubicBezTo>
                <a:cubicBezTo>
                  <a:pt x="252218" y="131783"/>
                  <a:pt x="255543" y="132232"/>
                  <a:pt x="260556" y="132232"/>
                </a:cubicBezTo>
                <a:lnTo>
                  <a:pt x="260556" y="135941"/>
                </a:lnTo>
                <a:lnTo>
                  <a:pt x="215142" y="135941"/>
                </a:lnTo>
                <a:lnTo>
                  <a:pt x="215142" y="132232"/>
                </a:lnTo>
                <a:lnTo>
                  <a:pt x="217147" y="132232"/>
                </a:lnTo>
                <a:cubicBezTo>
                  <a:pt x="221825" y="132232"/>
                  <a:pt x="224983" y="131048"/>
                  <a:pt x="226621" y="128682"/>
                </a:cubicBezTo>
                <a:cubicBezTo>
                  <a:pt x="228258" y="126314"/>
                  <a:pt x="229077" y="121795"/>
                  <a:pt x="229077" y="115126"/>
                </a:cubicBezTo>
                <a:lnTo>
                  <a:pt x="229077" y="81116"/>
                </a:lnTo>
                <a:cubicBezTo>
                  <a:pt x="229077" y="70113"/>
                  <a:pt x="228826" y="63412"/>
                  <a:pt x="228325" y="61012"/>
                </a:cubicBezTo>
                <a:cubicBezTo>
                  <a:pt x="227824" y="58611"/>
                  <a:pt x="227055" y="56976"/>
                  <a:pt x="226019" y="56109"/>
                </a:cubicBezTo>
                <a:cubicBezTo>
                  <a:pt x="224983" y="55243"/>
                  <a:pt x="223596" y="54809"/>
                  <a:pt x="221859" y="54809"/>
                </a:cubicBezTo>
                <a:cubicBezTo>
                  <a:pt x="219987" y="54809"/>
                  <a:pt x="217748" y="55310"/>
                  <a:pt x="215142" y="56310"/>
                </a:cubicBezTo>
                <a:lnTo>
                  <a:pt x="213638" y="52707"/>
                </a:lnTo>
                <a:lnTo>
                  <a:pt x="241307" y="41504"/>
                </a:lnTo>
                <a:lnTo>
                  <a:pt x="245618" y="41504"/>
                </a:lnTo>
                <a:lnTo>
                  <a:pt x="245618" y="60953"/>
                </a:lnTo>
                <a:close/>
                <a:moveTo>
                  <a:pt x="346070" y="102479"/>
                </a:moveTo>
                <a:cubicBezTo>
                  <a:pt x="340456" y="99743"/>
                  <a:pt x="336145" y="95922"/>
                  <a:pt x="333138" y="91016"/>
                </a:cubicBezTo>
                <a:cubicBezTo>
                  <a:pt x="330130" y="86110"/>
                  <a:pt x="328626" y="80686"/>
                  <a:pt x="328626" y="74744"/>
                </a:cubicBezTo>
                <a:cubicBezTo>
                  <a:pt x="328626" y="65667"/>
                  <a:pt x="332052" y="57858"/>
                  <a:pt x="338902" y="51316"/>
                </a:cubicBezTo>
                <a:cubicBezTo>
                  <a:pt x="345753" y="44775"/>
                  <a:pt x="354525" y="41504"/>
                  <a:pt x="365218" y="41504"/>
                </a:cubicBezTo>
                <a:cubicBezTo>
                  <a:pt x="373973" y="41504"/>
                  <a:pt x="381559" y="43643"/>
                  <a:pt x="387975" y="47920"/>
                </a:cubicBezTo>
                <a:lnTo>
                  <a:pt x="407424" y="47920"/>
                </a:lnTo>
                <a:cubicBezTo>
                  <a:pt x="410298" y="47920"/>
                  <a:pt x="411969" y="48003"/>
                  <a:pt x="412437" y="48168"/>
                </a:cubicBezTo>
                <a:cubicBezTo>
                  <a:pt x="412904" y="48333"/>
                  <a:pt x="413239" y="48614"/>
                  <a:pt x="413439" y="49010"/>
                </a:cubicBezTo>
                <a:cubicBezTo>
                  <a:pt x="413840" y="49606"/>
                  <a:pt x="414041" y="50663"/>
                  <a:pt x="414041" y="52184"/>
                </a:cubicBezTo>
                <a:cubicBezTo>
                  <a:pt x="414041" y="53901"/>
                  <a:pt x="413873" y="55090"/>
                  <a:pt x="413539" y="55752"/>
                </a:cubicBezTo>
                <a:cubicBezTo>
                  <a:pt x="413339" y="56082"/>
                  <a:pt x="412988" y="56346"/>
                  <a:pt x="412487" y="56545"/>
                </a:cubicBezTo>
                <a:cubicBezTo>
                  <a:pt x="411985" y="56743"/>
                  <a:pt x="410298" y="56843"/>
                  <a:pt x="407424" y="56843"/>
                </a:cubicBezTo>
                <a:lnTo>
                  <a:pt x="395494" y="56843"/>
                </a:lnTo>
                <a:cubicBezTo>
                  <a:pt x="399237" y="61665"/>
                  <a:pt x="401108" y="67826"/>
                  <a:pt x="401108" y="75326"/>
                </a:cubicBezTo>
                <a:cubicBezTo>
                  <a:pt x="401108" y="83898"/>
                  <a:pt x="397833" y="91231"/>
                  <a:pt x="391283" y="97325"/>
                </a:cubicBezTo>
                <a:cubicBezTo>
                  <a:pt x="384734" y="103420"/>
                  <a:pt x="375945" y="106467"/>
                  <a:pt x="364917" y="106467"/>
                </a:cubicBezTo>
                <a:cubicBezTo>
                  <a:pt x="360373" y="106467"/>
                  <a:pt x="355728" y="105785"/>
                  <a:pt x="350982" y="104421"/>
                </a:cubicBezTo>
                <a:cubicBezTo>
                  <a:pt x="348042" y="106959"/>
                  <a:pt x="346053" y="109180"/>
                  <a:pt x="345017" y="111085"/>
                </a:cubicBezTo>
                <a:cubicBezTo>
                  <a:pt x="343982" y="112987"/>
                  <a:pt x="343464" y="114606"/>
                  <a:pt x="343464" y="115941"/>
                </a:cubicBezTo>
                <a:cubicBezTo>
                  <a:pt x="343464" y="117077"/>
                  <a:pt x="344015" y="118180"/>
                  <a:pt x="345118" y="119249"/>
                </a:cubicBezTo>
                <a:cubicBezTo>
                  <a:pt x="346220" y="120316"/>
                  <a:pt x="348376" y="121084"/>
                  <a:pt x="351584" y="121552"/>
                </a:cubicBezTo>
                <a:cubicBezTo>
                  <a:pt x="353455" y="121819"/>
                  <a:pt x="358134" y="122053"/>
                  <a:pt x="365619" y="122253"/>
                </a:cubicBezTo>
                <a:cubicBezTo>
                  <a:pt x="379387" y="122585"/>
                  <a:pt x="388309" y="123052"/>
                  <a:pt x="392386" y="123654"/>
                </a:cubicBezTo>
                <a:cubicBezTo>
                  <a:pt x="398602" y="124523"/>
                  <a:pt x="403564" y="126827"/>
                  <a:pt x="407274" y="130568"/>
                </a:cubicBezTo>
                <a:cubicBezTo>
                  <a:pt x="410983" y="134307"/>
                  <a:pt x="412838" y="138914"/>
                  <a:pt x="412838" y="144390"/>
                </a:cubicBezTo>
                <a:cubicBezTo>
                  <a:pt x="412838" y="151936"/>
                  <a:pt x="409295" y="159015"/>
                  <a:pt x="402211" y="165628"/>
                </a:cubicBezTo>
                <a:cubicBezTo>
                  <a:pt x="391785" y="175377"/>
                  <a:pt x="378184" y="180252"/>
                  <a:pt x="361409" y="180252"/>
                </a:cubicBezTo>
                <a:cubicBezTo>
                  <a:pt x="348510" y="180252"/>
                  <a:pt x="337616" y="177349"/>
                  <a:pt x="328727" y="171543"/>
                </a:cubicBezTo>
                <a:cubicBezTo>
                  <a:pt x="323714" y="168205"/>
                  <a:pt x="321208" y="164734"/>
                  <a:pt x="321208" y="161129"/>
                </a:cubicBezTo>
                <a:cubicBezTo>
                  <a:pt x="321208" y="159529"/>
                  <a:pt x="321575" y="157928"/>
                  <a:pt x="322311" y="156326"/>
                </a:cubicBezTo>
                <a:cubicBezTo>
                  <a:pt x="323447" y="153856"/>
                  <a:pt x="325786" y="150418"/>
                  <a:pt x="329328" y="146013"/>
                </a:cubicBezTo>
                <a:cubicBezTo>
                  <a:pt x="329796" y="145414"/>
                  <a:pt x="333205" y="141810"/>
                  <a:pt x="339554" y="135202"/>
                </a:cubicBezTo>
                <a:cubicBezTo>
                  <a:pt x="336078" y="133128"/>
                  <a:pt x="333622" y="131271"/>
                  <a:pt x="332185" y="129631"/>
                </a:cubicBezTo>
                <a:cubicBezTo>
                  <a:pt x="330748" y="127992"/>
                  <a:pt x="330030" y="126135"/>
                  <a:pt x="330030" y="124061"/>
                </a:cubicBezTo>
                <a:cubicBezTo>
                  <a:pt x="330030" y="121718"/>
                  <a:pt x="330982" y="118973"/>
                  <a:pt x="332887" y="115828"/>
                </a:cubicBezTo>
                <a:cubicBezTo>
                  <a:pt x="334792" y="112683"/>
                  <a:pt x="339186" y="108233"/>
                  <a:pt x="346070" y="102479"/>
                </a:cubicBezTo>
                <a:moveTo>
                  <a:pt x="363514" y="46517"/>
                </a:moveTo>
                <a:cubicBezTo>
                  <a:pt x="358568" y="46517"/>
                  <a:pt x="354424" y="48478"/>
                  <a:pt x="351083" y="52400"/>
                </a:cubicBezTo>
                <a:cubicBezTo>
                  <a:pt x="347741" y="56320"/>
                  <a:pt x="346070" y="62335"/>
                  <a:pt x="346070" y="70445"/>
                </a:cubicBezTo>
                <a:cubicBezTo>
                  <a:pt x="346070" y="80949"/>
                  <a:pt x="348342" y="89091"/>
                  <a:pt x="352887" y="94872"/>
                </a:cubicBezTo>
                <a:cubicBezTo>
                  <a:pt x="356363" y="99260"/>
                  <a:pt x="360774" y="101454"/>
                  <a:pt x="366120" y="101454"/>
                </a:cubicBezTo>
                <a:cubicBezTo>
                  <a:pt x="371200" y="101454"/>
                  <a:pt x="375377" y="99560"/>
                  <a:pt x="378652" y="95771"/>
                </a:cubicBezTo>
                <a:cubicBezTo>
                  <a:pt x="381927" y="91983"/>
                  <a:pt x="383564" y="86033"/>
                  <a:pt x="383564" y="77924"/>
                </a:cubicBezTo>
                <a:cubicBezTo>
                  <a:pt x="383564" y="67355"/>
                  <a:pt x="381258" y="59079"/>
                  <a:pt x="376647" y="53096"/>
                </a:cubicBezTo>
                <a:cubicBezTo>
                  <a:pt x="373238" y="48710"/>
                  <a:pt x="368861" y="46517"/>
                  <a:pt x="363514" y="46517"/>
                </a:cubicBezTo>
                <a:moveTo>
                  <a:pt x="345068" y="136000"/>
                </a:moveTo>
                <a:cubicBezTo>
                  <a:pt x="341926" y="139403"/>
                  <a:pt x="339554" y="142571"/>
                  <a:pt x="337950" y="145505"/>
                </a:cubicBezTo>
                <a:cubicBezTo>
                  <a:pt x="336346" y="148442"/>
                  <a:pt x="335544" y="151145"/>
                  <a:pt x="335544" y="153613"/>
                </a:cubicBezTo>
                <a:cubicBezTo>
                  <a:pt x="335544" y="156815"/>
                  <a:pt x="337482" y="159617"/>
                  <a:pt x="341358" y="162019"/>
                </a:cubicBezTo>
                <a:cubicBezTo>
                  <a:pt x="348042" y="166154"/>
                  <a:pt x="357699" y="168222"/>
                  <a:pt x="370331" y="168222"/>
                </a:cubicBezTo>
                <a:cubicBezTo>
                  <a:pt x="382361" y="168222"/>
                  <a:pt x="391233" y="166103"/>
                  <a:pt x="396948" y="161865"/>
                </a:cubicBezTo>
                <a:cubicBezTo>
                  <a:pt x="402662" y="157630"/>
                  <a:pt x="405519" y="153111"/>
                  <a:pt x="405519" y="148309"/>
                </a:cubicBezTo>
                <a:cubicBezTo>
                  <a:pt x="405519" y="144840"/>
                  <a:pt x="403815" y="142372"/>
                  <a:pt x="400406" y="140903"/>
                </a:cubicBezTo>
                <a:cubicBezTo>
                  <a:pt x="396931" y="139435"/>
                  <a:pt x="390047" y="138568"/>
                  <a:pt x="379755" y="138303"/>
                </a:cubicBezTo>
                <a:cubicBezTo>
                  <a:pt x="364717" y="137902"/>
                  <a:pt x="353155" y="137134"/>
                  <a:pt x="345068" y="136000"/>
                </a:cubicBezTo>
                <a:close/>
                <a:moveTo>
                  <a:pt x="504668" y="44111"/>
                </a:moveTo>
                <a:lnTo>
                  <a:pt x="504668" y="99750"/>
                </a:lnTo>
                <a:cubicBezTo>
                  <a:pt x="504668" y="110377"/>
                  <a:pt x="504918" y="116876"/>
                  <a:pt x="505420" y="119249"/>
                </a:cubicBezTo>
                <a:cubicBezTo>
                  <a:pt x="505921" y="121622"/>
                  <a:pt x="506723" y="123276"/>
                  <a:pt x="507826" y="124211"/>
                </a:cubicBezTo>
                <a:cubicBezTo>
                  <a:pt x="508928" y="125147"/>
                  <a:pt x="510215" y="125615"/>
                  <a:pt x="511685" y="125615"/>
                </a:cubicBezTo>
                <a:cubicBezTo>
                  <a:pt x="513757" y="125615"/>
                  <a:pt x="516096" y="125047"/>
                  <a:pt x="518703" y="123911"/>
                </a:cubicBezTo>
                <a:lnTo>
                  <a:pt x="520106" y="127419"/>
                </a:lnTo>
                <a:lnTo>
                  <a:pt x="492638" y="138748"/>
                </a:lnTo>
                <a:lnTo>
                  <a:pt x="488126" y="138748"/>
                </a:lnTo>
                <a:lnTo>
                  <a:pt x="488126" y="119299"/>
                </a:lnTo>
                <a:cubicBezTo>
                  <a:pt x="480240" y="127854"/>
                  <a:pt x="474225" y="133234"/>
                  <a:pt x="470081" y="135440"/>
                </a:cubicBezTo>
                <a:cubicBezTo>
                  <a:pt x="465937" y="137645"/>
                  <a:pt x="461560" y="138748"/>
                  <a:pt x="456948" y="138748"/>
                </a:cubicBezTo>
                <a:cubicBezTo>
                  <a:pt x="451802" y="138748"/>
                  <a:pt x="447341" y="137261"/>
                  <a:pt x="443565" y="134287"/>
                </a:cubicBezTo>
                <a:cubicBezTo>
                  <a:pt x="439788" y="131313"/>
                  <a:pt x="437165" y="127486"/>
                  <a:pt x="435695" y="122808"/>
                </a:cubicBezTo>
                <a:cubicBezTo>
                  <a:pt x="434224" y="118130"/>
                  <a:pt x="433489" y="111513"/>
                  <a:pt x="433489" y="102958"/>
                </a:cubicBezTo>
                <a:lnTo>
                  <a:pt x="433489" y="61955"/>
                </a:lnTo>
                <a:cubicBezTo>
                  <a:pt x="433489" y="57611"/>
                  <a:pt x="433021" y="54604"/>
                  <a:pt x="432086" y="52933"/>
                </a:cubicBezTo>
                <a:cubicBezTo>
                  <a:pt x="431150" y="51262"/>
                  <a:pt x="429763" y="49975"/>
                  <a:pt x="427925" y="49073"/>
                </a:cubicBezTo>
                <a:cubicBezTo>
                  <a:pt x="426087" y="48171"/>
                  <a:pt x="422762" y="47753"/>
                  <a:pt x="417950" y="47820"/>
                </a:cubicBezTo>
                <a:lnTo>
                  <a:pt x="417950" y="44111"/>
                </a:lnTo>
                <a:lnTo>
                  <a:pt x="450131" y="44111"/>
                </a:lnTo>
                <a:lnTo>
                  <a:pt x="450131" y="105414"/>
                </a:lnTo>
                <a:cubicBezTo>
                  <a:pt x="450131" y="113948"/>
                  <a:pt x="451618" y="119549"/>
                  <a:pt x="454592" y="122216"/>
                </a:cubicBezTo>
                <a:cubicBezTo>
                  <a:pt x="457566" y="124883"/>
                  <a:pt x="461159" y="126216"/>
                  <a:pt x="465369" y="126216"/>
                </a:cubicBezTo>
                <a:cubicBezTo>
                  <a:pt x="468243" y="126216"/>
                  <a:pt x="471501" y="125316"/>
                  <a:pt x="475144" y="123516"/>
                </a:cubicBezTo>
                <a:cubicBezTo>
                  <a:pt x="478786" y="121716"/>
                  <a:pt x="483114" y="118283"/>
                  <a:pt x="488126" y="113218"/>
                </a:cubicBezTo>
                <a:lnTo>
                  <a:pt x="488126" y="61319"/>
                </a:lnTo>
                <a:cubicBezTo>
                  <a:pt x="488126" y="56119"/>
                  <a:pt x="487174" y="52603"/>
                  <a:pt x="485269" y="50771"/>
                </a:cubicBezTo>
                <a:cubicBezTo>
                  <a:pt x="483364" y="48937"/>
                  <a:pt x="479404" y="47954"/>
                  <a:pt x="473389" y="47820"/>
                </a:cubicBezTo>
                <a:lnTo>
                  <a:pt x="473389" y="44111"/>
                </a:lnTo>
                <a:lnTo>
                  <a:pt x="504668" y="44111"/>
                </a:lnTo>
                <a:close/>
                <a:moveTo>
                  <a:pt x="578854" y="122708"/>
                </a:moveTo>
                <a:cubicBezTo>
                  <a:pt x="569430" y="129993"/>
                  <a:pt x="563515" y="134203"/>
                  <a:pt x="561109" y="135339"/>
                </a:cubicBezTo>
                <a:cubicBezTo>
                  <a:pt x="557500" y="137077"/>
                  <a:pt x="553657" y="137946"/>
                  <a:pt x="549580" y="137946"/>
                </a:cubicBezTo>
                <a:cubicBezTo>
                  <a:pt x="543231" y="137946"/>
                  <a:pt x="538001" y="135774"/>
                  <a:pt x="533891" y="131430"/>
                </a:cubicBezTo>
                <a:cubicBezTo>
                  <a:pt x="529781" y="127085"/>
                  <a:pt x="527726" y="121371"/>
                  <a:pt x="527726" y="114287"/>
                </a:cubicBezTo>
                <a:cubicBezTo>
                  <a:pt x="527726" y="109809"/>
                  <a:pt x="528728" y="105932"/>
                  <a:pt x="530733" y="102657"/>
                </a:cubicBezTo>
                <a:cubicBezTo>
                  <a:pt x="533473" y="98113"/>
                  <a:pt x="538235" y="93835"/>
                  <a:pt x="545019" y="89825"/>
                </a:cubicBezTo>
                <a:cubicBezTo>
                  <a:pt x="551803" y="85815"/>
                  <a:pt x="563081" y="80936"/>
                  <a:pt x="578854" y="75189"/>
                </a:cubicBezTo>
                <a:lnTo>
                  <a:pt x="578854" y="71579"/>
                </a:lnTo>
                <a:cubicBezTo>
                  <a:pt x="578854" y="62423"/>
                  <a:pt x="577400" y="56141"/>
                  <a:pt x="574493" y="52732"/>
                </a:cubicBezTo>
                <a:cubicBezTo>
                  <a:pt x="571586" y="49324"/>
                  <a:pt x="567358" y="47619"/>
                  <a:pt x="561811" y="47619"/>
                </a:cubicBezTo>
                <a:cubicBezTo>
                  <a:pt x="557601" y="47619"/>
                  <a:pt x="554259" y="48751"/>
                  <a:pt x="551786" y="51015"/>
                </a:cubicBezTo>
                <a:cubicBezTo>
                  <a:pt x="549246" y="53279"/>
                  <a:pt x="547976" y="55877"/>
                  <a:pt x="547976" y="58807"/>
                </a:cubicBezTo>
                <a:lnTo>
                  <a:pt x="548177" y="64599"/>
                </a:lnTo>
                <a:cubicBezTo>
                  <a:pt x="548177" y="67661"/>
                  <a:pt x="547392" y="70025"/>
                  <a:pt x="545821" y="71689"/>
                </a:cubicBezTo>
                <a:cubicBezTo>
                  <a:pt x="544250" y="73354"/>
                  <a:pt x="542195" y="74186"/>
                  <a:pt x="539656" y="74186"/>
                </a:cubicBezTo>
                <a:cubicBezTo>
                  <a:pt x="537183" y="74186"/>
                  <a:pt x="535161" y="73320"/>
                  <a:pt x="533590" y="71589"/>
                </a:cubicBezTo>
                <a:cubicBezTo>
                  <a:pt x="532020" y="69855"/>
                  <a:pt x="531234" y="67489"/>
                  <a:pt x="531234" y="64490"/>
                </a:cubicBezTo>
                <a:cubicBezTo>
                  <a:pt x="531234" y="58761"/>
                  <a:pt x="534175" y="53498"/>
                  <a:pt x="540057" y="48700"/>
                </a:cubicBezTo>
                <a:cubicBezTo>
                  <a:pt x="545938" y="43903"/>
                  <a:pt x="554192" y="41504"/>
                  <a:pt x="564819" y="41504"/>
                </a:cubicBezTo>
                <a:cubicBezTo>
                  <a:pt x="572972" y="41504"/>
                  <a:pt x="579656" y="42872"/>
                  <a:pt x="584869" y="45608"/>
                </a:cubicBezTo>
                <a:cubicBezTo>
                  <a:pt x="588812" y="47678"/>
                  <a:pt x="591719" y="50916"/>
                  <a:pt x="593591" y="55323"/>
                </a:cubicBezTo>
                <a:cubicBezTo>
                  <a:pt x="594794" y="58193"/>
                  <a:pt x="595395" y="64067"/>
                  <a:pt x="595395" y="72945"/>
                </a:cubicBezTo>
                <a:lnTo>
                  <a:pt x="595395" y="104086"/>
                </a:lnTo>
                <a:cubicBezTo>
                  <a:pt x="595395" y="112831"/>
                  <a:pt x="595562" y="118188"/>
                  <a:pt x="595897" y="120158"/>
                </a:cubicBezTo>
                <a:cubicBezTo>
                  <a:pt x="596231" y="122127"/>
                  <a:pt x="596782" y="123446"/>
                  <a:pt x="597551" y="124114"/>
                </a:cubicBezTo>
                <a:cubicBezTo>
                  <a:pt x="598319" y="124781"/>
                  <a:pt x="599205" y="125114"/>
                  <a:pt x="600207" y="125114"/>
                </a:cubicBezTo>
                <a:cubicBezTo>
                  <a:pt x="601277" y="125114"/>
                  <a:pt x="602212" y="124880"/>
                  <a:pt x="603014" y="124412"/>
                </a:cubicBezTo>
                <a:cubicBezTo>
                  <a:pt x="604418" y="123543"/>
                  <a:pt x="607125" y="121104"/>
                  <a:pt x="611135" y="117094"/>
                </a:cubicBezTo>
                <a:lnTo>
                  <a:pt x="611135" y="122708"/>
                </a:lnTo>
                <a:cubicBezTo>
                  <a:pt x="603649" y="132733"/>
                  <a:pt x="596498" y="137745"/>
                  <a:pt x="589681" y="137745"/>
                </a:cubicBezTo>
                <a:cubicBezTo>
                  <a:pt x="586406" y="137745"/>
                  <a:pt x="583800" y="136609"/>
                  <a:pt x="581861" y="134337"/>
                </a:cubicBezTo>
                <a:cubicBezTo>
                  <a:pt x="579923" y="132064"/>
                  <a:pt x="578921" y="128188"/>
                  <a:pt x="578854" y="122708"/>
                </a:cubicBezTo>
                <a:moveTo>
                  <a:pt x="578854" y="116135"/>
                </a:moveTo>
                <a:lnTo>
                  <a:pt x="578854" y="81304"/>
                </a:lnTo>
                <a:cubicBezTo>
                  <a:pt x="568762" y="85295"/>
                  <a:pt x="562245" y="88123"/>
                  <a:pt x="559305" y="89788"/>
                </a:cubicBezTo>
                <a:cubicBezTo>
                  <a:pt x="554025" y="92716"/>
                  <a:pt x="550249" y="95777"/>
                  <a:pt x="547976" y="98970"/>
                </a:cubicBezTo>
                <a:cubicBezTo>
                  <a:pt x="545704" y="102163"/>
                  <a:pt x="544568" y="105657"/>
                  <a:pt x="544568" y="109449"/>
                </a:cubicBezTo>
                <a:cubicBezTo>
                  <a:pt x="544568" y="114241"/>
                  <a:pt x="546005" y="118216"/>
                  <a:pt x="548879" y="121376"/>
                </a:cubicBezTo>
                <a:cubicBezTo>
                  <a:pt x="551753" y="124536"/>
                  <a:pt x="555061" y="126116"/>
                  <a:pt x="558804" y="126116"/>
                </a:cubicBezTo>
                <a:cubicBezTo>
                  <a:pt x="563883" y="126116"/>
                  <a:pt x="570566" y="122789"/>
                  <a:pt x="578854" y="116135"/>
                </a:cubicBezTo>
                <a:close/>
                <a:moveTo>
                  <a:pt x="642278" y="102479"/>
                </a:moveTo>
                <a:cubicBezTo>
                  <a:pt x="636664" y="99743"/>
                  <a:pt x="632353" y="95922"/>
                  <a:pt x="629346" y="91016"/>
                </a:cubicBezTo>
                <a:cubicBezTo>
                  <a:pt x="626338" y="86110"/>
                  <a:pt x="624834" y="80686"/>
                  <a:pt x="624834" y="74744"/>
                </a:cubicBezTo>
                <a:cubicBezTo>
                  <a:pt x="624834" y="65667"/>
                  <a:pt x="628260" y="57858"/>
                  <a:pt x="635110" y="51316"/>
                </a:cubicBezTo>
                <a:cubicBezTo>
                  <a:pt x="641961" y="44775"/>
                  <a:pt x="650733" y="41504"/>
                  <a:pt x="661426" y="41504"/>
                </a:cubicBezTo>
                <a:cubicBezTo>
                  <a:pt x="670181" y="41504"/>
                  <a:pt x="677767" y="43643"/>
                  <a:pt x="684183" y="47920"/>
                </a:cubicBezTo>
                <a:lnTo>
                  <a:pt x="703632" y="47920"/>
                </a:lnTo>
                <a:cubicBezTo>
                  <a:pt x="706506" y="47920"/>
                  <a:pt x="708177" y="48003"/>
                  <a:pt x="708644" y="48168"/>
                </a:cubicBezTo>
                <a:cubicBezTo>
                  <a:pt x="709112" y="48333"/>
                  <a:pt x="709446" y="48614"/>
                  <a:pt x="709647" y="49010"/>
                </a:cubicBezTo>
                <a:cubicBezTo>
                  <a:pt x="710048" y="49606"/>
                  <a:pt x="710248" y="50663"/>
                  <a:pt x="710248" y="52184"/>
                </a:cubicBezTo>
                <a:cubicBezTo>
                  <a:pt x="710248" y="53901"/>
                  <a:pt x="710081" y="55090"/>
                  <a:pt x="709747" y="55752"/>
                </a:cubicBezTo>
                <a:cubicBezTo>
                  <a:pt x="709547" y="56082"/>
                  <a:pt x="709196" y="56346"/>
                  <a:pt x="708695" y="56545"/>
                </a:cubicBezTo>
                <a:cubicBezTo>
                  <a:pt x="708193" y="56743"/>
                  <a:pt x="706506" y="56843"/>
                  <a:pt x="703632" y="56843"/>
                </a:cubicBezTo>
                <a:lnTo>
                  <a:pt x="691702" y="56843"/>
                </a:lnTo>
                <a:cubicBezTo>
                  <a:pt x="695445" y="61665"/>
                  <a:pt x="697316" y="67826"/>
                  <a:pt x="697316" y="75326"/>
                </a:cubicBezTo>
                <a:cubicBezTo>
                  <a:pt x="697316" y="83898"/>
                  <a:pt x="694041" y="91231"/>
                  <a:pt x="687491" y="97325"/>
                </a:cubicBezTo>
                <a:cubicBezTo>
                  <a:pt x="680942" y="103420"/>
                  <a:pt x="672153" y="106467"/>
                  <a:pt x="661125" y="106467"/>
                </a:cubicBezTo>
                <a:cubicBezTo>
                  <a:pt x="656581" y="106467"/>
                  <a:pt x="651936" y="105785"/>
                  <a:pt x="647190" y="104421"/>
                </a:cubicBezTo>
                <a:cubicBezTo>
                  <a:pt x="644250" y="106959"/>
                  <a:pt x="642261" y="109180"/>
                  <a:pt x="641225" y="111085"/>
                </a:cubicBezTo>
                <a:cubicBezTo>
                  <a:pt x="640189" y="112987"/>
                  <a:pt x="639671" y="114606"/>
                  <a:pt x="639671" y="115941"/>
                </a:cubicBezTo>
                <a:cubicBezTo>
                  <a:pt x="639671" y="117077"/>
                  <a:pt x="640223" y="118180"/>
                  <a:pt x="641326" y="119249"/>
                </a:cubicBezTo>
                <a:cubicBezTo>
                  <a:pt x="642428" y="120316"/>
                  <a:pt x="644584" y="121084"/>
                  <a:pt x="647792" y="121552"/>
                </a:cubicBezTo>
                <a:cubicBezTo>
                  <a:pt x="649663" y="121819"/>
                  <a:pt x="654342" y="122053"/>
                  <a:pt x="661827" y="122253"/>
                </a:cubicBezTo>
                <a:cubicBezTo>
                  <a:pt x="675595" y="122585"/>
                  <a:pt x="684517" y="123052"/>
                  <a:pt x="688594" y="123654"/>
                </a:cubicBezTo>
                <a:cubicBezTo>
                  <a:pt x="694810" y="124523"/>
                  <a:pt x="699772" y="126827"/>
                  <a:pt x="703481" y="130568"/>
                </a:cubicBezTo>
                <a:cubicBezTo>
                  <a:pt x="707191" y="134307"/>
                  <a:pt x="709045" y="138914"/>
                  <a:pt x="709045" y="144390"/>
                </a:cubicBezTo>
                <a:cubicBezTo>
                  <a:pt x="709045" y="151936"/>
                  <a:pt x="705503" y="159015"/>
                  <a:pt x="698419" y="165628"/>
                </a:cubicBezTo>
                <a:cubicBezTo>
                  <a:pt x="687993" y="175377"/>
                  <a:pt x="674392" y="180252"/>
                  <a:pt x="657616" y="180252"/>
                </a:cubicBezTo>
                <a:cubicBezTo>
                  <a:pt x="644717" y="180252"/>
                  <a:pt x="633823" y="177349"/>
                  <a:pt x="624935" y="171543"/>
                </a:cubicBezTo>
                <a:cubicBezTo>
                  <a:pt x="619922" y="168205"/>
                  <a:pt x="617416" y="164734"/>
                  <a:pt x="617416" y="161129"/>
                </a:cubicBezTo>
                <a:cubicBezTo>
                  <a:pt x="617416" y="159529"/>
                  <a:pt x="617783" y="157928"/>
                  <a:pt x="618518" y="156326"/>
                </a:cubicBezTo>
                <a:cubicBezTo>
                  <a:pt x="619655" y="153856"/>
                  <a:pt x="621994" y="150418"/>
                  <a:pt x="625536" y="146013"/>
                </a:cubicBezTo>
                <a:cubicBezTo>
                  <a:pt x="626004" y="145414"/>
                  <a:pt x="629412" y="141810"/>
                  <a:pt x="635762" y="135202"/>
                </a:cubicBezTo>
                <a:cubicBezTo>
                  <a:pt x="632286" y="133128"/>
                  <a:pt x="629830" y="131271"/>
                  <a:pt x="628393" y="129631"/>
                </a:cubicBezTo>
                <a:cubicBezTo>
                  <a:pt x="626956" y="127992"/>
                  <a:pt x="626238" y="126135"/>
                  <a:pt x="626238" y="124061"/>
                </a:cubicBezTo>
                <a:cubicBezTo>
                  <a:pt x="626238" y="121718"/>
                  <a:pt x="627190" y="118973"/>
                  <a:pt x="629095" y="115828"/>
                </a:cubicBezTo>
                <a:cubicBezTo>
                  <a:pt x="631000" y="112683"/>
                  <a:pt x="635394" y="108233"/>
                  <a:pt x="642278" y="102479"/>
                </a:cubicBezTo>
                <a:moveTo>
                  <a:pt x="659722" y="46517"/>
                </a:moveTo>
                <a:cubicBezTo>
                  <a:pt x="654776" y="46517"/>
                  <a:pt x="650632" y="48478"/>
                  <a:pt x="647291" y="52400"/>
                </a:cubicBezTo>
                <a:cubicBezTo>
                  <a:pt x="643949" y="56320"/>
                  <a:pt x="642278" y="62335"/>
                  <a:pt x="642278" y="70445"/>
                </a:cubicBezTo>
                <a:cubicBezTo>
                  <a:pt x="642278" y="80949"/>
                  <a:pt x="644550" y="89091"/>
                  <a:pt x="649095" y="94872"/>
                </a:cubicBezTo>
                <a:cubicBezTo>
                  <a:pt x="652570" y="99260"/>
                  <a:pt x="656982" y="101454"/>
                  <a:pt x="662328" y="101454"/>
                </a:cubicBezTo>
                <a:cubicBezTo>
                  <a:pt x="667408" y="101454"/>
                  <a:pt x="671585" y="99560"/>
                  <a:pt x="674860" y="95771"/>
                </a:cubicBezTo>
                <a:cubicBezTo>
                  <a:pt x="678135" y="91983"/>
                  <a:pt x="679772" y="86033"/>
                  <a:pt x="679772" y="77924"/>
                </a:cubicBezTo>
                <a:cubicBezTo>
                  <a:pt x="679772" y="67355"/>
                  <a:pt x="677466" y="59079"/>
                  <a:pt x="672855" y="53096"/>
                </a:cubicBezTo>
                <a:cubicBezTo>
                  <a:pt x="669446" y="48710"/>
                  <a:pt x="665068" y="46517"/>
                  <a:pt x="659722" y="46517"/>
                </a:cubicBezTo>
                <a:moveTo>
                  <a:pt x="641275" y="136000"/>
                </a:moveTo>
                <a:cubicBezTo>
                  <a:pt x="638134" y="139403"/>
                  <a:pt x="635762" y="142571"/>
                  <a:pt x="634158" y="145505"/>
                </a:cubicBezTo>
                <a:cubicBezTo>
                  <a:pt x="632554" y="148442"/>
                  <a:pt x="631752" y="151145"/>
                  <a:pt x="631752" y="153613"/>
                </a:cubicBezTo>
                <a:cubicBezTo>
                  <a:pt x="631752" y="156815"/>
                  <a:pt x="633690" y="159617"/>
                  <a:pt x="637566" y="162019"/>
                </a:cubicBezTo>
                <a:cubicBezTo>
                  <a:pt x="644250" y="166154"/>
                  <a:pt x="653907" y="168222"/>
                  <a:pt x="666539" y="168222"/>
                </a:cubicBezTo>
                <a:cubicBezTo>
                  <a:pt x="678569" y="168222"/>
                  <a:pt x="687441" y="166103"/>
                  <a:pt x="693156" y="161865"/>
                </a:cubicBezTo>
                <a:cubicBezTo>
                  <a:pt x="698870" y="157630"/>
                  <a:pt x="701727" y="153111"/>
                  <a:pt x="701727" y="148309"/>
                </a:cubicBezTo>
                <a:cubicBezTo>
                  <a:pt x="701727" y="144840"/>
                  <a:pt x="700023" y="142372"/>
                  <a:pt x="696614" y="140903"/>
                </a:cubicBezTo>
                <a:cubicBezTo>
                  <a:pt x="693139" y="139435"/>
                  <a:pt x="686255" y="138568"/>
                  <a:pt x="675962" y="138303"/>
                </a:cubicBezTo>
                <a:cubicBezTo>
                  <a:pt x="660925" y="137902"/>
                  <a:pt x="649362" y="137134"/>
                  <a:pt x="641275" y="136000"/>
                </a:cubicBezTo>
                <a:close/>
                <a:moveTo>
                  <a:pt x="735813" y="78798"/>
                </a:moveTo>
                <a:cubicBezTo>
                  <a:pt x="735746" y="92400"/>
                  <a:pt x="739054" y="103070"/>
                  <a:pt x="745737" y="110806"/>
                </a:cubicBezTo>
                <a:cubicBezTo>
                  <a:pt x="752421" y="118540"/>
                  <a:pt x="760274" y="122407"/>
                  <a:pt x="769296" y="122407"/>
                </a:cubicBezTo>
                <a:cubicBezTo>
                  <a:pt x="775312" y="122407"/>
                  <a:pt x="780541" y="120753"/>
                  <a:pt x="784986" y="117444"/>
                </a:cubicBezTo>
                <a:cubicBezTo>
                  <a:pt x="789430" y="114136"/>
                  <a:pt x="793156" y="108472"/>
                  <a:pt x="796164" y="100452"/>
                </a:cubicBezTo>
                <a:lnTo>
                  <a:pt x="799272" y="102457"/>
                </a:lnTo>
                <a:cubicBezTo>
                  <a:pt x="797868" y="111613"/>
                  <a:pt x="793791" y="119951"/>
                  <a:pt x="787041" y="127470"/>
                </a:cubicBezTo>
                <a:cubicBezTo>
                  <a:pt x="780291" y="134988"/>
                  <a:pt x="771836" y="138748"/>
                  <a:pt x="761677" y="138748"/>
                </a:cubicBezTo>
                <a:cubicBezTo>
                  <a:pt x="750650" y="138748"/>
                  <a:pt x="741209" y="134463"/>
                  <a:pt x="733356" y="125894"/>
                </a:cubicBezTo>
                <a:cubicBezTo>
                  <a:pt x="725503" y="117322"/>
                  <a:pt x="721577" y="105800"/>
                  <a:pt x="721577" y="91326"/>
                </a:cubicBezTo>
                <a:cubicBezTo>
                  <a:pt x="721577" y="75653"/>
                  <a:pt x="725604" y="63432"/>
                  <a:pt x="733657" y="54662"/>
                </a:cubicBezTo>
                <a:cubicBezTo>
                  <a:pt x="741711" y="45890"/>
                  <a:pt x="751819" y="41504"/>
                  <a:pt x="763983" y="41504"/>
                </a:cubicBezTo>
                <a:cubicBezTo>
                  <a:pt x="774276" y="41504"/>
                  <a:pt x="782730" y="44888"/>
                  <a:pt x="789347" y="51655"/>
                </a:cubicBezTo>
                <a:cubicBezTo>
                  <a:pt x="795963" y="58419"/>
                  <a:pt x="799272" y="67467"/>
                  <a:pt x="799272" y="78798"/>
                </a:cubicBezTo>
                <a:lnTo>
                  <a:pt x="735813" y="78798"/>
                </a:lnTo>
                <a:moveTo>
                  <a:pt x="735813" y="72983"/>
                </a:moveTo>
                <a:lnTo>
                  <a:pt x="778319" y="72983"/>
                </a:lnTo>
                <a:cubicBezTo>
                  <a:pt x="777985" y="67102"/>
                  <a:pt x="777283" y="62958"/>
                  <a:pt x="776214" y="60552"/>
                </a:cubicBezTo>
                <a:cubicBezTo>
                  <a:pt x="774543" y="56809"/>
                  <a:pt x="772053" y="53868"/>
                  <a:pt x="768745" y="51730"/>
                </a:cubicBezTo>
                <a:cubicBezTo>
                  <a:pt x="765437" y="49591"/>
                  <a:pt x="761978" y="48522"/>
                  <a:pt x="758369" y="48522"/>
                </a:cubicBezTo>
                <a:cubicBezTo>
                  <a:pt x="752822" y="48522"/>
                  <a:pt x="747859" y="50677"/>
                  <a:pt x="743482" y="54988"/>
                </a:cubicBezTo>
                <a:cubicBezTo>
                  <a:pt x="739104" y="59299"/>
                  <a:pt x="736548" y="65297"/>
                  <a:pt x="735813" y="729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Model">
            <a:extLst xmlns:a="http://schemas.openxmlformats.org/drawingml/2006/main">
              <a:ext uri="{FF2B5EF4-FFF2-40B4-BE49-F238E27FC236}">
                <a16:creationId xmlns:a16="http://schemas.microsoft.com/office/drawing/2014/main" id="{C8F4301D-CE87-48DF-99AE-FE2A86D8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259" y="3870343"/>
            <a:ext cx="527951" cy="145364"/>
          </a:xfrm>
          <a:custGeom xmlns:a="http://schemas.openxmlformats.org/drawingml/2006/main">
            <a:pathLst>
              <a:path w="527951" h="145364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30240" y="48121"/>
                </a:moveTo>
                <a:cubicBezTo>
                  <a:pt x="244141" y="48121"/>
                  <a:pt x="255302" y="53395"/>
                  <a:pt x="263723" y="63945"/>
                </a:cubicBezTo>
                <a:cubicBezTo>
                  <a:pt x="270875" y="72957"/>
                  <a:pt x="274450" y="83306"/>
                  <a:pt x="274450" y="94991"/>
                </a:cubicBezTo>
                <a:cubicBezTo>
                  <a:pt x="274450" y="103204"/>
                  <a:pt x="272479" y="111516"/>
                  <a:pt x="268536" y="119929"/>
                </a:cubicBezTo>
                <a:cubicBezTo>
                  <a:pt x="264592" y="128340"/>
                  <a:pt x="259162" y="134681"/>
                  <a:pt x="252245" y="138955"/>
                </a:cubicBezTo>
                <a:cubicBezTo>
                  <a:pt x="245327" y="143228"/>
                  <a:pt x="237625" y="145364"/>
                  <a:pt x="229137" y="145364"/>
                </a:cubicBezTo>
                <a:cubicBezTo>
                  <a:pt x="215302" y="145364"/>
                  <a:pt x="204308" y="139856"/>
                  <a:pt x="196154" y="128839"/>
                </a:cubicBezTo>
                <a:cubicBezTo>
                  <a:pt x="189270" y="119559"/>
                  <a:pt x="185828" y="109145"/>
                  <a:pt x="185828" y="97595"/>
                </a:cubicBezTo>
                <a:cubicBezTo>
                  <a:pt x="185828" y="89182"/>
                  <a:pt x="187917" y="80819"/>
                  <a:pt x="192094" y="72507"/>
                </a:cubicBezTo>
                <a:cubicBezTo>
                  <a:pt x="196271" y="64194"/>
                  <a:pt x="201768" y="58052"/>
                  <a:pt x="208585" y="54079"/>
                </a:cubicBezTo>
                <a:cubicBezTo>
                  <a:pt x="215402" y="50107"/>
                  <a:pt x="222620" y="48121"/>
                  <a:pt x="230240" y="48121"/>
                </a:cubicBezTo>
                <a:moveTo>
                  <a:pt x="227132" y="54737"/>
                </a:moveTo>
                <a:cubicBezTo>
                  <a:pt x="223590" y="54737"/>
                  <a:pt x="220031" y="55789"/>
                  <a:pt x="216455" y="57892"/>
                </a:cubicBezTo>
                <a:cubicBezTo>
                  <a:pt x="212879" y="59995"/>
                  <a:pt x="209989" y="63684"/>
                  <a:pt x="207783" y="68957"/>
                </a:cubicBezTo>
                <a:cubicBezTo>
                  <a:pt x="205578" y="74231"/>
                  <a:pt x="204475" y="81006"/>
                  <a:pt x="204475" y="89283"/>
                </a:cubicBezTo>
                <a:cubicBezTo>
                  <a:pt x="204475" y="102633"/>
                  <a:pt x="207132" y="114149"/>
                  <a:pt x="212445" y="123829"/>
                </a:cubicBezTo>
                <a:cubicBezTo>
                  <a:pt x="217758" y="133508"/>
                  <a:pt x="224759" y="138347"/>
                  <a:pt x="233448" y="138347"/>
                </a:cubicBezTo>
                <a:cubicBezTo>
                  <a:pt x="239930" y="138347"/>
                  <a:pt x="245277" y="135677"/>
                  <a:pt x="249488" y="130336"/>
                </a:cubicBezTo>
                <a:cubicBezTo>
                  <a:pt x="253698" y="124996"/>
                  <a:pt x="255804" y="115817"/>
                  <a:pt x="255804" y="102802"/>
                </a:cubicBezTo>
                <a:cubicBezTo>
                  <a:pt x="255804" y="86513"/>
                  <a:pt x="252295" y="73695"/>
                  <a:pt x="245277" y="64349"/>
                </a:cubicBezTo>
                <a:cubicBezTo>
                  <a:pt x="240532" y="57941"/>
                  <a:pt x="234483" y="54737"/>
                  <a:pt x="227132" y="54737"/>
                </a:cubicBezTo>
                <a:close/>
                <a:moveTo>
                  <a:pt x="352847" y="132232"/>
                </a:moveTo>
                <a:cubicBezTo>
                  <a:pt x="348369" y="136910"/>
                  <a:pt x="343991" y="140268"/>
                  <a:pt x="339714" y="142307"/>
                </a:cubicBezTo>
                <a:cubicBezTo>
                  <a:pt x="335437" y="144345"/>
                  <a:pt x="330825" y="145364"/>
                  <a:pt x="325879" y="145364"/>
                </a:cubicBezTo>
                <a:cubicBezTo>
                  <a:pt x="315854" y="145364"/>
                  <a:pt x="307099" y="141180"/>
                  <a:pt x="299613" y="132811"/>
                </a:cubicBezTo>
                <a:cubicBezTo>
                  <a:pt x="292128" y="124440"/>
                  <a:pt x="288385" y="113684"/>
                  <a:pt x="288385" y="100543"/>
                </a:cubicBezTo>
                <a:cubicBezTo>
                  <a:pt x="288385" y="87404"/>
                  <a:pt x="292529" y="75382"/>
                  <a:pt x="300816" y="64477"/>
                </a:cubicBezTo>
                <a:cubicBezTo>
                  <a:pt x="309104" y="53573"/>
                  <a:pt x="319764" y="48121"/>
                  <a:pt x="332797" y="48121"/>
                </a:cubicBezTo>
                <a:cubicBezTo>
                  <a:pt x="340884" y="48121"/>
                  <a:pt x="347567" y="50694"/>
                  <a:pt x="352847" y="55840"/>
                </a:cubicBezTo>
                <a:lnTo>
                  <a:pt x="352847" y="38860"/>
                </a:lnTo>
                <a:cubicBezTo>
                  <a:pt x="352847" y="28323"/>
                  <a:pt x="352596" y="21846"/>
                  <a:pt x="352095" y="19430"/>
                </a:cubicBezTo>
                <a:cubicBezTo>
                  <a:pt x="351594" y="17014"/>
                  <a:pt x="350808" y="15370"/>
                  <a:pt x="349739" y="14499"/>
                </a:cubicBezTo>
                <a:cubicBezTo>
                  <a:pt x="348670" y="13626"/>
                  <a:pt x="347333" y="13189"/>
                  <a:pt x="345729" y="13189"/>
                </a:cubicBezTo>
                <a:cubicBezTo>
                  <a:pt x="343991" y="13189"/>
                  <a:pt x="341686" y="13726"/>
                  <a:pt x="338812" y="14800"/>
                </a:cubicBezTo>
                <a:lnTo>
                  <a:pt x="337508" y="11275"/>
                </a:lnTo>
                <a:lnTo>
                  <a:pt x="364877" y="0"/>
                </a:lnTo>
                <a:lnTo>
                  <a:pt x="369388" y="0"/>
                </a:lnTo>
                <a:lnTo>
                  <a:pt x="369388" y="106166"/>
                </a:lnTo>
                <a:cubicBezTo>
                  <a:pt x="369388" y="116927"/>
                  <a:pt x="369639" y="123493"/>
                  <a:pt x="370140" y="125866"/>
                </a:cubicBezTo>
                <a:cubicBezTo>
                  <a:pt x="370642" y="128238"/>
                  <a:pt x="371444" y="129892"/>
                  <a:pt x="372546" y="130828"/>
                </a:cubicBezTo>
                <a:cubicBezTo>
                  <a:pt x="373649" y="131764"/>
                  <a:pt x="374936" y="132232"/>
                  <a:pt x="376406" y="132232"/>
                </a:cubicBezTo>
                <a:cubicBezTo>
                  <a:pt x="378211" y="132232"/>
                  <a:pt x="380617" y="131663"/>
                  <a:pt x="383624" y="130527"/>
                </a:cubicBezTo>
                <a:lnTo>
                  <a:pt x="384727" y="134036"/>
                </a:lnTo>
                <a:lnTo>
                  <a:pt x="357458" y="145364"/>
                </a:lnTo>
                <a:lnTo>
                  <a:pt x="352847" y="145364"/>
                </a:lnTo>
                <a:lnTo>
                  <a:pt x="352847" y="132232"/>
                </a:lnTo>
                <a:moveTo>
                  <a:pt x="352847" y="125236"/>
                </a:moveTo>
                <a:lnTo>
                  <a:pt x="352847" y="78036"/>
                </a:lnTo>
                <a:cubicBezTo>
                  <a:pt x="352446" y="73502"/>
                  <a:pt x="351243" y="69369"/>
                  <a:pt x="349238" y="65636"/>
                </a:cubicBezTo>
                <a:cubicBezTo>
                  <a:pt x="347233" y="61902"/>
                  <a:pt x="344576" y="59086"/>
                  <a:pt x="341268" y="57187"/>
                </a:cubicBezTo>
                <a:cubicBezTo>
                  <a:pt x="337960" y="55287"/>
                  <a:pt x="334735" y="54336"/>
                  <a:pt x="331594" y="54336"/>
                </a:cubicBezTo>
                <a:cubicBezTo>
                  <a:pt x="325712" y="54336"/>
                  <a:pt x="320466" y="56970"/>
                  <a:pt x="315854" y="62237"/>
                </a:cubicBezTo>
                <a:cubicBezTo>
                  <a:pt x="309772" y="69169"/>
                  <a:pt x="306731" y="79302"/>
                  <a:pt x="306731" y="92635"/>
                </a:cubicBezTo>
                <a:cubicBezTo>
                  <a:pt x="306731" y="106103"/>
                  <a:pt x="309672" y="116420"/>
                  <a:pt x="315553" y="123588"/>
                </a:cubicBezTo>
                <a:cubicBezTo>
                  <a:pt x="321435" y="130754"/>
                  <a:pt x="327985" y="134337"/>
                  <a:pt x="335203" y="134337"/>
                </a:cubicBezTo>
                <a:cubicBezTo>
                  <a:pt x="341285" y="134337"/>
                  <a:pt x="347166" y="131303"/>
                  <a:pt x="352847" y="125236"/>
                </a:cubicBezTo>
                <a:close/>
                <a:moveTo>
                  <a:pt x="406080" y="85414"/>
                </a:moveTo>
                <a:cubicBezTo>
                  <a:pt x="406014" y="99017"/>
                  <a:pt x="409322" y="109686"/>
                  <a:pt x="416005" y="117423"/>
                </a:cubicBezTo>
                <a:cubicBezTo>
                  <a:pt x="422689" y="125157"/>
                  <a:pt x="430542" y="129024"/>
                  <a:pt x="439564" y="129024"/>
                </a:cubicBezTo>
                <a:cubicBezTo>
                  <a:pt x="445579" y="129024"/>
                  <a:pt x="450809" y="127369"/>
                  <a:pt x="455254" y="124061"/>
                </a:cubicBezTo>
                <a:cubicBezTo>
                  <a:pt x="459698" y="120753"/>
                  <a:pt x="463424" y="115089"/>
                  <a:pt x="466432" y="107068"/>
                </a:cubicBezTo>
                <a:lnTo>
                  <a:pt x="469540" y="109073"/>
                </a:lnTo>
                <a:cubicBezTo>
                  <a:pt x="468136" y="118230"/>
                  <a:pt x="464059" y="126567"/>
                  <a:pt x="457309" y="134086"/>
                </a:cubicBezTo>
                <a:cubicBezTo>
                  <a:pt x="450559" y="141605"/>
                  <a:pt x="442104" y="145364"/>
                  <a:pt x="431945" y="145364"/>
                </a:cubicBezTo>
                <a:cubicBezTo>
                  <a:pt x="420918" y="145364"/>
                  <a:pt x="411477" y="141080"/>
                  <a:pt x="403624" y="132510"/>
                </a:cubicBezTo>
                <a:cubicBezTo>
                  <a:pt x="395771" y="123939"/>
                  <a:pt x="391845" y="112416"/>
                  <a:pt x="391845" y="97942"/>
                </a:cubicBezTo>
                <a:cubicBezTo>
                  <a:pt x="391845" y="82270"/>
                  <a:pt x="395871" y="70049"/>
                  <a:pt x="403925" y="61279"/>
                </a:cubicBezTo>
                <a:cubicBezTo>
                  <a:pt x="411979" y="52507"/>
                  <a:pt x="422087" y="48121"/>
                  <a:pt x="434251" y="48121"/>
                </a:cubicBezTo>
                <a:cubicBezTo>
                  <a:pt x="444544" y="48121"/>
                  <a:pt x="452998" y="51504"/>
                  <a:pt x="459615" y="58271"/>
                </a:cubicBezTo>
                <a:cubicBezTo>
                  <a:pt x="466231" y="65036"/>
                  <a:pt x="469540" y="74084"/>
                  <a:pt x="469540" y="85414"/>
                </a:cubicBezTo>
                <a:lnTo>
                  <a:pt x="406080" y="85414"/>
                </a:lnTo>
                <a:moveTo>
                  <a:pt x="406080" y="79600"/>
                </a:moveTo>
                <a:lnTo>
                  <a:pt x="448587" y="79600"/>
                </a:lnTo>
                <a:cubicBezTo>
                  <a:pt x="448253" y="73718"/>
                  <a:pt x="447551" y="69574"/>
                  <a:pt x="446482" y="67168"/>
                </a:cubicBezTo>
                <a:cubicBezTo>
                  <a:pt x="444811" y="63426"/>
                  <a:pt x="442321" y="60485"/>
                  <a:pt x="439013" y="58346"/>
                </a:cubicBezTo>
                <a:cubicBezTo>
                  <a:pt x="435705" y="56208"/>
                  <a:pt x="432246" y="55138"/>
                  <a:pt x="428637" y="55138"/>
                </a:cubicBezTo>
                <a:cubicBezTo>
                  <a:pt x="423090" y="55138"/>
                  <a:pt x="418127" y="57294"/>
                  <a:pt x="413750" y="61604"/>
                </a:cubicBezTo>
                <a:cubicBezTo>
                  <a:pt x="409372" y="65915"/>
                  <a:pt x="406816" y="71914"/>
                  <a:pt x="406080" y="79600"/>
                </a:cubicBezTo>
                <a:close/>
                <a:moveTo>
                  <a:pt x="513114" y="0"/>
                </a:moveTo>
                <a:lnTo>
                  <a:pt x="513114" y="121718"/>
                </a:lnTo>
                <a:cubicBezTo>
                  <a:pt x="513114" y="127461"/>
                  <a:pt x="513531" y="131269"/>
                  <a:pt x="514367" y="133140"/>
                </a:cubicBezTo>
                <a:cubicBezTo>
                  <a:pt x="515202" y="135009"/>
                  <a:pt x="516489" y="136429"/>
                  <a:pt x="518226" y="137398"/>
                </a:cubicBezTo>
                <a:cubicBezTo>
                  <a:pt x="519964" y="138365"/>
                  <a:pt x="523206" y="138848"/>
                  <a:pt x="527951" y="138848"/>
                </a:cubicBezTo>
                <a:lnTo>
                  <a:pt x="527951" y="142557"/>
                </a:lnTo>
                <a:lnTo>
                  <a:pt x="482938" y="142557"/>
                </a:lnTo>
                <a:lnTo>
                  <a:pt x="482938" y="138848"/>
                </a:lnTo>
                <a:cubicBezTo>
                  <a:pt x="487149" y="138848"/>
                  <a:pt x="490022" y="138415"/>
                  <a:pt x="491560" y="137548"/>
                </a:cubicBezTo>
                <a:cubicBezTo>
                  <a:pt x="493097" y="136679"/>
                  <a:pt x="494300" y="135243"/>
                  <a:pt x="495169" y="133240"/>
                </a:cubicBezTo>
                <a:cubicBezTo>
                  <a:pt x="496038" y="131235"/>
                  <a:pt x="496472" y="127394"/>
                  <a:pt x="496472" y="121718"/>
                </a:cubicBezTo>
                <a:lnTo>
                  <a:pt x="496472" y="38368"/>
                </a:lnTo>
                <a:cubicBezTo>
                  <a:pt x="496472" y="28017"/>
                  <a:pt x="496238" y="21656"/>
                  <a:pt x="495770" y="19286"/>
                </a:cubicBezTo>
                <a:cubicBezTo>
                  <a:pt x="495302" y="16913"/>
                  <a:pt x="494550" y="15294"/>
                  <a:pt x="493515" y="14427"/>
                </a:cubicBezTo>
                <a:cubicBezTo>
                  <a:pt x="492479" y="13558"/>
                  <a:pt x="491159" y="13124"/>
                  <a:pt x="489555" y="13124"/>
                </a:cubicBezTo>
                <a:cubicBezTo>
                  <a:pt x="487817" y="13124"/>
                  <a:pt x="485611" y="13658"/>
                  <a:pt x="482938" y="14728"/>
                </a:cubicBezTo>
                <a:lnTo>
                  <a:pt x="481234" y="11219"/>
                </a:lnTo>
                <a:lnTo>
                  <a:pt x="508602" y="0"/>
                </a:lnTo>
                <a:lnTo>
                  <a:pt x="5131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Multi-modalchatbot">
            <a:extLst xmlns:a="http://schemas.openxmlformats.org/drawingml/2006/main">
              <a:ext uri="{FF2B5EF4-FFF2-40B4-BE49-F238E27FC236}">
                <a16:creationId xmlns:a16="http://schemas.microsoft.com/office/drawing/2014/main" id="{C7E0BA6C-3AB7-487B-942E-E3988BC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741" y="4399495"/>
            <a:ext cx="1690561" cy="145364"/>
          </a:xfrm>
          <a:custGeom xmlns:a="http://schemas.openxmlformats.org/drawingml/2006/main">
            <a:pathLst>
              <a:path w="1690561" h="145364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65829" y="50727"/>
                </a:moveTo>
                <a:lnTo>
                  <a:pt x="265829" y="106367"/>
                </a:lnTo>
                <a:cubicBezTo>
                  <a:pt x="265829" y="116993"/>
                  <a:pt x="266080" y="123493"/>
                  <a:pt x="266581" y="125866"/>
                </a:cubicBezTo>
                <a:cubicBezTo>
                  <a:pt x="267082" y="128238"/>
                  <a:pt x="267884" y="129892"/>
                  <a:pt x="268987" y="130828"/>
                </a:cubicBezTo>
                <a:cubicBezTo>
                  <a:pt x="270090" y="131764"/>
                  <a:pt x="271376" y="132232"/>
                  <a:pt x="272847" y="132232"/>
                </a:cubicBezTo>
                <a:cubicBezTo>
                  <a:pt x="274918" y="132232"/>
                  <a:pt x="277258" y="131663"/>
                  <a:pt x="279864" y="130527"/>
                </a:cubicBezTo>
                <a:lnTo>
                  <a:pt x="281268" y="134036"/>
                </a:lnTo>
                <a:lnTo>
                  <a:pt x="253799" y="145364"/>
                </a:lnTo>
                <a:lnTo>
                  <a:pt x="249288" y="145364"/>
                </a:lnTo>
                <a:lnTo>
                  <a:pt x="249288" y="125916"/>
                </a:lnTo>
                <a:cubicBezTo>
                  <a:pt x="241401" y="134471"/>
                  <a:pt x="235386" y="139851"/>
                  <a:pt x="231242" y="142056"/>
                </a:cubicBezTo>
                <a:cubicBezTo>
                  <a:pt x="227099" y="144262"/>
                  <a:pt x="222721" y="145364"/>
                  <a:pt x="218109" y="145364"/>
                </a:cubicBezTo>
                <a:cubicBezTo>
                  <a:pt x="212963" y="145364"/>
                  <a:pt x="208502" y="143877"/>
                  <a:pt x="204726" y="140903"/>
                </a:cubicBezTo>
                <a:cubicBezTo>
                  <a:pt x="200950" y="137929"/>
                  <a:pt x="198326" y="134103"/>
                  <a:pt x="196856" y="129425"/>
                </a:cubicBezTo>
                <a:cubicBezTo>
                  <a:pt x="195386" y="124746"/>
                  <a:pt x="194651" y="118130"/>
                  <a:pt x="194651" y="109575"/>
                </a:cubicBezTo>
                <a:lnTo>
                  <a:pt x="194651" y="68572"/>
                </a:lnTo>
                <a:cubicBezTo>
                  <a:pt x="194651" y="64228"/>
                  <a:pt x="194183" y="61220"/>
                  <a:pt x="193247" y="59549"/>
                </a:cubicBezTo>
                <a:cubicBezTo>
                  <a:pt x="192311" y="57878"/>
                  <a:pt x="190925" y="56592"/>
                  <a:pt x="189087" y="55690"/>
                </a:cubicBezTo>
                <a:cubicBezTo>
                  <a:pt x="187249" y="54787"/>
                  <a:pt x="183924" y="54370"/>
                  <a:pt x="179112" y="54436"/>
                </a:cubicBezTo>
                <a:lnTo>
                  <a:pt x="179112" y="50727"/>
                </a:lnTo>
                <a:lnTo>
                  <a:pt x="211292" y="50727"/>
                </a:lnTo>
                <a:lnTo>
                  <a:pt x="211292" y="112031"/>
                </a:lnTo>
                <a:cubicBezTo>
                  <a:pt x="211292" y="120565"/>
                  <a:pt x="212779" y="126165"/>
                  <a:pt x="215753" y="128832"/>
                </a:cubicBezTo>
                <a:cubicBezTo>
                  <a:pt x="218728" y="131500"/>
                  <a:pt x="222320" y="132833"/>
                  <a:pt x="226530" y="132833"/>
                </a:cubicBezTo>
                <a:cubicBezTo>
                  <a:pt x="229404" y="132833"/>
                  <a:pt x="232663" y="131933"/>
                  <a:pt x="236305" y="130133"/>
                </a:cubicBezTo>
                <a:cubicBezTo>
                  <a:pt x="239947" y="128332"/>
                  <a:pt x="244275" y="124900"/>
                  <a:pt x="249288" y="119835"/>
                </a:cubicBezTo>
                <a:lnTo>
                  <a:pt x="249288" y="67936"/>
                </a:lnTo>
                <a:cubicBezTo>
                  <a:pt x="249288" y="62735"/>
                  <a:pt x="248335" y="59219"/>
                  <a:pt x="246430" y="57388"/>
                </a:cubicBezTo>
                <a:cubicBezTo>
                  <a:pt x="244526" y="55554"/>
                  <a:pt x="240566" y="54570"/>
                  <a:pt x="234551" y="54436"/>
                </a:cubicBezTo>
                <a:lnTo>
                  <a:pt x="234551" y="50727"/>
                </a:lnTo>
                <a:lnTo>
                  <a:pt x="265829" y="50727"/>
                </a:lnTo>
                <a:close/>
                <a:moveTo>
                  <a:pt x="319564" y="0"/>
                </a:moveTo>
                <a:lnTo>
                  <a:pt x="319564" y="121718"/>
                </a:lnTo>
                <a:cubicBezTo>
                  <a:pt x="319564" y="127461"/>
                  <a:pt x="319981" y="131269"/>
                  <a:pt x="320817" y="133140"/>
                </a:cubicBezTo>
                <a:cubicBezTo>
                  <a:pt x="321652" y="135009"/>
                  <a:pt x="322939" y="136429"/>
                  <a:pt x="324677" y="137398"/>
                </a:cubicBezTo>
                <a:cubicBezTo>
                  <a:pt x="326414" y="138365"/>
                  <a:pt x="329656" y="138848"/>
                  <a:pt x="334401" y="138848"/>
                </a:cubicBezTo>
                <a:lnTo>
                  <a:pt x="334401" y="142557"/>
                </a:lnTo>
                <a:lnTo>
                  <a:pt x="289388" y="142557"/>
                </a:lnTo>
                <a:lnTo>
                  <a:pt x="289388" y="138848"/>
                </a:lnTo>
                <a:cubicBezTo>
                  <a:pt x="293599" y="138848"/>
                  <a:pt x="296473" y="138415"/>
                  <a:pt x="298010" y="137548"/>
                </a:cubicBezTo>
                <a:cubicBezTo>
                  <a:pt x="299547" y="136679"/>
                  <a:pt x="300750" y="135243"/>
                  <a:pt x="301619" y="133240"/>
                </a:cubicBezTo>
                <a:cubicBezTo>
                  <a:pt x="302488" y="131235"/>
                  <a:pt x="302922" y="127394"/>
                  <a:pt x="302922" y="121718"/>
                </a:cubicBezTo>
                <a:lnTo>
                  <a:pt x="302922" y="38368"/>
                </a:lnTo>
                <a:cubicBezTo>
                  <a:pt x="302922" y="28017"/>
                  <a:pt x="302688" y="21656"/>
                  <a:pt x="302220" y="19286"/>
                </a:cubicBezTo>
                <a:cubicBezTo>
                  <a:pt x="301752" y="16913"/>
                  <a:pt x="301001" y="15294"/>
                  <a:pt x="299965" y="14427"/>
                </a:cubicBezTo>
                <a:cubicBezTo>
                  <a:pt x="298929" y="13558"/>
                  <a:pt x="297609" y="13124"/>
                  <a:pt x="296005" y="13124"/>
                </a:cubicBezTo>
                <a:cubicBezTo>
                  <a:pt x="294267" y="13124"/>
                  <a:pt x="292061" y="13658"/>
                  <a:pt x="289388" y="14728"/>
                </a:cubicBezTo>
                <a:lnTo>
                  <a:pt x="287684" y="11219"/>
                </a:lnTo>
                <a:lnTo>
                  <a:pt x="315052" y="0"/>
                </a:lnTo>
                <a:lnTo>
                  <a:pt x="319564" y="0"/>
                </a:lnTo>
                <a:close/>
                <a:moveTo>
                  <a:pt x="371852" y="20451"/>
                </a:moveTo>
                <a:lnTo>
                  <a:pt x="371852" y="50727"/>
                </a:lnTo>
                <a:lnTo>
                  <a:pt x="393306" y="50727"/>
                </a:lnTo>
                <a:lnTo>
                  <a:pt x="393306" y="57745"/>
                </a:lnTo>
                <a:lnTo>
                  <a:pt x="371852" y="57745"/>
                </a:lnTo>
                <a:lnTo>
                  <a:pt x="371852" y="117213"/>
                </a:lnTo>
                <a:cubicBezTo>
                  <a:pt x="371852" y="123155"/>
                  <a:pt x="372704" y="127161"/>
                  <a:pt x="374408" y="129230"/>
                </a:cubicBezTo>
                <a:cubicBezTo>
                  <a:pt x="376113" y="131298"/>
                  <a:pt x="378302" y="132332"/>
                  <a:pt x="380975" y="132332"/>
                </a:cubicBezTo>
                <a:cubicBezTo>
                  <a:pt x="383180" y="132332"/>
                  <a:pt x="385319" y="131647"/>
                  <a:pt x="387391" y="130277"/>
                </a:cubicBezTo>
                <a:cubicBezTo>
                  <a:pt x="389463" y="128907"/>
                  <a:pt x="391067" y="126885"/>
                  <a:pt x="392203" y="124211"/>
                </a:cubicBezTo>
                <a:lnTo>
                  <a:pt x="396113" y="124211"/>
                </a:lnTo>
                <a:cubicBezTo>
                  <a:pt x="393774" y="130780"/>
                  <a:pt x="390465" y="135748"/>
                  <a:pt x="386188" y="139114"/>
                </a:cubicBezTo>
                <a:cubicBezTo>
                  <a:pt x="381911" y="142479"/>
                  <a:pt x="377500" y="144161"/>
                  <a:pt x="372955" y="144161"/>
                </a:cubicBezTo>
                <a:cubicBezTo>
                  <a:pt x="369880" y="144161"/>
                  <a:pt x="366873" y="143308"/>
                  <a:pt x="363932" y="141602"/>
                </a:cubicBezTo>
                <a:cubicBezTo>
                  <a:pt x="360991" y="139896"/>
                  <a:pt x="358819" y="137454"/>
                  <a:pt x="357416" y="134277"/>
                </a:cubicBezTo>
                <a:cubicBezTo>
                  <a:pt x="356012" y="131099"/>
                  <a:pt x="355311" y="126197"/>
                  <a:pt x="355311" y="119572"/>
                </a:cubicBezTo>
                <a:lnTo>
                  <a:pt x="355311" y="57745"/>
                </a:lnTo>
                <a:lnTo>
                  <a:pt x="340774" y="57745"/>
                </a:lnTo>
                <a:lnTo>
                  <a:pt x="340774" y="54436"/>
                </a:lnTo>
                <a:cubicBezTo>
                  <a:pt x="344450" y="52962"/>
                  <a:pt x="348209" y="50465"/>
                  <a:pt x="352052" y="46946"/>
                </a:cubicBezTo>
                <a:cubicBezTo>
                  <a:pt x="355895" y="43427"/>
                  <a:pt x="359321" y="39254"/>
                  <a:pt x="362328" y="34427"/>
                </a:cubicBezTo>
                <a:cubicBezTo>
                  <a:pt x="363865" y="31881"/>
                  <a:pt x="366004" y="27222"/>
                  <a:pt x="368744" y="20451"/>
                </a:cubicBezTo>
                <a:lnTo>
                  <a:pt x="371852" y="20451"/>
                </a:lnTo>
                <a:close/>
                <a:moveTo>
                  <a:pt x="425745" y="0"/>
                </a:moveTo>
                <a:cubicBezTo>
                  <a:pt x="428552" y="0"/>
                  <a:pt x="430941" y="991"/>
                  <a:pt x="432913" y="2973"/>
                </a:cubicBezTo>
                <a:cubicBezTo>
                  <a:pt x="434884" y="4953"/>
                  <a:pt x="435870" y="7354"/>
                  <a:pt x="435870" y="10176"/>
                </a:cubicBezTo>
                <a:cubicBezTo>
                  <a:pt x="435870" y="12997"/>
                  <a:pt x="434884" y="15416"/>
                  <a:pt x="432913" y="17431"/>
                </a:cubicBezTo>
                <a:cubicBezTo>
                  <a:pt x="430941" y="19445"/>
                  <a:pt x="428552" y="20451"/>
                  <a:pt x="425745" y="20451"/>
                </a:cubicBezTo>
                <a:cubicBezTo>
                  <a:pt x="422938" y="20451"/>
                  <a:pt x="420532" y="19445"/>
                  <a:pt x="418526" y="17431"/>
                </a:cubicBezTo>
                <a:cubicBezTo>
                  <a:pt x="416521" y="15416"/>
                  <a:pt x="415519" y="12997"/>
                  <a:pt x="415519" y="10176"/>
                </a:cubicBezTo>
                <a:cubicBezTo>
                  <a:pt x="415519" y="7354"/>
                  <a:pt x="416505" y="4953"/>
                  <a:pt x="418476" y="2973"/>
                </a:cubicBezTo>
                <a:cubicBezTo>
                  <a:pt x="420448" y="991"/>
                  <a:pt x="422871" y="0"/>
                  <a:pt x="425745" y="0"/>
                </a:cubicBezTo>
                <a:moveTo>
                  <a:pt x="434065" y="48121"/>
                </a:moveTo>
                <a:lnTo>
                  <a:pt x="434065" y="121743"/>
                </a:lnTo>
                <a:cubicBezTo>
                  <a:pt x="434065" y="127478"/>
                  <a:pt x="434483" y="131296"/>
                  <a:pt x="435319" y="133196"/>
                </a:cubicBezTo>
                <a:cubicBezTo>
                  <a:pt x="436154" y="135097"/>
                  <a:pt x="437390" y="136514"/>
                  <a:pt x="439028" y="137448"/>
                </a:cubicBezTo>
                <a:cubicBezTo>
                  <a:pt x="440665" y="138381"/>
                  <a:pt x="443656" y="138848"/>
                  <a:pt x="448000" y="138848"/>
                </a:cubicBezTo>
                <a:lnTo>
                  <a:pt x="448000" y="142557"/>
                </a:lnTo>
                <a:lnTo>
                  <a:pt x="403389" y="142557"/>
                </a:lnTo>
                <a:lnTo>
                  <a:pt x="403389" y="138848"/>
                </a:lnTo>
                <a:cubicBezTo>
                  <a:pt x="407866" y="138848"/>
                  <a:pt x="410874" y="138415"/>
                  <a:pt x="412411" y="137548"/>
                </a:cubicBezTo>
                <a:cubicBezTo>
                  <a:pt x="413948" y="136681"/>
                  <a:pt x="415168" y="135247"/>
                  <a:pt x="416070" y="133247"/>
                </a:cubicBezTo>
                <a:cubicBezTo>
                  <a:pt x="416973" y="131246"/>
                  <a:pt x="417424" y="127411"/>
                  <a:pt x="417424" y="121743"/>
                </a:cubicBezTo>
                <a:lnTo>
                  <a:pt x="417424" y="86432"/>
                </a:lnTo>
                <a:cubicBezTo>
                  <a:pt x="417424" y="76495"/>
                  <a:pt x="417123" y="70060"/>
                  <a:pt x="416521" y="67128"/>
                </a:cubicBezTo>
                <a:cubicBezTo>
                  <a:pt x="416054" y="64993"/>
                  <a:pt x="415318" y="63509"/>
                  <a:pt x="414316" y="62676"/>
                </a:cubicBezTo>
                <a:cubicBezTo>
                  <a:pt x="413313" y="61843"/>
                  <a:pt x="411943" y="61426"/>
                  <a:pt x="410206" y="61426"/>
                </a:cubicBezTo>
                <a:cubicBezTo>
                  <a:pt x="408334" y="61426"/>
                  <a:pt x="406062" y="61926"/>
                  <a:pt x="403389" y="62927"/>
                </a:cubicBezTo>
                <a:lnTo>
                  <a:pt x="401985" y="59324"/>
                </a:lnTo>
                <a:lnTo>
                  <a:pt x="429654" y="48121"/>
                </a:lnTo>
                <a:lnTo>
                  <a:pt x="434065" y="48121"/>
                </a:lnTo>
                <a:close/>
                <a:moveTo>
                  <a:pt x="461524" y="88823"/>
                </a:moveTo>
                <a:lnTo>
                  <a:pt x="513354" y="88823"/>
                </a:lnTo>
                <a:lnTo>
                  <a:pt x="513354" y="103961"/>
                </a:lnTo>
                <a:lnTo>
                  <a:pt x="461524" y="103961"/>
                </a:lnTo>
                <a:lnTo>
                  <a:pt x="461524" y="88823"/>
                </a:lnTo>
                <a:close/>
                <a:moveTo>
                  <a:pt x="555326" y="67670"/>
                </a:moveTo>
                <a:cubicBezTo>
                  <a:pt x="562009" y="60986"/>
                  <a:pt x="565952" y="57143"/>
                  <a:pt x="567155" y="56141"/>
                </a:cubicBezTo>
                <a:cubicBezTo>
                  <a:pt x="570163" y="53601"/>
                  <a:pt x="573404" y="51629"/>
                  <a:pt x="576880" y="50226"/>
                </a:cubicBezTo>
                <a:cubicBezTo>
                  <a:pt x="580355" y="48822"/>
                  <a:pt x="583797" y="48121"/>
                  <a:pt x="587206" y="48121"/>
                </a:cubicBezTo>
                <a:cubicBezTo>
                  <a:pt x="592954" y="48121"/>
                  <a:pt x="597899" y="49792"/>
                  <a:pt x="602043" y="53133"/>
                </a:cubicBezTo>
                <a:cubicBezTo>
                  <a:pt x="606187" y="56475"/>
                  <a:pt x="608960" y="61320"/>
                  <a:pt x="610364" y="67670"/>
                </a:cubicBezTo>
                <a:cubicBezTo>
                  <a:pt x="617248" y="59650"/>
                  <a:pt x="623062" y="54386"/>
                  <a:pt x="627808" y="51880"/>
                </a:cubicBezTo>
                <a:cubicBezTo>
                  <a:pt x="632553" y="49374"/>
                  <a:pt x="637432" y="48121"/>
                  <a:pt x="642444" y="48121"/>
                </a:cubicBezTo>
                <a:cubicBezTo>
                  <a:pt x="647323" y="48121"/>
                  <a:pt x="651651" y="49372"/>
                  <a:pt x="655427" y="51874"/>
                </a:cubicBezTo>
                <a:cubicBezTo>
                  <a:pt x="659203" y="54374"/>
                  <a:pt x="662194" y="58458"/>
                  <a:pt x="664399" y="64126"/>
                </a:cubicBezTo>
                <a:cubicBezTo>
                  <a:pt x="665870" y="67994"/>
                  <a:pt x="666605" y="74063"/>
                  <a:pt x="666605" y="82331"/>
                </a:cubicBezTo>
                <a:lnTo>
                  <a:pt x="666605" y="121743"/>
                </a:lnTo>
                <a:cubicBezTo>
                  <a:pt x="666605" y="127478"/>
                  <a:pt x="667039" y="131413"/>
                  <a:pt x="667908" y="133547"/>
                </a:cubicBezTo>
                <a:cubicBezTo>
                  <a:pt x="668576" y="135014"/>
                  <a:pt x="669813" y="136264"/>
                  <a:pt x="671617" y="137297"/>
                </a:cubicBezTo>
                <a:cubicBezTo>
                  <a:pt x="673422" y="138331"/>
                  <a:pt x="676363" y="138848"/>
                  <a:pt x="680440" y="138848"/>
                </a:cubicBezTo>
                <a:lnTo>
                  <a:pt x="680440" y="142557"/>
                </a:lnTo>
                <a:lnTo>
                  <a:pt x="635126" y="142557"/>
                </a:lnTo>
                <a:lnTo>
                  <a:pt x="635126" y="138848"/>
                </a:lnTo>
                <a:lnTo>
                  <a:pt x="637031" y="138848"/>
                </a:lnTo>
                <a:cubicBezTo>
                  <a:pt x="640974" y="138848"/>
                  <a:pt x="644048" y="138084"/>
                  <a:pt x="646254" y="136555"/>
                </a:cubicBezTo>
                <a:cubicBezTo>
                  <a:pt x="647791" y="135490"/>
                  <a:pt x="648894" y="133794"/>
                  <a:pt x="649562" y="131467"/>
                </a:cubicBezTo>
                <a:cubicBezTo>
                  <a:pt x="649829" y="130337"/>
                  <a:pt x="649963" y="127112"/>
                  <a:pt x="649963" y="121793"/>
                </a:cubicBezTo>
                <a:lnTo>
                  <a:pt x="649963" y="82494"/>
                </a:lnTo>
                <a:cubicBezTo>
                  <a:pt x="649963" y="75047"/>
                  <a:pt x="649061" y="69794"/>
                  <a:pt x="647256" y="66736"/>
                </a:cubicBezTo>
                <a:cubicBezTo>
                  <a:pt x="644650" y="62480"/>
                  <a:pt x="640473" y="60351"/>
                  <a:pt x="634725" y="60351"/>
                </a:cubicBezTo>
                <a:cubicBezTo>
                  <a:pt x="631183" y="60351"/>
                  <a:pt x="627624" y="61233"/>
                  <a:pt x="624048" y="62995"/>
                </a:cubicBezTo>
                <a:cubicBezTo>
                  <a:pt x="620473" y="64756"/>
                  <a:pt x="616145" y="68031"/>
                  <a:pt x="611066" y="72820"/>
                </a:cubicBezTo>
                <a:lnTo>
                  <a:pt x="610865" y="73917"/>
                </a:lnTo>
                <a:lnTo>
                  <a:pt x="611066" y="78205"/>
                </a:lnTo>
                <a:lnTo>
                  <a:pt x="611066" y="121793"/>
                </a:lnTo>
                <a:cubicBezTo>
                  <a:pt x="611066" y="128044"/>
                  <a:pt x="611416" y="131934"/>
                  <a:pt x="612118" y="133463"/>
                </a:cubicBezTo>
                <a:cubicBezTo>
                  <a:pt x="612820" y="134992"/>
                  <a:pt x="614140" y="136272"/>
                  <a:pt x="616078" y="137304"/>
                </a:cubicBezTo>
                <a:cubicBezTo>
                  <a:pt x="618016" y="138333"/>
                  <a:pt x="621325" y="138848"/>
                  <a:pt x="626003" y="138848"/>
                </a:cubicBezTo>
                <a:lnTo>
                  <a:pt x="626003" y="142557"/>
                </a:lnTo>
                <a:lnTo>
                  <a:pt x="579587" y="142557"/>
                </a:lnTo>
                <a:lnTo>
                  <a:pt x="579587" y="138848"/>
                </a:lnTo>
                <a:cubicBezTo>
                  <a:pt x="584666" y="138848"/>
                  <a:pt x="588158" y="138250"/>
                  <a:pt x="590063" y="137053"/>
                </a:cubicBezTo>
                <a:cubicBezTo>
                  <a:pt x="591968" y="135856"/>
                  <a:pt x="593288" y="134061"/>
                  <a:pt x="594023" y="131668"/>
                </a:cubicBezTo>
                <a:cubicBezTo>
                  <a:pt x="594357" y="130536"/>
                  <a:pt x="594524" y="127244"/>
                  <a:pt x="594524" y="121793"/>
                </a:cubicBezTo>
                <a:lnTo>
                  <a:pt x="594524" y="82494"/>
                </a:lnTo>
                <a:cubicBezTo>
                  <a:pt x="594524" y="75047"/>
                  <a:pt x="593421" y="69693"/>
                  <a:pt x="591216" y="66435"/>
                </a:cubicBezTo>
                <a:cubicBezTo>
                  <a:pt x="588275" y="62179"/>
                  <a:pt x="584165" y="60051"/>
                  <a:pt x="578885" y="60051"/>
                </a:cubicBezTo>
                <a:cubicBezTo>
                  <a:pt x="575276" y="60051"/>
                  <a:pt x="571700" y="61014"/>
                  <a:pt x="568158" y="62942"/>
                </a:cubicBezTo>
                <a:cubicBezTo>
                  <a:pt x="562611" y="65868"/>
                  <a:pt x="558333" y="69160"/>
                  <a:pt x="555326" y="72817"/>
                </a:cubicBezTo>
                <a:lnTo>
                  <a:pt x="555326" y="121793"/>
                </a:lnTo>
                <a:cubicBezTo>
                  <a:pt x="555326" y="127777"/>
                  <a:pt x="555744" y="131667"/>
                  <a:pt x="556579" y="133463"/>
                </a:cubicBezTo>
                <a:cubicBezTo>
                  <a:pt x="557414" y="135257"/>
                  <a:pt x="558651" y="136603"/>
                  <a:pt x="560288" y="137501"/>
                </a:cubicBezTo>
                <a:cubicBezTo>
                  <a:pt x="561926" y="138399"/>
                  <a:pt x="565251" y="138848"/>
                  <a:pt x="570263" y="138848"/>
                </a:cubicBezTo>
                <a:lnTo>
                  <a:pt x="570263" y="142557"/>
                </a:lnTo>
                <a:lnTo>
                  <a:pt x="524849" y="142557"/>
                </a:lnTo>
                <a:lnTo>
                  <a:pt x="524849" y="138848"/>
                </a:lnTo>
                <a:cubicBezTo>
                  <a:pt x="529060" y="138848"/>
                  <a:pt x="532001" y="138398"/>
                  <a:pt x="533672" y="137498"/>
                </a:cubicBezTo>
                <a:cubicBezTo>
                  <a:pt x="535342" y="136598"/>
                  <a:pt x="536612" y="135164"/>
                  <a:pt x="537481" y="133196"/>
                </a:cubicBezTo>
                <a:cubicBezTo>
                  <a:pt x="538350" y="131229"/>
                  <a:pt x="538784" y="127411"/>
                  <a:pt x="538784" y="121743"/>
                </a:cubicBezTo>
                <a:lnTo>
                  <a:pt x="538784" y="86733"/>
                </a:lnTo>
                <a:cubicBezTo>
                  <a:pt x="538784" y="76662"/>
                  <a:pt x="538484" y="70160"/>
                  <a:pt x="537882" y="67228"/>
                </a:cubicBezTo>
                <a:cubicBezTo>
                  <a:pt x="537414" y="65027"/>
                  <a:pt x="536679" y="63509"/>
                  <a:pt x="535677" y="62676"/>
                </a:cubicBezTo>
                <a:cubicBezTo>
                  <a:pt x="534674" y="61843"/>
                  <a:pt x="533304" y="61426"/>
                  <a:pt x="531566" y="61426"/>
                </a:cubicBezTo>
                <a:cubicBezTo>
                  <a:pt x="529695" y="61426"/>
                  <a:pt x="527456" y="61926"/>
                  <a:pt x="524849" y="62927"/>
                </a:cubicBezTo>
                <a:lnTo>
                  <a:pt x="523346" y="59324"/>
                </a:lnTo>
                <a:lnTo>
                  <a:pt x="551015" y="48121"/>
                </a:lnTo>
                <a:lnTo>
                  <a:pt x="555326" y="48121"/>
                </a:lnTo>
                <a:lnTo>
                  <a:pt x="555326" y="67670"/>
                </a:lnTo>
                <a:close/>
                <a:moveTo>
                  <a:pt x="732828" y="48121"/>
                </a:moveTo>
                <a:cubicBezTo>
                  <a:pt x="746730" y="48121"/>
                  <a:pt x="757891" y="53395"/>
                  <a:pt x="766312" y="63945"/>
                </a:cubicBezTo>
                <a:cubicBezTo>
                  <a:pt x="773463" y="72957"/>
                  <a:pt x="777039" y="83306"/>
                  <a:pt x="777039" y="94991"/>
                </a:cubicBezTo>
                <a:cubicBezTo>
                  <a:pt x="777039" y="103204"/>
                  <a:pt x="775067" y="111516"/>
                  <a:pt x="771124" y="119929"/>
                </a:cubicBezTo>
                <a:cubicBezTo>
                  <a:pt x="767181" y="128340"/>
                  <a:pt x="761751" y="134681"/>
                  <a:pt x="754833" y="138955"/>
                </a:cubicBezTo>
                <a:cubicBezTo>
                  <a:pt x="747916" y="143228"/>
                  <a:pt x="740213" y="145364"/>
                  <a:pt x="731725" y="145364"/>
                </a:cubicBezTo>
                <a:cubicBezTo>
                  <a:pt x="717891" y="145364"/>
                  <a:pt x="706896" y="139856"/>
                  <a:pt x="698743" y="128839"/>
                </a:cubicBezTo>
                <a:cubicBezTo>
                  <a:pt x="691859" y="119559"/>
                  <a:pt x="688417" y="109145"/>
                  <a:pt x="688417" y="97595"/>
                </a:cubicBezTo>
                <a:cubicBezTo>
                  <a:pt x="688417" y="89182"/>
                  <a:pt x="690505" y="80819"/>
                  <a:pt x="694682" y="72507"/>
                </a:cubicBezTo>
                <a:cubicBezTo>
                  <a:pt x="698860" y="64194"/>
                  <a:pt x="704357" y="58052"/>
                  <a:pt x="711174" y="54079"/>
                </a:cubicBezTo>
                <a:cubicBezTo>
                  <a:pt x="717991" y="50107"/>
                  <a:pt x="725209" y="48121"/>
                  <a:pt x="732828" y="48121"/>
                </a:cubicBezTo>
                <a:moveTo>
                  <a:pt x="729720" y="54737"/>
                </a:moveTo>
                <a:cubicBezTo>
                  <a:pt x="726178" y="54737"/>
                  <a:pt x="722619" y="55789"/>
                  <a:pt x="719043" y="57892"/>
                </a:cubicBezTo>
                <a:cubicBezTo>
                  <a:pt x="715468" y="59995"/>
                  <a:pt x="712577" y="63684"/>
                  <a:pt x="710372" y="68957"/>
                </a:cubicBezTo>
                <a:cubicBezTo>
                  <a:pt x="708166" y="74231"/>
                  <a:pt x="707063" y="81006"/>
                  <a:pt x="707063" y="89283"/>
                </a:cubicBezTo>
                <a:cubicBezTo>
                  <a:pt x="707063" y="102633"/>
                  <a:pt x="709720" y="114149"/>
                  <a:pt x="715033" y="123829"/>
                </a:cubicBezTo>
                <a:cubicBezTo>
                  <a:pt x="720347" y="133508"/>
                  <a:pt x="727348" y="138347"/>
                  <a:pt x="736036" y="138347"/>
                </a:cubicBezTo>
                <a:cubicBezTo>
                  <a:pt x="742519" y="138347"/>
                  <a:pt x="747866" y="135677"/>
                  <a:pt x="752076" y="130336"/>
                </a:cubicBezTo>
                <a:cubicBezTo>
                  <a:pt x="756287" y="124996"/>
                  <a:pt x="758392" y="115817"/>
                  <a:pt x="758392" y="102802"/>
                </a:cubicBezTo>
                <a:cubicBezTo>
                  <a:pt x="758392" y="86513"/>
                  <a:pt x="754883" y="73695"/>
                  <a:pt x="747866" y="64349"/>
                </a:cubicBezTo>
                <a:cubicBezTo>
                  <a:pt x="743121" y="57941"/>
                  <a:pt x="737072" y="54737"/>
                  <a:pt x="729720" y="54737"/>
                </a:cubicBezTo>
                <a:close/>
                <a:moveTo>
                  <a:pt x="855435" y="132232"/>
                </a:moveTo>
                <a:cubicBezTo>
                  <a:pt x="850958" y="136910"/>
                  <a:pt x="846580" y="140268"/>
                  <a:pt x="842303" y="142307"/>
                </a:cubicBezTo>
                <a:cubicBezTo>
                  <a:pt x="838025" y="144345"/>
                  <a:pt x="833414" y="145364"/>
                  <a:pt x="828468" y="145364"/>
                </a:cubicBezTo>
                <a:cubicBezTo>
                  <a:pt x="818443" y="145364"/>
                  <a:pt x="809687" y="141180"/>
                  <a:pt x="802202" y="132811"/>
                </a:cubicBezTo>
                <a:cubicBezTo>
                  <a:pt x="794717" y="124440"/>
                  <a:pt x="790974" y="113684"/>
                  <a:pt x="790974" y="100543"/>
                </a:cubicBezTo>
                <a:cubicBezTo>
                  <a:pt x="790974" y="87404"/>
                  <a:pt x="795118" y="75382"/>
                  <a:pt x="803405" y="64477"/>
                </a:cubicBezTo>
                <a:cubicBezTo>
                  <a:pt x="811692" y="53573"/>
                  <a:pt x="822353" y="48121"/>
                  <a:pt x="835385" y="48121"/>
                </a:cubicBezTo>
                <a:cubicBezTo>
                  <a:pt x="843472" y="48121"/>
                  <a:pt x="850156" y="50694"/>
                  <a:pt x="855435" y="55840"/>
                </a:cubicBezTo>
                <a:lnTo>
                  <a:pt x="855435" y="38860"/>
                </a:lnTo>
                <a:cubicBezTo>
                  <a:pt x="855435" y="28323"/>
                  <a:pt x="855185" y="21846"/>
                  <a:pt x="854684" y="19430"/>
                </a:cubicBezTo>
                <a:cubicBezTo>
                  <a:pt x="854182" y="17014"/>
                  <a:pt x="853397" y="15370"/>
                  <a:pt x="852328" y="14499"/>
                </a:cubicBezTo>
                <a:cubicBezTo>
                  <a:pt x="851258" y="13626"/>
                  <a:pt x="849922" y="13189"/>
                  <a:pt x="848318" y="13189"/>
                </a:cubicBezTo>
                <a:cubicBezTo>
                  <a:pt x="846580" y="13189"/>
                  <a:pt x="844274" y="13726"/>
                  <a:pt x="841400" y="14800"/>
                </a:cubicBezTo>
                <a:lnTo>
                  <a:pt x="840097" y="11275"/>
                </a:lnTo>
                <a:lnTo>
                  <a:pt x="867466" y="0"/>
                </a:lnTo>
                <a:lnTo>
                  <a:pt x="871977" y="0"/>
                </a:lnTo>
                <a:lnTo>
                  <a:pt x="871977" y="106166"/>
                </a:lnTo>
                <a:cubicBezTo>
                  <a:pt x="871977" y="116927"/>
                  <a:pt x="872228" y="123493"/>
                  <a:pt x="872729" y="125866"/>
                </a:cubicBezTo>
                <a:cubicBezTo>
                  <a:pt x="873230" y="128238"/>
                  <a:pt x="874032" y="129892"/>
                  <a:pt x="875135" y="130828"/>
                </a:cubicBezTo>
                <a:cubicBezTo>
                  <a:pt x="876238" y="131764"/>
                  <a:pt x="877524" y="132232"/>
                  <a:pt x="878995" y="132232"/>
                </a:cubicBezTo>
                <a:cubicBezTo>
                  <a:pt x="880799" y="132232"/>
                  <a:pt x="883205" y="131663"/>
                  <a:pt x="886213" y="130527"/>
                </a:cubicBezTo>
                <a:lnTo>
                  <a:pt x="887315" y="134036"/>
                </a:lnTo>
                <a:lnTo>
                  <a:pt x="860047" y="145364"/>
                </a:lnTo>
                <a:lnTo>
                  <a:pt x="855435" y="145364"/>
                </a:lnTo>
                <a:lnTo>
                  <a:pt x="855435" y="132232"/>
                </a:lnTo>
                <a:moveTo>
                  <a:pt x="855435" y="125236"/>
                </a:moveTo>
                <a:lnTo>
                  <a:pt x="855435" y="78036"/>
                </a:lnTo>
                <a:cubicBezTo>
                  <a:pt x="855034" y="73502"/>
                  <a:pt x="853831" y="69369"/>
                  <a:pt x="851826" y="65636"/>
                </a:cubicBezTo>
                <a:cubicBezTo>
                  <a:pt x="849821" y="61902"/>
                  <a:pt x="847165" y="59086"/>
                  <a:pt x="843856" y="57187"/>
                </a:cubicBezTo>
                <a:cubicBezTo>
                  <a:pt x="840548" y="55287"/>
                  <a:pt x="837323" y="54336"/>
                  <a:pt x="834182" y="54336"/>
                </a:cubicBezTo>
                <a:cubicBezTo>
                  <a:pt x="828301" y="54336"/>
                  <a:pt x="823054" y="56970"/>
                  <a:pt x="818443" y="62237"/>
                </a:cubicBezTo>
                <a:cubicBezTo>
                  <a:pt x="812361" y="69169"/>
                  <a:pt x="809320" y="79302"/>
                  <a:pt x="809320" y="92635"/>
                </a:cubicBezTo>
                <a:cubicBezTo>
                  <a:pt x="809320" y="106103"/>
                  <a:pt x="812261" y="116420"/>
                  <a:pt x="818142" y="123588"/>
                </a:cubicBezTo>
                <a:cubicBezTo>
                  <a:pt x="824023" y="130754"/>
                  <a:pt x="830573" y="134337"/>
                  <a:pt x="837791" y="134337"/>
                </a:cubicBezTo>
                <a:cubicBezTo>
                  <a:pt x="843873" y="134337"/>
                  <a:pt x="849755" y="131303"/>
                  <a:pt x="855435" y="125236"/>
                </a:cubicBezTo>
                <a:close/>
                <a:moveTo>
                  <a:pt x="945261" y="129324"/>
                </a:moveTo>
                <a:cubicBezTo>
                  <a:pt x="935837" y="136609"/>
                  <a:pt x="929922" y="140820"/>
                  <a:pt x="927516" y="141956"/>
                </a:cubicBezTo>
                <a:cubicBezTo>
                  <a:pt x="923907" y="143694"/>
                  <a:pt x="920064" y="144562"/>
                  <a:pt x="915987" y="144562"/>
                </a:cubicBezTo>
                <a:cubicBezTo>
                  <a:pt x="909638" y="144562"/>
                  <a:pt x="904408" y="142390"/>
                  <a:pt x="900298" y="138046"/>
                </a:cubicBezTo>
                <a:cubicBezTo>
                  <a:pt x="896188" y="133702"/>
                  <a:pt x="894132" y="127988"/>
                  <a:pt x="894132" y="120903"/>
                </a:cubicBezTo>
                <a:cubicBezTo>
                  <a:pt x="894132" y="116425"/>
                  <a:pt x="895135" y="112549"/>
                  <a:pt x="897140" y="109274"/>
                </a:cubicBezTo>
                <a:cubicBezTo>
                  <a:pt x="899880" y="104729"/>
                  <a:pt x="904642" y="100452"/>
                  <a:pt x="911426" y="96442"/>
                </a:cubicBezTo>
                <a:cubicBezTo>
                  <a:pt x="918210" y="92432"/>
                  <a:pt x="929488" y="87553"/>
                  <a:pt x="945261" y="81805"/>
                </a:cubicBezTo>
                <a:lnTo>
                  <a:pt x="945261" y="78196"/>
                </a:lnTo>
                <a:cubicBezTo>
                  <a:pt x="945261" y="69040"/>
                  <a:pt x="943807" y="62757"/>
                  <a:pt x="940900" y="59349"/>
                </a:cubicBezTo>
                <a:cubicBezTo>
                  <a:pt x="937992" y="55940"/>
                  <a:pt x="933765" y="54236"/>
                  <a:pt x="928218" y="54236"/>
                </a:cubicBezTo>
                <a:cubicBezTo>
                  <a:pt x="924007" y="54236"/>
                  <a:pt x="920666" y="55368"/>
                  <a:pt x="918193" y="57632"/>
                </a:cubicBezTo>
                <a:cubicBezTo>
                  <a:pt x="915653" y="59896"/>
                  <a:pt x="914383" y="62493"/>
                  <a:pt x="914383" y="65423"/>
                </a:cubicBezTo>
                <a:lnTo>
                  <a:pt x="914584" y="71216"/>
                </a:lnTo>
                <a:cubicBezTo>
                  <a:pt x="914584" y="74278"/>
                  <a:pt x="913798" y="76641"/>
                  <a:pt x="912228" y="78306"/>
                </a:cubicBezTo>
                <a:cubicBezTo>
                  <a:pt x="910657" y="79970"/>
                  <a:pt x="908602" y="80803"/>
                  <a:pt x="906062" y="80803"/>
                </a:cubicBezTo>
                <a:cubicBezTo>
                  <a:pt x="903590" y="80803"/>
                  <a:pt x="901568" y="79937"/>
                  <a:pt x="899997" y="78205"/>
                </a:cubicBezTo>
                <a:cubicBezTo>
                  <a:pt x="898427" y="76472"/>
                  <a:pt x="897641" y="74106"/>
                  <a:pt x="897641" y="71106"/>
                </a:cubicBezTo>
                <a:cubicBezTo>
                  <a:pt x="897641" y="65377"/>
                  <a:pt x="900582" y="60114"/>
                  <a:pt x="906463" y="55317"/>
                </a:cubicBezTo>
                <a:cubicBezTo>
                  <a:pt x="912345" y="50519"/>
                  <a:pt x="920599" y="48121"/>
                  <a:pt x="931226" y="48121"/>
                </a:cubicBezTo>
                <a:cubicBezTo>
                  <a:pt x="939379" y="48121"/>
                  <a:pt x="946063" y="49489"/>
                  <a:pt x="951276" y="52225"/>
                </a:cubicBezTo>
                <a:cubicBezTo>
                  <a:pt x="955219" y="54294"/>
                  <a:pt x="958126" y="57533"/>
                  <a:pt x="959998" y="61940"/>
                </a:cubicBezTo>
                <a:cubicBezTo>
                  <a:pt x="961201" y="64809"/>
                  <a:pt x="961802" y="70683"/>
                  <a:pt x="961802" y="79562"/>
                </a:cubicBezTo>
                <a:lnTo>
                  <a:pt x="961802" y="110703"/>
                </a:lnTo>
                <a:cubicBezTo>
                  <a:pt x="961802" y="119447"/>
                  <a:pt x="961969" y="124805"/>
                  <a:pt x="962303" y="126774"/>
                </a:cubicBezTo>
                <a:cubicBezTo>
                  <a:pt x="962638" y="128744"/>
                  <a:pt x="963189" y="130063"/>
                  <a:pt x="963958" y="130731"/>
                </a:cubicBezTo>
                <a:cubicBezTo>
                  <a:pt x="964726" y="131397"/>
                  <a:pt x="965612" y="131730"/>
                  <a:pt x="966614" y="131730"/>
                </a:cubicBezTo>
                <a:cubicBezTo>
                  <a:pt x="967684" y="131730"/>
                  <a:pt x="968619" y="131496"/>
                  <a:pt x="969421" y="131029"/>
                </a:cubicBezTo>
                <a:cubicBezTo>
                  <a:pt x="970825" y="130160"/>
                  <a:pt x="973532" y="127720"/>
                  <a:pt x="977542" y="123710"/>
                </a:cubicBezTo>
                <a:lnTo>
                  <a:pt x="977542" y="129324"/>
                </a:lnTo>
                <a:cubicBezTo>
                  <a:pt x="970056" y="139349"/>
                  <a:pt x="962905" y="144362"/>
                  <a:pt x="956088" y="144362"/>
                </a:cubicBezTo>
                <a:cubicBezTo>
                  <a:pt x="952813" y="144362"/>
                  <a:pt x="950206" y="143226"/>
                  <a:pt x="948268" y="140953"/>
                </a:cubicBezTo>
                <a:cubicBezTo>
                  <a:pt x="946330" y="138681"/>
                  <a:pt x="945328" y="134805"/>
                  <a:pt x="945261" y="129324"/>
                </a:cubicBezTo>
                <a:moveTo>
                  <a:pt x="945261" y="122752"/>
                </a:moveTo>
                <a:lnTo>
                  <a:pt x="945261" y="87920"/>
                </a:lnTo>
                <a:cubicBezTo>
                  <a:pt x="935169" y="91912"/>
                  <a:pt x="928652" y="94740"/>
                  <a:pt x="925712" y="96404"/>
                </a:cubicBezTo>
                <a:cubicBezTo>
                  <a:pt x="920432" y="99332"/>
                  <a:pt x="916656" y="102393"/>
                  <a:pt x="914383" y="105587"/>
                </a:cubicBezTo>
                <a:cubicBezTo>
                  <a:pt x="912111" y="108780"/>
                  <a:pt x="910975" y="112273"/>
                  <a:pt x="910975" y="116066"/>
                </a:cubicBezTo>
                <a:cubicBezTo>
                  <a:pt x="910975" y="120857"/>
                  <a:pt x="912412" y="124833"/>
                  <a:pt x="915286" y="127993"/>
                </a:cubicBezTo>
                <a:cubicBezTo>
                  <a:pt x="918159" y="131153"/>
                  <a:pt x="921468" y="132733"/>
                  <a:pt x="925210" y="132733"/>
                </a:cubicBezTo>
                <a:cubicBezTo>
                  <a:pt x="930290" y="132733"/>
                  <a:pt x="936973" y="129406"/>
                  <a:pt x="945261" y="122752"/>
                </a:cubicBezTo>
                <a:close/>
                <a:moveTo>
                  <a:pt x="1015703" y="0"/>
                </a:moveTo>
                <a:lnTo>
                  <a:pt x="1015703" y="121718"/>
                </a:lnTo>
                <a:cubicBezTo>
                  <a:pt x="1015703" y="127461"/>
                  <a:pt x="1016120" y="131269"/>
                  <a:pt x="1016956" y="133140"/>
                </a:cubicBezTo>
                <a:cubicBezTo>
                  <a:pt x="1017791" y="135009"/>
                  <a:pt x="1019078" y="136429"/>
                  <a:pt x="1020816" y="137398"/>
                </a:cubicBezTo>
                <a:cubicBezTo>
                  <a:pt x="1022553" y="138365"/>
                  <a:pt x="1025795" y="138848"/>
                  <a:pt x="1030540" y="138848"/>
                </a:cubicBezTo>
                <a:lnTo>
                  <a:pt x="1030540" y="142557"/>
                </a:lnTo>
                <a:lnTo>
                  <a:pt x="985527" y="142557"/>
                </a:lnTo>
                <a:lnTo>
                  <a:pt x="985527" y="138848"/>
                </a:lnTo>
                <a:cubicBezTo>
                  <a:pt x="989738" y="138848"/>
                  <a:pt x="992612" y="138415"/>
                  <a:pt x="994149" y="137548"/>
                </a:cubicBezTo>
                <a:cubicBezTo>
                  <a:pt x="995686" y="136679"/>
                  <a:pt x="996889" y="135243"/>
                  <a:pt x="997758" y="133240"/>
                </a:cubicBezTo>
                <a:cubicBezTo>
                  <a:pt x="998627" y="131235"/>
                  <a:pt x="999061" y="127394"/>
                  <a:pt x="999061" y="121718"/>
                </a:cubicBezTo>
                <a:lnTo>
                  <a:pt x="999061" y="38368"/>
                </a:lnTo>
                <a:cubicBezTo>
                  <a:pt x="999061" y="28017"/>
                  <a:pt x="998827" y="21656"/>
                  <a:pt x="998359" y="19286"/>
                </a:cubicBezTo>
                <a:cubicBezTo>
                  <a:pt x="997891" y="16913"/>
                  <a:pt x="997140" y="15294"/>
                  <a:pt x="996104" y="14427"/>
                </a:cubicBezTo>
                <a:cubicBezTo>
                  <a:pt x="995068" y="13558"/>
                  <a:pt x="993748" y="13124"/>
                  <a:pt x="992144" y="13124"/>
                </a:cubicBezTo>
                <a:cubicBezTo>
                  <a:pt x="990406" y="13124"/>
                  <a:pt x="988200" y="13658"/>
                  <a:pt x="985527" y="14728"/>
                </a:cubicBezTo>
                <a:lnTo>
                  <a:pt x="983823" y="11219"/>
                </a:lnTo>
                <a:lnTo>
                  <a:pt x="1011191" y="0"/>
                </a:lnTo>
                <a:lnTo>
                  <a:pt x="1015703" y="0"/>
                </a:lnTo>
                <a:close/>
                <a:moveTo>
                  <a:pt x="1170669" y="107670"/>
                </a:moveTo>
                <a:cubicBezTo>
                  <a:pt x="1168196" y="119767"/>
                  <a:pt x="1163350" y="129074"/>
                  <a:pt x="1156132" y="135590"/>
                </a:cubicBezTo>
                <a:cubicBezTo>
                  <a:pt x="1148914" y="142106"/>
                  <a:pt x="1140927" y="145364"/>
                  <a:pt x="1132172" y="145364"/>
                </a:cubicBezTo>
                <a:cubicBezTo>
                  <a:pt x="1121746" y="145364"/>
                  <a:pt x="1112657" y="140992"/>
                  <a:pt x="1104904" y="132247"/>
                </a:cubicBezTo>
                <a:cubicBezTo>
                  <a:pt x="1097151" y="123500"/>
                  <a:pt x="1093275" y="111682"/>
                  <a:pt x="1093275" y="96793"/>
                </a:cubicBezTo>
                <a:cubicBezTo>
                  <a:pt x="1093275" y="82371"/>
                  <a:pt x="1097569" y="70654"/>
                  <a:pt x="1106157" y="61642"/>
                </a:cubicBezTo>
                <a:cubicBezTo>
                  <a:pt x="1114745" y="52628"/>
                  <a:pt x="1125054" y="48121"/>
                  <a:pt x="1137085" y="48121"/>
                </a:cubicBezTo>
                <a:cubicBezTo>
                  <a:pt x="1146107" y="48121"/>
                  <a:pt x="1153526" y="50503"/>
                  <a:pt x="1159340" y="55267"/>
                </a:cubicBezTo>
                <a:cubicBezTo>
                  <a:pt x="1165155" y="60029"/>
                  <a:pt x="1168062" y="64974"/>
                  <a:pt x="1168062" y="70104"/>
                </a:cubicBezTo>
                <a:cubicBezTo>
                  <a:pt x="1168062" y="72635"/>
                  <a:pt x="1167243" y="74684"/>
                  <a:pt x="1165606" y="76251"/>
                </a:cubicBezTo>
                <a:cubicBezTo>
                  <a:pt x="1163969" y="77815"/>
                  <a:pt x="1161680" y="78597"/>
                  <a:pt x="1158739" y="78597"/>
                </a:cubicBezTo>
                <a:cubicBezTo>
                  <a:pt x="1154796" y="78597"/>
                  <a:pt x="1151821" y="77327"/>
                  <a:pt x="1149816" y="74788"/>
                </a:cubicBezTo>
                <a:cubicBezTo>
                  <a:pt x="1148680" y="73384"/>
                  <a:pt x="1147928" y="70711"/>
                  <a:pt x="1147561" y="66767"/>
                </a:cubicBezTo>
                <a:cubicBezTo>
                  <a:pt x="1147193" y="62824"/>
                  <a:pt x="1145840" y="59817"/>
                  <a:pt x="1143501" y="57745"/>
                </a:cubicBezTo>
                <a:cubicBezTo>
                  <a:pt x="1141161" y="55740"/>
                  <a:pt x="1137920" y="54737"/>
                  <a:pt x="1133776" y="54737"/>
                </a:cubicBezTo>
                <a:cubicBezTo>
                  <a:pt x="1127093" y="54737"/>
                  <a:pt x="1121713" y="57210"/>
                  <a:pt x="1117636" y="62156"/>
                </a:cubicBezTo>
                <a:cubicBezTo>
                  <a:pt x="1112222" y="68706"/>
                  <a:pt x="1109515" y="77361"/>
                  <a:pt x="1109515" y="88121"/>
                </a:cubicBezTo>
                <a:cubicBezTo>
                  <a:pt x="1109515" y="99082"/>
                  <a:pt x="1112205" y="108756"/>
                  <a:pt x="1117586" y="117144"/>
                </a:cubicBezTo>
                <a:cubicBezTo>
                  <a:pt x="1122966" y="125531"/>
                  <a:pt x="1130234" y="129725"/>
                  <a:pt x="1139390" y="129725"/>
                </a:cubicBezTo>
                <a:cubicBezTo>
                  <a:pt x="1145940" y="129725"/>
                  <a:pt x="1151821" y="127486"/>
                  <a:pt x="1157035" y="123008"/>
                </a:cubicBezTo>
                <a:cubicBezTo>
                  <a:pt x="1160710" y="119934"/>
                  <a:pt x="1164286" y="114353"/>
                  <a:pt x="1167761" y="106266"/>
                </a:cubicBezTo>
                <a:lnTo>
                  <a:pt x="1170669" y="107670"/>
                </a:lnTo>
                <a:close/>
                <a:moveTo>
                  <a:pt x="1210535" y="0"/>
                </a:moveTo>
                <a:lnTo>
                  <a:pt x="1210535" y="67269"/>
                </a:lnTo>
                <a:cubicBezTo>
                  <a:pt x="1217954" y="59115"/>
                  <a:pt x="1223835" y="53885"/>
                  <a:pt x="1228180" y="51579"/>
                </a:cubicBezTo>
                <a:cubicBezTo>
                  <a:pt x="1232524" y="49274"/>
                  <a:pt x="1236868" y="48121"/>
                  <a:pt x="1241212" y="48121"/>
                </a:cubicBezTo>
                <a:cubicBezTo>
                  <a:pt x="1246425" y="48121"/>
                  <a:pt x="1250903" y="49554"/>
                  <a:pt x="1254646" y="52422"/>
                </a:cubicBezTo>
                <a:cubicBezTo>
                  <a:pt x="1258389" y="55290"/>
                  <a:pt x="1261162" y="59791"/>
                  <a:pt x="1262967" y="65925"/>
                </a:cubicBezTo>
                <a:cubicBezTo>
                  <a:pt x="1264237" y="70194"/>
                  <a:pt x="1264872" y="77997"/>
                  <a:pt x="1264872" y="89333"/>
                </a:cubicBezTo>
                <a:lnTo>
                  <a:pt x="1264872" y="121743"/>
                </a:lnTo>
                <a:cubicBezTo>
                  <a:pt x="1264872" y="127545"/>
                  <a:pt x="1265339" y="131513"/>
                  <a:pt x="1266275" y="133648"/>
                </a:cubicBezTo>
                <a:cubicBezTo>
                  <a:pt x="1266943" y="135247"/>
                  <a:pt x="1268080" y="136514"/>
                  <a:pt x="1269684" y="137448"/>
                </a:cubicBezTo>
                <a:cubicBezTo>
                  <a:pt x="1271288" y="138381"/>
                  <a:pt x="1274228" y="138848"/>
                  <a:pt x="1278506" y="138848"/>
                </a:cubicBezTo>
                <a:lnTo>
                  <a:pt x="1278506" y="142557"/>
                </a:lnTo>
                <a:lnTo>
                  <a:pt x="1233393" y="142557"/>
                </a:lnTo>
                <a:lnTo>
                  <a:pt x="1233393" y="138848"/>
                </a:lnTo>
                <a:lnTo>
                  <a:pt x="1235498" y="138848"/>
                </a:lnTo>
                <a:cubicBezTo>
                  <a:pt x="1239775" y="138848"/>
                  <a:pt x="1242749" y="138197"/>
                  <a:pt x="1244420" y="136893"/>
                </a:cubicBezTo>
                <a:cubicBezTo>
                  <a:pt x="1246091" y="135590"/>
                  <a:pt x="1247261" y="133668"/>
                  <a:pt x="1247929" y="131129"/>
                </a:cubicBezTo>
                <a:cubicBezTo>
                  <a:pt x="1248130" y="130059"/>
                  <a:pt x="1248230" y="126918"/>
                  <a:pt x="1248230" y="121705"/>
                </a:cubicBezTo>
                <a:lnTo>
                  <a:pt x="1248230" y="89224"/>
                </a:lnTo>
                <a:cubicBezTo>
                  <a:pt x="1248230" y="79199"/>
                  <a:pt x="1247712" y="72615"/>
                  <a:pt x="1246676" y="69474"/>
                </a:cubicBezTo>
                <a:cubicBezTo>
                  <a:pt x="1245640" y="66333"/>
                  <a:pt x="1243986" y="63977"/>
                  <a:pt x="1241713" y="62406"/>
                </a:cubicBezTo>
                <a:cubicBezTo>
                  <a:pt x="1239441" y="60836"/>
                  <a:pt x="1236701" y="60051"/>
                  <a:pt x="1233493" y="60051"/>
                </a:cubicBezTo>
                <a:cubicBezTo>
                  <a:pt x="1230218" y="60051"/>
                  <a:pt x="1226809" y="60919"/>
                  <a:pt x="1223267" y="62657"/>
                </a:cubicBezTo>
                <a:cubicBezTo>
                  <a:pt x="1219725" y="64395"/>
                  <a:pt x="1215481" y="67904"/>
                  <a:pt x="1210535" y="73184"/>
                </a:cubicBezTo>
                <a:lnTo>
                  <a:pt x="1210535" y="121705"/>
                </a:lnTo>
                <a:cubicBezTo>
                  <a:pt x="1210535" y="127988"/>
                  <a:pt x="1210886" y="131897"/>
                  <a:pt x="1211588" y="133435"/>
                </a:cubicBezTo>
                <a:cubicBezTo>
                  <a:pt x="1212290" y="134972"/>
                  <a:pt x="1213593" y="136258"/>
                  <a:pt x="1215498" y="137294"/>
                </a:cubicBezTo>
                <a:cubicBezTo>
                  <a:pt x="1217402" y="138330"/>
                  <a:pt x="1220694" y="138848"/>
                  <a:pt x="1225372" y="138848"/>
                </a:cubicBezTo>
                <a:lnTo>
                  <a:pt x="1225372" y="142557"/>
                </a:lnTo>
                <a:lnTo>
                  <a:pt x="1179858" y="142557"/>
                </a:lnTo>
                <a:lnTo>
                  <a:pt x="1179858" y="138848"/>
                </a:lnTo>
                <a:cubicBezTo>
                  <a:pt x="1183935" y="138848"/>
                  <a:pt x="1187143" y="138213"/>
                  <a:pt x="1189482" y="136943"/>
                </a:cubicBezTo>
                <a:cubicBezTo>
                  <a:pt x="1190819" y="136277"/>
                  <a:pt x="1191889" y="135009"/>
                  <a:pt x="1192691" y="133140"/>
                </a:cubicBezTo>
                <a:cubicBezTo>
                  <a:pt x="1193493" y="131269"/>
                  <a:pt x="1193894" y="127461"/>
                  <a:pt x="1193894" y="121718"/>
                </a:cubicBezTo>
                <a:lnTo>
                  <a:pt x="1193894" y="38669"/>
                </a:lnTo>
                <a:cubicBezTo>
                  <a:pt x="1193894" y="28184"/>
                  <a:pt x="1193643" y="21740"/>
                  <a:pt x="1193142" y="19336"/>
                </a:cubicBezTo>
                <a:cubicBezTo>
                  <a:pt x="1192640" y="16930"/>
                  <a:pt x="1191872" y="15294"/>
                  <a:pt x="1190836" y="14427"/>
                </a:cubicBezTo>
                <a:cubicBezTo>
                  <a:pt x="1189800" y="13558"/>
                  <a:pt x="1188413" y="13124"/>
                  <a:pt x="1186675" y="13124"/>
                </a:cubicBezTo>
                <a:cubicBezTo>
                  <a:pt x="1185272" y="13124"/>
                  <a:pt x="1183000" y="13658"/>
                  <a:pt x="1179858" y="14728"/>
                </a:cubicBezTo>
                <a:lnTo>
                  <a:pt x="1178455" y="11219"/>
                </a:lnTo>
                <a:lnTo>
                  <a:pt x="1205924" y="0"/>
                </a:lnTo>
                <a:lnTo>
                  <a:pt x="1210535" y="0"/>
                </a:lnTo>
                <a:close/>
                <a:moveTo>
                  <a:pt x="1338256" y="129324"/>
                </a:moveTo>
                <a:cubicBezTo>
                  <a:pt x="1328832" y="136609"/>
                  <a:pt x="1322917" y="140820"/>
                  <a:pt x="1320511" y="141956"/>
                </a:cubicBezTo>
                <a:cubicBezTo>
                  <a:pt x="1316902" y="143694"/>
                  <a:pt x="1313059" y="144562"/>
                  <a:pt x="1308982" y="144562"/>
                </a:cubicBezTo>
                <a:cubicBezTo>
                  <a:pt x="1302633" y="144562"/>
                  <a:pt x="1297403" y="142390"/>
                  <a:pt x="1293293" y="138046"/>
                </a:cubicBezTo>
                <a:cubicBezTo>
                  <a:pt x="1289182" y="133702"/>
                  <a:pt x="1287127" y="127988"/>
                  <a:pt x="1287127" y="120903"/>
                </a:cubicBezTo>
                <a:cubicBezTo>
                  <a:pt x="1287127" y="116425"/>
                  <a:pt x="1288130" y="112549"/>
                  <a:pt x="1290135" y="109274"/>
                </a:cubicBezTo>
                <a:cubicBezTo>
                  <a:pt x="1292875" y="104729"/>
                  <a:pt x="1297637" y="100452"/>
                  <a:pt x="1304421" y="96442"/>
                </a:cubicBezTo>
                <a:cubicBezTo>
                  <a:pt x="1311204" y="92432"/>
                  <a:pt x="1322483" y="87553"/>
                  <a:pt x="1338256" y="81805"/>
                </a:cubicBezTo>
                <a:lnTo>
                  <a:pt x="1338256" y="78196"/>
                </a:lnTo>
                <a:cubicBezTo>
                  <a:pt x="1338256" y="69040"/>
                  <a:pt x="1336802" y="62757"/>
                  <a:pt x="1333895" y="59349"/>
                </a:cubicBezTo>
                <a:cubicBezTo>
                  <a:pt x="1330987" y="55940"/>
                  <a:pt x="1326760" y="54236"/>
                  <a:pt x="1321213" y="54236"/>
                </a:cubicBezTo>
                <a:cubicBezTo>
                  <a:pt x="1317002" y="54236"/>
                  <a:pt x="1313661" y="55368"/>
                  <a:pt x="1311188" y="57632"/>
                </a:cubicBezTo>
                <a:cubicBezTo>
                  <a:pt x="1308648" y="59896"/>
                  <a:pt x="1307378" y="62493"/>
                  <a:pt x="1307378" y="65423"/>
                </a:cubicBezTo>
                <a:lnTo>
                  <a:pt x="1307579" y="71216"/>
                </a:lnTo>
                <a:cubicBezTo>
                  <a:pt x="1307579" y="74278"/>
                  <a:pt x="1306793" y="76641"/>
                  <a:pt x="1305223" y="78306"/>
                </a:cubicBezTo>
                <a:cubicBezTo>
                  <a:pt x="1303652" y="79970"/>
                  <a:pt x="1301597" y="80803"/>
                  <a:pt x="1299057" y="80803"/>
                </a:cubicBezTo>
                <a:cubicBezTo>
                  <a:pt x="1296584" y="80803"/>
                  <a:pt x="1294563" y="79937"/>
                  <a:pt x="1292992" y="78205"/>
                </a:cubicBezTo>
                <a:cubicBezTo>
                  <a:pt x="1291421" y="76472"/>
                  <a:pt x="1290636" y="74106"/>
                  <a:pt x="1290636" y="71106"/>
                </a:cubicBezTo>
                <a:cubicBezTo>
                  <a:pt x="1290636" y="65377"/>
                  <a:pt x="1293577" y="60114"/>
                  <a:pt x="1299458" y="55317"/>
                </a:cubicBezTo>
                <a:cubicBezTo>
                  <a:pt x="1305340" y="50519"/>
                  <a:pt x="1313594" y="48121"/>
                  <a:pt x="1324220" y="48121"/>
                </a:cubicBezTo>
                <a:cubicBezTo>
                  <a:pt x="1332374" y="48121"/>
                  <a:pt x="1339058" y="49489"/>
                  <a:pt x="1344271" y="52225"/>
                </a:cubicBezTo>
                <a:cubicBezTo>
                  <a:pt x="1348214" y="54294"/>
                  <a:pt x="1351121" y="57533"/>
                  <a:pt x="1352992" y="61940"/>
                </a:cubicBezTo>
                <a:cubicBezTo>
                  <a:pt x="1354195" y="64809"/>
                  <a:pt x="1354797" y="70683"/>
                  <a:pt x="1354797" y="79562"/>
                </a:cubicBezTo>
                <a:lnTo>
                  <a:pt x="1354797" y="110703"/>
                </a:lnTo>
                <a:cubicBezTo>
                  <a:pt x="1354797" y="119447"/>
                  <a:pt x="1354964" y="124805"/>
                  <a:pt x="1355298" y="126774"/>
                </a:cubicBezTo>
                <a:cubicBezTo>
                  <a:pt x="1355632" y="128744"/>
                  <a:pt x="1356184" y="130063"/>
                  <a:pt x="1356952" y="130731"/>
                </a:cubicBezTo>
                <a:cubicBezTo>
                  <a:pt x="1357721" y="131397"/>
                  <a:pt x="1358607" y="131730"/>
                  <a:pt x="1359609" y="131730"/>
                </a:cubicBezTo>
                <a:cubicBezTo>
                  <a:pt x="1360678" y="131730"/>
                  <a:pt x="1361614" y="131496"/>
                  <a:pt x="1362416" y="131029"/>
                </a:cubicBezTo>
                <a:cubicBezTo>
                  <a:pt x="1363820" y="130160"/>
                  <a:pt x="1366526" y="127720"/>
                  <a:pt x="1370536" y="123710"/>
                </a:cubicBezTo>
                <a:lnTo>
                  <a:pt x="1370536" y="129324"/>
                </a:lnTo>
                <a:cubicBezTo>
                  <a:pt x="1363051" y="139349"/>
                  <a:pt x="1355900" y="144362"/>
                  <a:pt x="1349083" y="144362"/>
                </a:cubicBezTo>
                <a:cubicBezTo>
                  <a:pt x="1345808" y="144362"/>
                  <a:pt x="1343201" y="143226"/>
                  <a:pt x="1341263" y="140953"/>
                </a:cubicBezTo>
                <a:cubicBezTo>
                  <a:pt x="1339325" y="138681"/>
                  <a:pt x="1338322" y="134805"/>
                  <a:pt x="1338256" y="129324"/>
                </a:cubicBezTo>
                <a:moveTo>
                  <a:pt x="1338256" y="122752"/>
                </a:moveTo>
                <a:lnTo>
                  <a:pt x="1338256" y="87920"/>
                </a:lnTo>
                <a:cubicBezTo>
                  <a:pt x="1328164" y="91912"/>
                  <a:pt x="1321647" y="94740"/>
                  <a:pt x="1318707" y="96404"/>
                </a:cubicBezTo>
                <a:cubicBezTo>
                  <a:pt x="1313427" y="99332"/>
                  <a:pt x="1309650" y="102393"/>
                  <a:pt x="1307378" y="105587"/>
                </a:cubicBezTo>
                <a:cubicBezTo>
                  <a:pt x="1305106" y="108780"/>
                  <a:pt x="1303970" y="112273"/>
                  <a:pt x="1303970" y="116066"/>
                </a:cubicBezTo>
                <a:cubicBezTo>
                  <a:pt x="1303970" y="120857"/>
                  <a:pt x="1305406" y="124833"/>
                  <a:pt x="1308280" y="127993"/>
                </a:cubicBezTo>
                <a:cubicBezTo>
                  <a:pt x="1311154" y="131153"/>
                  <a:pt x="1314463" y="132733"/>
                  <a:pt x="1318205" y="132733"/>
                </a:cubicBezTo>
                <a:cubicBezTo>
                  <a:pt x="1323285" y="132733"/>
                  <a:pt x="1329968" y="129406"/>
                  <a:pt x="1338256" y="122752"/>
                </a:cubicBezTo>
                <a:close/>
                <a:moveTo>
                  <a:pt x="1403785" y="20451"/>
                </a:moveTo>
                <a:lnTo>
                  <a:pt x="1403785" y="50727"/>
                </a:lnTo>
                <a:lnTo>
                  <a:pt x="1425239" y="50727"/>
                </a:lnTo>
                <a:lnTo>
                  <a:pt x="1425239" y="57745"/>
                </a:lnTo>
                <a:lnTo>
                  <a:pt x="1403785" y="57745"/>
                </a:lnTo>
                <a:lnTo>
                  <a:pt x="1403785" y="117213"/>
                </a:lnTo>
                <a:cubicBezTo>
                  <a:pt x="1403785" y="123155"/>
                  <a:pt x="1404637" y="127161"/>
                  <a:pt x="1406341" y="129230"/>
                </a:cubicBezTo>
                <a:cubicBezTo>
                  <a:pt x="1408045" y="131298"/>
                  <a:pt x="1410234" y="132332"/>
                  <a:pt x="1412908" y="132332"/>
                </a:cubicBezTo>
                <a:cubicBezTo>
                  <a:pt x="1415113" y="132332"/>
                  <a:pt x="1417252" y="131647"/>
                  <a:pt x="1419324" y="130277"/>
                </a:cubicBezTo>
                <a:cubicBezTo>
                  <a:pt x="1421396" y="128907"/>
                  <a:pt x="1423000" y="126885"/>
                  <a:pt x="1424136" y="124211"/>
                </a:cubicBezTo>
                <a:lnTo>
                  <a:pt x="1428046" y="124211"/>
                </a:lnTo>
                <a:cubicBezTo>
                  <a:pt x="1425706" y="130780"/>
                  <a:pt x="1422398" y="135748"/>
                  <a:pt x="1418121" y="139114"/>
                </a:cubicBezTo>
                <a:cubicBezTo>
                  <a:pt x="1413843" y="142479"/>
                  <a:pt x="1409432" y="144161"/>
                  <a:pt x="1404887" y="144161"/>
                </a:cubicBezTo>
                <a:cubicBezTo>
                  <a:pt x="1401813" y="144161"/>
                  <a:pt x="1398806" y="143308"/>
                  <a:pt x="1395865" y="141602"/>
                </a:cubicBezTo>
                <a:cubicBezTo>
                  <a:pt x="1392924" y="139896"/>
                  <a:pt x="1390752" y="137454"/>
                  <a:pt x="1389349" y="134277"/>
                </a:cubicBezTo>
                <a:cubicBezTo>
                  <a:pt x="1387945" y="131099"/>
                  <a:pt x="1387243" y="126197"/>
                  <a:pt x="1387243" y="119572"/>
                </a:cubicBezTo>
                <a:lnTo>
                  <a:pt x="1387243" y="57745"/>
                </a:lnTo>
                <a:lnTo>
                  <a:pt x="1372707" y="57745"/>
                </a:lnTo>
                <a:lnTo>
                  <a:pt x="1372707" y="54436"/>
                </a:lnTo>
                <a:cubicBezTo>
                  <a:pt x="1376383" y="52962"/>
                  <a:pt x="1380142" y="50465"/>
                  <a:pt x="1383985" y="46946"/>
                </a:cubicBezTo>
                <a:cubicBezTo>
                  <a:pt x="1387828" y="43427"/>
                  <a:pt x="1391253" y="39254"/>
                  <a:pt x="1394261" y="34427"/>
                </a:cubicBezTo>
                <a:cubicBezTo>
                  <a:pt x="1395798" y="31881"/>
                  <a:pt x="1397937" y="27222"/>
                  <a:pt x="1400677" y="20451"/>
                </a:cubicBezTo>
                <a:lnTo>
                  <a:pt x="1403785" y="20451"/>
                </a:lnTo>
                <a:close/>
                <a:moveTo>
                  <a:pt x="1459482" y="66667"/>
                </a:moveTo>
                <a:cubicBezTo>
                  <a:pt x="1468371" y="54303"/>
                  <a:pt x="1477961" y="48121"/>
                  <a:pt x="1488254" y="48121"/>
                </a:cubicBezTo>
                <a:cubicBezTo>
                  <a:pt x="1497678" y="48121"/>
                  <a:pt x="1505898" y="52143"/>
                  <a:pt x="1512916" y="60188"/>
                </a:cubicBezTo>
                <a:cubicBezTo>
                  <a:pt x="1519933" y="68234"/>
                  <a:pt x="1523442" y="79233"/>
                  <a:pt x="1523442" y="93187"/>
                </a:cubicBezTo>
                <a:cubicBezTo>
                  <a:pt x="1523442" y="109478"/>
                  <a:pt x="1518029" y="122597"/>
                  <a:pt x="1507201" y="132545"/>
                </a:cubicBezTo>
                <a:cubicBezTo>
                  <a:pt x="1497912" y="141091"/>
                  <a:pt x="1487552" y="145364"/>
                  <a:pt x="1476124" y="145364"/>
                </a:cubicBezTo>
                <a:cubicBezTo>
                  <a:pt x="1470777" y="145364"/>
                  <a:pt x="1465347" y="144395"/>
                  <a:pt x="1459833" y="142457"/>
                </a:cubicBezTo>
                <a:cubicBezTo>
                  <a:pt x="1454319" y="140519"/>
                  <a:pt x="1448688" y="137612"/>
                  <a:pt x="1442940" y="133735"/>
                </a:cubicBezTo>
                <a:lnTo>
                  <a:pt x="1442940" y="38597"/>
                </a:lnTo>
                <a:cubicBezTo>
                  <a:pt x="1442940" y="28171"/>
                  <a:pt x="1442690" y="21755"/>
                  <a:pt x="1442188" y="19349"/>
                </a:cubicBezTo>
                <a:cubicBezTo>
                  <a:pt x="1441687" y="16942"/>
                  <a:pt x="1440902" y="15305"/>
                  <a:pt x="1439833" y="14436"/>
                </a:cubicBezTo>
                <a:cubicBezTo>
                  <a:pt x="1438763" y="13567"/>
                  <a:pt x="1437427" y="13133"/>
                  <a:pt x="1435822" y="13133"/>
                </a:cubicBezTo>
                <a:cubicBezTo>
                  <a:pt x="1433951" y="13133"/>
                  <a:pt x="1431612" y="13668"/>
                  <a:pt x="1428805" y="14737"/>
                </a:cubicBezTo>
                <a:lnTo>
                  <a:pt x="1427401" y="11228"/>
                </a:lnTo>
                <a:lnTo>
                  <a:pt x="1454971" y="0"/>
                </a:lnTo>
                <a:lnTo>
                  <a:pt x="1459482" y="0"/>
                </a:lnTo>
                <a:lnTo>
                  <a:pt x="1459482" y="66667"/>
                </a:lnTo>
                <a:moveTo>
                  <a:pt x="1459482" y="73055"/>
                </a:moveTo>
                <a:lnTo>
                  <a:pt x="1459482" y="127849"/>
                </a:lnTo>
                <a:cubicBezTo>
                  <a:pt x="1462890" y="131180"/>
                  <a:pt x="1466416" y="133696"/>
                  <a:pt x="1470058" y="135396"/>
                </a:cubicBezTo>
                <a:cubicBezTo>
                  <a:pt x="1473701" y="137096"/>
                  <a:pt x="1477427" y="137946"/>
                  <a:pt x="1481236" y="137946"/>
                </a:cubicBezTo>
                <a:cubicBezTo>
                  <a:pt x="1487318" y="137946"/>
                  <a:pt x="1492982" y="134614"/>
                  <a:pt x="1498229" y="127949"/>
                </a:cubicBezTo>
                <a:cubicBezTo>
                  <a:pt x="1503475" y="121282"/>
                  <a:pt x="1506099" y="111583"/>
                  <a:pt x="1506099" y="98851"/>
                </a:cubicBezTo>
                <a:cubicBezTo>
                  <a:pt x="1506099" y="87119"/>
                  <a:pt x="1503475" y="78104"/>
                  <a:pt x="1498229" y="71805"/>
                </a:cubicBezTo>
                <a:cubicBezTo>
                  <a:pt x="1492982" y="65506"/>
                  <a:pt x="1487018" y="62356"/>
                  <a:pt x="1480334" y="62356"/>
                </a:cubicBezTo>
                <a:cubicBezTo>
                  <a:pt x="1476792" y="62356"/>
                  <a:pt x="1473250" y="63257"/>
                  <a:pt x="1469707" y="65057"/>
                </a:cubicBezTo>
                <a:cubicBezTo>
                  <a:pt x="1467034" y="66389"/>
                  <a:pt x="1463626" y="69055"/>
                  <a:pt x="1459482" y="73055"/>
                </a:cubicBezTo>
                <a:close/>
                <a:moveTo>
                  <a:pt x="1581889" y="48121"/>
                </a:moveTo>
                <a:cubicBezTo>
                  <a:pt x="1595790" y="48121"/>
                  <a:pt x="1606952" y="53395"/>
                  <a:pt x="1615373" y="63945"/>
                </a:cubicBezTo>
                <a:cubicBezTo>
                  <a:pt x="1622524" y="72957"/>
                  <a:pt x="1626100" y="83306"/>
                  <a:pt x="1626100" y="94991"/>
                </a:cubicBezTo>
                <a:cubicBezTo>
                  <a:pt x="1626100" y="103204"/>
                  <a:pt x="1624128" y="111516"/>
                  <a:pt x="1620185" y="119929"/>
                </a:cubicBezTo>
                <a:cubicBezTo>
                  <a:pt x="1616242" y="128340"/>
                  <a:pt x="1610811" y="134681"/>
                  <a:pt x="1603894" y="138955"/>
                </a:cubicBezTo>
                <a:cubicBezTo>
                  <a:pt x="1596977" y="143228"/>
                  <a:pt x="1589274" y="145364"/>
                  <a:pt x="1580786" y="145364"/>
                </a:cubicBezTo>
                <a:cubicBezTo>
                  <a:pt x="1566951" y="145364"/>
                  <a:pt x="1555957" y="139856"/>
                  <a:pt x="1547803" y="128839"/>
                </a:cubicBezTo>
                <a:cubicBezTo>
                  <a:pt x="1540919" y="119559"/>
                  <a:pt x="1537477" y="109145"/>
                  <a:pt x="1537477" y="97595"/>
                </a:cubicBezTo>
                <a:cubicBezTo>
                  <a:pt x="1537477" y="89182"/>
                  <a:pt x="1539566" y="80819"/>
                  <a:pt x="1543743" y="72507"/>
                </a:cubicBezTo>
                <a:cubicBezTo>
                  <a:pt x="1547920" y="64194"/>
                  <a:pt x="1553417" y="58052"/>
                  <a:pt x="1560234" y="54079"/>
                </a:cubicBezTo>
                <a:cubicBezTo>
                  <a:pt x="1567052" y="50107"/>
                  <a:pt x="1574270" y="48121"/>
                  <a:pt x="1581889" y="48121"/>
                </a:cubicBezTo>
                <a:moveTo>
                  <a:pt x="1578781" y="54737"/>
                </a:moveTo>
                <a:cubicBezTo>
                  <a:pt x="1575239" y="54737"/>
                  <a:pt x="1571680" y="55789"/>
                  <a:pt x="1568104" y="57892"/>
                </a:cubicBezTo>
                <a:cubicBezTo>
                  <a:pt x="1564529" y="59995"/>
                  <a:pt x="1561638" y="63684"/>
                  <a:pt x="1559432" y="68957"/>
                </a:cubicBezTo>
                <a:cubicBezTo>
                  <a:pt x="1557227" y="74231"/>
                  <a:pt x="1556124" y="81006"/>
                  <a:pt x="1556124" y="89283"/>
                </a:cubicBezTo>
                <a:cubicBezTo>
                  <a:pt x="1556124" y="102633"/>
                  <a:pt x="1558781" y="114149"/>
                  <a:pt x="1564094" y="123829"/>
                </a:cubicBezTo>
                <a:cubicBezTo>
                  <a:pt x="1569407" y="133508"/>
                  <a:pt x="1576408" y="138347"/>
                  <a:pt x="1585097" y="138347"/>
                </a:cubicBezTo>
                <a:cubicBezTo>
                  <a:pt x="1591580" y="138347"/>
                  <a:pt x="1596926" y="135677"/>
                  <a:pt x="1601137" y="130336"/>
                </a:cubicBezTo>
                <a:cubicBezTo>
                  <a:pt x="1605348" y="124996"/>
                  <a:pt x="1607453" y="115817"/>
                  <a:pt x="1607453" y="102802"/>
                </a:cubicBezTo>
                <a:cubicBezTo>
                  <a:pt x="1607453" y="86513"/>
                  <a:pt x="1603944" y="73695"/>
                  <a:pt x="1596926" y="64349"/>
                </a:cubicBezTo>
                <a:cubicBezTo>
                  <a:pt x="1592181" y="57941"/>
                  <a:pt x="1586133" y="54737"/>
                  <a:pt x="1578781" y="54737"/>
                </a:cubicBezTo>
                <a:close/>
                <a:moveTo>
                  <a:pt x="1666300" y="20451"/>
                </a:moveTo>
                <a:lnTo>
                  <a:pt x="1666300" y="50727"/>
                </a:lnTo>
                <a:lnTo>
                  <a:pt x="1687754" y="50727"/>
                </a:lnTo>
                <a:lnTo>
                  <a:pt x="1687754" y="57745"/>
                </a:lnTo>
                <a:lnTo>
                  <a:pt x="1666300" y="57745"/>
                </a:lnTo>
                <a:lnTo>
                  <a:pt x="1666300" y="117213"/>
                </a:lnTo>
                <a:cubicBezTo>
                  <a:pt x="1666300" y="123155"/>
                  <a:pt x="1667153" y="127161"/>
                  <a:pt x="1668857" y="129230"/>
                </a:cubicBezTo>
                <a:cubicBezTo>
                  <a:pt x="1670561" y="131298"/>
                  <a:pt x="1672750" y="132332"/>
                  <a:pt x="1675423" y="132332"/>
                </a:cubicBezTo>
                <a:cubicBezTo>
                  <a:pt x="1677629" y="132332"/>
                  <a:pt x="1679767" y="131647"/>
                  <a:pt x="1681839" y="130277"/>
                </a:cubicBezTo>
                <a:cubicBezTo>
                  <a:pt x="1683911" y="128907"/>
                  <a:pt x="1685515" y="126885"/>
                  <a:pt x="1686651" y="124211"/>
                </a:cubicBezTo>
                <a:lnTo>
                  <a:pt x="1690561" y="124211"/>
                </a:lnTo>
                <a:cubicBezTo>
                  <a:pt x="1688222" y="130780"/>
                  <a:pt x="1684914" y="135748"/>
                  <a:pt x="1680636" y="139114"/>
                </a:cubicBezTo>
                <a:cubicBezTo>
                  <a:pt x="1676359" y="142479"/>
                  <a:pt x="1671948" y="144161"/>
                  <a:pt x="1667403" y="144161"/>
                </a:cubicBezTo>
                <a:cubicBezTo>
                  <a:pt x="1664329" y="144161"/>
                  <a:pt x="1661321" y="143308"/>
                  <a:pt x="1658381" y="141602"/>
                </a:cubicBezTo>
                <a:cubicBezTo>
                  <a:pt x="1655440" y="139896"/>
                  <a:pt x="1653268" y="137454"/>
                  <a:pt x="1651864" y="134277"/>
                </a:cubicBezTo>
                <a:cubicBezTo>
                  <a:pt x="1650461" y="131099"/>
                  <a:pt x="1649759" y="126197"/>
                  <a:pt x="1649759" y="119572"/>
                </a:cubicBezTo>
                <a:lnTo>
                  <a:pt x="1649759" y="57745"/>
                </a:lnTo>
                <a:lnTo>
                  <a:pt x="1635222" y="57745"/>
                </a:lnTo>
                <a:lnTo>
                  <a:pt x="1635222" y="54436"/>
                </a:lnTo>
                <a:cubicBezTo>
                  <a:pt x="1638898" y="52962"/>
                  <a:pt x="1642658" y="50465"/>
                  <a:pt x="1646501" y="46946"/>
                </a:cubicBezTo>
                <a:cubicBezTo>
                  <a:pt x="1650344" y="43427"/>
                  <a:pt x="1653769" y="39254"/>
                  <a:pt x="1656777" y="34427"/>
                </a:cubicBezTo>
                <a:cubicBezTo>
                  <a:pt x="1658314" y="31881"/>
                  <a:pt x="1660452" y="27222"/>
                  <a:pt x="1663193" y="20451"/>
                </a:cubicBezTo>
                <a:lnTo>
                  <a:pt x="1666300" y="20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38F8F-FA24-45A6-9A46-50903070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417" y="1993272"/>
            <a:ext cx="1271087" cy="815660"/>
          </a:xfrm>
          <a:custGeom xmlns:a="http://schemas.openxmlformats.org/drawingml/2006/main">
            <a:pathLst>
              <a:path w="1271087" h="815660">
                <a:moveTo>
                  <a:pt x="0" y="0"/>
                </a:moveTo>
                <a:lnTo>
                  <a:pt x="1271087" y="0"/>
                </a:lnTo>
                <a:lnTo>
                  <a:pt x="1271087" y="815660"/>
                </a:lnTo>
                <a:lnTo>
                  <a:pt x="0" y="8156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1EC10-785A-46DB-AC84-FE8CCDB9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417" y="1993271"/>
            <a:ext cx="1271086" cy="815660"/>
          </a:xfrm>
          <a:custGeom xmlns:a="http://schemas.openxmlformats.org/drawingml/2006/main">
            <a:pathLst>
              <a:path w="1271086" h="815660" fill="none">
                <a:moveTo>
                  <a:pt x="0" y="0"/>
                </a:moveTo>
                <a:lnTo>
                  <a:pt x="1271086" y="0"/>
                </a:lnTo>
                <a:lnTo>
                  <a:pt x="1271086" y="815660"/>
                </a:lnTo>
                <a:lnTo>
                  <a:pt x="0" y="8156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172C51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41172-8197-43AF-8951-E6AA36DE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128" y="2315242"/>
            <a:ext cx="120389" cy="111057"/>
          </a:xfrm>
          <a:custGeom xmlns:a="http://schemas.openxmlformats.org/drawingml/2006/main">
            <a:pathLst>
              <a:path w="120389" h="111057" fill="none">
                <a:moveTo>
                  <a:pt x="0" y="55528"/>
                </a:moveTo>
                <a:cubicBezTo>
                  <a:pt x="0" y="24861"/>
                  <a:pt x="26950" y="0"/>
                  <a:pt x="60195" y="0"/>
                </a:cubicBezTo>
                <a:cubicBezTo>
                  <a:pt x="93439" y="0"/>
                  <a:pt x="120389" y="24861"/>
                  <a:pt x="120389" y="55528"/>
                </a:cubicBezTo>
                <a:cubicBezTo>
                  <a:pt x="120389" y="86196"/>
                  <a:pt x="93439" y="111057"/>
                  <a:pt x="60195" y="111057"/>
                </a:cubicBezTo>
                <a:cubicBezTo>
                  <a:pt x="26950" y="111057"/>
                  <a:pt x="0" y="86196"/>
                  <a:pt x="0" y="55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1F4E79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9A885-6615-41D4-862E-BED4FD5F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128" y="2626014"/>
            <a:ext cx="120389" cy="110124"/>
          </a:xfrm>
          <a:custGeom xmlns:a="http://schemas.openxmlformats.org/drawingml/2006/main">
            <a:pathLst>
              <a:path w="120389" h="110124" fill="none">
                <a:moveTo>
                  <a:pt x="0" y="55062"/>
                </a:moveTo>
                <a:cubicBezTo>
                  <a:pt x="0" y="24652"/>
                  <a:pt x="26950" y="0"/>
                  <a:pt x="60195" y="0"/>
                </a:cubicBezTo>
                <a:cubicBezTo>
                  <a:pt x="93439" y="0"/>
                  <a:pt x="120389" y="24652"/>
                  <a:pt x="120389" y="55062"/>
                </a:cubicBezTo>
                <a:cubicBezTo>
                  <a:pt x="120389" y="85472"/>
                  <a:pt x="93439" y="110124"/>
                  <a:pt x="60195" y="110124"/>
                </a:cubicBezTo>
                <a:cubicBezTo>
                  <a:pt x="26950" y="110124"/>
                  <a:pt x="0" y="85472"/>
                  <a:pt x="0" y="550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1F4E79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2D917-4EF5-49F4-9233-C7C73E6B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128" y="2470162"/>
            <a:ext cx="120389" cy="111057"/>
          </a:xfrm>
          <a:custGeom xmlns:a="http://schemas.openxmlformats.org/drawingml/2006/main">
            <a:pathLst>
              <a:path w="120389" h="111057" fill="none">
                <a:moveTo>
                  <a:pt x="0" y="55528"/>
                </a:moveTo>
                <a:cubicBezTo>
                  <a:pt x="0" y="24861"/>
                  <a:pt x="26950" y="0"/>
                  <a:pt x="60195" y="0"/>
                </a:cubicBezTo>
                <a:cubicBezTo>
                  <a:pt x="93439" y="0"/>
                  <a:pt x="120389" y="24861"/>
                  <a:pt x="120389" y="55528"/>
                </a:cubicBezTo>
                <a:cubicBezTo>
                  <a:pt x="120389" y="86196"/>
                  <a:pt x="93439" y="111057"/>
                  <a:pt x="60195" y="111057"/>
                </a:cubicBezTo>
                <a:cubicBezTo>
                  <a:pt x="26950" y="111057"/>
                  <a:pt x="0" y="86196"/>
                  <a:pt x="0" y="55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1F4E79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86A49-EDA7-4983-B7F4-F54A1622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67" y="2315242"/>
            <a:ext cx="120389" cy="111057"/>
          </a:xfrm>
          <a:custGeom xmlns:a="http://schemas.openxmlformats.org/drawingml/2006/main">
            <a:pathLst>
              <a:path w="120389" h="111057" fill="none">
                <a:moveTo>
                  <a:pt x="0" y="55528"/>
                </a:moveTo>
                <a:cubicBezTo>
                  <a:pt x="0" y="24861"/>
                  <a:pt x="26950" y="0"/>
                  <a:pt x="60195" y="0"/>
                </a:cubicBezTo>
                <a:cubicBezTo>
                  <a:pt x="93439" y="0"/>
                  <a:pt x="120389" y="24861"/>
                  <a:pt x="120389" y="55528"/>
                </a:cubicBezTo>
                <a:cubicBezTo>
                  <a:pt x="120389" y="86196"/>
                  <a:pt x="93439" y="111057"/>
                  <a:pt x="60195" y="111057"/>
                </a:cubicBezTo>
                <a:cubicBezTo>
                  <a:pt x="26950" y="111057"/>
                  <a:pt x="0" y="86196"/>
                  <a:pt x="0" y="55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7030A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407F6-7F98-447B-9514-3C130943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67" y="2626014"/>
            <a:ext cx="120389" cy="110124"/>
          </a:xfrm>
          <a:custGeom xmlns:a="http://schemas.openxmlformats.org/drawingml/2006/main">
            <a:pathLst>
              <a:path w="120389" h="110124" fill="none">
                <a:moveTo>
                  <a:pt x="0" y="55062"/>
                </a:moveTo>
                <a:cubicBezTo>
                  <a:pt x="0" y="24652"/>
                  <a:pt x="26950" y="0"/>
                  <a:pt x="60195" y="0"/>
                </a:cubicBezTo>
                <a:cubicBezTo>
                  <a:pt x="93439" y="0"/>
                  <a:pt x="120389" y="24652"/>
                  <a:pt x="120389" y="55062"/>
                </a:cubicBezTo>
                <a:cubicBezTo>
                  <a:pt x="120389" y="85472"/>
                  <a:pt x="93439" y="110124"/>
                  <a:pt x="60195" y="110124"/>
                </a:cubicBezTo>
                <a:cubicBezTo>
                  <a:pt x="26950" y="110124"/>
                  <a:pt x="0" y="85472"/>
                  <a:pt x="0" y="550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7030A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82BEE-9891-4DA2-A0AF-085B7E0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67" y="2470162"/>
            <a:ext cx="120389" cy="111057"/>
          </a:xfrm>
          <a:custGeom xmlns:a="http://schemas.openxmlformats.org/drawingml/2006/main">
            <a:pathLst>
              <a:path w="120389" h="111057" fill="none">
                <a:moveTo>
                  <a:pt x="0" y="55528"/>
                </a:moveTo>
                <a:cubicBezTo>
                  <a:pt x="0" y="24861"/>
                  <a:pt x="26950" y="0"/>
                  <a:pt x="60195" y="0"/>
                </a:cubicBezTo>
                <a:cubicBezTo>
                  <a:pt x="93439" y="0"/>
                  <a:pt x="120389" y="24861"/>
                  <a:pt x="120389" y="55528"/>
                </a:cubicBezTo>
                <a:cubicBezTo>
                  <a:pt x="120389" y="86196"/>
                  <a:pt x="93439" y="111057"/>
                  <a:pt x="60195" y="111057"/>
                </a:cubicBezTo>
                <a:cubicBezTo>
                  <a:pt x="26950" y="111057"/>
                  <a:pt x="0" y="86196"/>
                  <a:pt x="0" y="55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7030A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DDCD7-9DC5-45C6-956E-B4BC661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469" y="2315242"/>
            <a:ext cx="120389" cy="111057"/>
          </a:xfrm>
          <a:custGeom xmlns:a="http://schemas.openxmlformats.org/drawingml/2006/main">
            <a:pathLst>
              <a:path w="120389" h="111057" fill="none">
                <a:moveTo>
                  <a:pt x="0" y="55528"/>
                </a:moveTo>
                <a:cubicBezTo>
                  <a:pt x="0" y="24861"/>
                  <a:pt x="26950" y="0"/>
                  <a:pt x="60195" y="0"/>
                </a:cubicBezTo>
                <a:cubicBezTo>
                  <a:pt x="93439" y="0"/>
                  <a:pt x="120389" y="24861"/>
                  <a:pt x="120389" y="55528"/>
                </a:cubicBezTo>
                <a:cubicBezTo>
                  <a:pt x="120389" y="86196"/>
                  <a:pt x="93439" y="111057"/>
                  <a:pt x="60195" y="111057"/>
                </a:cubicBezTo>
                <a:cubicBezTo>
                  <a:pt x="26950" y="111057"/>
                  <a:pt x="0" y="86196"/>
                  <a:pt x="0" y="55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843C0C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58414-2572-4A5E-8C56-FB75144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469" y="2626014"/>
            <a:ext cx="120389" cy="110124"/>
          </a:xfrm>
          <a:custGeom xmlns:a="http://schemas.openxmlformats.org/drawingml/2006/main">
            <a:pathLst>
              <a:path w="120389" h="110124" fill="none">
                <a:moveTo>
                  <a:pt x="0" y="55062"/>
                </a:moveTo>
                <a:cubicBezTo>
                  <a:pt x="0" y="24652"/>
                  <a:pt x="26950" y="0"/>
                  <a:pt x="60195" y="0"/>
                </a:cubicBezTo>
                <a:cubicBezTo>
                  <a:pt x="93439" y="0"/>
                  <a:pt x="120389" y="24652"/>
                  <a:pt x="120389" y="55062"/>
                </a:cubicBezTo>
                <a:cubicBezTo>
                  <a:pt x="120389" y="85472"/>
                  <a:pt x="93439" y="110124"/>
                  <a:pt x="60195" y="110124"/>
                </a:cubicBezTo>
                <a:cubicBezTo>
                  <a:pt x="26950" y="110124"/>
                  <a:pt x="0" y="85472"/>
                  <a:pt x="0" y="550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843C0C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B5A4F-7D2B-45E3-9628-4E0B630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469" y="2470162"/>
            <a:ext cx="120389" cy="111057"/>
          </a:xfrm>
          <a:custGeom xmlns:a="http://schemas.openxmlformats.org/drawingml/2006/main">
            <a:pathLst>
              <a:path w="120389" h="111057" fill="none">
                <a:moveTo>
                  <a:pt x="0" y="55528"/>
                </a:moveTo>
                <a:cubicBezTo>
                  <a:pt x="0" y="24861"/>
                  <a:pt x="26950" y="0"/>
                  <a:pt x="60195" y="0"/>
                </a:cubicBezTo>
                <a:cubicBezTo>
                  <a:pt x="93439" y="0"/>
                  <a:pt x="120389" y="24861"/>
                  <a:pt x="120389" y="55528"/>
                </a:cubicBezTo>
                <a:cubicBezTo>
                  <a:pt x="120389" y="86196"/>
                  <a:pt x="93439" y="111057"/>
                  <a:pt x="60195" y="111057"/>
                </a:cubicBezTo>
                <a:cubicBezTo>
                  <a:pt x="26950" y="111057"/>
                  <a:pt x="0" y="86196"/>
                  <a:pt x="0" y="55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248" cap="flat">
            <a:solidFill>
              <a:srgbClr val="843C0C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F3F37-854E-4D7C-AFE2-E47CEC5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46" y="2475761"/>
            <a:ext cx="95189" cy="99857"/>
          </a:xfrm>
          <a:custGeom xmlns:a="http://schemas.openxmlformats.org/drawingml/2006/main">
            <a:pathLst>
              <a:path w="95189" h="99857">
                <a:moveTo>
                  <a:pt x="47595" y="99857"/>
                </a:moveTo>
                <a:lnTo>
                  <a:pt x="47595" y="74893"/>
                </a:lnTo>
                <a:lnTo>
                  <a:pt x="0" y="74893"/>
                </a:lnTo>
                <a:lnTo>
                  <a:pt x="0" y="24965"/>
                </a:lnTo>
                <a:lnTo>
                  <a:pt x="47595" y="24965"/>
                </a:lnTo>
                <a:lnTo>
                  <a:pt x="47595" y="0"/>
                </a:lnTo>
                <a:lnTo>
                  <a:pt x="95189" y="49929"/>
                </a:lnTo>
                <a:lnTo>
                  <a:pt x="47595" y="99857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AEAE8-8353-405E-B2D4-81DDB37D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46" y="2475761"/>
            <a:ext cx="95191" cy="99858"/>
          </a:xfrm>
          <a:custGeom xmlns:a="http://schemas.openxmlformats.org/drawingml/2006/main">
            <a:pathLst>
              <a:path w="95191" h="99858" fill="none">
                <a:moveTo>
                  <a:pt x="47596" y="99858"/>
                </a:moveTo>
                <a:lnTo>
                  <a:pt x="47596" y="74893"/>
                </a:lnTo>
                <a:lnTo>
                  <a:pt x="0" y="74893"/>
                </a:lnTo>
                <a:lnTo>
                  <a:pt x="0" y="24964"/>
                </a:lnTo>
                <a:lnTo>
                  <a:pt x="47596" y="24964"/>
                </a:lnTo>
                <a:lnTo>
                  <a:pt x="47596" y="0"/>
                </a:lnTo>
                <a:lnTo>
                  <a:pt x="95191" y="49929"/>
                </a:lnTo>
                <a:lnTo>
                  <a:pt x="47596" y="99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10327-6970-4534-B513-EC386601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749" y="2475761"/>
            <a:ext cx="96126" cy="99857"/>
          </a:xfrm>
          <a:custGeom xmlns:a="http://schemas.openxmlformats.org/drawingml/2006/main">
            <a:pathLst>
              <a:path w="96126" h="99857">
                <a:moveTo>
                  <a:pt x="48065" y="99857"/>
                </a:moveTo>
                <a:lnTo>
                  <a:pt x="48065" y="74893"/>
                </a:lnTo>
                <a:lnTo>
                  <a:pt x="0" y="74893"/>
                </a:lnTo>
                <a:lnTo>
                  <a:pt x="0" y="24965"/>
                </a:lnTo>
                <a:lnTo>
                  <a:pt x="48065" y="24965"/>
                </a:lnTo>
                <a:lnTo>
                  <a:pt x="48065" y="0"/>
                </a:lnTo>
                <a:lnTo>
                  <a:pt x="96126" y="49929"/>
                </a:lnTo>
                <a:lnTo>
                  <a:pt x="48065" y="99857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CF254-50CF-4CFD-8A73-27E37A47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749" y="2475761"/>
            <a:ext cx="96125" cy="99858"/>
          </a:xfrm>
          <a:custGeom xmlns:a="http://schemas.openxmlformats.org/drawingml/2006/main">
            <a:pathLst>
              <a:path w="96125" h="99858" fill="none">
                <a:moveTo>
                  <a:pt x="48062" y="99858"/>
                </a:moveTo>
                <a:lnTo>
                  <a:pt x="48062" y="74893"/>
                </a:lnTo>
                <a:lnTo>
                  <a:pt x="0" y="74893"/>
                </a:lnTo>
                <a:lnTo>
                  <a:pt x="0" y="24964"/>
                </a:lnTo>
                <a:lnTo>
                  <a:pt x="48062" y="24964"/>
                </a:lnTo>
                <a:lnTo>
                  <a:pt x="48062" y="0"/>
                </a:lnTo>
                <a:lnTo>
                  <a:pt x="96125" y="49929"/>
                </a:lnTo>
                <a:lnTo>
                  <a:pt x="48062" y="99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sp>
        <p:nvSpPr>
          <p:cNvPr id="89" name="Text Dif">
            <a:extLst xmlns:a="http://schemas.openxmlformats.org/drawingml/2006/main">
              <a:ext uri="{FF2B5EF4-FFF2-40B4-BE49-F238E27FC236}">
                <a16:creationId xmlns:a16="http://schemas.microsoft.com/office/drawing/2014/main" id="{C8C09B9E-A260-4B79-8892-CE237A6F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019" y="2045841"/>
            <a:ext cx="291030" cy="142557"/>
          </a:xfrm>
          <a:custGeom xmlns:a="http://schemas.openxmlformats.org/drawingml/2006/main">
            <a:pathLst>
              <a:path w="291030" h="142557">
                <a:moveTo>
                  <a:pt x="0" y="142557"/>
                </a:moveTo>
                <a:lnTo>
                  <a:pt x="0" y="138848"/>
                </a:lnTo>
                <a:lnTo>
                  <a:pt x="5113" y="138848"/>
                </a:lnTo>
                <a:cubicBezTo>
                  <a:pt x="10861" y="138848"/>
                  <a:pt x="14937" y="137010"/>
                  <a:pt x="17343" y="133334"/>
                </a:cubicBezTo>
                <a:cubicBezTo>
                  <a:pt x="18814" y="131129"/>
                  <a:pt x="19549" y="126183"/>
                  <a:pt x="19549" y="118497"/>
                </a:cubicBezTo>
                <a:lnTo>
                  <a:pt x="19549" y="30677"/>
                </a:lnTo>
                <a:cubicBezTo>
                  <a:pt x="19549" y="22189"/>
                  <a:pt x="18613" y="16876"/>
                  <a:pt x="16742" y="14737"/>
                </a:cubicBezTo>
                <a:cubicBezTo>
                  <a:pt x="14135" y="11796"/>
                  <a:pt x="10259" y="10326"/>
                  <a:pt x="5113" y="10326"/>
                </a:cubicBezTo>
                <a:lnTo>
                  <a:pt x="0" y="10326"/>
                </a:lnTo>
                <a:lnTo>
                  <a:pt x="0" y="6617"/>
                </a:lnTo>
                <a:lnTo>
                  <a:pt x="55339" y="6617"/>
                </a:lnTo>
                <a:cubicBezTo>
                  <a:pt x="75656" y="6617"/>
                  <a:pt x="91112" y="8922"/>
                  <a:pt x="101705" y="13534"/>
                </a:cubicBezTo>
                <a:cubicBezTo>
                  <a:pt x="112298" y="18145"/>
                  <a:pt x="120820" y="25831"/>
                  <a:pt x="127269" y="36592"/>
                </a:cubicBezTo>
                <a:cubicBezTo>
                  <a:pt x="133719" y="47352"/>
                  <a:pt x="136943" y="59783"/>
                  <a:pt x="136943" y="73885"/>
                </a:cubicBezTo>
                <a:cubicBezTo>
                  <a:pt x="136943" y="92799"/>
                  <a:pt x="131196" y="108606"/>
                  <a:pt x="119700" y="121304"/>
                </a:cubicBezTo>
                <a:cubicBezTo>
                  <a:pt x="106801" y="135473"/>
                  <a:pt x="87152" y="142557"/>
                  <a:pt x="60752" y="142557"/>
                </a:cubicBezTo>
                <a:lnTo>
                  <a:pt x="0" y="142557"/>
                </a:lnTo>
                <a:moveTo>
                  <a:pt x="38797" y="132833"/>
                </a:moveTo>
                <a:cubicBezTo>
                  <a:pt x="47285" y="134638"/>
                  <a:pt x="54403" y="135540"/>
                  <a:pt x="60151" y="135540"/>
                </a:cubicBezTo>
                <a:cubicBezTo>
                  <a:pt x="75656" y="135540"/>
                  <a:pt x="88522" y="130093"/>
                  <a:pt x="98748" y="119199"/>
                </a:cubicBezTo>
                <a:cubicBezTo>
                  <a:pt x="108973" y="108305"/>
                  <a:pt x="114086" y="93535"/>
                  <a:pt x="114086" y="74888"/>
                </a:cubicBezTo>
                <a:cubicBezTo>
                  <a:pt x="114086" y="56107"/>
                  <a:pt x="108973" y="41304"/>
                  <a:pt x="98748" y="30476"/>
                </a:cubicBezTo>
                <a:cubicBezTo>
                  <a:pt x="88522" y="19649"/>
                  <a:pt x="75389" y="14236"/>
                  <a:pt x="59349" y="14236"/>
                </a:cubicBezTo>
                <a:cubicBezTo>
                  <a:pt x="53334" y="14236"/>
                  <a:pt x="46483" y="15205"/>
                  <a:pt x="38797" y="17143"/>
                </a:cubicBezTo>
                <a:lnTo>
                  <a:pt x="38797" y="132833"/>
                </a:lnTo>
                <a:close/>
                <a:moveTo>
                  <a:pt x="174380" y="0"/>
                </a:moveTo>
                <a:cubicBezTo>
                  <a:pt x="177187" y="0"/>
                  <a:pt x="179576" y="991"/>
                  <a:pt x="181548" y="2973"/>
                </a:cubicBezTo>
                <a:cubicBezTo>
                  <a:pt x="183520" y="4953"/>
                  <a:pt x="184505" y="7354"/>
                  <a:pt x="184505" y="10176"/>
                </a:cubicBezTo>
                <a:cubicBezTo>
                  <a:pt x="184505" y="12997"/>
                  <a:pt x="183520" y="15416"/>
                  <a:pt x="181548" y="17431"/>
                </a:cubicBezTo>
                <a:cubicBezTo>
                  <a:pt x="179576" y="19445"/>
                  <a:pt x="177187" y="20451"/>
                  <a:pt x="174380" y="20451"/>
                </a:cubicBezTo>
                <a:cubicBezTo>
                  <a:pt x="171573" y="20451"/>
                  <a:pt x="169167" y="19445"/>
                  <a:pt x="167162" y="17431"/>
                </a:cubicBezTo>
                <a:cubicBezTo>
                  <a:pt x="165157" y="15416"/>
                  <a:pt x="164154" y="12997"/>
                  <a:pt x="164154" y="10176"/>
                </a:cubicBezTo>
                <a:cubicBezTo>
                  <a:pt x="164154" y="7354"/>
                  <a:pt x="165140" y="4953"/>
                  <a:pt x="167112" y="2973"/>
                </a:cubicBezTo>
                <a:cubicBezTo>
                  <a:pt x="169083" y="991"/>
                  <a:pt x="171506" y="0"/>
                  <a:pt x="174380" y="0"/>
                </a:cubicBezTo>
                <a:moveTo>
                  <a:pt x="182701" y="48121"/>
                </a:moveTo>
                <a:lnTo>
                  <a:pt x="182701" y="121743"/>
                </a:lnTo>
                <a:cubicBezTo>
                  <a:pt x="182701" y="127478"/>
                  <a:pt x="183119" y="131296"/>
                  <a:pt x="183954" y="133196"/>
                </a:cubicBezTo>
                <a:cubicBezTo>
                  <a:pt x="184790" y="135097"/>
                  <a:pt x="186026" y="136514"/>
                  <a:pt x="187663" y="137448"/>
                </a:cubicBezTo>
                <a:cubicBezTo>
                  <a:pt x="189301" y="138381"/>
                  <a:pt x="192292" y="138848"/>
                  <a:pt x="196636" y="138848"/>
                </a:cubicBezTo>
                <a:lnTo>
                  <a:pt x="196636" y="142557"/>
                </a:lnTo>
                <a:lnTo>
                  <a:pt x="152024" y="142557"/>
                </a:lnTo>
                <a:lnTo>
                  <a:pt x="152024" y="138848"/>
                </a:lnTo>
                <a:cubicBezTo>
                  <a:pt x="156502" y="138848"/>
                  <a:pt x="159509" y="138415"/>
                  <a:pt x="161047" y="137548"/>
                </a:cubicBezTo>
                <a:cubicBezTo>
                  <a:pt x="162584" y="136681"/>
                  <a:pt x="163804" y="135247"/>
                  <a:pt x="164706" y="133247"/>
                </a:cubicBezTo>
                <a:cubicBezTo>
                  <a:pt x="165608" y="131246"/>
                  <a:pt x="166059" y="127411"/>
                  <a:pt x="166059" y="121743"/>
                </a:cubicBezTo>
                <a:lnTo>
                  <a:pt x="166059" y="86432"/>
                </a:lnTo>
                <a:cubicBezTo>
                  <a:pt x="166059" y="76495"/>
                  <a:pt x="165758" y="70060"/>
                  <a:pt x="165157" y="67128"/>
                </a:cubicBezTo>
                <a:cubicBezTo>
                  <a:pt x="164689" y="64993"/>
                  <a:pt x="163954" y="63509"/>
                  <a:pt x="162951" y="62676"/>
                </a:cubicBezTo>
                <a:cubicBezTo>
                  <a:pt x="161949" y="61843"/>
                  <a:pt x="160579" y="61426"/>
                  <a:pt x="158841" y="61426"/>
                </a:cubicBezTo>
                <a:cubicBezTo>
                  <a:pt x="156970" y="61426"/>
                  <a:pt x="154697" y="61926"/>
                  <a:pt x="152024" y="62927"/>
                </a:cubicBezTo>
                <a:lnTo>
                  <a:pt x="150621" y="59324"/>
                </a:lnTo>
                <a:lnTo>
                  <a:pt x="178290" y="48121"/>
                </a:lnTo>
                <a:lnTo>
                  <a:pt x="182701" y="48121"/>
                </a:lnTo>
                <a:close/>
                <a:moveTo>
                  <a:pt x="244112" y="57745"/>
                </a:moveTo>
                <a:lnTo>
                  <a:pt x="244112" y="118171"/>
                </a:lnTo>
                <a:cubicBezTo>
                  <a:pt x="244112" y="126737"/>
                  <a:pt x="245048" y="132156"/>
                  <a:pt x="246919" y="134431"/>
                </a:cubicBezTo>
                <a:cubicBezTo>
                  <a:pt x="249392" y="137376"/>
                  <a:pt x="252700" y="138848"/>
                  <a:pt x="256844" y="138848"/>
                </a:cubicBezTo>
                <a:lnTo>
                  <a:pt x="265165" y="138848"/>
                </a:lnTo>
                <a:lnTo>
                  <a:pt x="265165" y="142557"/>
                </a:lnTo>
                <a:lnTo>
                  <a:pt x="210327" y="142557"/>
                </a:lnTo>
                <a:lnTo>
                  <a:pt x="210327" y="138848"/>
                </a:lnTo>
                <a:lnTo>
                  <a:pt x="214438" y="138848"/>
                </a:lnTo>
                <a:cubicBezTo>
                  <a:pt x="217111" y="138848"/>
                  <a:pt x="219550" y="138179"/>
                  <a:pt x="221756" y="136840"/>
                </a:cubicBezTo>
                <a:cubicBezTo>
                  <a:pt x="223962" y="135501"/>
                  <a:pt x="225482" y="133695"/>
                  <a:pt x="226317" y="131420"/>
                </a:cubicBezTo>
                <a:cubicBezTo>
                  <a:pt x="227153" y="129146"/>
                  <a:pt x="227571" y="124729"/>
                  <a:pt x="227571" y="118171"/>
                </a:cubicBezTo>
                <a:lnTo>
                  <a:pt x="227571" y="57745"/>
                </a:lnTo>
                <a:lnTo>
                  <a:pt x="209726" y="57745"/>
                </a:lnTo>
                <a:lnTo>
                  <a:pt x="209726" y="50727"/>
                </a:lnTo>
                <a:lnTo>
                  <a:pt x="227571" y="50727"/>
                </a:lnTo>
                <a:lnTo>
                  <a:pt x="227571" y="44687"/>
                </a:lnTo>
                <a:cubicBezTo>
                  <a:pt x="227571" y="35495"/>
                  <a:pt x="229041" y="27712"/>
                  <a:pt x="231982" y="21338"/>
                </a:cubicBezTo>
                <a:cubicBezTo>
                  <a:pt x="234922" y="14964"/>
                  <a:pt x="239417" y="9814"/>
                  <a:pt x="245465" y="5890"/>
                </a:cubicBezTo>
                <a:cubicBezTo>
                  <a:pt x="251514" y="1963"/>
                  <a:pt x="258314" y="0"/>
                  <a:pt x="265867" y="0"/>
                </a:cubicBezTo>
                <a:cubicBezTo>
                  <a:pt x="272884" y="0"/>
                  <a:pt x="279334" y="2272"/>
                  <a:pt x="285215" y="6817"/>
                </a:cubicBezTo>
                <a:cubicBezTo>
                  <a:pt x="289092" y="9825"/>
                  <a:pt x="291030" y="13200"/>
                  <a:pt x="291030" y="16942"/>
                </a:cubicBezTo>
                <a:cubicBezTo>
                  <a:pt x="291030" y="18948"/>
                  <a:pt x="290161" y="20836"/>
                  <a:pt x="288423" y="22607"/>
                </a:cubicBezTo>
                <a:cubicBezTo>
                  <a:pt x="286686" y="24378"/>
                  <a:pt x="284814" y="25263"/>
                  <a:pt x="282809" y="25263"/>
                </a:cubicBezTo>
                <a:cubicBezTo>
                  <a:pt x="281272" y="25263"/>
                  <a:pt x="279651" y="24706"/>
                  <a:pt x="277947" y="23590"/>
                </a:cubicBezTo>
                <a:cubicBezTo>
                  <a:pt x="276243" y="22475"/>
                  <a:pt x="274154" y="20076"/>
                  <a:pt x="271681" y="16394"/>
                </a:cubicBezTo>
                <a:cubicBezTo>
                  <a:pt x="269208" y="12712"/>
                  <a:pt x="266936" y="10229"/>
                  <a:pt x="264864" y="8944"/>
                </a:cubicBezTo>
                <a:cubicBezTo>
                  <a:pt x="262792" y="7660"/>
                  <a:pt x="260486" y="7018"/>
                  <a:pt x="257947" y="7018"/>
                </a:cubicBezTo>
                <a:cubicBezTo>
                  <a:pt x="254872" y="7018"/>
                  <a:pt x="252266" y="7845"/>
                  <a:pt x="250127" y="9499"/>
                </a:cubicBezTo>
                <a:cubicBezTo>
                  <a:pt x="247988" y="11151"/>
                  <a:pt x="246451" y="13714"/>
                  <a:pt x="245516" y="17187"/>
                </a:cubicBezTo>
                <a:cubicBezTo>
                  <a:pt x="244580" y="20660"/>
                  <a:pt x="244112" y="29614"/>
                  <a:pt x="244112" y="44048"/>
                </a:cubicBezTo>
                <a:lnTo>
                  <a:pt x="244112" y="50727"/>
                </a:lnTo>
                <a:lnTo>
                  <a:pt x="267771" y="50727"/>
                </a:lnTo>
                <a:lnTo>
                  <a:pt x="267771" y="57745"/>
                </a:lnTo>
                <a:lnTo>
                  <a:pt x="244112" y="57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f">
            <a:extLst xmlns:a="http://schemas.openxmlformats.org/drawingml/2006/main">
              <a:ext uri="{FF2B5EF4-FFF2-40B4-BE49-F238E27FC236}">
                <a16:creationId xmlns:a16="http://schemas.microsoft.com/office/drawing/2014/main" id="{09FA380A-71A8-417F-BD2C-9FC9407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481" y="2045841"/>
            <a:ext cx="81304" cy="142557"/>
          </a:xfrm>
          <a:custGeom xmlns:a="http://schemas.openxmlformats.org/drawingml/2006/main">
            <a:pathLst>
              <a:path w="81304" h="142557">
                <a:moveTo>
                  <a:pt x="34386" y="57745"/>
                </a:moveTo>
                <a:lnTo>
                  <a:pt x="34386" y="118171"/>
                </a:lnTo>
                <a:cubicBezTo>
                  <a:pt x="34386" y="126737"/>
                  <a:pt x="35322" y="132156"/>
                  <a:pt x="37193" y="134431"/>
                </a:cubicBezTo>
                <a:cubicBezTo>
                  <a:pt x="39666" y="137376"/>
                  <a:pt x="42974" y="138848"/>
                  <a:pt x="47118" y="138848"/>
                </a:cubicBezTo>
                <a:lnTo>
                  <a:pt x="55439" y="138848"/>
                </a:lnTo>
                <a:lnTo>
                  <a:pt x="55439" y="142557"/>
                </a:lnTo>
                <a:lnTo>
                  <a:pt x="602" y="142557"/>
                </a:lnTo>
                <a:lnTo>
                  <a:pt x="602" y="138848"/>
                </a:lnTo>
                <a:lnTo>
                  <a:pt x="4712" y="138848"/>
                </a:lnTo>
                <a:cubicBezTo>
                  <a:pt x="7385" y="138848"/>
                  <a:pt x="9825" y="138179"/>
                  <a:pt x="12030" y="136840"/>
                </a:cubicBezTo>
                <a:cubicBezTo>
                  <a:pt x="14236" y="135501"/>
                  <a:pt x="15756" y="133695"/>
                  <a:pt x="16592" y="131420"/>
                </a:cubicBezTo>
                <a:cubicBezTo>
                  <a:pt x="17427" y="129146"/>
                  <a:pt x="17845" y="124729"/>
                  <a:pt x="17845" y="118171"/>
                </a:cubicBezTo>
                <a:lnTo>
                  <a:pt x="17845" y="57745"/>
                </a:lnTo>
                <a:lnTo>
                  <a:pt x="0" y="57745"/>
                </a:lnTo>
                <a:lnTo>
                  <a:pt x="0" y="50727"/>
                </a:lnTo>
                <a:lnTo>
                  <a:pt x="17845" y="50727"/>
                </a:lnTo>
                <a:lnTo>
                  <a:pt x="17845" y="44687"/>
                </a:lnTo>
                <a:cubicBezTo>
                  <a:pt x="17845" y="35495"/>
                  <a:pt x="19315" y="27712"/>
                  <a:pt x="22256" y="21338"/>
                </a:cubicBezTo>
                <a:cubicBezTo>
                  <a:pt x="25197" y="14964"/>
                  <a:pt x="29691" y="9814"/>
                  <a:pt x="35740" y="5890"/>
                </a:cubicBezTo>
                <a:cubicBezTo>
                  <a:pt x="41788" y="1963"/>
                  <a:pt x="48588" y="0"/>
                  <a:pt x="56141" y="0"/>
                </a:cubicBezTo>
                <a:cubicBezTo>
                  <a:pt x="63158" y="0"/>
                  <a:pt x="69608" y="2272"/>
                  <a:pt x="75489" y="6817"/>
                </a:cubicBezTo>
                <a:cubicBezTo>
                  <a:pt x="79366" y="9825"/>
                  <a:pt x="81304" y="13200"/>
                  <a:pt x="81304" y="16942"/>
                </a:cubicBezTo>
                <a:cubicBezTo>
                  <a:pt x="81304" y="18948"/>
                  <a:pt x="80435" y="20836"/>
                  <a:pt x="78697" y="22607"/>
                </a:cubicBezTo>
                <a:cubicBezTo>
                  <a:pt x="76960" y="24378"/>
                  <a:pt x="75088" y="25263"/>
                  <a:pt x="73083" y="25263"/>
                </a:cubicBezTo>
                <a:cubicBezTo>
                  <a:pt x="71546" y="25263"/>
                  <a:pt x="69925" y="24706"/>
                  <a:pt x="68221" y="23590"/>
                </a:cubicBezTo>
                <a:cubicBezTo>
                  <a:pt x="66517" y="22475"/>
                  <a:pt x="64428" y="20076"/>
                  <a:pt x="61955" y="16394"/>
                </a:cubicBezTo>
                <a:cubicBezTo>
                  <a:pt x="59482" y="12712"/>
                  <a:pt x="57210" y="10229"/>
                  <a:pt x="55138" y="8944"/>
                </a:cubicBezTo>
                <a:cubicBezTo>
                  <a:pt x="53066" y="7660"/>
                  <a:pt x="50761" y="7018"/>
                  <a:pt x="48221" y="7018"/>
                </a:cubicBezTo>
                <a:cubicBezTo>
                  <a:pt x="45147" y="7018"/>
                  <a:pt x="42540" y="7845"/>
                  <a:pt x="40401" y="9499"/>
                </a:cubicBezTo>
                <a:cubicBezTo>
                  <a:pt x="38263" y="11151"/>
                  <a:pt x="36725" y="13714"/>
                  <a:pt x="35790" y="17187"/>
                </a:cubicBezTo>
                <a:cubicBezTo>
                  <a:pt x="34854" y="20660"/>
                  <a:pt x="34386" y="29614"/>
                  <a:pt x="34386" y="44048"/>
                </a:cubicBezTo>
                <a:lnTo>
                  <a:pt x="34386" y="50727"/>
                </a:lnTo>
                <a:lnTo>
                  <a:pt x="58046" y="50727"/>
                </a:lnTo>
                <a:lnTo>
                  <a:pt x="58046" y="57745"/>
                </a:lnTo>
                <a:lnTo>
                  <a:pt x="34386" y="57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usion">
            <a:extLst xmlns:a="http://schemas.openxmlformats.org/drawingml/2006/main">
              <a:ext uri="{FF2B5EF4-FFF2-40B4-BE49-F238E27FC236}">
                <a16:creationId xmlns:a16="http://schemas.microsoft.com/office/drawing/2014/main" id="{11B2585C-D091-474F-B334-B7C43133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193" y="2045841"/>
            <a:ext cx="443733" cy="145364"/>
          </a:xfrm>
          <a:custGeom xmlns:a="http://schemas.openxmlformats.org/drawingml/2006/main">
            <a:pathLst>
              <a:path w="443733" h="145364">
                <a:moveTo>
                  <a:pt x="86717" y="50727"/>
                </a:moveTo>
                <a:lnTo>
                  <a:pt x="86717" y="106367"/>
                </a:lnTo>
                <a:cubicBezTo>
                  <a:pt x="86717" y="116993"/>
                  <a:pt x="86968" y="123493"/>
                  <a:pt x="87469" y="125866"/>
                </a:cubicBezTo>
                <a:cubicBezTo>
                  <a:pt x="87971" y="128238"/>
                  <a:pt x="88773" y="129892"/>
                  <a:pt x="89875" y="130828"/>
                </a:cubicBezTo>
                <a:cubicBezTo>
                  <a:pt x="90978" y="131764"/>
                  <a:pt x="92265" y="132232"/>
                  <a:pt x="93735" y="132232"/>
                </a:cubicBezTo>
                <a:cubicBezTo>
                  <a:pt x="95807" y="132232"/>
                  <a:pt x="98146" y="131663"/>
                  <a:pt x="100753" y="130527"/>
                </a:cubicBezTo>
                <a:lnTo>
                  <a:pt x="102156" y="134036"/>
                </a:lnTo>
                <a:lnTo>
                  <a:pt x="74687" y="145364"/>
                </a:lnTo>
                <a:lnTo>
                  <a:pt x="70176" y="145364"/>
                </a:lnTo>
                <a:lnTo>
                  <a:pt x="70176" y="125916"/>
                </a:lnTo>
                <a:cubicBezTo>
                  <a:pt x="62290" y="134471"/>
                  <a:pt x="56274" y="139851"/>
                  <a:pt x="52131" y="142056"/>
                </a:cubicBezTo>
                <a:cubicBezTo>
                  <a:pt x="47987" y="144262"/>
                  <a:pt x="43609" y="145364"/>
                  <a:pt x="38998" y="145364"/>
                </a:cubicBezTo>
                <a:cubicBezTo>
                  <a:pt x="33852" y="145364"/>
                  <a:pt x="29390" y="143877"/>
                  <a:pt x="25614" y="140903"/>
                </a:cubicBezTo>
                <a:cubicBezTo>
                  <a:pt x="21838" y="137929"/>
                  <a:pt x="19215" y="134103"/>
                  <a:pt x="17744" y="129425"/>
                </a:cubicBezTo>
                <a:cubicBezTo>
                  <a:pt x="16274" y="124746"/>
                  <a:pt x="15539" y="118130"/>
                  <a:pt x="15539" y="109575"/>
                </a:cubicBezTo>
                <a:lnTo>
                  <a:pt x="15539" y="68572"/>
                </a:lnTo>
                <a:cubicBezTo>
                  <a:pt x="15539" y="64228"/>
                  <a:pt x="15071" y="61220"/>
                  <a:pt x="14135" y="59549"/>
                </a:cubicBezTo>
                <a:cubicBezTo>
                  <a:pt x="13200" y="57878"/>
                  <a:pt x="11813" y="56592"/>
                  <a:pt x="9975" y="55690"/>
                </a:cubicBezTo>
                <a:cubicBezTo>
                  <a:pt x="8137" y="54787"/>
                  <a:pt x="4812" y="54370"/>
                  <a:pt x="0" y="54436"/>
                </a:cubicBezTo>
                <a:lnTo>
                  <a:pt x="0" y="50727"/>
                </a:lnTo>
                <a:lnTo>
                  <a:pt x="32181" y="50727"/>
                </a:lnTo>
                <a:lnTo>
                  <a:pt x="32181" y="112031"/>
                </a:lnTo>
                <a:cubicBezTo>
                  <a:pt x="32181" y="120565"/>
                  <a:pt x="33668" y="126165"/>
                  <a:pt x="36642" y="128832"/>
                </a:cubicBezTo>
                <a:cubicBezTo>
                  <a:pt x="39616" y="131500"/>
                  <a:pt x="43208" y="132833"/>
                  <a:pt x="47419" y="132833"/>
                </a:cubicBezTo>
                <a:cubicBezTo>
                  <a:pt x="50293" y="132833"/>
                  <a:pt x="53551" y="131933"/>
                  <a:pt x="57193" y="130133"/>
                </a:cubicBezTo>
                <a:cubicBezTo>
                  <a:pt x="60836" y="128332"/>
                  <a:pt x="65163" y="124900"/>
                  <a:pt x="70176" y="119835"/>
                </a:cubicBezTo>
                <a:lnTo>
                  <a:pt x="70176" y="67936"/>
                </a:lnTo>
                <a:cubicBezTo>
                  <a:pt x="70176" y="62735"/>
                  <a:pt x="69224" y="59219"/>
                  <a:pt x="67319" y="57388"/>
                </a:cubicBezTo>
                <a:cubicBezTo>
                  <a:pt x="65414" y="55554"/>
                  <a:pt x="61454" y="54570"/>
                  <a:pt x="55439" y="54436"/>
                </a:cubicBezTo>
                <a:lnTo>
                  <a:pt x="55439" y="50727"/>
                </a:lnTo>
                <a:lnTo>
                  <a:pt x="86717" y="50727"/>
                </a:lnTo>
                <a:close/>
                <a:moveTo>
                  <a:pt x="168222" y="48121"/>
                </a:moveTo>
                <a:lnTo>
                  <a:pt x="168222" y="79199"/>
                </a:lnTo>
                <a:lnTo>
                  <a:pt x="164914" y="79199"/>
                </a:lnTo>
                <a:cubicBezTo>
                  <a:pt x="162374" y="69451"/>
                  <a:pt x="159116" y="62821"/>
                  <a:pt x="155139" y="59308"/>
                </a:cubicBezTo>
                <a:cubicBezTo>
                  <a:pt x="151162" y="55793"/>
                  <a:pt x="146100" y="54035"/>
                  <a:pt x="139951" y="54035"/>
                </a:cubicBezTo>
                <a:cubicBezTo>
                  <a:pt x="135273" y="54035"/>
                  <a:pt x="131496" y="55271"/>
                  <a:pt x="128623" y="57742"/>
                </a:cubicBezTo>
                <a:cubicBezTo>
                  <a:pt x="125749" y="60210"/>
                  <a:pt x="124312" y="62947"/>
                  <a:pt x="124312" y="65953"/>
                </a:cubicBezTo>
                <a:cubicBezTo>
                  <a:pt x="124312" y="69691"/>
                  <a:pt x="125381" y="72895"/>
                  <a:pt x="127520" y="75564"/>
                </a:cubicBezTo>
                <a:cubicBezTo>
                  <a:pt x="129592" y="78303"/>
                  <a:pt x="133802" y="81207"/>
                  <a:pt x="140151" y="84277"/>
                </a:cubicBezTo>
                <a:lnTo>
                  <a:pt x="154788" y="91389"/>
                </a:lnTo>
                <a:cubicBezTo>
                  <a:pt x="168355" y="97997"/>
                  <a:pt x="175139" y="106709"/>
                  <a:pt x="175139" y="117526"/>
                </a:cubicBezTo>
                <a:cubicBezTo>
                  <a:pt x="175139" y="125870"/>
                  <a:pt x="171981" y="132596"/>
                  <a:pt x="165665" y="137705"/>
                </a:cubicBezTo>
                <a:cubicBezTo>
                  <a:pt x="159350" y="142811"/>
                  <a:pt x="152282" y="145364"/>
                  <a:pt x="144462" y="145364"/>
                </a:cubicBezTo>
                <a:cubicBezTo>
                  <a:pt x="138848" y="145364"/>
                  <a:pt x="132432" y="144362"/>
                  <a:pt x="125214" y="142357"/>
                </a:cubicBezTo>
                <a:cubicBezTo>
                  <a:pt x="123008" y="141689"/>
                  <a:pt x="121204" y="141354"/>
                  <a:pt x="119800" y="141354"/>
                </a:cubicBezTo>
                <a:cubicBezTo>
                  <a:pt x="118263" y="141354"/>
                  <a:pt x="117060" y="142223"/>
                  <a:pt x="116191" y="143961"/>
                </a:cubicBezTo>
                <a:lnTo>
                  <a:pt x="112883" y="143961"/>
                </a:lnTo>
                <a:lnTo>
                  <a:pt x="112883" y="111079"/>
                </a:lnTo>
                <a:lnTo>
                  <a:pt x="116191" y="111079"/>
                </a:lnTo>
                <a:cubicBezTo>
                  <a:pt x="118063" y="120469"/>
                  <a:pt x="121638" y="127545"/>
                  <a:pt x="126918" y="132307"/>
                </a:cubicBezTo>
                <a:cubicBezTo>
                  <a:pt x="132198" y="137069"/>
                  <a:pt x="138113" y="139450"/>
                  <a:pt x="144663" y="139450"/>
                </a:cubicBezTo>
                <a:cubicBezTo>
                  <a:pt x="149274" y="139450"/>
                  <a:pt x="153034" y="138098"/>
                  <a:pt x="155941" y="135396"/>
                </a:cubicBezTo>
                <a:cubicBezTo>
                  <a:pt x="158848" y="132691"/>
                  <a:pt x="160302" y="129436"/>
                  <a:pt x="160302" y="125631"/>
                </a:cubicBezTo>
                <a:cubicBezTo>
                  <a:pt x="160302" y="121023"/>
                  <a:pt x="158681" y="117151"/>
                  <a:pt x="155440" y="114014"/>
                </a:cubicBezTo>
                <a:cubicBezTo>
                  <a:pt x="152198" y="110877"/>
                  <a:pt x="145732" y="106906"/>
                  <a:pt x="136041" y="102100"/>
                </a:cubicBezTo>
                <a:cubicBezTo>
                  <a:pt x="126350" y="97292"/>
                  <a:pt x="120001" y="92952"/>
                  <a:pt x="116993" y="89080"/>
                </a:cubicBezTo>
                <a:cubicBezTo>
                  <a:pt x="113986" y="85274"/>
                  <a:pt x="112482" y="80467"/>
                  <a:pt x="112482" y="74659"/>
                </a:cubicBezTo>
                <a:cubicBezTo>
                  <a:pt x="112482" y="67115"/>
                  <a:pt x="115072" y="60807"/>
                  <a:pt x="120252" y="55733"/>
                </a:cubicBezTo>
                <a:cubicBezTo>
                  <a:pt x="125431" y="50658"/>
                  <a:pt x="132131" y="48121"/>
                  <a:pt x="140352" y="48121"/>
                </a:cubicBezTo>
                <a:cubicBezTo>
                  <a:pt x="143961" y="48121"/>
                  <a:pt x="148339" y="48889"/>
                  <a:pt x="153485" y="50426"/>
                </a:cubicBezTo>
                <a:cubicBezTo>
                  <a:pt x="156893" y="51429"/>
                  <a:pt x="159166" y="51930"/>
                  <a:pt x="160302" y="51930"/>
                </a:cubicBezTo>
                <a:cubicBezTo>
                  <a:pt x="161371" y="51930"/>
                  <a:pt x="162207" y="51696"/>
                  <a:pt x="162808" y="51228"/>
                </a:cubicBezTo>
                <a:cubicBezTo>
                  <a:pt x="163410" y="50761"/>
                  <a:pt x="164111" y="49725"/>
                  <a:pt x="164914" y="48121"/>
                </a:cubicBezTo>
                <a:lnTo>
                  <a:pt x="168222" y="48121"/>
                </a:lnTo>
                <a:close/>
                <a:moveTo>
                  <a:pt x="211894" y="0"/>
                </a:moveTo>
                <a:cubicBezTo>
                  <a:pt x="214701" y="0"/>
                  <a:pt x="217090" y="991"/>
                  <a:pt x="219061" y="2973"/>
                </a:cubicBezTo>
                <a:cubicBezTo>
                  <a:pt x="221033" y="4953"/>
                  <a:pt x="222019" y="7354"/>
                  <a:pt x="222019" y="10176"/>
                </a:cubicBezTo>
                <a:cubicBezTo>
                  <a:pt x="222019" y="12997"/>
                  <a:pt x="221033" y="15416"/>
                  <a:pt x="219061" y="17431"/>
                </a:cubicBezTo>
                <a:cubicBezTo>
                  <a:pt x="217090" y="19445"/>
                  <a:pt x="214701" y="20451"/>
                  <a:pt x="211894" y="20451"/>
                </a:cubicBezTo>
                <a:cubicBezTo>
                  <a:pt x="209086" y="20451"/>
                  <a:pt x="206680" y="19445"/>
                  <a:pt x="204675" y="17431"/>
                </a:cubicBezTo>
                <a:cubicBezTo>
                  <a:pt x="202670" y="15416"/>
                  <a:pt x="201668" y="12997"/>
                  <a:pt x="201668" y="10176"/>
                </a:cubicBezTo>
                <a:cubicBezTo>
                  <a:pt x="201668" y="7354"/>
                  <a:pt x="202654" y="4953"/>
                  <a:pt x="204625" y="2973"/>
                </a:cubicBezTo>
                <a:cubicBezTo>
                  <a:pt x="206597" y="991"/>
                  <a:pt x="209020" y="0"/>
                  <a:pt x="211894" y="0"/>
                </a:cubicBezTo>
                <a:moveTo>
                  <a:pt x="220214" y="48121"/>
                </a:moveTo>
                <a:lnTo>
                  <a:pt x="220214" y="121743"/>
                </a:lnTo>
                <a:cubicBezTo>
                  <a:pt x="220214" y="127478"/>
                  <a:pt x="220632" y="131296"/>
                  <a:pt x="221468" y="133196"/>
                </a:cubicBezTo>
                <a:cubicBezTo>
                  <a:pt x="222303" y="135097"/>
                  <a:pt x="223539" y="136514"/>
                  <a:pt x="225177" y="137448"/>
                </a:cubicBezTo>
                <a:cubicBezTo>
                  <a:pt x="226814" y="138381"/>
                  <a:pt x="229805" y="138848"/>
                  <a:pt x="234149" y="138848"/>
                </a:cubicBezTo>
                <a:lnTo>
                  <a:pt x="234149" y="142557"/>
                </a:lnTo>
                <a:lnTo>
                  <a:pt x="189537" y="142557"/>
                </a:lnTo>
                <a:lnTo>
                  <a:pt x="189537" y="138848"/>
                </a:lnTo>
                <a:cubicBezTo>
                  <a:pt x="194015" y="138848"/>
                  <a:pt x="197023" y="138415"/>
                  <a:pt x="198560" y="137548"/>
                </a:cubicBezTo>
                <a:cubicBezTo>
                  <a:pt x="200097" y="136681"/>
                  <a:pt x="201317" y="135247"/>
                  <a:pt x="202219" y="133247"/>
                </a:cubicBezTo>
                <a:cubicBezTo>
                  <a:pt x="203122" y="131246"/>
                  <a:pt x="203573" y="127411"/>
                  <a:pt x="203573" y="121743"/>
                </a:cubicBezTo>
                <a:lnTo>
                  <a:pt x="203573" y="86432"/>
                </a:lnTo>
                <a:cubicBezTo>
                  <a:pt x="203573" y="76495"/>
                  <a:pt x="203272" y="70060"/>
                  <a:pt x="202670" y="67128"/>
                </a:cubicBezTo>
                <a:cubicBezTo>
                  <a:pt x="202203" y="64993"/>
                  <a:pt x="201467" y="63509"/>
                  <a:pt x="200465" y="62676"/>
                </a:cubicBezTo>
                <a:cubicBezTo>
                  <a:pt x="199462" y="61843"/>
                  <a:pt x="198092" y="61426"/>
                  <a:pt x="196355" y="61426"/>
                </a:cubicBezTo>
                <a:cubicBezTo>
                  <a:pt x="194483" y="61426"/>
                  <a:pt x="192211" y="61926"/>
                  <a:pt x="189537" y="62927"/>
                </a:cubicBezTo>
                <a:lnTo>
                  <a:pt x="188134" y="59324"/>
                </a:lnTo>
                <a:lnTo>
                  <a:pt x="215803" y="48121"/>
                </a:lnTo>
                <a:lnTo>
                  <a:pt x="220214" y="48121"/>
                </a:lnTo>
                <a:close/>
                <a:moveTo>
                  <a:pt x="290649" y="48121"/>
                </a:moveTo>
                <a:cubicBezTo>
                  <a:pt x="304550" y="48121"/>
                  <a:pt x="315712" y="53395"/>
                  <a:pt x="324133" y="63945"/>
                </a:cubicBezTo>
                <a:cubicBezTo>
                  <a:pt x="331284" y="72957"/>
                  <a:pt x="334860" y="83306"/>
                  <a:pt x="334860" y="94991"/>
                </a:cubicBezTo>
                <a:cubicBezTo>
                  <a:pt x="334860" y="103204"/>
                  <a:pt x="332888" y="111516"/>
                  <a:pt x="328945" y="119929"/>
                </a:cubicBezTo>
                <a:cubicBezTo>
                  <a:pt x="325002" y="128340"/>
                  <a:pt x="319571" y="134681"/>
                  <a:pt x="312654" y="138955"/>
                </a:cubicBezTo>
                <a:cubicBezTo>
                  <a:pt x="305737" y="143228"/>
                  <a:pt x="298034" y="145364"/>
                  <a:pt x="289546" y="145364"/>
                </a:cubicBezTo>
                <a:cubicBezTo>
                  <a:pt x="275711" y="145364"/>
                  <a:pt x="264717" y="139856"/>
                  <a:pt x="256563" y="128839"/>
                </a:cubicBezTo>
                <a:cubicBezTo>
                  <a:pt x="249679" y="119559"/>
                  <a:pt x="246237" y="109145"/>
                  <a:pt x="246237" y="97595"/>
                </a:cubicBezTo>
                <a:cubicBezTo>
                  <a:pt x="246237" y="89182"/>
                  <a:pt x="248326" y="80819"/>
                  <a:pt x="252503" y="72507"/>
                </a:cubicBezTo>
                <a:cubicBezTo>
                  <a:pt x="256680" y="64194"/>
                  <a:pt x="262177" y="58052"/>
                  <a:pt x="268994" y="54079"/>
                </a:cubicBezTo>
                <a:cubicBezTo>
                  <a:pt x="275812" y="50107"/>
                  <a:pt x="283030" y="48121"/>
                  <a:pt x="290649" y="48121"/>
                </a:cubicBezTo>
                <a:moveTo>
                  <a:pt x="287541" y="54737"/>
                </a:moveTo>
                <a:cubicBezTo>
                  <a:pt x="283999" y="54737"/>
                  <a:pt x="280440" y="55789"/>
                  <a:pt x="276864" y="57892"/>
                </a:cubicBezTo>
                <a:cubicBezTo>
                  <a:pt x="273289" y="59995"/>
                  <a:pt x="270398" y="63684"/>
                  <a:pt x="268192" y="68957"/>
                </a:cubicBezTo>
                <a:cubicBezTo>
                  <a:pt x="265987" y="74231"/>
                  <a:pt x="264884" y="81006"/>
                  <a:pt x="264884" y="89283"/>
                </a:cubicBezTo>
                <a:cubicBezTo>
                  <a:pt x="264884" y="102633"/>
                  <a:pt x="267541" y="114149"/>
                  <a:pt x="272854" y="123829"/>
                </a:cubicBezTo>
                <a:cubicBezTo>
                  <a:pt x="278167" y="133508"/>
                  <a:pt x="285168" y="138347"/>
                  <a:pt x="293857" y="138347"/>
                </a:cubicBezTo>
                <a:cubicBezTo>
                  <a:pt x="300340" y="138347"/>
                  <a:pt x="305686" y="135677"/>
                  <a:pt x="309897" y="130336"/>
                </a:cubicBezTo>
                <a:cubicBezTo>
                  <a:pt x="314108" y="124996"/>
                  <a:pt x="316213" y="115817"/>
                  <a:pt x="316213" y="102802"/>
                </a:cubicBezTo>
                <a:cubicBezTo>
                  <a:pt x="316213" y="86513"/>
                  <a:pt x="312704" y="73695"/>
                  <a:pt x="305686" y="64349"/>
                </a:cubicBezTo>
                <a:cubicBezTo>
                  <a:pt x="300941" y="57941"/>
                  <a:pt x="294893" y="54737"/>
                  <a:pt x="287541" y="54737"/>
                </a:cubicBezTo>
                <a:close/>
                <a:moveTo>
                  <a:pt x="375161" y="67569"/>
                </a:moveTo>
                <a:cubicBezTo>
                  <a:pt x="385921" y="54604"/>
                  <a:pt x="396180" y="48121"/>
                  <a:pt x="405938" y="48121"/>
                </a:cubicBezTo>
                <a:cubicBezTo>
                  <a:pt x="410950" y="48121"/>
                  <a:pt x="415261" y="49372"/>
                  <a:pt x="418870" y="51874"/>
                </a:cubicBezTo>
                <a:cubicBezTo>
                  <a:pt x="422479" y="54374"/>
                  <a:pt x="425353" y="58491"/>
                  <a:pt x="427492" y="64227"/>
                </a:cubicBezTo>
                <a:cubicBezTo>
                  <a:pt x="428962" y="68226"/>
                  <a:pt x="429697" y="74361"/>
                  <a:pt x="429697" y="82632"/>
                </a:cubicBezTo>
                <a:lnTo>
                  <a:pt x="429697" y="121743"/>
                </a:lnTo>
                <a:cubicBezTo>
                  <a:pt x="429697" y="127545"/>
                  <a:pt x="430165" y="131480"/>
                  <a:pt x="431101" y="133547"/>
                </a:cubicBezTo>
                <a:cubicBezTo>
                  <a:pt x="431836" y="135214"/>
                  <a:pt x="433022" y="136514"/>
                  <a:pt x="434660" y="137448"/>
                </a:cubicBezTo>
                <a:cubicBezTo>
                  <a:pt x="436297" y="138381"/>
                  <a:pt x="439321" y="138848"/>
                  <a:pt x="443733" y="138848"/>
                </a:cubicBezTo>
                <a:lnTo>
                  <a:pt x="443733" y="142557"/>
                </a:lnTo>
                <a:lnTo>
                  <a:pt x="398319" y="142557"/>
                </a:lnTo>
                <a:lnTo>
                  <a:pt x="398319" y="138848"/>
                </a:lnTo>
                <a:lnTo>
                  <a:pt x="400223" y="138848"/>
                </a:lnTo>
                <a:cubicBezTo>
                  <a:pt x="404501" y="138848"/>
                  <a:pt x="407492" y="138200"/>
                  <a:pt x="409196" y="136903"/>
                </a:cubicBezTo>
                <a:cubicBezTo>
                  <a:pt x="410900" y="135606"/>
                  <a:pt x="412087" y="133695"/>
                  <a:pt x="412755" y="131170"/>
                </a:cubicBezTo>
                <a:cubicBezTo>
                  <a:pt x="413022" y="130171"/>
                  <a:pt x="413156" y="127046"/>
                  <a:pt x="413156" y="121793"/>
                </a:cubicBezTo>
                <a:lnTo>
                  <a:pt x="413156" y="84390"/>
                </a:lnTo>
                <a:cubicBezTo>
                  <a:pt x="413156" y="76079"/>
                  <a:pt x="412070" y="70045"/>
                  <a:pt x="409898" y="66288"/>
                </a:cubicBezTo>
                <a:cubicBezTo>
                  <a:pt x="407726" y="62531"/>
                  <a:pt x="404066" y="60652"/>
                  <a:pt x="398920" y="60652"/>
                </a:cubicBezTo>
                <a:cubicBezTo>
                  <a:pt x="390967" y="60652"/>
                  <a:pt x="383047" y="64974"/>
                  <a:pt x="375161" y="73619"/>
                </a:cubicBezTo>
                <a:lnTo>
                  <a:pt x="375161" y="121793"/>
                </a:lnTo>
                <a:cubicBezTo>
                  <a:pt x="375161" y="127977"/>
                  <a:pt x="375528" y="131800"/>
                  <a:pt x="376263" y="133262"/>
                </a:cubicBezTo>
                <a:cubicBezTo>
                  <a:pt x="377199" y="135190"/>
                  <a:pt x="378486" y="136603"/>
                  <a:pt x="380123" y="137501"/>
                </a:cubicBezTo>
                <a:cubicBezTo>
                  <a:pt x="381760" y="138399"/>
                  <a:pt x="385085" y="138848"/>
                  <a:pt x="390098" y="138848"/>
                </a:cubicBezTo>
                <a:lnTo>
                  <a:pt x="390098" y="142557"/>
                </a:lnTo>
                <a:lnTo>
                  <a:pt x="344684" y="142557"/>
                </a:lnTo>
                <a:lnTo>
                  <a:pt x="344684" y="138848"/>
                </a:lnTo>
                <a:lnTo>
                  <a:pt x="346689" y="138848"/>
                </a:lnTo>
                <a:cubicBezTo>
                  <a:pt x="351368" y="138848"/>
                  <a:pt x="354526" y="137665"/>
                  <a:pt x="356163" y="135299"/>
                </a:cubicBezTo>
                <a:cubicBezTo>
                  <a:pt x="357800" y="132930"/>
                  <a:pt x="358619" y="128412"/>
                  <a:pt x="358619" y="121743"/>
                </a:cubicBezTo>
                <a:lnTo>
                  <a:pt x="358619" y="87732"/>
                </a:lnTo>
                <a:cubicBezTo>
                  <a:pt x="358619" y="76730"/>
                  <a:pt x="358369" y="70029"/>
                  <a:pt x="357867" y="67629"/>
                </a:cubicBezTo>
                <a:cubicBezTo>
                  <a:pt x="357366" y="65227"/>
                  <a:pt x="356597" y="63593"/>
                  <a:pt x="355561" y="62726"/>
                </a:cubicBezTo>
                <a:cubicBezTo>
                  <a:pt x="354526" y="61859"/>
                  <a:pt x="353139" y="61426"/>
                  <a:pt x="351401" y="61426"/>
                </a:cubicBezTo>
                <a:cubicBezTo>
                  <a:pt x="349530" y="61426"/>
                  <a:pt x="347291" y="61926"/>
                  <a:pt x="344684" y="62927"/>
                </a:cubicBezTo>
                <a:lnTo>
                  <a:pt x="343180" y="59324"/>
                </a:lnTo>
                <a:lnTo>
                  <a:pt x="370850" y="48121"/>
                </a:lnTo>
                <a:lnTo>
                  <a:pt x="375161" y="48121"/>
                </a:lnTo>
                <a:lnTo>
                  <a:pt x="375161" y="6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Downstreamtasks">
            <a:extLst xmlns:a="http://schemas.openxmlformats.org/drawingml/2006/main">
              <a:ext uri="{FF2B5EF4-FFF2-40B4-BE49-F238E27FC236}">
                <a16:creationId xmlns:a16="http://schemas.microsoft.com/office/drawing/2014/main" id="{CF5332A9-6B82-46AC-9EC2-5005F0E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366" y="118681"/>
            <a:ext cx="1499411" cy="145364"/>
          </a:xfrm>
          <a:custGeom xmlns:a="http://schemas.openxmlformats.org/drawingml/2006/main">
            <a:pathLst>
              <a:path w="1499411" h="145364">
                <a:moveTo>
                  <a:pt x="0" y="142557"/>
                </a:moveTo>
                <a:lnTo>
                  <a:pt x="0" y="138848"/>
                </a:lnTo>
                <a:lnTo>
                  <a:pt x="5113" y="138848"/>
                </a:lnTo>
                <a:cubicBezTo>
                  <a:pt x="10861" y="138848"/>
                  <a:pt x="14937" y="137010"/>
                  <a:pt x="17343" y="133334"/>
                </a:cubicBezTo>
                <a:cubicBezTo>
                  <a:pt x="18814" y="131129"/>
                  <a:pt x="19549" y="126183"/>
                  <a:pt x="19549" y="118497"/>
                </a:cubicBezTo>
                <a:lnTo>
                  <a:pt x="19549" y="30677"/>
                </a:lnTo>
                <a:cubicBezTo>
                  <a:pt x="19549" y="22189"/>
                  <a:pt x="18613" y="16876"/>
                  <a:pt x="16742" y="14737"/>
                </a:cubicBezTo>
                <a:cubicBezTo>
                  <a:pt x="14135" y="11796"/>
                  <a:pt x="10259" y="10326"/>
                  <a:pt x="5113" y="10326"/>
                </a:cubicBezTo>
                <a:lnTo>
                  <a:pt x="0" y="10326"/>
                </a:lnTo>
                <a:lnTo>
                  <a:pt x="0" y="6617"/>
                </a:lnTo>
                <a:lnTo>
                  <a:pt x="55339" y="6617"/>
                </a:lnTo>
                <a:cubicBezTo>
                  <a:pt x="75656" y="6617"/>
                  <a:pt x="91112" y="8922"/>
                  <a:pt x="101705" y="13534"/>
                </a:cubicBezTo>
                <a:cubicBezTo>
                  <a:pt x="112298" y="18145"/>
                  <a:pt x="120820" y="25831"/>
                  <a:pt x="127269" y="36592"/>
                </a:cubicBezTo>
                <a:cubicBezTo>
                  <a:pt x="133719" y="47352"/>
                  <a:pt x="136943" y="59783"/>
                  <a:pt x="136943" y="73885"/>
                </a:cubicBezTo>
                <a:cubicBezTo>
                  <a:pt x="136943" y="92799"/>
                  <a:pt x="131196" y="108606"/>
                  <a:pt x="119700" y="121304"/>
                </a:cubicBezTo>
                <a:cubicBezTo>
                  <a:pt x="106801" y="135473"/>
                  <a:pt x="87152" y="142557"/>
                  <a:pt x="60752" y="142557"/>
                </a:cubicBezTo>
                <a:lnTo>
                  <a:pt x="0" y="142557"/>
                </a:lnTo>
                <a:moveTo>
                  <a:pt x="38797" y="132833"/>
                </a:moveTo>
                <a:cubicBezTo>
                  <a:pt x="47285" y="134638"/>
                  <a:pt x="54403" y="135540"/>
                  <a:pt x="60151" y="135540"/>
                </a:cubicBezTo>
                <a:cubicBezTo>
                  <a:pt x="75656" y="135540"/>
                  <a:pt x="88522" y="130093"/>
                  <a:pt x="98748" y="119199"/>
                </a:cubicBezTo>
                <a:cubicBezTo>
                  <a:pt x="108973" y="108305"/>
                  <a:pt x="114086" y="93535"/>
                  <a:pt x="114086" y="74888"/>
                </a:cubicBezTo>
                <a:cubicBezTo>
                  <a:pt x="114086" y="56107"/>
                  <a:pt x="108973" y="41304"/>
                  <a:pt x="98748" y="30476"/>
                </a:cubicBezTo>
                <a:cubicBezTo>
                  <a:pt x="88522" y="19649"/>
                  <a:pt x="75389" y="14236"/>
                  <a:pt x="59349" y="14236"/>
                </a:cubicBezTo>
                <a:cubicBezTo>
                  <a:pt x="53334" y="14236"/>
                  <a:pt x="46483" y="15205"/>
                  <a:pt x="38797" y="17143"/>
                </a:cubicBezTo>
                <a:lnTo>
                  <a:pt x="38797" y="132833"/>
                </a:lnTo>
                <a:close/>
                <a:moveTo>
                  <a:pt x="195934" y="48121"/>
                </a:moveTo>
                <a:cubicBezTo>
                  <a:pt x="209836" y="48121"/>
                  <a:pt x="220997" y="53395"/>
                  <a:pt x="229418" y="63945"/>
                </a:cubicBezTo>
                <a:cubicBezTo>
                  <a:pt x="236569" y="72957"/>
                  <a:pt x="240145" y="83306"/>
                  <a:pt x="240145" y="94991"/>
                </a:cubicBezTo>
                <a:cubicBezTo>
                  <a:pt x="240145" y="103204"/>
                  <a:pt x="238173" y="111516"/>
                  <a:pt x="234230" y="119929"/>
                </a:cubicBezTo>
                <a:cubicBezTo>
                  <a:pt x="230287" y="128340"/>
                  <a:pt x="224857" y="134681"/>
                  <a:pt x="217939" y="138955"/>
                </a:cubicBezTo>
                <a:cubicBezTo>
                  <a:pt x="211022" y="143228"/>
                  <a:pt x="203319" y="145364"/>
                  <a:pt x="194831" y="145364"/>
                </a:cubicBezTo>
                <a:cubicBezTo>
                  <a:pt x="180997" y="145364"/>
                  <a:pt x="170002" y="139856"/>
                  <a:pt x="161849" y="128839"/>
                </a:cubicBezTo>
                <a:cubicBezTo>
                  <a:pt x="154965" y="119559"/>
                  <a:pt x="151523" y="109145"/>
                  <a:pt x="151523" y="97595"/>
                </a:cubicBezTo>
                <a:cubicBezTo>
                  <a:pt x="151523" y="89182"/>
                  <a:pt x="153611" y="80819"/>
                  <a:pt x="157788" y="72507"/>
                </a:cubicBezTo>
                <a:cubicBezTo>
                  <a:pt x="161966" y="64194"/>
                  <a:pt x="167463" y="58052"/>
                  <a:pt x="174280" y="54079"/>
                </a:cubicBezTo>
                <a:cubicBezTo>
                  <a:pt x="181097" y="50107"/>
                  <a:pt x="188315" y="48121"/>
                  <a:pt x="195934" y="48121"/>
                </a:cubicBezTo>
                <a:moveTo>
                  <a:pt x="192826" y="54737"/>
                </a:moveTo>
                <a:cubicBezTo>
                  <a:pt x="189284" y="54737"/>
                  <a:pt x="185725" y="55789"/>
                  <a:pt x="182150" y="57892"/>
                </a:cubicBezTo>
                <a:cubicBezTo>
                  <a:pt x="178574" y="59995"/>
                  <a:pt x="175683" y="63684"/>
                  <a:pt x="173478" y="68957"/>
                </a:cubicBezTo>
                <a:cubicBezTo>
                  <a:pt x="171272" y="74231"/>
                  <a:pt x="170170" y="81006"/>
                  <a:pt x="170170" y="89283"/>
                </a:cubicBezTo>
                <a:cubicBezTo>
                  <a:pt x="170170" y="102633"/>
                  <a:pt x="172826" y="114149"/>
                  <a:pt x="178140" y="123829"/>
                </a:cubicBezTo>
                <a:cubicBezTo>
                  <a:pt x="183453" y="133508"/>
                  <a:pt x="190454" y="138347"/>
                  <a:pt x="199142" y="138347"/>
                </a:cubicBezTo>
                <a:cubicBezTo>
                  <a:pt x="205625" y="138347"/>
                  <a:pt x="210972" y="135677"/>
                  <a:pt x="215182" y="130336"/>
                </a:cubicBezTo>
                <a:cubicBezTo>
                  <a:pt x="219393" y="124996"/>
                  <a:pt x="221498" y="115817"/>
                  <a:pt x="221498" y="102802"/>
                </a:cubicBezTo>
                <a:cubicBezTo>
                  <a:pt x="221498" y="86513"/>
                  <a:pt x="217989" y="73695"/>
                  <a:pt x="210972" y="64349"/>
                </a:cubicBezTo>
                <a:cubicBezTo>
                  <a:pt x="206227" y="57941"/>
                  <a:pt x="200178" y="54737"/>
                  <a:pt x="192826" y="54737"/>
                </a:cubicBezTo>
                <a:close/>
                <a:moveTo>
                  <a:pt x="248566" y="50727"/>
                </a:moveTo>
                <a:lnTo>
                  <a:pt x="287063" y="50727"/>
                </a:lnTo>
                <a:lnTo>
                  <a:pt x="287063" y="54436"/>
                </a:lnTo>
                <a:cubicBezTo>
                  <a:pt x="283520" y="54704"/>
                  <a:pt x="281198" y="55339"/>
                  <a:pt x="280095" y="56341"/>
                </a:cubicBezTo>
                <a:cubicBezTo>
                  <a:pt x="278992" y="57344"/>
                  <a:pt x="278441" y="58781"/>
                  <a:pt x="278441" y="60652"/>
                </a:cubicBezTo>
                <a:cubicBezTo>
                  <a:pt x="278441" y="62724"/>
                  <a:pt x="279009" y="65230"/>
                  <a:pt x="280145" y="68171"/>
                </a:cubicBezTo>
                <a:lnTo>
                  <a:pt x="299795" y="121003"/>
                </a:lnTo>
                <a:lnTo>
                  <a:pt x="319544" y="77996"/>
                </a:lnTo>
                <a:lnTo>
                  <a:pt x="314331" y="64462"/>
                </a:lnTo>
                <a:cubicBezTo>
                  <a:pt x="312727" y="60452"/>
                  <a:pt x="310622" y="57678"/>
                  <a:pt x="308015" y="56141"/>
                </a:cubicBezTo>
                <a:cubicBezTo>
                  <a:pt x="306545" y="55205"/>
                  <a:pt x="303805" y="54637"/>
                  <a:pt x="299795" y="54436"/>
                </a:cubicBezTo>
                <a:lnTo>
                  <a:pt x="299795" y="50727"/>
                </a:lnTo>
                <a:lnTo>
                  <a:pt x="343504" y="50727"/>
                </a:lnTo>
                <a:lnTo>
                  <a:pt x="343504" y="54436"/>
                </a:lnTo>
                <a:cubicBezTo>
                  <a:pt x="338692" y="54637"/>
                  <a:pt x="335284" y="55506"/>
                  <a:pt x="333279" y="57043"/>
                </a:cubicBezTo>
                <a:cubicBezTo>
                  <a:pt x="331942" y="58112"/>
                  <a:pt x="331273" y="59817"/>
                  <a:pt x="331273" y="62156"/>
                </a:cubicBezTo>
                <a:cubicBezTo>
                  <a:pt x="331273" y="63493"/>
                  <a:pt x="331541" y="64863"/>
                  <a:pt x="332075" y="66266"/>
                </a:cubicBezTo>
                <a:lnTo>
                  <a:pt x="352928" y="118998"/>
                </a:lnTo>
                <a:lnTo>
                  <a:pt x="372276" y="68171"/>
                </a:lnTo>
                <a:cubicBezTo>
                  <a:pt x="373613" y="64562"/>
                  <a:pt x="374281" y="61688"/>
                  <a:pt x="374281" y="59549"/>
                </a:cubicBezTo>
                <a:cubicBezTo>
                  <a:pt x="374281" y="58279"/>
                  <a:pt x="373630" y="57143"/>
                  <a:pt x="372326" y="56141"/>
                </a:cubicBezTo>
                <a:cubicBezTo>
                  <a:pt x="371023" y="55138"/>
                  <a:pt x="368467" y="54570"/>
                  <a:pt x="364657" y="54436"/>
                </a:cubicBezTo>
                <a:lnTo>
                  <a:pt x="364657" y="50727"/>
                </a:lnTo>
                <a:lnTo>
                  <a:pt x="393630" y="50727"/>
                </a:lnTo>
                <a:lnTo>
                  <a:pt x="393630" y="54436"/>
                </a:lnTo>
                <a:cubicBezTo>
                  <a:pt x="387815" y="55305"/>
                  <a:pt x="383538" y="59249"/>
                  <a:pt x="380798" y="66266"/>
                </a:cubicBezTo>
                <a:lnTo>
                  <a:pt x="350121" y="145364"/>
                </a:lnTo>
                <a:lnTo>
                  <a:pt x="346010" y="145364"/>
                </a:lnTo>
                <a:lnTo>
                  <a:pt x="323053" y="86717"/>
                </a:lnTo>
                <a:lnTo>
                  <a:pt x="296286" y="145364"/>
                </a:lnTo>
                <a:lnTo>
                  <a:pt x="292576" y="145364"/>
                </a:lnTo>
                <a:lnTo>
                  <a:pt x="263103" y="68171"/>
                </a:lnTo>
                <a:cubicBezTo>
                  <a:pt x="261164" y="63292"/>
                  <a:pt x="259260" y="60000"/>
                  <a:pt x="257388" y="58296"/>
                </a:cubicBezTo>
                <a:cubicBezTo>
                  <a:pt x="255517" y="56592"/>
                  <a:pt x="252576" y="55305"/>
                  <a:pt x="248566" y="54436"/>
                </a:cubicBezTo>
                <a:lnTo>
                  <a:pt x="248566" y="50727"/>
                </a:lnTo>
                <a:close/>
                <a:moveTo>
                  <a:pt x="428560" y="67569"/>
                </a:moveTo>
                <a:cubicBezTo>
                  <a:pt x="439321" y="54604"/>
                  <a:pt x="449580" y="48121"/>
                  <a:pt x="459337" y="48121"/>
                </a:cubicBezTo>
                <a:cubicBezTo>
                  <a:pt x="464350" y="48121"/>
                  <a:pt x="468661" y="49372"/>
                  <a:pt x="472270" y="51874"/>
                </a:cubicBezTo>
                <a:cubicBezTo>
                  <a:pt x="475879" y="54374"/>
                  <a:pt x="478753" y="58491"/>
                  <a:pt x="480891" y="64227"/>
                </a:cubicBezTo>
                <a:cubicBezTo>
                  <a:pt x="482362" y="68226"/>
                  <a:pt x="483097" y="74361"/>
                  <a:pt x="483097" y="82632"/>
                </a:cubicBezTo>
                <a:lnTo>
                  <a:pt x="483097" y="121743"/>
                </a:lnTo>
                <a:cubicBezTo>
                  <a:pt x="483097" y="127545"/>
                  <a:pt x="483565" y="131480"/>
                  <a:pt x="484501" y="133547"/>
                </a:cubicBezTo>
                <a:cubicBezTo>
                  <a:pt x="485236" y="135214"/>
                  <a:pt x="486422" y="136514"/>
                  <a:pt x="488059" y="137448"/>
                </a:cubicBezTo>
                <a:cubicBezTo>
                  <a:pt x="489697" y="138381"/>
                  <a:pt x="492721" y="138848"/>
                  <a:pt x="497132" y="138848"/>
                </a:cubicBezTo>
                <a:lnTo>
                  <a:pt x="497132" y="142557"/>
                </a:lnTo>
                <a:lnTo>
                  <a:pt x="451718" y="142557"/>
                </a:lnTo>
                <a:lnTo>
                  <a:pt x="451718" y="138848"/>
                </a:lnTo>
                <a:lnTo>
                  <a:pt x="453623" y="138848"/>
                </a:lnTo>
                <a:cubicBezTo>
                  <a:pt x="457900" y="138848"/>
                  <a:pt x="460891" y="138200"/>
                  <a:pt x="462596" y="136903"/>
                </a:cubicBezTo>
                <a:cubicBezTo>
                  <a:pt x="464300" y="135606"/>
                  <a:pt x="465486" y="133695"/>
                  <a:pt x="466155" y="131170"/>
                </a:cubicBezTo>
                <a:cubicBezTo>
                  <a:pt x="466422" y="130171"/>
                  <a:pt x="466556" y="127046"/>
                  <a:pt x="466556" y="121793"/>
                </a:cubicBezTo>
                <a:lnTo>
                  <a:pt x="466556" y="84390"/>
                </a:lnTo>
                <a:cubicBezTo>
                  <a:pt x="466556" y="76079"/>
                  <a:pt x="465469" y="70045"/>
                  <a:pt x="463297" y="66288"/>
                </a:cubicBezTo>
                <a:cubicBezTo>
                  <a:pt x="461125" y="62531"/>
                  <a:pt x="457466" y="60652"/>
                  <a:pt x="452320" y="60652"/>
                </a:cubicBezTo>
                <a:cubicBezTo>
                  <a:pt x="444367" y="60652"/>
                  <a:pt x="436447" y="64974"/>
                  <a:pt x="428560" y="73619"/>
                </a:cubicBezTo>
                <a:lnTo>
                  <a:pt x="428560" y="121793"/>
                </a:lnTo>
                <a:cubicBezTo>
                  <a:pt x="428560" y="127977"/>
                  <a:pt x="428928" y="131800"/>
                  <a:pt x="429663" y="133262"/>
                </a:cubicBezTo>
                <a:cubicBezTo>
                  <a:pt x="430599" y="135190"/>
                  <a:pt x="431885" y="136603"/>
                  <a:pt x="433523" y="137501"/>
                </a:cubicBezTo>
                <a:cubicBezTo>
                  <a:pt x="435160" y="138399"/>
                  <a:pt x="438485" y="138848"/>
                  <a:pt x="443498" y="138848"/>
                </a:cubicBezTo>
                <a:lnTo>
                  <a:pt x="443498" y="142557"/>
                </a:lnTo>
                <a:lnTo>
                  <a:pt x="398084" y="142557"/>
                </a:lnTo>
                <a:lnTo>
                  <a:pt x="398084" y="138848"/>
                </a:lnTo>
                <a:lnTo>
                  <a:pt x="400089" y="138848"/>
                </a:lnTo>
                <a:cubicBezTo>
                  <a:pt x="404767" y="138848"/>
                  <a:pt x="407925" y="137665"/>
                  <a:pt x="409563" y="135299"/>
                </a:cubicBezTo>
                <a:cubicBezTo>
                  <a:pt x="411200" y="132930"/>
                  <a:pt x="412019" y="128412"/>
                  <a:pt x="412019" y="121743"/>
                </a:cubicBezTo>
                <a:lnTo>
                  <a:pt x="412019" y="87732"/>
                </a:lnTo>
                <a:cubicBezTo>
                  <a:pt x="412019" y="76730"/>
                  <a:pt x="411768" y="70029"/>
                  <a:pt x="411267" y="67629"/>
                </a:cubicBezTo>
                <a:cubicBezTo>
                  <a:pt x="410766" y="65227"/>
                  <a:pt x="409997" y="63593"/>
                  <a:pt x="408961" y="62726"/>
                </a:cubicBezTo>
                <a:cubicBezTo>
                  <a:pt x="407925" y="61859"/>
                  <a:pt x="406538" y="61426"/>
                  <a:pt x="404801" y="61426"/>
                </a:cubicBezTo>
                <a:cubicBezTo>
                  <a:pt x="402929" y="61426"/>
                  <a:pt x="400690" y="61926"/>
                  <a:pt x="398084" y="62927"/>
                </a:cubicBezTo>
                <a:lnTo>
                  <a:pt x="396580" y="59324"/>
                </a:lnTo>
                <a:lnTo>
                  <a:pt x="424249" y="48121"/>
                </a:lnTo>
                <a:lnTo>
                  <a:pt x="428560" y="48121"/>
                </a:lnTo>
                <a:lnTo>
                  <a:pt x="428560" y="67569"/>
                </a:lnTo>
                <a:close/>
                <a:moveTo>
                  <a:pt x="563799" y="48121"/>
                </a:moveTo>
                <a:lnTo>
                  <a:pt x="563799" y="79199"/>
                </a:lnTo>
                <a:lnTo>
                  <a:pt x="560490" y="79199"/>
                </a:lnTo>
                <a:cubicBezTo>
                  <a:pt x="557951" y="69451"/>
                  <a:pt x="554693" y="62821"/>
                  <a:pt x="550716" y="59308"/>
                </a:cubicBezTo>
                <a:cubicBezTo>
                  <a:pt x="546739" y="55793"/>
                  <a:pt x="541677" y="54035"/>
                  <a:pt x="535528" y="54035"/>
                </a:cubicBezTo>
                <a:cubicBezTo>
                  <a:pt x="530850" y="54035"/>
                  <a:pt x="527073" y="55271"/>
                  <a:pt x="524199" y="57742"/>
                </a:cubicBezTo>
                <a:cubicBezTo>
                  <a:pt x="521326" y="60210"/>
                  <a:pt x="519889" y="62947"/>
                  <a:pt x="519889" y="65953"/>
                </a:cubicBezTo>
                <a:cubicBezTo>
                  <a:pt x="519889" y="69691"/>
                  <a:pt x="520958" y="72895"/>
                  <a:pt x="523097" y="75564"/>
                </a:cubicBezTo>
                <a:cubicBezTo>
                  <a:pt x="525169" y="78303"/>
                  <a:pt x="529379" y="81207"/>
                  <a:pt x="535728" y="84277"/>
                </a:cubicBezTo>
                <a:lnTo>
                  <a:pt x="550365" y="91389"/>
                </a:lnTo>
                <a:cubicBezTo>
                  <a:pt x="563932" y="97997"/>
                  <a:pt x="570716" y="106709"/>
                  <a:pt x="570716" y="117526"/>
                </a:cubicBezTo>
                <a:cubicBezTo>
                  <a:pt x="570716" y="125870"/>
                  <a:pt x="567558" y="132596"/>
                  <a:pt x="561242" y="137705"/>
                </a:cubicBezTo>
                <a:cubicBezTo>
                  <a:pt x="554927" y="142811"/>
                  <a:pt x="547859" y="145364"/>
                  <a:pt x="540039" y="145364"/>
                </a:cubicBezTo>
                <a:cubicBezTo>
                  <a:pt x="534425" y="145364"/>
                  <a:pt x="528009" y="144362"/>
                  <a:pt x="520791" y="142357"/>
                </a:cubicBezTo>
                <a:cubicBezTo>
                  <a:pt x="518585" y="141689"/>
                  <a:pt x="516781" y="141354"/>
                  <a:pt x="515377" y="141354"/>
                </a:cubicBezTo>
                <a:cubicBezTo>
                  <a:pt x="513840" y="141354"/>
                  <a:pt x="512637" y="142223"/>
                  <a:pt x="511768" y="143961"/>
                </a:cubicBezTo>
                <a:lnTo>
                  <a:pt x="508460" y="143961"/>
                </a:lnTo>
                <a:lnTo>
                  <a:pt x="508460" y="111079"/>
                </a:lnTo>
                <a:lnTo>
                  <a:pt x="511768" y="111079"/>
                </a:lnTo>
                <a:cubicBezTo>
                  <a:pt x="513640" y="120469"/>
                  <a:pt x="517215" y="127545"/>
                  <a:pt x="522495" y="132307"/>
                </a:cubicBezTo>
                <a:cubicBezTo>
                  <a:pt x="527775" y="137069"/>
                  <a:pt x="533690" y="139450"/>
                  <a:pt x="540240" y="139450"/>
                </a:cubicBezTo>
                <a:cubicBezTo>
                  <a:pt x="544851" y="139450"/>
                  <a:pt x="548611" y="138098"/>
                  <a:pt x="551518" y="135396"/>
                </a:cubicBezTo>
                <a:cubicBezTo>
                  <a:pt x="554425" y="132691"/>
                  <a:pt x="555879" y="129436"/>
                  <a:pt x="555879" y="125631"/>
                </a:cubicBezTo>
                <a:cubicBezTo>
                  <a:pt x="555879" y="121023"/>
                  <a:pt x="554258" y="117151"/>
                  <a:pt x="551017" y="114014"/>
                </a:cubicBezTo>
                <a:cubicBezTo>
                  <a:pt x="547775" y="110877"/>
                  <a:pt x="541309" y="106906"/>
                  <a:pt x="531618" y="102100"/>
                </a:cubicBezTo>
                <a:cubicBezTo>
                  <a:pt x="521927" y="97292"/>
                  <a:pt x="515578" y="92952"/>
                  <a:pt x="512570" y="89080"/>
                </a:cubicBezTo>
                <a:cubicBezTo>
                  <a:pt x="509563" y="85274"/>
                  <a:pt x="508059" y="80467"/>
                  <a:pt x="508059" y="74659"/>
                </a:cubicBezTo>
                <a:cubicBezTo>
                  <a:pt x="508059" y="67115"/>
                  <a:pt x="510649" y="60807"/>
                  <a:pt x="515829" y="55733"/>
                </a:cubicBezTo>
                <a:cubicBezTo>
                  <a:pt x="521008" y="50658"/>
                  <a:pt x="527708" y="48121"/>
                  <a:pt x="535929" y="48121"/>
                </a:cubicBezTo>
                <a:cubicBezTo>
                  <a:pt x="539538" y="48121"/>
                  <a:pt x="543916" y="48889"/>
                  <a:pt x="549062" y="50426"/>
                </a:cubicBezTo>
                <a:cubicBezTo>
                  <a:pt x="552470" y="51429"/>
                  <a:pt x="554743" y="51930"/>
                  <a:pt x="555879" y="51930"/>
                </a:cubicBezTo>
                <a:cubicBezTo>
                  <a:pt x="556948" y="51930"/>
                  <a:pt x="557784" y="51696"/>
                  <a:pt x="558385" y="51228"/>
                </a:cubicBezTo>
                <a:cubicBezTo>
                  <a:pt x="558987" y="50761"/>
                  <a:pt x="559688" y="49725"/>
                  <a:pt x="560490" y="48121"/>
                </a:cubicBezTo>
                <a:lnTo>
                  <a:pt x="563799" y="48121"/>
                </a:lnTo>
                <a:close/>
                <a:moveTo>
                  <a:pt x="610779" y="20451"/>
                </a:moveTo>
                <a:lnTo>
                  <a:pt x="610779" y="50727"/>
                </a:lnTo>
                <a:lnTo>
                  <a:pt x="632233" y="50727"/>
                </a:lnTo>
                <a:lnTo>
                  <a:pt x="632233" y="57745"/>
                </a:lnTo>
                <a:lnTo>
                  <a:pt x="610779" y="57745"/>
                </a:lnTo>
                <a:lnTo>
                  <a:pt x="610779" y="117213"/>
                </a:lnTo>
                <a:cubicBezTo>
                  <a:pt x="610779" y="123155"/>
                  <a:pt x="611632" y="127161"/>
                  <a:pt x="613336" y="129230"/>
                </a:cubicBezTo>
                <a:cubicBezTo>
                  <a:pt x="615040" y="131298"/>
                  <a:pt x="617229" y="132332"/>
                  <a:pt x="619902" y="132332"/>
                </a:cubicBezTo>
                <a:cubicBezTo>
                  <a:pt x="622108" y="132332"/>
                  <a:pt x="624246" y="131647"/>
                  <a:pt x="626318" y="130277"/>
                </a:cubicBezTo>
                <a:cubicBezTo>
                  <a:pt x="628390" y="128907"/>
                  <a:pt x="629994" y="126885"/>
                  <a:pt x="631130" y="124211"/>
                </a:cubicBezTo>
                <a:lnTo>
                  <a:pt x="635040" y="124211"/>
                </a:lnTo>
                <a:cubicBezTo>
                  <a:pt x="632701" y="130780"/>
                  <a:pt x="629393" y="135748"/>
                  <a:pt x="625115" y="139114"/>
                </a:cubicBezTo>
                <a:cubicBezTo>
                  <a:pt x="620838" y="142479"/>
                  <a:pt x="616427" y="144161"/>
                  <a:pt x="611882" y="144161"/>
                </a:cubicBezTo>
                <a:cubicBezTo>
                  <a:pt x="608808" y="144161"/>
                  <a:pt x="605800" y="143308"/>
                  <a:pt x="602860" y="141602"/>
                </a:cubicBezTo>
                <a:cubicBezTo>
                  <a:pt x="599919" y="139896"/>
                  <a:pt x="597747" y="137454"/>
                  <a:pt x="596343" y="134277"/>
                </a:cubicBezTo>
                <a:cubicBezTo>
                  <a:pt x="594940" y="131099"/>
                  <a:pt x="594238" y="126197"/>
                  <a:pt x="594238" y="119572"/>
                </a:cubicBezTo>
                <a:lnTo>
                  <a:pt x="594238" y="57745"/>
                </a:lnTo>
                <a:lnTo>
                  <a:pt x="579701" y="57745"/>
                </a:lnTo>
                <a:lnTo>
                  <a:pt x="579701" y="54436"/>
                </a:lnTo>
                <a:cubicBezTo>
                  <a:pt x="583377" y="52962"/>
                  <a:pt x="587137" y="50465"/>
                  <a:pt x="590980" y="46946"/>
                </a:cubicBezTo>
                <a:cubicBezTo>
                  <a:pt x="594823" y="43427"/>
                  <a:pt x="598248" y="39254"/>
                  <a:pt x="601255" y="34427"/>
                </a:cubicBezTo>
                <a:cubicBezTo>
                  <a:pt x="602793" y="31881"/>
                  <a:pt x="604931" y="27222"/>
                  <a:pt x="607672" y="20451"/>
                </a:cubicBezTo>
                <a:lnTo>
                  <a:pt x="610779" y="20451"/>
                </a:lnTo>
                <a:close/>
                <a:moveTo>
                  <a:pt x="668180" y="48121"/>
                </a:moveTo>
                <a:lnTo>
                  <a:pt x="668180" y="68772"/>
                </a:lnTo>
                <a:cubicBezTo>
                  <a:pt x="675866" y="55005"/>
                  <a:pt x="683753" y="48121"/>
                  <a:pt x="691840" y="48121"/>
                </a:cubicBezTo>
                <a:cubicBezTo>
                  <a:pt x="695516" y="48121"/>
                  <a:pt x="698557" y="49240"/>
                  <a:pt x="700963" y="51479"/>
                </a:cubicBezTo>
                <a:cubicBezTo>
                  <a:pt x="703369" y="53718"/>
                  <a:pt x="704572" y="56308"/>
                  <a:pt x="704572" y="59249"/>
                </a:cubicBezTo>
                <a:cubicBezTo>
                  <a:pt x="704572" y="61855"/>
                  <a:pt x="703703" y="64061"/>
                  <a:pt x="701965" y="65865"/>
                </a:cubicBezTo>
                <a:cubicBezTo>
                  <a:pt x="700227" y="67670"/>
                  <a:pt x="698156" y="68572"/>
                  <a:pt x="695750" y="68572"/>
                </a:cubicBezTo>
                <a:cubicBezTo>
                  <a:pt x="693410" y="68572"/>
                  <a:pt x="690787" y="67419"/>
                  <a:pt x="687880" y="65113"/>
                </a:cubicBezTo>
                <a:cubicBezTo>
                  <a:pt x="684973" y="62807"/>
                  <a:pt x="682817" y="61655"/>
                  <a:pt x="681414" y="61655"/>
                </a:cubicBezTo>
                <a:cubicBezTo>
                  <a:pt x="680211" y="61655"/>
                  <a:pt x="678907" y="62321"/>
                  <a:pt x="677504" y="63653"/>
                </a:cubicBezTo>
                <a:cubicBezTo>
                  <a:pt x="674496" y="66387"/>
                  <a:pt x="671388" y="70887"/>
                  <a:pt x="668180" y="77153"/>
                </a:cubicBezTo>
                <a:lnTo>
                  <a:pt x="668180" y="121050"/>
                </a:lnTo>
                <a:cubicBezTo>
                  <a:pt x="668180" y="126115"/>
                  <a:pt x="668815" y="129948"/>
                  <a:pt x="670085" y="132548"/>
                </a:cubicBezTo>
                <a:cubicBezTo>
                  <a:pt x="670954" y="134348"/>
                  <a:pt x="672491" y="135849"/>
                  <a:pt x="674697" y="137050"/>
                </a:cubicBezTo>
                <a:cubicBezTo>
                  <a:pt x="676902" y="138249"/>
                  <a:pt x="680077" y="138848"/>
                  <a:pt x="684221" y="138848"/>
                </a:cubicBezTo>
                <a:lnTo>
                  <a:pt x="684221" y="142557"/>
                </a:lnTo>
                <a:lnTo>
                  <a:pt x="637203" y="142557"/>
                </a:lnTo>
                <a:lnTo>
                  <a:pt x="637203" y="138848"/>
                </a:lnTo>
                <a:cubicBezTo>
                  <a:pt x="641881" y="138848"/>
                  <a:pt x="645357" y="138115"/>
                  <a:pt x="647629" y="136649"/>
                </a:cubicBezTo>
                <a:cubicBezTo>
                  <a:pt x="649300" y="135582"/>
                  <a:pt x="650469" y="133880"/>
                  <a:pt x="651138" y="131545"/>
                </a:cubicBezTo>
                <a:cubicBezTo>
                  <a:pt x="651472" y="130411"/>
                  <a:pt x="651639" y="127177"/>
                  <a:pt x="651639" y="121843"/>
                </a:cubicBezTo>
                <a:lnTo>
                  <a:pt x="651639" y="86332"/>
                </a:lnTo>
                <a:cubicBezTo>
                  <a:pt x="651639" y="75662"/>
                  <a:pt x="651422" y="69310"/>
                  <a:pt x="650987" y="67278"/>
                </a:cubicBezTo>
                <a:cubicBezTo>
                  <a:pt x="650553" y="65244"/>
                  <a:pt x="649751" y="63760"/>
                  <a:pt x="648581" y="62826"/>
                </a:cubicBezTo>
                <a:cubicBezTo>
                  <a:pt x="647412" y="61893"/>
                  <a:pt x="645958" y="61426"/>
                  <a:pt x="644220" y="61426"/>
                </a:cubicBezTo>
                <a:cubicBezTo>
                  <a:pt x="642149" y="61426"/>
                  <a:pt x="639809" y="61926"/>
                  <a:pt x="637203" y="62927"/>
                </a:cubicBezTo>
                <a:lnTo>
                  <a:pt x="636200" y="59324"/>
                </a:lnTo>
                <a:lnTo>
                  <a:pt x="663970" y="48121"/>
                </a:lnTo>
                <a:lnTo>
                  <a:pt x="668180" y="48121"/>
                </a:lnTo>
                <a:close/>
                <a:moveTo>
                  <a:pt x="725183" y="85414"/>
                </a:moveTo>
                <a:cubicBezTo>
                  <a:pt x="725117" y="99017"/>
                  <a:pt x="728425" y="109686"/>
                  <a:pt x="735108" y="117423"/>
                </a:cubicBezTo>
                <a:cubicBezTo>
                  <a:pt x="741792" y="125157"/>
                  <a:pt x="749645" y="129024"/>
                  <a:pt x="758667" y="129024"/>
                </a:cubicBezTo>
                <a:cubicBezTo>
                  <a:pt x="764683" y="129024"/>
                  <a:pt x="769912" y="127369"/>
                  <a:pt x="774357" y="124061"/>
                </a:cubicBezTo>
                <a:cubicBezTo>
                  <a:pt x="778801" y="120753"/>
                  <a:pt x="782527" y="115089"/>
                  <a:pt x="785535" y="107068"/>
                </a:cubicBezTo>
                <a:lnTo>
                  <a:pt x="788643" y="109073"/>
                </a:lnTo>
                <a:cubicBezTo>
                  <a:pt x="787239" y="118230"/>
                  <a:pt x="783162" y="126567"/>
                  <a:pt x="776412" y="134086"/>
                </a:cubicBezTo>
                <a:cubicBezTo>
                  <a:pt x="769662" y="141605"/>
                  <a:pt x="761207" y="145364"/>
                  <a:pt x="751048" y="145364"/>
                </a:cubicBezTo>
                <a:cubicBezTo>
                  <a:pt x="740021" y="145364"/>
                  <a:pt x="730580" y="141080"/>
                  <a:pt x="722727" y="132510"/>
                </a:cubicBezTo>
                <a:cubicBezTo>
                  <a:pt x="714874" y="123939"/>
                  <a:pt x="710948" y="112416"/>
                  <a:pt x="710948" y="97942"/>
                </a:cubicBezTo>
                <a:cubicBezTo>
                  <a:pt x="710948" y="82270"/>
                  <a:pt x="714975" y="70049"/>
                  <a:pt x="723028" y="61279"/>
                </a:cubicBezTo>
                <a:cubicBezTo>
                  <a:pt x="731082" y="52507"/>
                  <a:pt x="741190" y="48121"/>
                  <a:pt x="753354" y="48121"/>
                </a:cubicBezTo>
                <a:cubicBezTo>
                  <a:pt x="763647" y="48121"/>
                  <a:pt x="772101" y="51504"/>
                  <a:pt x="778718" y="58271"/>
                </a:cubicBezTo>
                <a:cubicBezTo>
                  <a:pt x="785334" y="65036"/>
                  <a:pt x="788643" y="74084"/>
                  <a:pt x="788643" y="85414"/>
                </a:cubicBezTo>
                <a:lnTo>
                  <a:pt x="725183" y="85414"/>
                </a:lnTo>
                <a:moveTo>
                  <a:pt x="725183" y="79600"/>
                </a:moveTo>
                <a:lnTo>
                  <a:pt x="767690" y="79600"/>
                </a:lnTo>
                <a:cubicBezTo>
                  <a:pt x="767356" y="73718"/>
                  <a:pt x="766654" y="69574"/>
                  <a:pt x="765585" y="67168"/>
                </a:cubicBezTo>
                <a:cubicBezTo>
                  <a:pt x="763914" y="63426"/>
                  <a:pt x="761424" y="60485"/>
                  <a:pt x="758116" y="58346"/>
                </a:cubicBezTo>
                <a:cubicBezTo>
                  <a:pt x="754808" y="56208"/>
                  <a:pt x="751349" y="55138"/>
                  <a:pt x="747740" y="55138"/>
                </a:cubicBezTo>
                <a:cubicBezTo>
                  <a:pt x="742193" y="55138"/>
                  <a:pt x="737230" y="57294"/>
                  <a:pt x="732853" y="61604"/>
                </a:cubicBezTo>
                <a:cubicBezTo>
                  <a:pt x="728475" y="65915"/>
                  <a:pt x="725919" y="71914"/>
                  <a:pt x="725183" y="79600"/>
                </a:cubicBezTo>
                <a:close/>
                <a:moveTo>
                  <a:pt x="852668" y="129324"/>
                </a:moveTo>
                <a:cubicBezTo>
                  <a:pt x="843244" y="136609"/>
                  <a:pt x="837330" y="140820"/>
                  <a:pt x="834924" y="141956"/>
                </a:cubicBezTo>
                <a:cubicBezTo>
                  <a:pt x="831314" y="143694"/>
                  <a:pt x="827472" y="144562"/>
                  <a:pt x="823395" y="144562"/>
                </a:cubicBezTo>
                <a:cubicBezTo>
                  <a:pt x="817045" y="144562"/>
                  <a:pt x="811816" y="142390"/>
                  <a:pt x="807705" y="138046"/>
                </a:cubicBezTo>
                <a:cubicBezTo>
                  <a:pt x="803595" y="133702"/>
                  <a:pt x="801540" y="127988"/>
                  <a:pt x="801540" y="120903"/>
                </a:cubicBezTo>
                <a:cubicBezTo>
                  <a:pt x="801540" y="116425"/>
                  <a:pt x="802542" y="112549"/>
                  <a:pt x="804547" y="109274"/>
                </a:cubicBezTo>
                <a:cubicBezTo>
                  <a:pt x="807288" y="104729"/>
                  <a:pt x="812050" y="100452"/>
                  <a:pt x="818833" y="96442"/>
                </a:cubicBezTo>
                <a:cubicBezTo>
                  <a:pt x="825617" y="92432"/>
                  <a:pt x="836895" y="87553"/>
                  <a:pt x="852668" y="81805"/>
                </a:cubicBezTo>
                <a:lnTo>
                  <a:pt x="852668" y="78196"/>
                </a:lnTo>
                <a:cubicBezTo>
                  <a:pt x="852668" y="69040"/>
                  <a:pt x="851214" y="62757"/>
                  <a:pt x="848307" y="59349"/>
                </a:cubicBezTo>
                <a:cubicBezTo>
                  <a:pt x="845400" y="55940"/>
                  <a:pt x="841173" y="54236"/>
                  <a:pt x="835625" y="54236"/>
                </a:cubicBezTo>
                <a:cubicBezTo>
                  <a:pt x="831415" y="54236"/>
                  <a:pt x="828073" y="55368"/>
                  <a:pt x="825600" y="57632"/>
                </a:cubicBezTo>
                <a:cubicBezTo>
                  <a:pt x="823060" y="59896"/>
                  <a:pt x="821791" y="62493"/>
                  <a:pt x="821791" y="65423"/>
                </a:cubicBezTo>
                <a:lnTo>
                  <a:pt x="821991" y="71216"/>
                </a:lnTo>
                <a:cubicBezTo>
                  <a:pt x="821991" y="74278"/>
                  <a:pt x="821206" y="76641"/>
                  <a:pt x="819635" y="78306"/>
                </a:cubicBezTo>
                <a:cubicBezTo>
                  <a:pt x="818065" y="79970"/>
                  <a:pt x="816009" y="80803"/>
                  <a:pt x="813470" y="80803"/>
                </a:cubicBezTo>
                <a:cubicBezTo>
                  <a:pt x="810997" y="80803"/>
                  <a:pt x="808975" y="79937"/>
                  <a:pt x="807405" y="78205"/>
                </a:cubicBezTo>
                <a:cubicBezTo>
                  <a:pt x="805834" y="76472"/>
                  <a:pt x="805049" y="74106"/>
                  <a:pt x="805049" y="71106"/>
                </a:cubicBezTo>
                <a:cubicBezTo>
                  <a:pt x="805049" y="65377"/>
                  <a:pt x="807989" y="60114"/>
                  <a:pt x="813871" y="55317"/>
                </a:cubicBezTo>
                <a:cubicBezTo>
                  <a:pt x="819752" y="50519"/>
                  <a:pt x="828006" y="48121"/>
                  <a:pt x="838633" y="48121"/>
                </a:cubicBezTo>
                <a:cubicBezTo>
                  <a:pt x="846787" y="48121"/>
                  <a:pt x="853470" y="49489"/>
                  <a:pt x="858683" y="52225"/>
                </a:cubicBezTo>
                <a:cubicBezTo>
                  <a:pt x="862626" y="54294"/>
                  <a:pt x="865534" y="57533"/>
                  <a:pt x="867405" y="61940"/>
                </a:cubicBezTo>
                <a:cubicBezTo>
                  <a:pt x="868608" y="64809"/>
                  <a:pt x="869210" y="70683"/>
                  <a:pt x="869210" y="79562"/>
                </a:cubicBezTo>
                <a:lnTo>
                  <a:pt x="869210" y="110703"/>
                </a:lnTo>
                <a:cubicBezTo>
                  <a:pt x="869210" y="119447"/>
                  <a:pt x="869377" y="124805"/>
                  <a:pt x="869711" y="126774"/>
                </a:cubicBezTo>
                <a:cubicBezTo>
                  <a:pt x="870045" y="128744"/>
                  <a:pt x="870596" y="130063"/>
                  <a:pt x="871365" y="130731"/>
                </a:cubicBezTo>
                <a:cubicBezTo>
                  <a:pt x="872134" y="131397"/>
                  <a:pt x="873019" y="131730"/>
                  <a:pt x="874022" y="131730"/>
                </a:cubicBezTo>
                <a:cubicBezTo>
                  <a:pt x="875091" y="131730"/>
                  <a:pt x="876027" y="131496"/>
                  <a:pt x="876829" y="131029"/>
                </a:cubicBezTo>
                <a:cubicBezTo>
                  <a:pt x="878232" y="130160"/>
                  <a:pt x="880939" y="127720"/>
                  <a:pt x="884949" y="123710"/>
                </a:cubicBezTo>
                <a:lnTo>
                  <a:pt x="884949" y="129324"/>
                </a:lnTo>
                <a:cubicBezTo>
                  <a:pt x="877464" y="139349"/>
                  <a:pt x="870312" y="144362"/>
                  <a:pt x="863495" y="144362"/>
                </a:cubicBezTo>
                <a:cubicBezTo>
                  <a:pt x="860220" y="144362"/>
                  <a:pt x="857614" y="143226"/>
                  <a:pt x="855676" y="140953"/>
                </a:cubicBezTo>
                <a:cubicBezTo>
                  <a:pt x="853737" y="138681"/>
                  <a:pt x="852735" y="134805"/>
                  <a:pt x="852668" y="129324"/>
                </a:cubicBezTo>
                <a:moveTo>
                  <a:pt x="852668" y="122752"/>
                </a:moveTo>
                <a:lnTo>
                  <a:pt x="852668" y="87920"/>
                </a:lnTo>
                <a:cubicBezTo>
                  <a:pt x="842576" y="91912"/>
                  <a:pt x="836060" y="94740"/>
                  <a:pt x="833119" y="96404"/>
                </a:cubicBezTo>
                <a:cubicBezTo>
                  <a:pt x="827839" y="99332"/>
                  <a:pt x="824063" y="102393"/>
                  <a:pt x="821791" y="105587"/>
                </a:cubicBezTo>
                <a:cubicBezTo>
                  <a:pt x="819518" y="108780"/>
                  <a:pt x="818382" y="112273"/>
                  <a:pt x="818382" y="116066"/>
                </a:cubicBezTo>
                <a:cubicBezTo>
                  <a:pt x="818382" y="120857"/>
                  <a:pt x="819819" y="124833"/>
                  <a:pt x="822693" y="127993"/>
                </a:cubicBezTo>
                <a:cubicBezTo>
                  <a:pt x="825567" y="131153"/>
                  <a:pt x="828875" y="132733"/>
                  <a:pt x="832618" y="132733"/>
                </a:cubicBezTo>
                <a:cubicBezTo>
                  <a:pt x="837697" y="132733"/>
                  <a:pt x="844381" y="129406"/>
                  <a:pt x="852668" y="122752"/>
                </a:cubicBezTo>
                <a:close/>
                <a:moveTo>
                  <a:pt x="918799" y="67670"/>
                </a:moveTo>
                <a:cubicBezTo>
                  <a:pt x="925482" y="60986"/>
                  <a:pt x="929425" y="57143"/>
                  <a:pt x="930628" y="56141"/>
                </a:cubicBezTo>
                <a:cubicBezTo>
                  <a:pt x="933636" y="53601"/>
                  <a:pt x="936877" y="51629"/>
                  <a:pt x="940353" y="50226"/>
                </a:cubicBezTo>
                <a:cubicBezTo>
                  <a:pt x="943828" y="48822"/>
                  <a:pt x="947270" y="48121"/>
                  <a:pt x="950679" y="48121"/>
                </a:cubicBezTo>
                <a:cubicBezTo>
                  <a:pt x="956426" y="48121"/>
                  <a:pt x="961372" y="49792"/>
                  <a:pt x="965516" y="53133"/>
                </a:cubicBezTo>
                <a:cubicBezTo>
                  <a:pt x="969660" y="56475"/>
                  <a:pt x="972433" y="61320"/>
                  <a:pt x="973837" y="67670"/>
                </a:cubicBezTo>
                <a:cubicBezTo>
                  <a:pt x="980721" y="59650"/>
                  <a:pt x="986535" y="54386"/>
                  <a:pt x="991280" y="51880"/>
                </a:cubicBezTo>
                <a:cubicBezTo>
                  <a:pt x="996026" y="49374"/>
                  <a:pt x="1000905" y="48121"/>
                  <a:pt x="1005917" y="48121"/>
                </a:cubicBezTo>
                <a:cubicBezTo>
                  <a:pt x="1010796" y="48121"/>
                  <a:pt x="1015124" y="49372"/>
                  <a:pt x="1018900" y="51874"/>
                </a:cubicBezTo>
                <a:cubicBezTo>
                  <a:pt x="1022676" y="54374"/>
                  <a:pt x="1025667" y="58458"/>
                  <a:pt x="1027872" y="64126"/>
                </a:cubicBezTo>
                <a:cubicBezTo>
                  <a:pt x="1029343" y="67994"/>
                  <a:pt x="1030078" y="74063"/>
                  <a:pt x="1030078" y="82331"/>
                </a:cubicBezTo>
                <a:lnTo>
                  <a:pt x="1030078" y="121743"/>
                </a:lnTo>
                <a:cubicBezTo>
                  <a:pt x="1030078" y="127478"/>
                  <a:pt x="1030512" y="131413"/>
                  <a:pt x="1031381" y="133547"/>
                </a:cubicBezTo>
                <a:cubicBezTo>
                  <a:pt x="1032049" y="135014"/>
                  <a:pt x="1033286" y="136264"/>
                  <a:pt x="1035090" y="137297"/>
                </a:cubicBezTo>
                <a:cubicBezTo>
                  <a:pt x="1036895" y="138331"/>
                  <a:pt x="1039836" y="138848"/>
                  <a:pt x="1043912" y="138848"/>
                </a:cubicBezTo>
                <a:lnTo>
                  <a:pt x="1043912" y="142557"/>
                </a:lnTo>
                <a:lnTo>
                  <a:pt x="998599" y="142557"/>
                </a:lnTo>
                <a:lnTo>
                  <a:pt x="998599" y="138848"/>
                </a:lnTo>
                <a:lnTo>
                  <a:pt x="1000504" y="138848"/>
                </a:lnTo>
                <a:cubicBezTo>
                  <a:pt x="1004447" y="138848"/>
                  <a:pt x="1007521" y="138084"/>
                  <a:pt x="1009727" y="136555"/>
                </a:cubicBezTo>
                <a:cubicBezTo>
                  <a:pt x="1011264" y="135490"/>
                  <a:pt x="1012367" y="133794"/>
                  <a:pt x="1013035" y="131467"/>
                </a:cubicBezTo>
                <a:cubicBezTo>
                  <a:pt x="1013302" y="130337"/>
                  <a:pt x="1013436" y="127112"/>
                  <a:pt x="1013436" y="121793"/>
                </a:cubicBezTo>
                <a:lnTo>
                  <a:pt x="1013436" y="82494"/>
                </a:lnTo>
                <a:cubicBezTo>
                  <a:pt x="1013436" y="75047"/>
                  <a:pt x="1012534" y="69794"/>
                  <a:pt x="1010729" y="66736"/>
                </a:cubicBezTo>
                <a:cubicBezTo>
                  <a:pt x="1008123" y="62480"/>
                  <a:pt x="1003946" y="60351"/>
                  <a:pt x="998198" y="60351"/>
                </a:cubicBezTo>
                <a:cubicBezTo>
                  <a:pt x="994656" y="60351"/>
                  <a:pt x="991097" y="61233"/>
                  <a:pt x="987521" y="62995"/>
                </a:cubicBezTo>
                <a:cubicBezTo>
                  <a:pt x="983945" y="64756"/>
                  <a:pt x="979618" y="68031"/>
                  <a:pt x="974538" y="72820"/>
                </a:cubicBezTo>
                <a:lnTo>
                  <a:pt x="974338" y="73917"/>
                </a:lnTo>
                <a:lnTo>
                  <a:pt x="974538" y="78205"/>
                </a:lnTo>
                <a:lnTo>
                  <a:pt x="974538" y="121793"/>
                </a:lnTo>
                <a:cubicBezTo>
                  <a:pt x="974538" y="128044"/>
                  <a:pt x="974889" y="131934"/>
                  <a:pt x="975591" y="133463"/>
                </a:cubicBezTo>
                <a:cubicBezTo>
                  <a:pt x="976293" y="134992"/>
                  <a:pt x="977613" y="136272"/>
                  <a:pt x="979551" y="137304"/>
                </a:cubicBezTo>
                <a:cubicBezTo>
                  <a:pt x="981489" y="138333"/>
                  <a:pt x="984798" y="138848"/>
                  <a:pt x="989476" y="138848"/>
                </a:cubicBezTo>
                <a:lnTo>
                  <a:pt x="989476" y="142557"/>
                </a:lnTo>
                <a:lnTo>
                  <a:pt x="943060" y="142557"/>
                </a:lnTo>
                <a:lnTo>
                  <a:pt x="943060" y="138848"/>
                </a:lnTo>
                <a:cubicBezTo>
                  <a:pt x="948139" y="138848"/>
                  <a:pt x="951631" y="138250"/>
                  <a:pt x="953536" y="137053"/>
                </a:cubicBezTo>
                <a:cubicBezTo>
                  <a:pt x="955441" y="135856"/>
                  <a:pt x="956761" y="134061"/>
                  <a:pt x="957496" y="131668"/>
                </a:cubicBezTo>
                <a:cubicBezTo>
                  <a:pt x="957830" y="130536"/>
                  <a:pt x="957997" y="127244"/>
                  <a:pt x="957997" y="121793"/>
                </a:cubicBezTo>
                <a:lnTo>
                  <a:pt x="957997" y="82494"/>
                </a:lnTo>
                <a:cubicBezTo>
                  <a:pt x="957997" y="75047"/>
                  <a:pt x="956894" y="69693"/>
                  <a:pt x="954689" y="66435"/>
                </a:cubicBezTo>
                <a:cubicBezTo>
                  <a:pt x="951748" y="62179"/>
                  <a:pt x="947638" y="60051"/>
                  <a:pt x="942358" y="60051"/>
                </a:cubicBezTo>
                <a:cubicBezTo>
                  <a:pt x="938749" y="60051"/>
                  <a:pt x="935173" y="61014"/>
                  <a:pt x="931631" y="62942"/>
                </a:cubicBezTo>
                <a:cubicBezTo>
                  <a:pt x="926084" y="65868"/>
                  <a:pt x="921806" y="69160"/>
                  <a:pt x="918799" y="72817"/>
                </a:cubicBezTo>
                <a:lnTo>
                  <a:pt x="918799" y="121793"/>
                </a:lnTo>
                <a:cubicBezTo>
                  <a:pt x="918799" y="127777"/>
                  <a:pt x="919216" y="131667"/>
                  <a:pt x="920052" y="133463"/>
                </a:cubicBezTo>
                <a:cubicBezTo>
                  <a:pt x="920887" y="135257"/>
                  <a:pt x="922124" y="136603"/>
                  <a:pt x="923761" y="137501"/>
                </a:cubicBezTo>
                <a:cubicBezTo>
                  <a:pt x="925399" y="138399"/>
                  <a:pt x="928724" y="138848"/>
                  <a:pt x="933736" y="138848"/>
                </a:cubicBezTo>
                <a:lnTo>
                  <a:pt x="933736" y="142557"/>
                </a:lnTo>
                <a:lnTo>
                  <a:pt x="888322" y="142557"/>
                </a:lnTo>
                <a:lnTo>
                  <a:pt x="888322" y="138848"/>
                </a:lnTo>
                <a:cubicBezTo>
                  <a:pt x="892533" y="138848"/>
                  <a:pt x="895474" y="138398"/>
                  <a:pt x="897144" y="137498"/>
                </a:cubicBezTo>
                <a:cubicBezTo>
                  <a:pt x="898815" y="136598"/>
                  <a:pt x="900085" y="135164"/>
                  <a:pt x="900954" y="133196"/>
                </a:cubicBezTo>
                <a:cubicBezTo>
                  <a:pt x="901823" y="131229"/>
                  <a:pt x="902257" y="127411"/>
                  <a:pt x="902257" y="121743"/>
                </a:cubicBezTo>
                <a:lnTo>
                  <a:pt x="902257" y="86733"/>
                </a:lnTo>
                <a:cubicBezTo>
                  <a:pt x="902257" y="76662"/>
                  <a:pt x="901956" y="70160"/>
                  <a:pt x="901355" y="67228"/>
                </a:cubicBezTo>
                <a:cubicBezTo>
                  <a:pt x="900887" y="65027"/>
                  <a:pt x="900152" y="63509"/>
                  <a:pt x="899149" y="62676"/>
                </a:cubicBezTo>
                <a:cubicBezTo>
                  <a:pt x="898147" y="61843"/>
                  <a:pt x="896777" y="61426"/>
                  <a:pt x="895039" y="61426"/>
                </a:cubicBezTo>
                <a:cubicBezTo>
                  <a:pt x="893168" y="61426"/>
                  <a:pt x="890929" y="61926"/>
                  <a:pt x="888322" y="62927"/>
                </a:cubicBezTo>
                <a:lnTo>
                  <a:pt x="886819" y="59324"/>
                </a:lnTo>
                <a:lnTo>
                  <a:pt x="914488" y="48121"/>
                </a:lnTo>
                <a:lnTo>
                  <a:pt x="918799" y="48121"/>
                </a:lnTo>
                <a:lnTo>
                  <a:pt x="918799" y="67670"/>
                </a:lnTo>
                <a:close/>
                <a:moveTo>
                  <a:pt x="1129398" y="20451"/>
                </a:moveTo>
                <a:lnTo>
                  <a:pt x="1129398" y="50727"/>
                </a:lnTo>
                <a:lnTo>
                  <a:pt x="1150852" y="50727"/>
                </a:lnTo>
                <a:lnTo>
                  <a:pt x="1150852" y="57745"/>
                </a:lnTo>
                <a:lnTo>
                  <a:pt x="1129398" y="57745"/>
                </a:lnTo>
                <a:lnTo>
                  <a:pt x="1129398" y="117213"/>
                </a:lnTo>
                <a:cubicBezTo>
                  <a:pt x="1129398" y="123155"/>
                  <a:pt x="1130251" y="127161"/>
                  <a:pt x="1131955" y="129230"/>
                </a:cubicBezTo>
                <a:cubicBezTo>
                  <a:pt x="1133659" y="131298"/>
                  <a:pt x="1135848" y="132332"/>
                  <a:pt x="1138521" y="132332"/>
                </a:cubicBezTo>
                <a:cubicBezTo>
                  <a:pt x="1140727" y="132332"/>
                  <a:pt x="1142866" y="131647"/>
                  <a:pt x="1144937" y="130277"/>
                </a:cubicBezTo>
                <a:cubicBezTo>
                  <a:pt x="1147009" y="128907"/>
                  <a:pt x="1148613" y="126885"/>
                  <a:pt x="1149749" y="124211"/>
                </a:cubicBezTo>
                <a:lnTo>
                  <a:pt x="1153659" y="124211"/>
                </a:lnTo>
                <a:cubicBezTo>
                  <a:pt x="1151320" y="130780"/>
                  <a:pt x="1148012" y="135748"/>
                  <a:pt x="1143734" y="139114"/>
                </a:cubicBezTo>
                <a:cubicBezTo>
                  <a:pt x="1139457" y="142479"/>
                  <a:pt x="1135046" y="144161"/>
                  <a:pt x="1130501" y="144161"/>
                </a:cubicBezTo>
                <a:cubicBezTo>
                  <a:pt x="1127427" y="144161"/>
                  <a:pt x="1124419" y="143308"/>
                  <a:pt x="1121479" y="141602"/>
                </a:cubicBezTo>
                <a:cubicBezTo>
                  <a:pt x="1118538" y="139896"/>
                  <a:pt x="1116366" y="137454"/>
                  <a:pt x="1114962" y="134277"/>
                </a:cubicBezTo>
                <a:cubicBezTo>
                  <a:pt x="1113559" y="131099"/>
                  <a:pt x="1112857" y="126197"/>
                  <a:pt x="1112857" y="119572"/>
                </a:cubicBezTo>
                <a:lnTo>
                  <a:pt x="1112857" y="57745"/>
                </a:lnTo>
                <a:lnTo>
                  <a:pt x="1098321" y="57745"/>
                </a:lnTo>
                <a:lnTo>
                  <a:pt x="1098321" y="54436"/>
                </a:lnTo>
                <a:cubicBezTo>
                  <a:pt x="1101996" y="52962"/>
                  <a:pt x="1105756" y="50465"/>
                  <a:pt x="1109599" y="46946"/>
                </a:cubicBezTo>
                <a:cubicBezTo>
                  <a:pt x="1113442" y="43427"/>
                  <a:pt x="1116867" y="39254"/>
                  <a:pt x="1119875" y="34427"/>
                </a:cubicBezTo>
                <a:cubicBezTo>
                  <a:pt x="1121412" y="31881"/>
                  <a:pt x="1123550" y="27222"/>
                  <a:pt x="1126291" y="20451"/>
                </a:cubicBezTo>
                <a:lnTo>
                  <a:pt x="1129398" y="20451"/>
                </a:lnTo>
                <a:close/>
                <a:moveTo>
                  <a:pt x="1211963" y="129324"/>
                </a:moveTo>
                <a:cubicBezTo>
                  <a:pt x="1202539" y="136609"/>
                  <a:pt x="1196624" y="140820"/>
                  <a:pt x="1194218" y="141956"/>
                </a:cubicBezTo>
                <a:cubicBezTo>
                  <a:pt x="1190609" y="143694"/>
                  <a:pt x="1186766" y="144562"/>
                  <a:pt x="1182689" y="144562"/>
                </a:cubicBezTo>
                <a:cubicBezTo>
                  <a:pt x="1176340" y="144562"/>
                  <a:pt x="1171110" y="142390"/>
                  <a:pt x="1167000" y="138046"/>
                </a:cubicBezTo>
                <a:cubicBezTo>
                  <a:pt x="1162890" y="133702"/>
                  <a:pt x="1160834" y="127988"/>
                  <a:pt x="1160834" y="120903"/>
                </a:cubicBezTo>
                <a:cubicBezTo>
                  <a:pt x="1160834" y="116425"/>
                  <a:pt x="1161837" y="112549"/>
                  <a:pt x="1163842" y="109274"/>
                </a:cubicBezTo>
                <a:cubicBezTo>
                  <a:pt x="1166582" y="104729"/>
                  <a:pt x="1171344" y="100452"/>
                  <a:pt x="1178128" y="96442"/>
                </a:cubicBezTo>
                <a:cubicBezTo>
                  <a:pt x="1184911" y="92432"/>
                  <a:pt x="1196190" y="87553"/>
                  <a:pt x="1211963" y="81805"/>
                </a:cubicBezTo>
                <a:lnTo>
                  <a:pt x="1211963" y="78196"/>
                </a:lnTo>
                <a:cubicBezTo>
                  <a:pt x="1211963" y="69040"/>
                  <a:pt x="1210509" y="62757"/>
                  <a:pt x="1207602" y="59349"/>
                </a:cubicBezTo>
                <a:cubicBezTo>
                  <a:pt x="1204694" y="55940"/>
                  <a:pt x="1200467" y="54236"/>
                  <a:pt x="1194920" y="54236"/>
                </a:cubicBezTo>
                <a:cubicBezTo>
                  <a:pt x="1190709" y="54236"/>
                  <a:pt x="1187368" y="55368"/>
                  <a:pt x="1184895" y="57632"/>
                </a:cubicBezTo>
                <a:cubicBezTo>
                  <a:pt x="1182355" y="59896"/>
                  <a:pt x="1181085" y="62493"/>
                  <a:pt x="1181085" y="65423"/>
                </a:cubicBezTo>
                <a:lnTo>
                  <a:pt x="1181286" y="71216"/>
                </a:lnTo>
                <a:cubicBezTo>
                  <a:pt x="1181286" y="74278"/>
                  <a:pt x="1180500" y="76641"/>
                  <a:pt x="1178930" y="78306"/>
                </a:cubicBezTo>
                <a:cubicBezTo>
                  <a:pt x="1177359" y="79970"/>
                  <a:pt x="1175304" y="80803"/>
                  <a:pt x="1172764" y="80803"/>
                </a:cubicBezTo>
                <a:cubicBezTo>
                  <a:pt x="1170291" y="80803"/>
                  <a:pt x="1168270" y="79937"/>
                  <a:pt x="1166699" y="78205"/>
                </a:cubicBezTo>
                <a:cubicBezTo>
                  <a:pt x="1165129" y="76472"/>
                  <a:pt x="1164343" y="74106"/>
                  <a:pt x="1164343" y="71106"/>
                </a:cubicBezTo>
                <a:cubicBezTo>
                  <a:pt x="1164343" y="65377"/>
                  <a:pt x="1167284" y="60114"/>
                  <a:pt x="1173165" y="55317"/>
                </a:cubicBezTo>
                <a:cubicBezTo>
                  <a:pt x="1179047" y="50519"/>
                  <a:pt x="1187301" y="48121"/>
                  <a:pt x="1197927" y="48121"/>
                </a:cubicBezTo>
                <a:cubicBezTo>
                  <a:pt x="1206081" y="48121"/>
                  <a:pt x="1212765" y="49489"/>
                  <a:pt x="1217978" y="52225"/>
                </a:cubicBezTo>
                <a:cubicBezTo>
                  <a:pt x="1221921" y="54294"/>
                  <a:pt x="1224828" y="57533"/>
                  <a:pt x="1226700" y="61940"/>
                </a:cubicBezTo>
                <a:cubicBezTo>
                  <a:pt x="1227903" y="64809"/>
                  <a:pt x="1228504" y="70683"/>
                  <a:pt x="1228504" y="79562"/>
                </a:cubicBezTo>
                <a:lnTo>
                  <a:pt x="1228504" y="110703"/>
                </a:lnTo>
                <a:cubicBezTo>
                  <a:pt x="1228504" y="119447"/>
                  <a:pt x="1228671" y="124805"/>
                  <a:pt x="1229005" y="126774"/>
                </a:cubicBezTo>
                <a:cubicBezTo>
                  <a:pt x="1229340" y="128744"/>
                  <a:pt x="1229891" y="130063"/>
                  <a:pt x="1230660" y="130731"/>
                </a:cubicBezTo>
                <a:cubicBezTo>
                  <a:pt x="1231428" y="131397"/>
                  <a:pt x="1232314" y="131730"/>
                  <a:pt x="1233316" y="131730"/>
                </a:cubicBezTo>
                <a:cubicBezTo>
                  <a:pt x="1234386" y="131730"/>
                  <a:pt x="1235321" y="131496"/>
                  <a:pt x="1236123" y="131029"/>
                </a:cubicBezTo>
                <a:cubicBezTo>
                  <a:pt x="1237527" y="130160"/>
                  <a:pt x="1240234" y="127720"/>
                  <a:pt x="1244244" y="123710"/>
                </a:cubicBezTo>
                <a:lnTo>
                  <a:pt x="1244244" y="129324"/>
                </a:lnTo>
                <a:cubicBezTo>
                  <a:pt x="1236758" y="139349"/>
                  <a:pt x="1229607" y="144362"/>
                  <a:pt x="1222790" y="144362"/>
                </a:cubicBezTo>
                <a:cubicBezTo>
                  <a:pt x="1219515" y="144362"/>
                  <a:pt x="1216908" y="143226"/>
                  <a:pt x="1214970" y="140953"/>
                </a:cubicBezTo>
                <a:cubicBezTo>
                  <a:pt x="1213032" y="138681"/>
                  <a:pt x="1212029" y="134805"/>
                  <a:pt x="1211963" y="129324"/>
                </a:cubicBezTo>
                <a:moveTo>
                  <a:pt x="1211963" y="122752"/>
                </a:moveTo>
                <a:lnTo>
                  <a:pt x="1211963" y="87920"/>
                </a:lnTo>
                <a:cubicBezTo>
                  <a:pt x="1201871" y="91912"/>
                  <a:pt x="1195354" y="94740"/>
                  <a:pt x="1192414" y="96404"/>
                </a:cubicBezTo>
                <a:cubicBezTo>
                  <a:pt x="1187134" y="99332"/>
                  <a:pt x="1183358" y="102393"/>
                  <a:pt x="1181085" y="105587"/>
                </a:cubicBezTo>
                <a:cubicBezTo>
                  <a:pt x="1178813" y="108780"/>
                  <a:pt x="1177677" y="112273"/>
                  <a:pt x="1177677" y="116066"/>
                </a:cubicBezTo>
                <a:cubicBezTo>
                  <a:pt x="1177677" y="120857"/>
                  <a:pt x="1179114" y="124833"/>
                  <a:pt x="1181987" y="127993"/>
                </a:cubicBezTo>
                <a:cubicBezTo>
                  <a:pt x="1184861" y="131153"/>
                  <a:pt x="1188170" y="132733"/>
                  <a:pt x="1191912" y="132733"/>
                </a:cubicBezTo>
                <a:cubicBezTo>
                  <a:pt x="1196992" y="132733"/>
                  <a:pt x="1203675" y="129406"/>
                  <a:pt x="1211963" y="122752"/>
                </a:cubicBezTo>
                <a:close/>
                <a:moveTo>
                  <a:pt x="1310174" y="48121"/>
                </a:moveTo>
                <a:lnTo>
                  <a:pt x="1310174" y="79199"/>
                </a:lnTo>
                <a:lnTo>
                  <a:pt x="1306866" y="79199"/>
                </a:lnTo>
                <a:cubicBezTo>
                  <a:pt x="1304326" y="69451"/>
                  <a:pt x="1301068" y="62821"/>
                  <a:pt x="1297091" y="59308"/>
                </a:cubicBezTo>
                <a:cubicBezTo>
                  <a:pt x="1293115" y="55793"/>
                  <a:pt x="1288052" y="54035"/>
                  <a:pt x="1281903" y="54035"/>
                </a:cubicBezTo>
                <a:cubicBezTo>
                  <a:pt x="1277225" y="54035"/>
                  <a:pt x="1273449" y="55271"/>
                  <a:pt x="1270575" y="57742"/>
                </a:cubicBezTo>
                <a:cubicBezTo>
                  <a:pt x="1267701" y="60210"/>
                  <a:pt x="1266264" y="62947"/>
                  <a:pt x="1266264" y="65953"/>
                </a:cubicBezTo>
                <a:cubicBezTo>
                  <a:pt x="1266264" y="69691"/>
                  <a:pt x="1267333" y="72895"/>
                  <a:pt x="1269472" y="75564"/>
                </a:cubicBezTo>
                <a:cubicBezTo>
                  <a:pt x="1271544" y="78303"/>
                  <a:pt x="1275754" y="81207"/>
                  <a:pt x="1282104" y="84277"/>
                </a:cubicBezTo>
                <a:lnTo>
                  <a:pt x="1296740" y="91389"/>
                </a:lnTo>
                <a:cubicBezTo>
                  <a:pt x="1310308" y="97997"/>
                  <a:pt x="1317091" y="106709"/>
                  <a:pt x="1317091" y="117526"/>
                </a:cubicBezTo>
                <a:cubicBezTo>
                  <a:pt x="1317091" y="125870"/>
                  <a:pt x="1313933" y="132596"/>
                  <a:pt x="1307618" y="137705"/>
                </a:cubicBezTo>
                <a:cubicBezTo>
                  <a:pt x="1301302" y="142811"/>
                  <a:pt x="1294234" y="145364"/>
                  <a:pt x="1286414" y="145364"/>
                </a:cubicBezTo>
                <a:cubicBezTo>
                  <a:pt x="1280800" y="145364"/>
                  <a:pt x="1274384" y="144362"/>
                  <a:pt x="1267166" y="142357"/>
                </a:cubicBezTo>
                <a:cubicBezTo>
                  <a:pt x="1264961" y="141689"/>
                  <a:pt x="1263156" y="141354"/>
                  <a:pt x="1261753" y="141354"/>
                </a:cubicBezTo>
                <a:cubicBezTo>
                  <a:pt x="1260215" y="141354"/>
                  <a:pt x="1259012" y="142223"/>
                  <a:pt x="1258144" y="143961"/>
                </a:cubicBezTo>
                <a:lnTo>
                  <a:pt x="1254835" y="143961"/>
                </a:lnTo>
                <a:lnTo>
                  <a:pt x="1254835" y="111079"/>
                </a:lnTo>
                <a:lnTo>
                  <a:pt x="1258144" y="111079"/>
                </a:lnTo>
                <a:cubicBezTo>
                  <a:pt x="1260015" y="120469"/>
                  <a:pt x="1263591" y="127545"/>
                  <a:pt x="1268871" y="132307"/>
                </a:cubicBezTo>
                <a:cubicBezTo>
                  <a:pt x="1274150" y="137069"/>
                  <a:pt x="1280065" y="139450"/>
                  <a:pt x="1286615" y="139450"/>
                </a:cubicBezTo>
                <a:cubicBezTo>
                  <a:pt x="1291227" y="139450"/>
                  <a:pt x="1294986" y="138098"/>
                  <a:pt x="1297893" y="135396"/>
                </a:cubicBezTo>
                <a:cubicBezTo>
                  <a:pt x="1300801" y="132691"/>
                  <a:pt x="1302254" y="129436"/>
                  <a:pt x="1302254" y="125631"/>
                </a:cubicBezTo>
                <a:cubicBezTo>
                  <a:pt x="1302254" y="121023"/>
                  <a:pt x="1300633" y="117151"/>
                  <a:pt x="1297392" y="114014"/>
                </a:cubicBezTo>
                <a:cubicBezTo>
                  <a:pt x="1294151" y="110877"/>
                  <a:pt x="1287684" y="106906"/>
                  <a:pt x="1277993" y="102100"/>
                </a:cubicBezTo>
                <a:cubicBezTo>
                  <a:pt x="1268302" y="97292"/>
                  <a:pt x="1261953" y="92952"/>
                  <a:pt x="1258946" y="89080"/>
                </a:cubicBezTo>
                <a:cubicBezTo>
                  <a:pt x="1255938" y="85274"/>
                  <a:pt x="1254434" y="80467"/>
                  <a:pt x="1254434" y="74659"/>
                </a:cubicBezTo>
                <a:cubicBezTo>
                  <a:pt x="1254434" y="67115"/>
                  <a:pt x="1257024" y="60807"/>
                  <a:pt x="1262204" y="55733"/>
                </a:cubicBezTo>
                <a:cubicBezTo>
                  <a:pt x="1267383" y="50658"/>
                  <a:pt x="1274084" y="48121"/>
                  <a:pt x="1282304" y="48121"/>
                </a:cubicBezTo>
                <a:cubicBezTo>
                  <a:pt x="1285913" y="48121"/>
                  <a:pt x="1290291" y="48889"/>
                  <a:pt x="1295437" y="50426"/>
                </a:cubicBezTo>
                <a:cubicBezTo>
                  <a:pt x="1298846" y="51429"/>
                  <a:pt x="1301118" y="51930"/>
                  <a:pt x="1302254" y="51930"/>
                </a:cubicBezTo>
                <a:cubicBezTo>
                  <a:pt x="1303324" y="51930"/>
                  <a:pt x="1304159" y="51696"/>
                  <a:pt x="1304760" y="51228"/>
                </a:cubicBezTo>
                <a:cubicBezTo>
                  <a:pt x="1305362" y="50761"/>
                  <a:pt x="1306064" y="49725"/>
                  <a:pt x="1306866" y="48121"/>
                </a:cubicBezTo>
                <a:lnTo>
                  <a:pt x="1310174" y="48121"/>
                </a:lnTo>
                <a:close/>
                <a:moveTo>
                  <a:pt x="1357656" y="0"/>
                </a:moveTo>
                <a:lnTo>
                  <a:pt x="1357656" y="91329"/>
                </a:lnTo>
                <a:lnTo>
                  <a:pt x="1381014" y="70076"/>
                </a:lnTo>
                <a:cubicBezTo>
                  <a:pt x="1385960" y="65531"/>
                  <a:pt x="1388834" y="62657"/>
                  <a:pt x="1389636" y="61454"/>
                </a:cubicBezTo>
                <a:cubicBezTo>
                  <a:pt x="1390170" y="60652"/>
                  <a:pt x="1390438" y="59850"/>
                  <a:pt x="1390438" y="59048"/>
                </a:cubicBezTo>
                <a:cubicBezTo>
                  <a:pt x="1390438" y="57711"/>
                  <a:pt x="1389886" y="56558"/>
                  <a:pt x="1388784" y="55589"/>
                </a:cubicBezTo>
                <a:cubicBezTo>
                  <a:pt x="1387681" y="54620"/>
                  <a:pt x="1385860" y="54069"/>
                  <a:pt x="1383320" y="53935"/>
                </a:cubicBezTo>
                <a:lnTo>
                  <a:pt x="1383320" y="50727"/>
                </a:lnTo>
                <a:lnTo>
                  <a:pt x="1423220" y="50727"/>
                </a:lnTo>
                <a:lnTo>
                  <a:pt x="1423220" y="53935"/>
                </a:lnTo>
                <a:cubicBezTo>
                  <a:pt x="1417740" y="54069"/>
                  <a:pt x="1413178" y="54904"/>
                  <a:pt x="1409536" y="56442"/>
                </a:cubicBezTo>
                <a:cubicBezTo>
                  <a:pt x="1405893" y="57979"/>
                  <a:pt x="1401900" y="60719"/>
                  <a:pt x="1397556" y="64662"/>
                </a:cubicBezTo>
                <a:lnTo>
                  <a:pt x="1373997" y="86417"/>
                </a:lnTo>
                <a:lnTo>
                  <a:pt x="1397556" y="116135"/>
                </a:lnTo>
                <a:cubicBezTo>
                  <a:pt x="1404105" y="124339"/>
                  <a:pt x="1408516" y="129541"/>
                  <a:pt x="1410789" y="131743"/>
                </a:cubicBezTo>
                <a:cubicBezTo>
                  <a:pt x="1413997" y="134878"/>
                  <a:pt x="1416804" y="136913"/>
                  <a:pt x="1419210" y="137849"/>
                </a:cubicBezTo>
                <a:cubicBezTo>
                  <a:pt x="1420881" y="138515"/>
                  <a:pt x="1423788" y="138848"/>
                  <a:pt x="1427932" y="138848"/>
                </a:cubicBezTo>
                <a:lnTo>
                  <a:pt x="1427932" y="142557"/>
                </a:lnTo>
                <a:lnTo>
                  <a:pt x="1383320" y="142557"/>
                </a:lnTo>
                <a:lnTo>
                  <a:pt x="1383320" y="138848"/>
                </a:lnTo>
                <a:cubicBezTo>
                  <a:pt x="1385860" y="138781"/>
                  <a:pt x="1387581" y="138398"/>
                  <a:pt x="1388483" y="137698"/>
                </a:cubicBezTo>
                <a:cubicBezTo>
                  <a:pt x="1389385" y="136997"/>
                  <a:pt x="1389836" y="136013"/>
                  <a:pt x="1389836" y="134747"/>
                </a:cubicBezTo>
                <a:cubicBezTo>
                  <a:pt x="1389836" y="133212"/>
                  <a:pt x="1388500" y="130744"/>
                  <a:pt x="1385826" y="127344"/>
                </a:cubicBezTo>
                <a:lnTo>
                  <a:pt x="1357656" y="91429"/>
                </a:lnTo>
                <a:lnTo>
                  <a:pt x="1357656" y="121840"/>
                </a:lnTo>
                <a:cubicBezTo>
                  <a:pt x="1357656" y="127776"/>
                  <a:pt x="1358073" y="131678"/>
                  <a:pt x="1358909" y="133547"/>
                </a:cubicBezTo>
                <a:cubicBezTo>
                  <a:pt x="1359744" y="135415"/>
                  <a:pt x="1360931" y="136748"/>
                  <a:pt x="1362468" y="137548"/>
                </a:cubicBezTo>
                <a:cubicBezTo>
                  <a:pt x="1364005" y="138348"/>
                  <a:pt x="1367347" y="138781"/>
                  <a:pt x="1372493" y="138848"/>
                </a:cubicBezTo>
                <a:lnTo>
                  <a:pt x="1372493" y="142557"/>
                </a:lnTo>
                <a:lnTo>
                  <a:pt x="1325776" y="142557"/>
                </a:lnTo>
                <a:lnTo>
                  <a:pt x="1325776" y="138848"/>
                </a:lnTo>
                <a:cubicBezTo>
                  <a:pt x="1330454" y="138848"/>
                  <a:pt x="1333963" y="138280"/>
                  <a:pt x="1336302" y="137144"/>
                </a:cubicBezTo>
                <a:cubicBezTo>
                  <a:pt x="1337706" y="136411"/>
                  <a:pt x="1338775" y="135276"/>
                  <a:pt x="1339510" y="133738"/>
                </a:cubicBezTo>
                <a:cubicBezTo>
                  <a:pt x="1340513" y="131535"/>
                  <a:pt x="1341014" y="127729"/>
                  <a:pt x="1341014" y="122319"/>
                </a:cubicBezTo>
                <a:lnTo>
                  <a:pt x="1341014" y="38769"/>
                </a:lnTo>
                <a:cubicBezTo>
                  <a:pt x="1341014" y="28151"/>
                  <a:pt x="1340780" y="21656"/>
                  <a:pt x="1340312" y="19286"/>
                </a:cubicBezTo>
                <a:cubicBezTo>
                  <a:pt x="1339844" y="16913"/>
                  <a:pt x="1339076" y="15277"/>
                  <a:pt x="1338006" y="14377"/>
                </a:cubicBezTo>
                <a:cubicBezTo>
                  <a:pt x="1336937" y="13474"/>
                  <a:pt x="1335533" y="13023"/>
                  <a:pt x="1333796" y="13023"/>
                </a:cubicBezTo>
                <a:cubicBezTo>
                  <a:pt x="1332392" y="13023"/>
                  <a:pt x="1330287" y="13591"/>
                  <a:pt x="1327480" y="14728"/>
                </a:cubicBezTo>
                <a:lnTo>
                  <a:pt x="1325776" y="11219"/>
                </a:lnTo>
                <a:lnTo>
                  <a:pt x="1353044" y="0"/>
                </a:lnTo>
                <a:lnTo>
                  <a:pt x="1357656" y="0"/>
                </a:lnTo>
                <a:close/>
                <a:moveTo>
                  <a:pt x="1492494" y="48121"/>
                </a:moveTo>
                <a:lnTo>
                  <a:pt x="1492494" y="79199"/>
                </a:lnTo>
                <a:lnTo>
                  <a:pt x="1489185" y="79199"/>
                </a:lnTo>
                <a:cubicBezTo>
                  <a:pt x="1486646" y="69451"/>
                  <a:pt x="1483388" y="62821"/>
                  <a:pt x="1479411" y="59308"/>
                </a:cubicBezTo>
                <a:cubicBezTo>
                  <a:pt x="1475434" y="55793"/>
                  <a:pt x="1470372" y="54035"/>
                  <a:pt x="1464223" y="54035"/>
                </a:cubicBezTo>
                <a:cubicBezTo>
                  <a:pt x="1459544" y="54035"/>
                  <a:pt x="1455768" y="55271"/>
                  <a:pt x="1452894" y="57742"/>
                </a:cubicBezTo>
                <a:cubicBezTo>
                  <a:pt x="1450021" y="60210"/>
                  <a:pt x="1448584" y="62947"/>
                  <a:pt x="1448584" y="65953"/>
                </a:cubicBezTo>
                <a:cubicBezTo>
                  <a:pt x="1448584" y="69691"/>
                  <a:pt x="1449653" y="72895"/>
                  <a:pt x="1451792" y="75564"/>
                </a:cubicBezTo>
                <a:cubicBezTo>
                  <a:pt x="1453864" y="78303"/>
                  <a:pt x="1458074" y="81207"/>
                  <a:pt x="1464423" y="84277"/>
                </a:cubicBezTo>
                <a:lnTo>
                  <a:pt x="1479060" y="91389"/>
                </a:lnTo>
                <a:cubicBezTo>
                  <a:pt x="1492627" y="97997"/>
                  <a:pt x="1499411" y="106709"/>
                  <a:pt x="1499411" y="117526"/>
                </a:cubicBezTo>
                <a:cubicBezTo>
                  <a:pt x="1499411" y="125870"/>
                  <a:pt x="1496253" y="132596"/>
                  <a:pt x="1489937" y="137705"/>
                </a:cubicBezTo>
                <a:cubicBezTo>
                  <a:pt x="1483621" y="142811"/>
                  <a:pt x="1476554" y="145364"/>
                  <a:pt x="1468734" y="145364"/>
                </a:cubicBezTo>
                <a:cubicBezTo>
                  <a:pt x="1463120" y="145364"/>
                  <a:pt x="1456704" y="144362"/>
                  <a:pt x="1449486" y="142357"/>
                </a:cubicBezTo>
                <a:cubicBezTo>
                  <a:pt x="1447280" y="141689"/>
                  <a:pt x="1445476" y="141354"/>
                  <a:pt x="1444072" y="141354"/>
                </a:cubicBezTo>
                <a:cubicBezTo>
                  <a:pt x="1442535" y="141354"/>
                  <a:pt x="1441332" y="142223"/>
                  <a:pt x="1440463" y="143961"/>
                </a:cubicBezTo>
                <a:lnTo>
                  <a:pt x="1437155" y="143961"/>
                </a:lnTo>
                <a:lnTo>
                  <a:pt x="1437155" y="111079"/>
                </a:lnTo>
                <a:lnTo>
                  <a:pt x="1440463" y="111079"/>
                </a:lnTo>
                <a:cubicBezTo>
                  <a:pt x="1442335" y="120469"/>
                  <a:pt x="1445910" y="127545"/>
                  <a:pt x="1451190" y="132307"/>
                </a:cubicBezTo>
                <a:cubicBezTo>
                  <a:pt x="1456470" y="137069"/>
                  <a:pt x="1462385" y="139450"/>
                  <a:pt x="1468935" y="139450"/>
                </a:cubicBezTo>
                <a:cubicBezTo>
                  <a:pt x="1473546" y="139450"/>
                  <a:pt x="1477306" y="138098"/>
                  <a:pt x="1480213" y="135396"/>
                </a:cubicBezTo>
                <a:cubicBezTo>
                  <a:pt x="1483120" y="132691"/>
                  <a:pt x="1484574" y="129436"/>
                  <a:pt x="1484574" y="125631"/>
                </a:cubicBezTo>
                <a:cubicBezTo>
                  <a:pt x="1484574" y="121023"/>
                  <a:pt x="1482953" y="117151"/>
                  <a:pt x="1479712" y="114014"/>
                </a:cubicBezTo>
                <a:cubicBezTo>
                  <a:pt x="1476470" y="110877"/>
                  <a:pt x="1470004" y="106906"/>
                  <a:pt x="1460313" y="102100"/>
                </a:cubicBezTo>
                <a:cubicBezTo>
                  <a:pt x="1450622" y="97292"/>
                  <a:pt x="1444273" y="92952"/>
                  <a:pt x="1441265" y="89080"/>
                </a:cubicBezTo>
                <a:cubicBezTo>
                  <a:pt x="1438258" y="85274"/>
                  <a:pt x="1436754" y="80467"/>
                  <a:pt x="1436754" y="74659"/>
                </a:cubicBezTo>
                <a:cubicBezTo>
                  <a:pt x="1436754" y="67115"/>
                  <a:pt x="1439344" y="60807"/>
                  <a:pt x="1444523" y="55733"/>
                </a:cubicBezTo>
                <a:cubicBezTo>
                  <a:pt x="1449703" y="50658"/>
                  <a:pt x="1456403" y="48121"/>
                  <a:pt x="1464624" y="48121"/>
                </a:cubicBezTo>
                <a:cubicBezTo>
                  <a:pt x="1468233" y="48121"/>
                  <a:pt x="1472611" y="48889"/>
                  <a:pt x="1477757" y="50426"/>
                </a:cubicBezTo>
                <a:cubicBezTo>
                  <a:pt x="1481165" y="51429"/>
                  <a:pt x="1483438" y="51930"/>
                  <a:pt x="1484574" y="51930"/>
                </a:cubicBezTo>
                <a:cubicBezTo>
                  <a:pt x="1485643" y="51930"/>
                  <a:pt x="1486479" y="51696"/>
                  <a:pt x="1487080" y="51228"/>
                </a:cubicBezTo>
                <a:cubicBezTo>
                  <a:pt x="1487682" y="50761"/>
                  <a:pt x="1488383" y="49725"/>
                  <a:pt x="1489185" y="48121"/>
                </a:cubicBezTo>
                <a:lnTo>
                  <a:pt x="1492494" y="48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MLpipeline2">
            <a:extLst xmlns:a="http://schemas.openxmlformats.org/drawingml/2006/main">
              <a:ext uri="{FF2B5EF4-FFF2-40B4-BE49-F238E27FC236}">
                <a16:creationId xmlns:a16="http://schemas.microsoft.com/office/drawing/2014/main" id="{0BF609C1-2C24-4B89-9DFA-66714F23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78" y="703829"/>
            <a:ext cx="1155135" cy="186468"/>
          </a:xfrm>
          <a:custGeom xmlns:a="http://schemas.openxmlformats.org/drawingml/2006/main">
            <a:pathLst>
              <a:path w="1155135" h="186468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96606" y="104863"/>
                </a:moveTo>
                <a:lnTo>
                  <a:pt x="299914" y="105568"/>
                </a:lnTo>
                <a:lnTo>
                  <a:pt x="288285" y="142557"/>
                </a:lnTo>
                <a:lnTo>
                  <a:pt x="183021" y="142557"/>
                </a:lnTo>
                <a:lnTo>
                  <a:pt x="183021" y="138848"/>
                </a:lnTo>
                <a:lnTo>
                  <a:pt x="188134" y="138848"/>
                </a:lnTo>
                <a:cubicBezTo>
                  <a:pt x="193882" y="138848"/>
                  <a:pt x="197992" y="136977"/>
                  <a:pt x="200465" y="133234"/>
                </a:cubicBezTo>
                <a:cubicBezTo>
                  <a:pt x="201869" y="131095"/>
                  <a:pt x="202570" y="126150"/>
                  <a:pt x="202570" y="118397"/>
                </a:cubicBezTo>
                <a:lnTo>
                  <a:pt x="202570" y="30677"/>
                </a:lnTo>
                <a:cubicBezTo>
                  <a:pt x="202570" y="22189"/>
                  <a:pt x="201635" y="16876"/>
                  <a:pt x="199763" y="14737"/>
                </a:cubicBezTo>
                <a:cubicBezTo>
                  <a:pt x="197157" y="11796"/>
                  <a:pt x="193280" y="10326"/>
                  <a:pt x="188134" y="10326"/>
                </a:cubicBezTo>
                <a:lnTo>
                  <a:pt x="183021" y="10326"/>
                </a:lnTo>
                <a:lnTo>
                  <a:pt x="183021" y="6617"/>
                </a:lnTo>
                <a:lnTo>
                  <a:pt x="244576" y="6617"/>
                </a:lnTo>
                <a:lnTo>
                  <a:pt x="244576" y="10326"/>
                </a:lnTo>
                <a:cubicBezTo>
                  <a:pt x="237358" y="10259"/>
                  <a:pt x="232295" y="10928"/>
                  <a:pt x="229388" y="12334"/>
                </a:cubicBezTo>
                <a:cubicBezTo>
                  <a:pt x="226480" y="13738"/>
                  <a:pt x="224492" y="15510"/>
                  <a:pt x="223423" y="17651"/>
                </a:cubicBezTo>
                <a:cubicBezTo>
                  <a:pt x="222353" y="19791"/>
                  <a:pt x="221819" y="24908"/>
                  <a:pt x="221819" y="33001"/>
                </a:cubicBezTo>
                <a:lnTo>
                  <a:pt x="221819" y="118485"/>
                </a:lnTo>
                <a:cubicBezTo>
                  <a:pt x="221819" y="124036"/>
                  <a:pt x="222353" y="127849"/>
                  <a:pt x="223423" y="129923"/>
                </a:cubicBezTo>
                <a:cubicBezTo>
                  <a:pt x="224225" y="131326"/>
                  <a:pt x="225461" y="132363"/>
                  <a:pt x="227132" y="133034"/>
                </a:cubicBezTo>
                <a:cubicBezTo>
                  <a:pt x="228803" y="133702"/>
                  <a:pt x="234016" y="134036"/>
                  <a:pt x="242771" y="134036"/>
                </a:cubicBezTo>
                <a:lnTo>
                  <a:pt x="252696" y="134036"/>
                </a:lnTo>
                <a:cubicBezTo>
                  <a:pt x="263122" y="134036"/>
                  <a:pt x="270440" y="133262"/>
                  <a:pt x="274651" y="131715"/>
                </a:cubicBezTo>
                <a:cubicBezTo>
                  <a:pt x="278862" y="130167"/>
                  <a:pt x="282705" y="127425"/>
                  <a:pt x="286180" y="123488"/>
                </a:cubicBezTo>
                <a:cubicBezTo>
                  <a:pt x="289655" y="119551"/>
                  <a:pt x="293131" y="113343"/>
                  <a:pt x="296606" y="104863"/>
                </a:cubicBezTo>
                <a:close/>
                <a:moveTo>
                  <a:pt x="348078" y="59759"/>
                </a:moveTo>
                <a:lnTo>
                  <a:pt x="376349" y="48321"/>
                </a:lnTo>
                <a:lnTo>
                  <a:pt x="380159" y="48321"/>
                </a:lnTo>
                <a:lnTo>
                  <a:pt x="380159" y="69775"/>
                </a:lnTo>
                <a:cubicBezTo>
                  <a:pt x="384904" y="61688"/>
                  <a:pt x="389666" y="56057"/>
                  <a:pt x="394444" y="52883"/>
                </a:cubicBezTo>
                <a:cubicBezTo>
                  <a:pt x="399223" y="49708"/>
                  <a:pt x="404252" y="48121"/>
                  <a:pt x="409532" y="48121"/>
                </a:cubicBezTo>
                <a:cubicBezTo>
                  <a:pt x="418755" y="48121"/>
                  <a:pt x="426441" y="51726"/>
                  <a:pt x="432590" y="58935"/>
                </a:cubicBezTo>
                <a:cubicBezTo>
                  <a:pt x="440142" y="67749"/>
                  <a:pt x="443918" y="79233"/>
                  <a:pt x="443918" y="93387"/>
                </a:cubicBezTo>
                <a:cubicBezTo>
                  <a:pt x="443918" y="109210"/>
                  <a:pt x="439374" y="122296"/>
                  <a:pt x="430284" y="132645"/>
                </a:cubicBezTo>
                <a:cubicBezTo>
                  <a:pt x="422799" y="141125"/>
                  <a:pt x="413375" y="145364"/>
                  <a:pt x="402013" y="145364"/>
                </a:cubicBezTo>
                <a:cubicBezTo>
                  <a:pt x="397068" y="145364"/>
                  <a:pt x="392790" y="144663"/>
                  <a:pt x="389181" y="143259"/>
                </a:cubicBezTo>
                <a:cubicBezTo>
                  <a:pt x="386508" y="142257"/>
                  <a:pt x="383500" y="140252"/>
                  <a:pt x="380159" y="137244"/>
                </a:cubicBezTo>
                <a:lnTo>
                  <a:pt x="380159" y="165214"/>
                </a:lnTo>
                <a:cubicBezTo>
                  <a:pt x="380159" y="171497"/>
                  <a:pt x="380543" y="175490"/>
                  <a:pt x="381311" y="177194"/>
                </a:cubicBezTo>
                <a:cubicBezTo>
                  <a:pt x="382080" y="178899"/>
                  <a:pt x="383417" y="180252"/>
                  <a:pt x="385321" y="181254"/>
                </a:cubicBezTo>
                <a:cubicBezTo>
                  <a:pt x="387226" y="182257"/>
                  <a:pt x="390685" y="182758"/>
                  <a:pt x="395697" y="182758"/>
                </a:cubicBezTo>
                <a:lnTo>
                  <a:pt x="395697" y="186468"/>
                </a:lnTo>
                <a:lnTo>
                  <a:pt x="347577" y="186468"/>
                </a:lnTo>
                <a:lnTo>
                  <a:pt x="347577" y="182758"/>
                </a:lnTo>
                <a:lnTo>
                  <a:pt x="350083" y="182758"/>
                </a:lnTo>
                <a:cubicBezTo>
                  <a:pt x="353759" y="182825"/>
                  <a:pt x="356900" y="182122"/>
                  <a:pt x="359507" y="180650"/>
                </a:cubicBezTo>
                <a:cubicBezTo>
                  <a:pt x="360777" y="179915"/>
                  <a:pt x="361762" y="178727"/>
                  <a:pt x="362464" y="177088"/>
                </a:cubicBezTo>
                <a:cubicBezTo>
                  <a:pt x="363166" y="175450"/>
                  <a:pt x="363517" y="171288"/>
                  <a:pt x="363517" y="164600"/>
                </a:cubicBezTo>
                <a:lnTo>
                  <a:pt x="363517" y="77717"/>
                </a:lnTo>
                <a:cubicBezTo>
                  <a:pt x="363517" y="71764"/>
                  <a:pt x="363249" y="67986"/>
                  <a:pt x="362715" y="66382"/>
                </a:cubicBezTo>
                <a:cubicBezTo>
                  <a:pt x="362180" y="64776"/>
                  <a:pt x="361328" y="63572"/>
                  <a:pt x="360158" y="62770"/>
                </a:cubicBezTo>
                <a:cubicBezTo>
                  <a:pt x="358989" y="61966"/>
                  <a:pt x="357401" y="61564"/>
                  <a:pt x="355396" y="61564"/>
                </a:cubicBezTo>
                <a:cubicBezTo>
                  <a:pt x="353792" y="61564"/>
                  <a:pt x="351754" y="62032"/>
                  <a:pt x="349281" y="62967"/>
                </a:cubicBezTo>
                <a:lnTo>
                  <a:pt x="348078" y="59759"/>
                </a:lnTo>
                <a:moveTo>
                  <a:pt x="380159" y="75871"/>
                </a:moveTo>
                <a:lnTo>
                  <a:pt x="380159" y="110114"/>
                </a:lnTo>
                <a:cubicBezTo>
                  <a:pt x="380159" y="117524"/>
                  <a:pt x="380459" y="122396"/>
                  <a:pt x="381061" y="124732"/>
                </a:cubicBezTo>
                <a:cubicBezTo>
                  <a:pt x="381996" y="128604"/>
                  <a:pt x="384286" y="132008"/>
                  <a:pt x="387928" y="134945"/>
                </a:cubicBezTo>
                <a:cubicBezTo>
                  <a:pt x="391570" y="137881"/>
                  <a:pt x="396165" y="139349"/>
                  <a:pt x="401713" y="139349"/>
                </a:cubicBezTo>
                <a:cubicBezTo>
                  <a:pt x="408396" y="139349"/>
                  <a:pt x="413810" y="136746"/>
                  <a:pt x="417953" y="131539"/>
                </a:cubicBezTo>
                <a:cubicBezTo>
                  <a:pt x="423367" y="124733"/>
                  <a:pt x="426074" y="115154"/>
                  <a:pt x="426074" y="102805"/>
                </a:cubicBezTo>
                <a:cubicBezTo>
                  <a:pt x="426074" y="88788"/>
                  <a:pt x="422999" y="78009"/>
                  <a:pt x="416851" y="70467"/>
                </a:cubicBezTo>
                <a:cubicBezTo>
                  <a:pt x="412573" y="65261"/>
                  <a:pt x="407494" y="62657"/>
                  <a:pt x="401612" y="62657"/>
                </a:cubicBezTo>
                <a:cubicBezTo>
                  <a:pt x="398404" y="62657"/>
                  <a:pt x="395230" y="63458"/>
                  <a:pt x="392088" y="65060"/>
                </a:cubicBezTo>
                <a:cubicBezTo>
                  <a:pt x="389682" y="66261"/>
                  <a:pt x="385706" y="69865"/>
                  <a:pt x="380159" y="75871"/>
                </a:cubicBezTo>
                <a:close/>
                <a:moveTo>
                  <a:pt x="480711" y="0"/>
                </a:moveTo>
                <a:cubicBezTo>
                  <a:pt x="483518" y="0"/>
                  <a:pt x="485907" y="991"/>
                  <a:pt x="487879" y="2973"/>
                </a:cubicBezTo>
                <a:cubicBezTo>
                  <a:pt x="489850" y="4953"/>
                  <a:pt x="490836" y="7354"/>
                  <a:pt x="490836" y="10176"/>
                </a:cubicBezTo>
                <a:cubicBezTo>
                  <a:pt x="490836" y="12997"/>
                  <a:pt x="489850" y="15416"/>
                  <a:pt x="487879" y="17431"/>
                </a:cubicBezTo>
                <a:cubicBezTo>
                  <a:pt x="485907" y="19445"/>
                  <a:pt x="483518" y="20451"/>
                  <a:pt x="480711" y="20451"/>
                </a:cubicBezTo>
                <a:cubicBezTo>
                  <a:pt x="477904" y="20451"/>
                  <a:pt x="475498" y="19445"/>
                  <a:pt x="473493" y="17431"/>
                </a:cubicBezTo>
                <a:cubicBezTo>
                  <a:pt x="471488" y="15416"/>
                  <a:pt x="470485" y="12997"/>
                  <a:pt x="470485" y="10176"/>
                </a:cubicBezTo>
                <a:cubicBezTo>
                  <a:pt x="470485" y="7354"/>
                  <a:pt x="471471" y="4953"/>
                  <a:pt x="473442" y="2973"/>
                </a:cubicBezTo>
                <a:cubicBezTo>
                  <a:pt x="475414" y="991"/>
                  <a:pt x="477837" y="0"/>
                  <a:pt x="480711" y="0"/>
                </a:cubicBezTo>
                <a:moveTo>
                  <a:pt x="489032" y="48121"/>
                </a:moveTo>
                <a:lnTo>
                  <a:pt x="489032" y="121743"/>
                </a:lnTo>
                <a:cubicBezTo>
                  <a:pt x="489032" y="127478"/>
                  <a:pt x="489449" y="131296"/>
                  <a:pt x="490285" y="133196"/>
                </a:cubicBezTo>
                <a:cubicBezTo>
                  <a:pt x="491120" y="135097"/>
                  <a:pt x="492357" y="136514"/>
                  <a:pt x="493994" y="137448"/>
                </a:cubicBezTo>
                <a:cubicBezTo>
                  <a:pt x="495631" y="138381"/>
                  <a:pt x="498622" y="138848"/>
                  <a:pt x="502967" y="138848"/>
                </a:cubicBezTo>
                <a:lnTo>
                  <a:pt x="502967" y="142557"/>
                </a:lnTo>
                <a:lnTo>
                  <a:pt x="458355" y="142557"/>
                </a:lnTo>
                <a:lnTo>
                  <a:pt x="458355" y="138848"/>
                </a:lnTo>
                <a:cubicBezTo>
                  <a:pt x="462833" y="138848"/>
                  <a:pt x="465840" y="138415"/>
                  <a:pt x="467377" y="137548"/>
                </a:cubicBezTo>
                <a:cubicBezTo>
                  <a:pt x="468914" y="136681"/>
                  <a:pt x="470134" y="135247"/>
                  <a:pt x="471036" y="133247"/>
                </a:cubicBezTo>
                <a:cubicBezTo>
                  <a:pt x="471939" y="131246"/>
                  <a:pt x="472390" y="127411"/>
                  <a:pt x="472390" y="121743"/>
                </a:cubicBezTo>
                <a:lnTo>
                  <a:pt x="472390" y="86432"/>
                </a:lnTo>
                <a:cubicBezTo>
                  <a:pt x="472390" y="76495"/>
                  <a:pt x="472089" y="70060"/>
                  <a:pt x="471488" y="67128"/>
                </a:cubicBezTo>
                <a:cubicBezTo>
                  <a:pt x="471020" y="64993"/>
                  <a:pt x="470285" y="63509"/>
                  <a:pt x="469282" y="62676"/>
                </a:cubicBezTo>
                <a:cubicBezTo>
                  <a:pt x="468280" y="61843"/>
                  <a:pt x="466909" y="61426"/>
                  <a:pt x="465172" y="61426"/>
                </a:cubicBezTo>
                <a:cubicBezTo>
                  <a:pt x="463300" y="61426"/>
                  <a:pt x="461028" y="61926"/>
                  <a:pt x="458355" y="62927"/>
                </a:cubicBezTo>
                <a:lnTo>
                  <a:pt x="456951" y="59324"/>
                </a:lnTo>
                <a:lnTo>
                  <a:pt x="484621" y="48121"/>
                </a:lnTo>
                <a:lnTo>
                  <a:pt x="489032" y="48121"/>
                </a:lnTo>
                <a:close/>
                <a:moveTo>
                  <a:pt x="507936" y="59759"/>
                </a:moveTo>
                <a:lnTo>
                  <a:pt x="536207" y="48321"/>
                </a:lnTo>
                <a:lnTo>
                  <a:pt x="540017" y="48321"/>
                </a:lnTo>
                <a:lnTo>
                  <a:pt x="540017" y="69775"/>
                </a:lnTo>
                <a:cubicBezTo>
                  <a:pt x="544762" y="61688"/>
                  <a:pt x="549524" y="56057"/>
                  <a:pt x="554303" y="52883"/>
                </a:cubicBezTo>
                <a:cubicBezTo>
                  <a:pt x="559081" y="49708"/>
                  <a:pt x="564111" y="48121"/>
                  <a:pt x="569391" y="48121"/>
                </a:cubicBezTo>
                <a:cubicBezTo>
                  <a:pt x="578614" y="48121"/>
                  <a:pt x="586300" y="51726"/>
                  <a:pt x="592448" y="58935"/>
                </a:cubicBezTo>
                <a:cubicBezTo>
                  <a:pt x="600001" y="67749"/>
                  <a:pt x="603777" y="79233"/>
                  <a:pt x="603777" y="93387"/>
                </a:cubicBezTo>
                <a:cubicBezTo>
                  <a:pt x="603777" y="109210"/>
                  <a:pt x="599232" y="122296"/>
                  <a:pt x="590143" y="132645"/>
                </a:cubicBezTo>
                <a:cubicBezTo>
                  <a:pt x="582657" y="141125"/>
                  <a:pt x="573233" y="145364"/>
                  <a:pt x="561872" y="145364"/>
                </a:cubicBezTo>
                <a:cubicBezTo>
                  <a:pt x="556926" y="145364"/>
                  <a:pt x="552649" y="144663"/>
                  <a:pt x="549039" y="143259"/>
                </a:cubicBezTo>
                <a:cubicBezTo>
                  <a:pt x="546366" y="142257"/>
                  <a:pt x="543359" y="140252"/>
                  <a:pt x="540017" y="137244"/>
                </a:cubicBezTo>
                <a:lnTo>
                  <a:pt x="540017" y="165214"/>
                </a:lnTo>
                <a:cubicBezTo>
                  <a:pt x="540017" y="171497"/>
                  <a:pt x="540401" y="175490"/>
                  <a:pt x="541170" y="177194"/>
                </a:cubicBezTo>
                <a:cubicBezTo>
                  <a:pt x="541938" y="178899"/>
                  <a:pt x="543275" y="180252"/>
                  <a:pt x="545180" y="181254"/>
                </a:cubicBezTo>
                <a:cubicBezTo>
                  <a:pt x="547085" y="182257"/>
                  <a:pt x="550543" y="182758"/>
                  <a:pt x="555556" y="182758"/>
                </a:cubicBezTo>
                <a:lnTo>
                  <a:pt x="555556" y="186468"/>
                </a:lnTo>
                <a:lnTo>
                  <a:pt x="507435" y="186468"/>
                </a:lnTo>
                <a:lnTo>
                  <a:pt x="507435" y="182758"/>
                </a:lnTo>
                <a:lnTo>
                  <a:pt x="509941" y="182758"/>
                </a:lnTo>
                <a:cubicBezTo>
                  <a:pt x="513617" y="182825"/>
                  <a:pt x="516759" y="182122"/>
                  <a:pt x="519365" y="180650"/>
                </a:cubicBezTo>
                <a:cubicBezTo>
                  <a:pt x="520635" y="179915"/>
                  <a:pt x="521621" y="178727"/>
                  <a:pt x="522323" y="177088"/>
                </a:cubicBezTo>
                <a:cubicBezTo>
                  <a:pt x="523024" y="175450"/>
                  <a:pt x="523375" y="171288"/>
                  <a:pt x="523375" y="164600"/>
                </a:cubicBezTo>
                <a:lnTo>
                  <a:pt x="523375" y="77717"/>
                </a:lnTo>
                <a:cubicBezTo>
                  <a:pt x="523375" y="71764"/>
                  <a:pt x="523108" y="67986"/>
                  <a:pt x="522573" y="66382"/>
                </a:cubicBezTo>
                <a:cubicBezTo>
                  <a:pt x="522038" y="64776"/>
                  <a:pt x="521186" y="63572"/>
                  <a:pt x="520017" y="62770"/>
                </a:cubicBezTo>
                <a:cubicBezTo>
                  <a:pt x="518847" y="61966"/>
                  <a:pt x="517260" y="61564"/>
                  <a:pt x="515255" y="61564"/>
                </a:cubicBezTo>
                <a:cubicBezTo>
                  <a:pt x="513651" y="61564"/>
                  <a:pt x="511612" y="62032"/>
                  <a:pt x="509139" y="62967"/>
                </a:cubicBezTo>
                <a:lnTo>
                  <a:pt x="507936" y="59759"/>
                </a:lnTo>
                <a:moveTo>
                  <a:pt x="540017" y="75871"/>
                </a:moveTo>
                <a:lnTo>
                  <a:pt x="540017" y="110114"/>
                </a:lnTo>
                <a:cubicBezTo>
                  <a:pt x="540017" y="117524"/>
                  <a:pt x="540318" y="122396"/>
                  <a:pt x="540919" y="124732"/>
                </a:cubicBezTo>
                <a:cubicBezTo>
                  <a:pt x="541855" y="128604"/>
                  <a:pt x="544144" y="132008"/>
                  <a:pt x="547786" y="134945"/>
                </a:cubicBezTo>
                <a:cubicBezTo>
                  <a:pt x="551429" y="137881"/>
                  <a:pt x="556024" y="139349"/>
                  <a:pt x="561571" y="139349"/>
                </a:cubicBezTo>
                <a:cubicBezTo>
                  <a:pt x="568254" y="139349"/>
                  <a:pt x="573668" y="136746"/>
                  <a:pt x="577812" y="131539"/>
                </a:cubicBezTo>
                <a:cubicBezTo>
                  <a:pt x="583225" y="124733"/>
                  <a:pt x="585932" y="115154"/>
                  <a:pt x="585932" y="102805"/>
                </a:cubicBezTo>
                <a:cubicBezTo>
                  <a:pt x="585932" y="88788"/>
                  <a:pt x="582858" y="78009"/>
                  <a:pt x="576709" y="70467"/>
                </a:cubicBezTo>
                <a:cubicBezTo>
                  <a:pt x="572431" y="65261"/>
                  <a:pt x="567352" y="62657"/>
                  <a:pt x="561471" y="62657"/>
                </a:cubicBezTo>
                <a:cubicBezTo>
                  <a:pt x="558263" y="62657"/>
                  <a:pt x="555088" y="63458"/>
                  <a:pt x="551947" y="65060"/>
                </a:cubicBezTo>
                <a:cubicBezTo>
                  <a:pt x="549541" y="66261"/>
                  <a:pt x="545564" y="69865"/>
                  <a:pt x="540017" y="75871"/>
                </a:cubicBezTo>
                <a:close/>
                <a:moveTo>
                  <a:pt x="632649" y="85414"/>
                </a:moveTo>
                <a:cubicBezTo>
                  <a:pt x="632582" y="99017"/>
                  <a:pt x="635891" y="109686"/>
                  <a:pt x="642574" y="117423"/>
                </a:cubicBezTo>
                <a:cubicBezTo>
                  <a:pt x="649257" y="125157"/>
                  <a:pt x="657110" y="129024"/>
                  <a:pt x="666133" y="129024"/>
                </a:cubicBezTo>
                <a:cubicBezTo>
                  <a:pt x="672148" y="129024"/>
                  <a:pt x="677378" y="127369"/>
                  <a:pt x="681822" y="124061"/>
                </a:cubicBezTo>
                <a:cubicBezTo>
                  <a:pt x="686267" y="120753"/>
                  <a:pt x="689993" y="115089"/>
                  <a:pt x="693000" y="107068"/>
                </a:cubicBezTo>
                <a:lnTo>
                  <a:pt x="696108" y="109073"/>
                </a:lnTo>
                <a:cubicBezTo>
                  <a:pt x="694705" y="118230"/>
                  <a:pt x="690628" y="126567"/>
                  <a:pt x="683878" y="134086"/>
                </a:cubicBezTo>
                <a:cubicBezTo>
                  <a:pt x="677127" y="141605"/>
                  <a:pt x="668673" y="145364"/>
                  <a:pt x="658514" y="145364"/>
                </a:cubicBezTo>
                <a:cubicBezTo>
                  <a:pt x="647486" y="145364"/>
                  <a:pt x="638046" y="141080"/>
                  <a:pt x="630193" y="132510"/>
                </a:cubicBezTo>
                <a:cubicBezTo>
                  <a:pt x="622340" y="123939"/>
                  <a:pt x="618413" y="112416"/>
                  <a:pt x="618413" y="97942"/>
                </a:cubicBezTo>
                <a:cubicBezTo>
                  <a:pt x="618413" y="82270"/>
                  <a:pt x="622440" y="70049"/>
                  <a:pt x="630494" y="61279"/>
                </a:cubicBezTo>
                <a:cubicBezTo>
                  <a:pt x="638547" y="52507"/>
                  <a:pt x="648656" y="48121"/>
                  <a:pt x="660820" y="48121"/>
                </a:cubicBezTo>
                <a:cubicBezTo>
                  <a:pt x="671112" y="48121"/>
                  <a:pt x="679567" y="51504"/>
                  <a:pt x="686183" y="58271"/>
                </a:cubicBezTo>
                <a:cubicBezTo>
                  <a:pt x="692800" y="65036"/>
                  <a:pt x="696108" y="74084"/>
                  <a:pt x="696108" y="85414"/>
                </a:cubicBezTo>
                <a:lnTo>
                  <a:pt x="632649" y="85414"/>
                </a:lnTo>
                <a:moveTo>
                  <a:pt x="632649" y="79600"/>
                </a:moveTo>
                <a:lnTo>
                  <a:pt x="675156" y="79600"/>
                </a:lnTo>
                <a:cubicBezTo>
                  <a:pt x="674822" y="73718"/>
                  <a:pt x="674120" y="69574"/>
                  <a:pt x="673050" y="67168"/>
                </a:cubicBezTo>
                <a:cubicBezTo>
                  <a:pt x="671380" y="63426"/>
                  <a:pt x="668890" y="60485"/>
                  <a:pt x="665582" y="58346"/>
                </a:cubicBezTo>
                <a:cubicBezTo>
                  <a:pt x="662273" y="56208"/>
                  <a:pt x="658815" y="55138"/>
                  <a:pt x="655206" y="55138"/>
                </a:cubicBezTo>
                <a:cubicBezTo>
                  <a:pt x="649658" y="55138"/>
                  <a:pt x="644696" y="57294"/>
                  <a:pt x="640318" y="61604"/>
                </a:cubicBezTo>
                <a:cubicBezTo>
                  <a:pt x="635941" y="65915"/>
                  <a:pt x="633384" y="71914"/>
                  <a:pt x="632649" y="79600"/>
                </a:cubicBezTo>
                <a:close/>
                <a:moveTo>
                  <a:pt x="739682" y="0"/>
                </a:moveTo>
                <a:lnTo>
                  <a:pt x="739682" y="121718"/>
                </a:lnTo>
                <a:cubicBezTo>
                  <a:pt x="739682" y="127461"/>
                  <a:pt x="740100" y="131269"/>
                  <a:pt x="740935" y="133140"/>
                </a:cubicBezTo>
                <a:cubicBezTo>
                  <a:pt x="741771" y="135009"/>
                  <a:pt x="743057" y="136429"/>
                  <a:pt x="744795" y="137398"/>
                </a:cubicBezTo>
                <a:cubicBezTo>
                  <a:pt x="746533" y="138365"/>
                  <a:pt x="749774" y="138848"/>
                  <a:pt x="754519" y="138848"/>
                </a:cubicBezTo>
                <a:lnTo>
                  <a:pt x="754519" y="142557"/>
                </a:lnTo>
                <a:lnTo>
                  <a:pt x="709506" y="142557"/>
                </a:lnTo>
                <a:lnTo>
                  <a:pt x="709506" y="138848"/>
                </a:lnTo>
                <a:cubicBezTo>
                  <a:pt x="713717" y="138848"/>
                  <a:pt x="716591" y="138415"/>
                  <a:pt x="718128" y="137548"/>
                </a:cubicBezTo>
                <a:cubicBezTo>
                  <a:pt x="719665" y="136679"/>
                  <a:pt x="720868" y="135243"/>
                  <a:pt x="721737" y="133240"/>
                </a:cubicBezTo>
                <a:cubicBezTo>
                  <a:pt x="722606" y="131235"/>
                  <a:pt x="723040" y="127394"/>
                  <a:pt x="723040" y="121718"/>
                </a:cubicBezTo>
                <a:lnTo>
                  <a:pt x="723040" y="38368"/>
                </a:lnTo>
                <a:cubicBezTo>
                  <a:pt x="723040" y="28017"/>
                  <a:pt x="722806" y="21656"/>
                  <a:pt x="722339" y="19286"/>
                </a:cubicBezTo>
                <a:cubicBezTo>
                  <a:pt x="721871" y="16913"/>
                  <a:pt x="721119" y="15294"/>
                  <a:pt x="720083" y="14427"/>
                </a:cubicBezTo>
                <a:cubicBezTo>
                  <a:pt x="719047" y="13558"/>
                  <a:pt x="717727" y="13124"/>
                  <a:pt x="716123" y="13124"/>
                </a:cubicBezTo>
                <a:cubicBezTo>
                  <a:pt x="714385" y="13124"/>
                  <a:pt x="712180" y="13658"/>
                  <a:pt x="709506" y="14728"/>
                </a:cubicBezTo>
                <a:lnTo>
                  <a:pt x="707802" y="11219"/>
                </a:lnTo>
                <a:lnTo>
                  <a:pt x="735171" y="0"/>
                </a:lnTo>
                <a:lnTo>
                  <a:pt x="739682" y="0"/>
                </a:lnTo>
                <a:close/>
                <a:moveTo>
                  <a:pt x="788662" y="0"/>
                </a:moveTo>
                <a:cubicBezTo>
                  <a:pt x="791469" y="0"/>
                  <a:pt x="793859" y="991"/>
                  <a:pt x="795830" y="2973"/>
                </a:cubicBezTo>
                <a:cubicBezTo>
                  <a:pt x="797802" y="4953"/>
                  <a:pt x="798788" y="7354"/>
                  <a:pt x="798788" y="10176"/>
                </a:cubicBezTo>
                <a:cubicBezTo>
                  <a:pt x="798788" y="12997"/>
                  <a:pt x="797802" y="15416"/>
                  <a:pt x="795830" y="17431"/>
                </a:cubicBezTo>
                <a:cubicBezTo>
                  <a:pt x="793859" y="19445"/>
                  <a:pt x="791469" y="20451"/>
                  <a:pt x="788662" y="20451"/>
                </a:cubicBezTo>
                <a:cubicBezTo>
                  <a:pt x="785855" y="20451"/>
                  <a:pt x="783449" y="19445"/>
                  <a:pt x="781444" y="17431"/>
                </a:cubicBezTo>
                <a:cubicBezTo>
                  <a:pt x="779439" y="15416"/>
                  <a:pt x="778437" y="12997"/>
                  <a:pt x="778437" y="10176"/>
                </a:cubicBezTo>
                <a:cubicBezTo>
                  <a:pt x="778437" y="7354"/>
                  <a:pt x="779423" y="4953"/>
                  <a:pt x="781394" y="2973"/>
                </a:cubicBezTo>
                <a:cubicBezTo>
                  <a:pt x="783366" y="991"/>
                  <a:pt x="785789" y="0"/>
                  <a:pt x="788662" y="0"/>
                </a:cubicBezTo>
                <a:moveTo>
                  <a:pt x="796983" y="48121"/>
                </a:moveTo>
                <a:lnTo>
                  <a:pt x="796983" y="121743"/>
                </a:lnTo>
                <a:cubicBezTo>
                  <a:pt x="796983" y="127478"/>
                  <a:pt x="797401" y="131296"/>
                  <a:pt x="798236" y="133196"/>
                </a:cubicBezTo>
                <a:cubicBezTo>
                  <a:pt x="799072" y="135097"/>
                  <a:pt x="800308" y="136514"/>
                  <a:pt x="801946" y="137448"/>
                </a:cubicBezTo>
                <a:cubicBezTo>
                  <a:pt x="803583" y="138381"/>
                  <a:pt x="806574" y="138848"/>
                  <a:pt x="810918" y="138848"/>
                </a:cubicBezTo>
                <a:lnTo>
                  <a:pt x="810918" y="142557"/>
                </a:lnTo>
                <a:lnTo>
                  <a:pt x="766306" y="142557"/>
                </a:lnTo>
                <a:lnTo>
                  <a:pt x="766306" y="138848"/>
                </a:lnTo>
                <a:cubicBezTo>
                  <a:pt x="770784" y="138848"/>
                  <a:pt x="773792" y="138415"/>
                  <a:pt x="775329" y="137548"/>
                </a:cubicBezTo>
                <a:cubicBezTo>
                  <a:pt x="776866" y="136681"/>
                  <a:pt x="778086" y="135247"/>
                  <a:pt x="778988" y="133247"/>
                </a:cubicBezTo>
                <a:cubicBezTo>
                  <a:pt x="779890" y="131246"/>
                  <a:pt x="780342" y="127411"/>
                  <a:pt x="780342" y="121743"/>
                </a:cubicBezTo>
                <a:lnTo>
                  <a:pt x="780342" y="86432"/>
                </a:lnTo>
                <a:cubicBezTo>
                  <a:pt x="780342" y="76495"/>
                  <a:pt x="780041" y="70060"/>
                  <a:pt x="779439" y="67128"/>
                </a:cubicBezTo>
                <a:cubicBezTo>
                  <a:pt x="778971" y="64993"/>
                  <a:pt x="778236" y="63509"/>
                  <a:pt x="777234" y="62676"/>
                </a:cubicBezTo>
                <a:cubicBezTo>
                  <a:pt x="776231" y="61843"/>
                  <a:pt x="774861" y="61426"/>
                  <a:pt x="773123" y="61426"/>
                </a:cubicBezTo>
                <a:cubicBezTo>
                  <a:pt x="771252" y="61426"/>
                  <a:pt x="768980" y="61926"/>
                  <a:pt x="766306" y="62927"/>
                </a:cubicBezTo>
                <a:lnTo>
                  <a:pt x="764903" y="59324"/>
                </a:lnTo>
                <a:lnTo>
                  <a:pt x="792572" y="48121"/>
                </a:lnTo>
                <a:lnTo>
                  <a:pt x="796983" y="48121"/>
                </a:lnTo>
                <a:close/>
                <a:moveTo>
                  <a:pt x="849272" y="67569"/>
                </a:moveTo>
                <a:cubicBezTo>
                  <a:pt x="860032" y="54604"/>
                  <a:pt x="870291" y="48121"/>
                  <a:pt x="880049" y="48121"/>
                </a:cubicBezTo>
                <a:cubicBezTo>
                  <a:pt x="885061" y="48121"/>
                  <a:pt x="889372" y="49372"/>
                  <a:pt x="892981" y="51874"/>
                </a:cubicBezTo>
                <a:cubicBezTo>
                  <a:pt x="896590" y="54374"/>
                  <a:pt x="899464" y="58491"/>
                  <a:pt x="901603" y="64227"/>
                </a:cubicBezTo>
                <a:cubicBezTo>
                  <a:pt x="903073" y="68226"/>
                  <a:pt x="903808" y="74361"/>
                  <a:pt x="903808" y="82632"/>
                </a:cubicBezTo>
                <a:lnTo>
                  <a:pt x="903808" y="121743"/>
                </a:lnTo>
                <a:cubicBezTo>
                  <a:pt x="903808" y="127545"/>
                  <a:pt x="904276" y="131480"/>
                  <a:pt x="905212" y="133547"/>
                </a:cubicBezTo>
                <a:cubicBezTo>
                  <a:pt x="905947" y="135214"/>
                  <a:pt x="907133" y="136514"/>
                  <a:pt x="908771" y="137448"/>
                </a:cubicBezTo>
                <a:cubicBezTo>
                  <a:pt x="910408" y="138381"/>
                  <a:pt x="913432" y="138848"/>
                  <a:pt x="917843" y="138848"/>
                </a:cubicBezTo>
                <a:lnTo>
                  <a:pt x="917843" y="142557"/>
                </a:lnTo>
                <a:lnTo>
                  <a:pt x="872430" y="142557"/>
                </a:lnTo>
                <a:lnTo>
                  <a:pt x="872430" y="138848"/>
                </a:lnTo>
                <a:lnTo>
                  <a:pt x="874334" y="138848"/>
                </a:lnTo>
                <a:cubicBezTo>
                  <a:pt x="878612" y="138848"/>
                  <a:pt x="881603" y="138200"/>
                  <a:pt x="883307" y="136903"/>
                </a:cubicBezTo>
                <a:cubicBezTo>
                  <a:pt x="885011" y="135606"/>
                  <a:pt x="886197" y="133695"/>
                  <a:pt x="886866" y="131170"/>
                </a:cubicBezTo>
                <a:cubicBezTo>
                  <a:pt x="887133" y="130171"/>
                  <a:pt x="887267" y="127046"/>
                  <a:pt x="887267" y="121793"/>
                </a:cubicBezTo>
                <a:lnTo>
                  <a:pt x="887267" y="84390"/>
                </a:lnTo>
                <a:cubicBezTo>
                  <a:pt x="887267" y="76079"/>
                  <a:pt x="886181" y="70045"/>
                  <a:pt x="884009" y="66288"/>
                </a:cubicBezTo>
                <a:cubicBezTo>
                  <a:pt x="881836" y="62531"/>
                  <a:pt x="878177" y="60652"/>
                  <a:pt x="873031" y="60652"/>
                </a:cubicBezTo>
                <a:cubicBezTo>
                  <a:pt x="865078" y="60652"/>
                  <a:pt x="857158" y="64974"/>
                  <a:pt x="849272" y="73619"/>
                </a:cubicBezTo>
                <a:lnTo>
                  <a:pt x="849272" y="121793"/>
                </a:lnTo>
                <a:cubicBezTo>
                  <a:pt x="849272" y="127977"/>
                  <a:pt x="849639" y="131800"/>
                  <a:pt x="850374" y="133262"/>
                </a:cubicBezTo>
                <a:cubicBezTo>
                  <a:pt x="851310" y="135190"/>
                  <a:pt x="852597" y="136603"/>
                  <a:pt x="854234" y="137501"/>
                </a:cubicBezTo>
                <a:cubicBezTo>
                  <a:pt x="855871" y="138399"/>
                  <a:pt x="859196" y="138848"/>
                  <a:pt x="864209" y="138848"/>
                </a:cubicBezTo>
                <a:lnTo>
                  <a:pt x="864209" y="142557"/>
                </a:lnTo>
                <a:lnTo>
                  <a:pt x="818795" y="142557"/>
                </a:lnTo>
                <a:lnTo>
                  <a:pt x="818795" y="138848"/>
                </a:lnTo>
                <a:lnTo>
                  <a:pt x="820800" y="138848"/>
                </a:lnTo>
                <a:cubicBezTo>
                  <a:pt x="825479" y="138848"/>
                  <a:pt x="828636" y="137665"/>
                  <a:pt x="830274" y="135299"/>
                </a:cubicBezTo>
                <a:cubicBezTo>
                  <a:pt x="831911" y="132930"/>
                  <a:pt x="832730" y="128412"/>
                  <a:pt x="832730" y="121743"/>
                </a:cubicBezTo>
                <a:lnTo>
                  <a:pt x="832730" y="87732"/>
                </a:lnTo>
                <a:cubicBezTo>
                  <a:pt x="832730" y="76730"/>
                  <a:pt x="832479" y="70029"/>
                  <a:pt x="831978" y="67629"/>
                </a:cubicBezTo>
                <a:cubicBezTo>
                  <a:pt x="831477" y="65227"/>
                  <a:pt x="830708" y="63593"/>
                  <a:pt x="829672" y="62726"/>
                </a:cubicBezTo>
                <a:cubicBezTo>
                  <a:pt x="828636" y="61859"/>
                  <a:pt x="827250" y="61426"/>
                  <a:pt x="825512" y="61426"/>
                </a:cubicBezTo>
                <a:cubicBezTo>
                  <a:pt x="823641" y="61426"/>
                  <a:pt x="821402" y="61926"/>
                  <a:pt x="818795" y="62927"/>
                </a:cubicBezTo>
                <a:lnTo>
                  <a:pt x="817291" y="59324"/>
                </a:lnTo>
                <a:lnTo>
                  <a:pt x="844961" y="48121"/>
                </a:lnTo>
                <a:lnTo>
                  <a:pt x="849272" y="48121"/>
                </a:lnTo>
                <a:lnTo>
                  <a:pt x="849272" y="67569"/>
                </a:lnTo>
                <a:close/>
                <a:moveTo>
                  <a:pt x="940601" y="85414"/>
                </a:moveTo>
                <a:cubicBezTo>
                  <a:pt x="940534" y="99017"/>
                  <a:pt x="943842" y="109686"/>
                  <a:pt x="950525" y="117423"/>
                </a:cubicBezTo>
                <a:cubicBezTo>
                  <a:pt x="957209" y="125157"/>
                  <a:pt x="965062" y="129024"/>
                  <a:pt x="974084" y="129024"/>
                </a:cubicBezTo>
                <a:cubicBezTo>
                  <a:pt x="980100" y="129024"/>
                  <a:pt x="985329" y="127369"/>
                  <a:pt x="989774" y="124061"/>
                </a:cubicBezTo>
                <a:cubicBezTo>
                  <a:pt x="994218" y="120753"/>
                  <a:pt x="997944" y="115089"/>
                  <a:pt x="1000952" y="107068"/>
                </a:cubicBezTo>
                <a:lnTo>
                  <a:pt x="1004060" y="109073"/>
                </a:lnTo>
                <a:cubicBezTo>
                  <a:pt x="1002656" y="118230"/>
                  <a:pt x="998579" y="126567"/>
                  <a:pt x="991829" y="134086"/>
                </a:cubicBezTo>
                <a:cubicBezTo>
                  <a:pt x="985079" y="141605"/>
                  <a:pt x="976624" y="145364"/>
                  <a:pt x="966465" y="145364"/>
                </a:cubicBezTo>
                <a:cubicBezTo>
                  <a:pt x="955438" y="145364"/>
                  <a:pt x="945997" y="141080"/>
                  <a:pt x="938144" y="132510"/>
                </a:cubicBezTo>
                <a:cubicBezTo>
                  <a:pt x="930291" y="123939"/>
                  <a:pt x="926365" y="112416"/>
                  <a:pt x="926365" y="97942"/>
                </a:cubicBezTo>
                <a:cubicBezTo>
                  <a:pt x="926365" y="82270"/>
                  <a:pt x="930392" y="70049"/>
                  <a:pt x="938445" y="61279"/>
                </a:cubicBezTo>
                <a:cubicBezTo>
                  <a:pt x="946499" y="52507"/>
                  <a:pt x="956607" y="48121"/>
                  <a:pt x="968771" y="48121"/>
                </a:cubicBezTo>
                <a:cubicBezTo>
                  <a:pt x="979064" y="48121"/>
                  <a:pt x="987518" y="51504"/>
                  <a:pt x="994135" y="58271"/>
                </a:cubicBezTo>
                <a:cubicBezTo>
                  <a:pt x="1000751" y="65036"/>
                  <a:pt x="1004060" y="74084"/>
                  <a:pt x="1004060" y="85414"/>
                </a:cubicBezTo>
                <a:lnTo>
                  <a:pt x="940601" y="85414"/>
                </a:lnTo>
                <a:moveTo>
                  <a:pt x="940601" y="79600"/>
                </a:moveTo>
                <a:lnTo>
                  <a:pt x="983107" y="79600"/>
                </a:lnTo>
                <a:cubicBezTo>
                  <a:pt x="982773" y="73718"/>
                  <a:pt x="982071" y="69574"/>
                  <a:pt x="981002" y="67168"/>
                </a:cubicBezTo>
                <a:cubicBezTo>
                  <a:pt x="979331" y="63426"/>
                  <a:pt x="976841" y="60485"/>
                  <a:pt x="973533" y="58346"/>
                </a:cubicBezTo>
                <a:cubicBezTo>
                  <a:pt x="970225" y="56208"/>
                  <a:pt x="966766" y="55138"/>
                  <a:pt x="963157" y="55138"/>
                </a:cubicBezTo>
                <a:cubicBezTo>
                  <a:pt x="957610" y="55138"/>
                  <a:pt x="952647" y="57294"/>
                  <a:pt x="948270" y="61604"/>
                </a:cubicBezTo>
                <a:cubicBezTo>
                  <a:pt x="943892" y="65915"/>
                  <a:pt x="941336" y="71914"/>
                  <a:pt x="940601" y="79600"/>
                </a:cubicBezTo>
                <a:close/>
                <a:moveTo>
                  <a:pt x="1155135" y="116292"/>
                </a:moveTo>
                <a:lnTo>
                  <a:pt x="1145611" y="142557"/>
                </a:lnTo>
                <a:lnTo>
                  <a:pt x="1065410" y="142557"/>
                </a:lnTo>
                <a:lnTo>
                  <a:pt x="1065410" y="138842"/>
                </a:lnTo>
                <a:cubicBezTo>
                  <a:pt x="1089002" y="117286"/>
                  <a:pt x="1105610" y="99680"/>
                  <a:pt x="1115235" y="86025"/>
                </a:cubicBezTo>
                <a:cubicBezTo>
                  <a:pt x="1124859" y="72368"/>
                  <a:pt x="1129671" y="59882"/>
                  <a:pt x="1129671" y="48569"/>
                </a:cubicBezTo>
                <a:cubicBezTo>
                  <a:pt x="1129671" y="39935"/>
                  <a:pt x="1127031" y="32840"/>
                  <a:pt x="1121751" y="27284"/>
                </a:cubicBezTo>
                <a:cubicBezTo>
                  <a:pt x="1116471" y="21726"/>
                  <a:pt x="1110155" y="18948"/>
                  <a:pt x="1102803" y="18948"/>
                </a:cubicBezTo>
                <a:cubicBezTo>
                  <a:pt x="1096120" y="18948"/>
                  <a:pt x="1090122" y="20911"/>
                  <a:pt x="1084808" y="24837"/>
                </a:cubicBezTo>
                <a:cubicBezTo>
                  <a:pt x="1079495" y="28764"/>
                  <a:pt x="1075568" y="34520"/>
                  <a:pt x="1073029" y="42106"/>
                </a:cubicBezTo>
                <a:lnTo>
                  <a:pt x="1069319" y="42106"/>
                </a:lnTo>
                <a:cubicBezTo>
                  <a:pt x="1070990" y="29773"/>
                  <a:pt x="1075284" y="20307"/>
                  <a:pt x="1082202" y="13709"/>
                </a:cubicBezTo>
                <a:cubicBezTo>
                  <a:pt x="1089119" y="7109"/>
                  <a:pt x="1097757" y="3810"/>
                  <a:pt x="1108117" y="3810"/>
                </a:cubicBezTo>
                <a:cubicBezTo>
                  <a:pt x="1119144" y="3810"/>
                  <a:pt x="1128351" y="7352"/>
                  <a:pt x="1135736" y="14436"/>
                </a:cubicBezTo>
                <a:cubicBezTo>
                  <a:pt x="1143121" y="21521"/>
                  <a:pt x="1146814" y="29875"/>
                  <a:pt x="1146814" y="39499"/>
                </a:cubicBezTo>
                <a:cubicBezTo>
                  <a:pt x="1146814" y="46383"/>
                  <a:pt x="1145210" y="53267"/>
                  <a:pt x="1142002" y="60151"/>
                </a:cubicBezTo>
                <a:cubicBezTo>
                  <a:pt x="1137056" y="70978"/>
                  <a:pt x="1129036" y="82440"/>
                  <a:pt x="1117941" y="94537"/>
                </a:cubicBezTo>
                <a:cubicBezTo>
                  <a:pt x="1101300" y="112716"/>
                  <a:pt x="1090907" y="123677"/>
                  <a:pt x="1086763" y="127419"/>
                </a:cubicBezTo>
                <a:lnTo>
                  <a:pt x="1122252" y="127419"/>
                </a:lnTo>
                <a:cubicBezTo>
                  <a:pt x="1129470" y="127419"/>
                  <a:pt x="1134533" y="127150"/>
                  <a:pt x="1137440" y="126611"/>
                </a:cubicBezTo>
                <a:cubicBezTo>
                  <a:pt x="1140348" y="126070"/>
                  <a:pt x="1142971" y="124974"/>
                  <a:pt x="1145310" y="123322"/>
                </a:cubicBezTo>
                <a:cubicBezTo>
                  <a:pt x="1147649" y="121670"/>
                  <a:pt x="1149688" y="119326"/>
                  <a:pt x="1151425" y="116292"/>
                </a:cubicBezTo>
                <a:lnTo>
                  <a:pt x="1155135" y="116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MLpipeline3">
            <a:extLst xmlns:a="http://schemas.openxmlformats.org/drawingml/2006/main">
              <a:ext uri="{FF2B5EF4-FFF2-40B4-BE49-F238E27FC236}">
                <a16:creationId xmlns:a16="http://schemas.microsoft.com/office/drawing/2014/main" id="{21492317-6C8C-4B4D-A302-33E045C4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285" y="1045398"/>
            <a:ext cx="1146614" cy="186468"/>
          </a:xfrm>
          <a:custGeom xmlns:a="http://schemas.openxmlformats.org/drawingml/2006/main">
            <a:pathLst>
              <a:path w="1146614" h="186468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96606" y="104863"/>
                </a:moveTo>
                <a:lnTo>
                  <a:pt x="299914" y="105568"/>
                </a:lnTo>
                <a:lnTo>
                  <a:pt x="288285" y="142557"/>
                </a:lnTo>
                <a:lnTo>
                  <a:pt x="183021" y="142557"/>
                </a:lnTo>
                <a:lnTo>
                  <a:pt x="183021" y="138848"/>
                </a:lnTo>
                <a:lnTo>
                  <a:pt x="188134" y="138848"/>
                </a:lnTo>
                <a:cubicBezTo>
                  <a:pt x="193882" y="138848"/>
                  <a:pt x="197992" y="136977"/>
                  <a:pt x="200465" y="133234"/>
                </a:cubicBezTo>
                <a:cubicBezTo>
                  <a:pt x="201869" y="131095"/>
                  <a:pt x="202570" y="126150"/>
                  <a:pt x="202570" y="118397"/>
                </a:cubicBezTo>
                <a:lnTo>
                  <a:pt x="202570" y="30677"/>
                </a:lnTo>
                <a:cubicBezTo>
                  <a:pt x="202570" y="22189"/>
                  <a:pt x="201635" y="16876"/>
                  <a:pt x="199763" y="14737"/>
                </a:cubicBezTo>
                <a:cubicBezTo>
                  <a:pt x="197157" y="11796"/>
                  <a:pt x="193280" y="10326"/>
                  <a:pt x="188134" y="10326"/>
                </a:cubicBezTo>
                <a:lnTo>
                  <a:pt x="183021" y="10326"/>
                </a:lnTo>
                <a:lnTo>
                  <a:pt x="183021" y="6617"/>
                </a:lnTo>
                <a:lnTo>
                  <a:pt x="244576" y="6617"/>
                </a:lnTo>
                <a:lnTo>
                  <a:pt x="244576" y="10326"/>
                </a:lnTo>
                <a:cubicBezTo>
                  <a:pt x="237358" y="10259"/>
                  <a:pt x="232295" y="10928"/>
                  <a:pt x="229388" y="12334"/>
                </a:cubicBezTo>
                <a:cubicBezTo>
                  <a:pt x="226480" y="13738"/>
                  <a:pt x="224492" y="15510"/>
                  <a:pt x="223423" y="17651"/>
                </a:cubicBezTo>
                <a:cubicBezTo>
                  <a:pt x="222353" y="19791"/>
                  <a:pt x="221819" y="24908"/>
                  <a:pt x="221819" y="33001"/>
                </a:cubicBezTo>
                <a:lnTo>
                  <a:pt x="221819" y="118485"/>
                </a:lnTo>
                <a:cubicBezTo>
                  <a:pt x="221819" y="124036"/>
                  <a:pt x="222353" y="127849"/>
                  <a:pt x="223423" y="129923"/>
                </a:cubicBezTo>
                <a:cubicBezTo>
                  <a:pt x="224225" y="131326"/>
                  <a:pt x="225461" y="132363"/>
                  <a:pt x="227132" y="133034"/>
                </a:cubicBezTo>
                <a:cubicBezTo>
                  <a:pt x="228803" y="133702"/>
                  <a:pt x="234016" y="134036"/>
                  <a:pt x="242771" y="134036"/>
                </a:cubicBezTo>
                <a:lnTo>
                  <a:pt x="252696" y="134036"/>
                </a:lnTo>
                <a:cubicBezTo>
                  <a:pt x="263122" y="134036"/>
                  <a:pt x="270440" y="133262"/>
                  <a:pt x="274651" y="131715"/>
                </a:cubicBezTo>
                <a:cubicBezTo>
                  <a:pt x="278862" y="130167"/>
                  <a:pt x="282705" y="127425"/>
                  <a:pt x="286180" y="123488"/>
                </a:cubicBezTo>
                <a:cubicBezTo>
                  <a:pt x="289655" y="119551"/>
                  <a:pt x="293131" y="113343"/>
                  <a:pt x="296606" y="104863"/>
                </a:cubicBezTo>
                <a:close/>
                <a:moveTo>
                  <a:pt x="348078" y="59759"/>
                </a:moveTo>
                <a:lnTo>
                  <a:pt x="376349" y="48321"/>
                </a:lnTo>
                <a:lnTo>
                  <a:pt x="380159" y="48321"/>
                </a:lnTo>
                <a:lnTo>
                  <a:pt x="380159" y="69775"/>
                </a:lnTo>
                <a:cubicBezTo>
                  <a:pt x="384904" y="61688"/>
                  <a:pt x="389666" y="56057"/>
                  <a:pt x="394444" y="52883"/>
                </a:cubicBezTo>
                <a:cubicBezTo>
                  <a:pt x="399223" y="49708"/>
                  <a:pt x="404252" y="48121"/>
                  <a:pt x="409532" y="48121"/>
                </a:cubicBezTo>
                <a:cubicBezTo>
                  <a:pt x="418755" y="48121"/>
                  <a:pt x="426441" y="51726"/>
                  <a:pt x="432590" y="58935"/>
                </a:cubicBezTo>
                <a:cubicBezTo>
                  <a:pt x="440142" y="67749"/>
                  <a:pt x="443918" y="79233"/>
                  <a:pt x="443918" y="93387"/>
                </a:cubicBezTo>
                <a:cubicBezTo>
                  <a:pt x="443918" y="109210"/>
                  <a:pt x="439374" y="122296"/>
                  <a:pt x="430284" y="132645"/>
                </a:cubicBezTo>
                <a:cubicBezTo>
                  <a:pt x="422799" y="141125"/>
                  <a:pt x="413375" y="145364"/>
                  <a:pt x="402013" y="145364"/>
                </a:cubicBezTo>
                <a:cubicBezTo>
                  <a:pt x="397068" y="145364"/>
                  <a:pt x="392790" y="144663"/>
                  <a:pt x="389181" y="143259"/>
                </a:cubicBezTo>
                <a:cubicBezTo>
                  <a:pt x="386508" y="142257"/>
                  <a:pt x="383500" y="140252"/>
                  <a:pt x="380159" y="137244"/>
                </a:cubicBezTo>
                <a:lnTo>
                  <a:pt x="380159" y="165214"/>
                </a:lnTo>
                <a:cubicBezTo>
                  <a:pt x="380159" y="171497"/>
                  <a:pt x="380543" y="175490"/>
                  <a:pt x="381311" y="177194"/>
                </a:cubicBezTo>
                <a:cubicBezTo>
                  <a:pt x="382080" y="178899"/>
                  <a:pt x="383417" y="180252"/>
                  <a:pt x="385321" y="181254"/>
                </a:cubicBezTo>
                <a:cubicBezTo>
                  <a:pt x="387226" y="182257"/>
                  <a:pt x="390685" y="182758"/>
                  <a:pt x="395698" y="182758"/>
                </a:cubicBezTo>
                <a:lnTo>
                  <a:pt x="395698" y="186468"/>
                </a:lnTo>
                <a:lnTo>
                  <a:pt x="347577" y="186468"/>
                </a:lnTo>
                <a:lnTo>
                  <a:pt x="347577" y="182758"/>
                </a:lnTo>
                <a:lnTo>
                  <a:pt x="350083" y="182758"/>
                </a:lnTo>
                <a:cubicBezTo>
                  <a:pt x="353759" y="182825"/>
                  <a:pt x="356900" y="182122"/>
                  <a:pt x="359507" y="180650"/>
                </a:cubicBezTo>
                <a:cubicBezTo>
                  <a:pt x="360777" y="179915"/>
                  <a:pt x="361762" y="178727"/>
                  <a:pt x="362464" y="177088"/>
                </a:cubicBezTo>
                <a:cubicBezTo>
                  <a:pt x="363166" y="175450"/>
                  <a:pt x="363517" y="171288"/>
                  <a:pt x="363517" y="164600"/>
                </a:cubicBezTo>
                <a:lnTo>
                  <a:pt x="363517" y="77717"/>
                </a:lnTo>
                <a:cubicBezTo>
                  <a:pt x="363517" y="71764"/>
                  <a:pt x="363249" y="67986"/>
                  <a:pt x="362715" y="66382"/>
                </a:cubicBezTo>
                <a:cubicBezTo>
                  <a:pt x="362180" y="64776"/>
                  <a:pt x="361328" y="63572"/>
                  <a:pt x="360158" y="62770"/>
                </a:cubicBezTo>
                <a:cubicBezTo>
                  <a:pt x="358989" y="61966"/>
                  <a:pt x="357401" y="61564"/>
                  <a:pt x="355396" y="61564"/>
                </a:cubicBezTo>
                <a:cubicBezTo>
                  <a:pt x="353792" y="61564"/>
                  <a:pt x="351754" y="62032"/>
                  <a:pt x="349281" y="62967"/>
                </a:cubicBezTo>
                <a:lnTo>
                  <a:pt x="348078" y="59759"/>
                </a:lnTo>
                <a:moveTo>
                  <a:pt x="380159" y="75871"/>
                </a:moveTo>
                <a:lnTo>
                  <a:pt x="380159" y="110114"/>
                </a:lnTo>
                <a:cubicBezTo>
                  <a:pt x="380159" y="117524"/>
                  <a:pt x="380459" y="122396"/>
                  <a:pt x="381061" y="124732"/>
                </a:cubicBezTo>
                <a:cubicBezTo>
                  <a:pt x="381996" y="128604"/>
                  <a:pt x="384286" y="132008"/>
                  <a:pt x="387928" y="134945"/>
                </a:cubicBezTo>
                <a:cubicBezTo>
                  <a:pt x="391570" y="137881"/>
                  <a:pt x="396165" y="139349"/>
                  <a:pt x="401713" y="139349"/>
                </a:cubicBezTo>
                <a:cubicBezTo>
                  <a:pt x="408396" y="139349"/>
                  <a:pt x="413810" y="136746"/>
                  <a:pt x="417953" y="131539"/>
                </a:cubicBezTo>
                <a:cubicBezTo>
                  <a:pt x="423367" y="124733"/>
                  <a:pt x="426074" y="115154"/>
                  <a:pt x="426074" y="102805"/>
                </a:cubicBezTo>
                <a:cubicBezTo>
                  <a:pt x="426074" y="88788"/>
                  <a:pt x="422999" y="78009"/>
                  <a:pt x="416851" y="70467"/>
                </a:cubicBezTo>
                <a:cubicBezTo>
                  <a:pt x="412573" y="65261"/>
                  <a:pt x="407494" y="62657"/>
                  <a:pt x="401612" y="62657"/>
                </a:cubicBezTo>
                <a:cubicBezTo>
                  <a:pt x="398404" y="62657"/>
                  <a:pt x="395230" y="63458"/>
                  <a:pt x="392088" y="65060"/>
                </a:cubicBezTo>
                <a:cubicBezTo>
                  <a:pt x="389682" y="66261"/>
                  <a:pt x="385706" y="69865"/>
                  <a:pt x="380159" y="75871"/>
                </a:cubicBezTo>
                <a:close/>
                <a:moveTo>
                  <a:pt x="480711" y="0"/>
                </a:moveTo>
                <a:cubicBezTo>
                  <a:pt x="483518" y="0"/>
                  <a:pt x="485907" y="991"/>
                  <a:pt x="487879" y="2973"/>
                </a:cubicBezTo>
                <a:cubicBezTo>
                  <a:pt x="489850" y="4953"/>
                  <a:pt x="490836" y="7354"/>
                  <a:pt x="490836" y="10176"/>
                </a:cubicBezTo>
                <a:cubicBezTo>
                  <a:pt x="490836" y="12997"/>
                  <a:pt x="489850" y="15416"/>
                  <a:pt x="487879" y="17431"/>
                </a:cubicBezTo>
                <a:cubicBezTo>
                  <a:pt x="485907" y="19445"/>
                  <a:pt x="483518" y="20451"/>
                  <a:pt x="480711" y="20451"/>
                </a:cubicBezTo>
                <a:cubicBezTo>
                  <a:pt x="477904" y="20451"/>
                  <a:pt x="475498" y="19445"/>
                  <a:pt x="473493" y="17431"/>
                </a:cubicBezTo>
                <a:cubicBezTo>
                  <a:pt x="471488" y="15416"/>
                  <a:pt x="470485" y="12997"/>
                  <a:pt x="470485" y="10176"/>
                </a:cubicBezTo>
                <a:cubicBezTo>
                  <a:pt x="470485" y="7354"/>
                  <a:pt x="471471" y="4953"/>
                  <a:pt x="473442" y="2973"/>
                </a:cubicBezTo>
                <a:cubicBezTo>
                  <a:pt x="475414" y="991"/>
                  <a:pt x="477837" y="0"/>
                  <a:pt x="480711" y="0"/>
                </a:cubicBezTo>
                <a:moveTo>
                  <a:pt x="489032" y="48121"/>
                </a:moveTo>
                <a:lnTo>
                  <a:pt x="489032" y="121743"/>
                </a:lnTo>
                <a:cubicBezTo>
                  <a:pt x="489032" y="127478"/>
                  <a:pt x="489449" y="131296"/>
                  <a:pt x="490285" y="133196"/>
                </a:cubicBezTo>
                <a:cubicBezTo>
                  <a:pt x="491120" y="135097"/>
                  <a:pt x="492357" y="136514"/>
                  <a:pt x="493994" y="137448"/>
                </a:cubicBezTo>
                <a:cubicBezTo>
                  <a:pt x="495631" y="138381"/>
                  <a:pt x="498622" y="138848"/>
                  <a:pt x="502966" y="138848"/>
                </a:cubicBezTo>
                <a:lnTo>
                  <a:pt x="502966" y="142557"/>
                </a:lnTo>
                <a:lnTo>
                  <a:pt x="458355" y="142557"/>
                </a:lnTo>
                <a:lnTo>
                  <a:pt x="458355" y="138848"/>
                </a:lnTo>
                <a:cubicBezTo>
                  <a:pt x="462833" y="138848"/>
                  <a:pt x="465840" y="138415"/>
                  <a:pt x="467377" y="137548"/>
                </a:cubicBezTo>
                <a:cubicBezTo>
                  <a:pt x="468914" y="136681"/>
                  <a:pt x="470134" y="135247"/>
                  <a:pt x="471036" y="133247"/>
                </a:cubicBezTo>
                <a:cubicBezTo>
                  <a:pt x="471939" y="131246"/>
                  <a:pt x="472390" y="127411"/>
                  <a:pt x="472390" y="121743"/>
                </a:cubicBezTo>
                <a:lnTo>
                  <a:pt x="472390" y="86432"/>
                </a:lnTo>
                <a:cubicBezTo>
                  <a:pt x="472390" y="76495"/>
                  <a:pt x="472089" y="70060"/>
                  <a:pt x="471488" y="67128"/>
                </a:cubicBezTo>
                <a:cubicBezTo>
                  <a:pt x="471020" y="64993"/>
                  <a:pt x="470285" y="63509"/>
                  <a:pt x="469282" y="62676"/>
                </a:cubicBezTo>
                <a:cubicBezTo>
                  <a:pt x="468279" y="61843"/>
                  <a:pt x="466909" y="61426"/>
                  <a:pt x="465172" y="61426"/>
                </a:cubicBezTo>
                <a:cubicBezTo>
                  <a:pt x="463300" y="61426"/>
                  <a:pt x="461028" y="61926"/>
                  <a:pt x="458355" y="62927"/>
                </a:cubicBezTo>
                <a:lnTo>
                  <a:pt x="456951" y="59324"/>
                </a:lnTo>
                <a:lnTo>
                  <a:pt x="484620" y="48121"/>
                </a:lnTo>
                <a:lnTo>
                  <a:pt x="489032" y="48121"/>
                </a:lnTo>
                <a:close/>
                <a:moveTo>
                  <a:pt x="507936" y="59759"/>
                </a:moveTo>
                <a:lnTo>
                  <a:pt x="536207" y="48321"/>
                </a:lnTo>
                <a:lnTo>
                  <a:pt x="540017" y="48321"/>
                </a:lnTo>
                <a:lnTo>
                  <a:pt x="540017" y="69775"/>
                </a:lnTo>
                <a:cubicBezTo>
                  <a:pt x="544762" y="61688"/>
                  <a:pt x="549524" y="56057"/>
                  <a:pt x="554303" y="52883"/>
                </a:cubicBezTo>
                <a:cubicBezTo>
                  <a:pt x="559081" y="49708"/>
                  <a:pt x="564110" y="48121"/>
                  <a:pt x="569390" y="48121"/>
                </a:cubicBezTo>
                <a:cubicBezTo>
                  <a:pt x="578613" y="48121"/>
                  <a:pt x="586299" y="51726"/>
                  <a:pt x="592448" y="58935"/>
                </a:cubicBezTo>
                <a:cubicBezTo>
                  <a:pt x="600000" y="67749"/>
                  <a:pt x="603777" y="79233"/>
                  <a:pt x="603777" y="93387"/>
                </a:cubicBezTo>
                <a:cubicBezTo>
                  <a:pt x="603777" y="109210"/>
                  <a:pt x="599232" y="122296"/>
                  <a:pt x="590142" y="132645"/>
                </a:cubicBezTo>
                <a:cubicBezTo>
                  <a:pt x="582657" y="141125"/>
                  <a:pt x="573233" y="145364"/>
                  <a:pt x="561871" y="145364"/>
                </a:cubicBezTo>
                <a:cubicBezTo>
                  <a:pt x="556926" y="145364"/>
                  <a:pt x="552648" y="144663"/>
                  <a:pt x="549039" y="143259"/>
                </a:cubicBezTo>
                <a:cubicBezTo>
                  <a:pt x="546366" y="142257"/>
                  <a:pt x="543358" y="140252"/>
                  <a:pt x="540017" y="137244"/>
                </a:cubicBezTo>
                <a:lnTo>
                  <a:pt x="540017" y="165214"/>
                </a:lnTo>
                <a:cubicBezTo>
                  <a:pt x="540017" y="171497"/>
                  <a:pt x="540401" y="175490"/>
                  <a:pt x="541170" y="177194"/>
                </a:cubicBezTo>
                <a:cubicBezTo>
                  <a:pt x="541938" y="178899"/>
                  <a:pt x="543275" y="180252"/>
                  <a:pt x="545180" y="181254"/>
                </a:cubicBezTo>
                <a:cubicBezTo>
                  <a:pt x="547084" y="182257"/>
                  <a:pt x="550543" y="182758"/>
                  <a:pt x="555556" y="182758"/>
                </a:cubicBezTo>
                <a:lnTo>
                  <a:pt x="555556" y="186468"/>
                </a:lnTo>
                <a:lnTo>
                  <a:pt x="507435" y="186468"/>
                </a:lnTo>
                <a:lnTo>
                  <a:pt x="507435" y="182758"/>
                </a:lnTo>
                <a:lnTo>
                  <a:pt x="509941" y="182758"/>
                </a:lnTo>
                <a:cubicBezTo>
                  <a:pt x="513617" y="182825"/>
                  <a:pt x="516758" y="182122"/>
                  <a:pt x="519365" y="180650"/>
                </a:cubicBezTo>
                <a:cubicBezTo>
                  <a:pt x="520635" y="179915"/>
                  <a:pt x="521621" y="178727"/>
                  <a:pt x="522322" y="177088"/>
                </a:cubicBezTo>
                <a:cubicBezTo>
                  <a:pt x="523024" y="175450"/>
                  <a:pt x="523375" y="171288"/>
                  <a:pt x="523375" y="164600"/>
                </a:cubicBezTo>
                <a:lnTo>
                  <a:pt x="523375" y="77717"/>
                </a:lnTo>
                <a:cubicBezTo>
                  <a:pt x="523375" y="71764"/>
                  <a:pt x="523108" y="67986"/>
                  <a:pt x="522573" y="66382"/>
                </a:cubicBezTo>
                <a:cubicBezTo>
                  <a:pt x="522038" y="64776"/>
                  <a:pt x="521186" y="63572"/>
                  <a:pt x="520017" y="62770"/>
                </a:cubicBezTo>
                <a:cubicBezTo>
                  <a:pt x="518847" y="61966"/>
                  <a:pt x="517260" y="61564"/>
                  <a:pt x="515255" y="61564"/>
                </a:cubicBezTo>
                <a:cubicBezTo>
                  <a:pt x="513651" y="61564"/>
                  <a:pt x="511612" y="62032"/>
                  <a:pt x="509139" y="62967"/>
                </a:cubicBezTo>
                <a:lnTo>
                  <a:pt x="507936" y="59759"/>
                </a:lnTo>
                <a:moveTo>
                  <a:pt x="540017" y="75871"/>
                </a:moveTo>
                <a:lnTo>
                  <a:pt x="540017" y="110114"/>
                </a:lnTo>
                <a:cubicBezTo>
                  <a:pt x="540017" y="117524"/>
                  <a:pt x="540317" y="122396"/>
                  <a:pt x="540919" y="124732"/>
                </a:cubicBezTo>
                <a:cubicBezTo>
                  <a:pt x="541855" y="128604"/>
                  <a:pt x="544144" y="132008"/>
                  <a:pt x="547786" y="134945"/>
                </a:cubicBezTo>
                <a:cubicBezTo>
                  <a:pt x="551429" y="137881"/>
                  <a:pt x="556023" y="139349"/>
                  <a:pt x="561571" y="139349"/>
                </a:cubicBezTo>
                <a:cubicBezTo>
                  <a:pt x="568254" y="139349"/>
                  <a:pt x="573668" y="136746"/>
                  <a:pt x="577811" y="131539"/>
                </a:cubicBezTo>
                <a:cubicBezTo>
                  <a:pt x="583225" y="124733"/>
                  <a:pt x="585932" y="115154"/>
                  <a:pt x="585932" y="102805"/>
                </a:cubicBezTo>
                <a:cubicBezTo>
                  <a:pt x="585932" y="88788"/>
                  <a:pt x="582857" y="78009"/>
                  <a:pt x="576709" y="70467"/>
                </a:cubicBezTo>
                <a:cubicBezTo>
                  <a:pt x="572431" y="65261"/>
                  <a:pt x="567352" y="62657"/>
                  <a:pt x="561470" y="62657"/>
                </a:cubicBezTo>
                <a:cubicBezTo>
                  <a:pt x="558262" y="62657"/>
                  <a:pt x="555088" y="63458"/>
                  <a:pt x="551947" y="65060"/>
                </a:cubicBezTo>
                <a:cubicBezTo>
                  <a:pt x="549541" y="66261"/>
                  <a:pt x="545564" y="69865"/>
                  <a:pt x="540017" y="75871"/>
                </a:cubicBezTo>
                <a:close/>
                <a:moveTo>
                  <a:pt x="632649" y="85414"/>
                </a:moveTo>
                <a:cubicBezTo>
                  <a:pt x="632582" y="99017"/>
                  <a:pt x="635890" y="109686"/>
                  <a:pt x="642574" y="117423"/>
                </a:cubicBezTo>
                <a:cubicBezTo>
                  <a:pt x="649257" y="125157"/>
                  <a:pt x="657110" y="129024"/>
                  <a:pt x="666133" y="129024"/>
                </a:cubicBezTo>
                <a:cubicBezTo>
                  <a:pt x="672148" y="129024"/>
                  <a:pt x="677378" y="127369"/>
                  <a:pt x="681822" y="124061"/>
                </a:cubicBezTo>
                <a:cubicBezTo>
                  <a:pt x="686267" y="120753"/>
                  <a:pt x="689993" y="115089"/>
                  <a:pt x="693000" y="107068"/>
                </a:cubicBezTo>
                <a:lnTo>
                  <a:pt x="696108" y="109073"/>
                </a:lnTo>
                <a:cubicBezTo>
                  <a:pt x="694705" y="118230"/>
                  <a:pt x="690628" y="126567"/>
                  <a:pt x="683877" y="134086"/>
                </a:cubicBezTo>
                <a:cubicBezTo>
                  <a:pt x="677127" y="141605"/>
                  <a:pt x="668673" y="145364"/>
                  <a:pt x="658514" y="145364"/>
                </a:cubicBezTo>
                <a:cubicBezTo>
                  <a:pt x="647486" y="145364"/>
                  <a:pt x="638046" y="141080"/>
                  <a:pt x="630193" y="132510"/>
                </a:cubicBezTo>
                <a:cubicBezTo>
                  <a:pt x="622340" y="123939"/>
                  <a:pt x="618413" y="112416"/>
                  <a:pt x="618413" y="97942"/>
                </a:cubicBezTo>
                <a:cubicBezTo>
                  <a:pt x="618413" y="82270"/>
                  <a:pt x="622440" y="70049"/>
                  <a:pt x="630494" y="61279"/>
                </a:cubicBezTo>
                <a:cubicBezTo>
                  <a:pt x="638547" y="52507"/>
                  <a:pt x="648656" y="48121"/>
                  <a:pt x="660820" y="48121"/>
                </a:cubicBezTo>
                <a:cubicBezTo>
                  <a:pt x="671112" y="48121"/>
                  <a:pt x="679567" y="51504"/>
                  <a:pt x="686183" y="58271"/>
                </a:cubicBezTo>
                <a:cubicBezTo>
                  <a:pt x="692800" y="65036"/>
                  <a:pt x="696108" y="74084"/>
                  <a:pt x="696108" y="85414"/>
                </a:cubicBezTo>
                <a:lnTo>
                  <a:pt x="632649" y="85414"/>
                </a:lnTo>
                <a:moveTo>
                  <a:pt x="632649" y="79600"/>
                </a:moveTo>
                <a:lnTo>
                  <a:pt x="675156" y="79600"/>
                </a:lnTo>
                <a:cubicBezTo>
                  <a:pt x="674821" y="73718"/>
                  <a:pt x="674120" y="69574"/>
                  <a:pt x="673050" y="67168"/>
                </a:cubicBezTo>
                <a:cubicBezTo>
                  <a:pt x="671379" y="63426"/>
                  <a:pt x="668890" y="60485"/>
                  <a:pt x="665582" y="58346"/>
                </a:cubicBezTo>
                <a:cubicBezTo>
                  <a:pt x="662273" y="56208"/>
                  <a:pt x="658815" y="55138"/>
                  <a:pt x="655206" y="55138"/>
                </a:cubicBezTo>
                <a:cubicBezTo>
                  <a:pt x="649658" y="55138"/>
                  <a:pt x="644696" y="57294"/>
                  <a:pt x="640318" y="61604"/>
                </a:cubicBezTo>
                <a:cubicBezTo>
                  <a:pt x="635941" y="65915"/>
                  <a:pt x="633384" y="71914"/>
                  <a:pt x="632649" y="79600"/>
                </a:cubicBezTo>
                <a:close/>
                <a:moveTo>
                  <a:pt x="739682" y="0"/>
                </a:moveTo>
                <a:lnTo>
                  <a:pt x="739682" y="121718"/>
                </a:lnTo>
                <a:cubicBezTo>
                  <a:pt x="739682" y="127461"/>
                  <a:pt x="740100" y="131269"/>
                  <a:pt x="740935" y="133140"/>
                </a:cubicBezTo>
                <a:cubicBezTo>
                  <a:pt x="741771" y="135009"/>
                  <a:pt x="743057" y="136429"/>
                  <a:pt x="744795" y="137398"/>
                </a:cubicBezTo>
                <a:cubicBezTo>
                  <a:pt x="746533" y="138365"/>
                  <a:pt x="749774" y="138848"/>
                  <a:pt x="754520" y="138848"/>
                </a:cubicBezTo>
                <a:lnTo>
                  <a:pt x="754520" y="142557"/>
                </a:lnTo>
                <a:lnTo>
                  <a:pt x="709507" y="142557"/>
                </a:lnTo>
                <a:lnTo>
                  <a:pt x="709507" y="138848"/>
                </a:lnTo>
                <a:cubicBezTo>
                  <a:pt x="713717" y="138848"/>
                  <a:pt x="716591" y="138415"/>
                  <a:pt x="718128" y="137548"/>
                </a:cubicBezTo>
                <a:cubicBezTo>
                  <a:pt x="719665" y="136679"/>
                  <a:pt x="720868" y="135243"/>
                  <a:pt x="721737" y="133240"/>
                </a:cubicBezTo>
                <a:cubicBezTo>
                  <a:pt x="722606" y="131235"/>
                  <a:pt x="723041" y="127394"/>
                  <a:pt x="723041" y="121718"/>
                </a:cubicBezTo>
                <a:lnTo>
                  <a:pt x="723041" y="38368"/>
                </a:lnTo>
                <a:cubicBezTo>
                  <a:pt x="723041" y="28017"/>
                  <a:pt x="722807" y="21656"/>
                  <a:pt x="722339" y="19286"/>
                </a:cubicBezTo>
                <a:cubicBezTo>
                  <a:pt x="721871" y="16913"/>
                  <a:pt x="721119" y="15294"/>
                  <a:pt x="720083" y="14427"/>
                </a:cubicBezTo>
                <a:cubicBezTo>
                  <a:pt x="719047" y="13558"/>
                  <a:pt x="717727" y="13124"/>
                  <a:pt x="716123" y="13124"/>
                </a:cubicBezTo>
                <a:cubicBezTo>
                  <a:pt x="714386" y="13124"/>
                  <a:pt x="712180" y="13658"/>
                  <a:pt x="709507" y="14728"/>
                </a:cubicBezTo>
                <a:lnTo>
                  <a:pt x="707802" y="11219"/>
                </a:lnTo>
                <a:lnTo>
                  <a:pt x="735171" y="0"/>
                </a:lnTo>
                <a:lnTo>
                  <a:pt x="739682" y="0"/>
                </a:lnTo>
                <a:close/>
                <a:moveTo>
                  <a:pt x="788662" y="0"/>
                </a:moveTo>
                <a:cubicBezTo>
                  <a:pt x="791469" y="0"/>
                  <a:pt x="793859" y="991"/>
                  <a:pt x="795830" y="2973"/>
                </a:cubicBezTo>
                <a:cubicBezTo>
                  <a:pt x="797802" y="4953"/>
                  <a:pt x="798788" y="7354"/>
                  <a:pt x="798788" y="10176"/>
                </a:cubicBezTo>
                <a:cubicBezTo>
                  <a:pt x="798788" y="12997"/>
                  <a:pt x="797802" y="15416"/>
                  <a:pt x="795830" y="17431"/>
                </a:cubicBezTo>
                <a:cubicBezTo>
                  <a:pt x="793859" y="19445"/>
                  <a:pt x="791469" y="20451"/>
                  <a:pt x="788662" y="20451"/>
                </a:cubicBezTo>
                <a:cubicBezTo>
                  <a:pt x="785855" y="20451"/>
                  <a:pt x="783449" y="19445"/>
                  <a:pt x="781444" y="17431"/>
                </a:cubicBezTo>
                <a:cubicBezTo>
                  <a:pt x="779439" y="15416"/>
                  <a:pt x="778437" y="12997"/>
                  <a:pt x="778437" y="10176"/>
                </a:cubicBezTo>
                <a:cubicBezTo>
                  <a:pt x="778437" y="7354"/>
                  <a:pt x="779422" y="4953"/>
                  <a:pt x="781394" y="2973"/>
                </a:cubicBezTo>
                <a:cubicBezTo>
                  <a:pt x="783366" y="991"/>
                  <a:pt x="785788" y="0"/>
                  <a:pt x="788662" y="0"/>
                </a:cubicBezTo>
                <a:moveTo>
                  <a:pt x="796983" y="48121"/>
                </a:moveTo>
                <a:lnTo>
                  <a:pt x="796983" y="121743"/>
                </a:lnTo>
                <a:cubicBezTo>
                  <a:pt x="796983" y="127478"/>
                  <a:pt x="797401" y="131296"/>
                  <a:pt x="798236" y="133196"/>
                </a:cubicBezTo>
                <a:cubicBezTo>
                  <a:pt x="799072" y="135097"/>
                  <a:pt x="800308" y="136514"/>
                  <a:pt x="801946" y="137448"/>
                </a:cubicBezTo>
                <a:cubicBezTo>
                  <a:pt x="803583" y="138381"/>
                  <a:pt x="806574" y="138848"/>
                  <a:pt x="810918" y="138848"/>
                </a:cubicBezTo>
                <a:lnTo>
                  <a:pt x="810918" y="142557"/>
                </a:lnTo>
                <a:lnTo>
                  <a:pt x="766306" y="142557"/>
                </a:lnTo>
                <a:lnTo>
                  <a:pt x="766306" y="138848"/>
                </a:lnTo>
                <a:cubicBezTo>
                  <a:pt x="770784" y="138848"/>
                  <a:pt x="773792" y="138415"/>
                  <a:pt x="775329" y="137548"/>
                </a:cubicBezTo>
                <a:cubicBezTo>
                  <a:pt x="776866" y="136681"/>
                  <a:pt x="778086" y="135247"/>
                  <a:pt x="778988" y="133247"/>
                </a:cubicBezTo>
                <a:cubicBezTo>
                  <a:pt x="779890" y="131246"/>
                  <a:pt x="780341" y="127411"/>
                  <a:pt x="780341" y="121743"/>
                </a:cubicBezTo>
                <a:lnTo>
                  <a:pt x="780341" y="86432"/>
                </a:lnTo>
                <a:cubicBezTo>
                  <a:pt x="780341" y="76495"/>
                  <a:pt x="780041" y="70060"/>
                  <a:pt x="779439" y="67128"/>
                </a:cubicBezTo>
                <a:cubicBezTo>
                  <a:pt x="778971" y="64993"/>
                  <a:pt x="778236" y="63509"/>
                  <a:pt x="777234" y="62676"/>
                </a:cubicBezTo>
                <a:cubicBezTo>
                  <a:pt x="776231" y="61843"/>
                  <a:pt x="774861" y="61426"/>
                  <a:pt x="773123" y="61426"/>
                </a:cubicBezTo>
                <a:cubicBezTo>
                  <a:pt x="771252" y="61426"/>
                  <a:pt x="768980" y="61926"/>
                  <a:pt x="766306" y="62927"/>
                </a:cubicBezTo>
                <a:lnTo>
                  <a:pt x="764903" y="59324"/>
                </a:lnTo>
                <a:lnTo>
                  <a:pt x="792572" y="48121"/>
                </a:lnTo>
                <a:lnTo>
                  <a:pt x="796983" y="48121"/>
                </a:lnTo>
                <a:close/>
                <a:moveTo>
                  <a:pt x="849272" y="67569"/>
                </a:moveTo>
                <a:cubicBezTo>
                  <a:pt x="860032" y="54604"/>
                  <a:pt x="870291" y="48121"/>
                  <a:pt x="880049" y="48121"/>
                </a:cubicBezTo>
                <a:cubicBezTo>
                  <a:pt x="885061" y="48121"/>
                  <a:pt x="889372" y="49372"/>
                  <a:pt x="892981" y="51874"/>
                </a:cubicBezTo>
                <a:cubicBezTo>
                  <a:pt x="896590" y="54374"/>
                  <a:pt x="899464" y="58491"/>
                  <a:pt x="901603" y="64227"/>
                </a:cubicBezTo>
                <a:cubicBezTo>
                  <a:pt x="903073" y="68226"/>
                  <a:pt x="903808" y="74361"/>
                  <a:pt x="903808" y="82632"/>
                </a:cubicBezTo>
                <a:lnTo>
                  <a:pt x="903808" y="121743"/>
                </a:lnTo>
                <a:cubicBezTo>
                  <a:pt x="903808" y="127545"/>
                  <a:pt x="904276" y="131480"/>
                  <a:pt x="905212" y="133547"/>
                </a:cubicBezTo>
                <a:cubicBezTo>
                  <a:pt x="905947" y="135214"/>
                  <a:pt x="907133" y="136514"/>
                  <a:pt x="908771" y="137448"/>
                </a:cubicBezTo>
                <a:cubicBezTo>
                  <a:pt x="910408" y="138381"/>
                  <a:pt x="913433" y="138848"/>
                  <a:pt x="917844" y="138848"/>
                </a:cubicBezTo>
                <a:lnTo>
                  <a:pt x="917844" y="142557"/>
                </a:lnTo>
                <a:lnTo>
                  <a:pt x="872430" y="142557"/>
                </a:lnTo>
                <a:lnTo>
                  <a:pt x="872430" y="138848"/>
                </a:lnTo>
                <a:lnTo>
                  <a:pt x="874335" y="138848"/>
                </a:lnTo>
                <a:cubicBezTo>
                  <a:pt x="878612" y="138848"/>
                  <a:pt x="881603" y="138200"/>
                  <a:pt x="883307" y="136903"/>
                </a:cubicBezTo>
                <a:cubicBezTo>
                  <a:pt x="885011" y="135606"/>
                  <a:pt x="886198" y="133695"/>
                  <a:pt x="886866" y="131170"/>
                </a:cubicBezTo>
                <a:cubicBezTo>
                  <a:pt x="887133" y="130171"/>
                  <a:pt x="887267" y="127046"/>
                  <a:pt x="887267" y="121793"/>
                </a:cubicBezTo>
                <a:lnTo>
                  <a:pt x="887267" y="84390"/>
                </a:lnTo>
                <a:cubicBezTo>
                  <a:pt x="887267" y="76079"/>
                  <a:pt x="886181" y="70045"/>
                  <a:pt x="884009" y="66288"/>
                </a:cubicBezTo>
                <a:cubicBezTo>
                  <a:pt x="881837" y="62531"/>
                  <a:pt x="878178" y="60652"/>
                  <a:pt x="873031" y="60652"/>
                </a:cubicBezTo>
                <a:cubicBezTo>
                  <a:pt x="865078" y="60652"/>
                  <a:pt x="857158" y="64974"/>
                  <a:pt x="849272" y="73619"/>
                </a:cubicBezTo>
                <a:lnTo>
                  <a:pt x="849272" y="121793"/>
                </a:lnTo>
                <a:cubicBezTo>
                  <a:pt x="849272" y="127977"/>
                  <a:pt x="849639" y="131800"/>
                  <a:pt x="850374" y="133262"/>
                </a:cubicBezTo>
                <a:cubicBezTo>
                  <a:pt x="851310" y="135190"/>
                  <a:pt x="852597" y="136603"/>
                  <a:pt x="854234" y="137501"/>
                </a:cubicBezTo>
                <a:cubicBezTo>
                  <a:pt x="855872" y="138399"/>
                  <a:pt x="859197" y="138848"/>
                  <a:pt x="864209" y="138848"/>
                </a:cubicBezTo>
                <a:lnTo>
                  <a:pt x="864209" y="142557"/>
                </a:lnTo>
                <a:lnTo>
                  <a:pt x="818795" y="142557"/>
                </a:lnTo>
                <a:lnTo>
                  <a:pt x="818795" y="138848"/>
                </a:lnTo>
                <a:lnTo>
                  <a:pt x="820800" y="138848"/>
                </a:lnTo>
                <a:cubicBezTo>
                  <a:pt x="825479" y="138848"/>
                  <a:pt x="828637" y="137665"/>
                  <a:pt x="830274" y="135299"/>
                </a:cubicBezTo>
                <a:cubicBezTo>
                  <a:pt x="831912" y="132930"/>
                  <a:pt x="832730" y="128412"/>
                  <a:pt x="832730" y="121743"/>
                </a:cubicBezTo>
                <a:lnTo>
                  <a:pt x="832730" y="87732"/>
                </a:lnTo>
                <a:cubicBezTo>
                  <a:pt x="832730" y="76730"/>
                  <a:pt x="832480" y="70029"/>
                  <a:pt x="831978" y="67629"/>
                </a:cubicBezTo>
                <a:cubicBezTo>
                  <a:pt x="831477" y="65227"/>
                  <a:pt x="830708" y="63593"/>
                  <a:pt x="829673" y="62726"/>
                </a:cubicBezTo>
                <a:cubicBezTo>
                  <a:pt x="828637" y="61859"/>
                  <a:pt x="827250" y="61426"/>
                  <a:pt x="825512" y="61426"/>
                </a:cubicBezTo>
                <a:cubicBezTo>
                  <a:pt x="823641" y="61426"/>
                  <a:pt x="821402" y="61926"/>
                  <a:pt x="818795" y="62927"/>
                </a:cubicBezTo>
                <a:lnTo>
                  <a:pt x="817292" y="59324"/>
                </a:lnTo>
                <a:lnTo>
                  <a:pt x="844961" y="48121"/>
                </a:lnTo>
                <a:lnTo>
                  <a:pt x="849272" y="48121"/>
                </a:lnTo>
                <a:lnTo>
                  <a:pt x="849272" y="67569"/>
                </a:lnTo>
                <a:close/>
                <a:moveTo>
                  <a:pt x="940601" y="85414"/>
                </a:moveTo>
                <a:cubicBezTo>
                  <a:pt x="940534" y="99017"/>
                  <a:pt x="943842" y="109686"/>
                  <a:pt x="950526" y="117423"/>
                </a:cubicBezTo>
                <a:cubicBezTo>
                  <a:pt x="957209" y="125157"/>
                  <a:pt x="965062" y="129024"/>
                  <a:pt x="974085" y="129024"/>
                </a:cubicBezTo>
                <a:cubicBezTo>
                  <a:pt x="980100" y="129024"/>
                  <a:pt x="985330" y="127369"/>
                  <a:pt x="989774" y="124061"/>
                </a:cubicBezTo>
                <a:cubicBezTo>
                  <a:pt x="994218" y="120753"/>
                  <a:pt x="997944" y="115089"/>
                  <a:pt x="1000952" y="107068"/>
                </a:cubicBezTo>
                <a:lnTo>
                  <a:pt x="1004060" y="109073"/>
                </a:lnTo>
                <a:cubicBezTo>
                  <a:pt x="1002656" y="118230"/>
                  <a:pt x="998579" y="126567"/>
                  <a:pt x="991829" y="134086"/>
                </a:cubicBezTo>
                <a:cubicBezTo>
                  <a:pt x="985079" y="141605"/>
                  <a:pt x="976624" y="145364"/>
                  <a:pt x="966466" y="145364"/>
                </a:cubicBezTo>
                <a:cubicBezTo>
                  <a:pt x="955438" y="145364"/>
                  <a:pt x="945998" y="141080"/>
                  <a:pt x="938145" y="132510"/>
                </a:cubicBezTo>
                <a:cubicBezTo>
                  <a:pt x="930292" y="123939"/>
                  <a:pt x="926365" y="112416"/>
                  <a:pt x="926365" y="97942"/>
                </a:cubicBezTo>
                <a:cubicBezTo>
                  <a:pt x="926365" y="82270"/>
                  <a:pt x="930392" y="70049"/>
                  <a:pt x="938445" y="61279"/>
                </a:cubicBezTo>
                <a:cubicBezTo>
                  <a:pt x="946499" y="52507"/>
                  <a:pt x="956608" y="48121"/>
                  <a:pt x="968771" y="48121"/>
                </a:cubicBezTo>
                <a:cubicBezTo>
                  <a:pt x="979064" y="48121"/>
                  <a:pt x="987518" y="51504"/>
                  <a:pt x="994135" y="58271"/>
                </a:cubicBezTo>
                <a:cubicBezTo>
                  <a:pt x="1000752" y="65036"/>
                  <a:pt x="1004060" y="74084"/>
                  <a:pt x="1004060" y="85414"/>
                </a:cubicBezTo>
                <a:lnTo>
                  <a:pt x="940601" y="85414"/>
                </a:lnTo>
                <a:moveTo>
                  <a:pt x="940601" y="79600"/>
                </a:moveTo>
                <a:lnTo>
                  <a:pt x="983107" y="79600"/>
                </a:lnTo>
                <a:cubicBezTo>
                  <a:pt x="982773" y="73718"/>
                  <a:pt x="982071" y="69574"/>
                  <a:pt x="981002" y="67168"/>
                </a:cubicBezTo>
                <a:cubicBezTo>
                  <a:pt x="979331" y="63426"/>
                  <a:pt x="976842" y="60485"/>
                  <a:pt x="973533" y="58346"/>
                </a:cubicBezTo>
                <a:cubicBezTo>
                  <a:pt x="970225" y="56208"/>
                  <a:pt x="966766" y="55138"/>
                  <a:pt x="963157" y="55138"/>
                </a:cubicBezTo>
                <a:cubicBezTo>
                  <a:pt x="957610" y="55138"/>
                  <a:pt x="952648" y="57294"/>
                  <a:pt x="948270" y="61604"/>
                </a:cubicBezTo>
                <a:cubicBezTo>
                  <a:pt x="943892" y="65915"/>
                  <a:pt x="941336" y="71914"/>
                  <a:pt x="940601" y="79600"/>
                </a:cubicBezTo>
                <a:close/>
                <a:moveTo>
                  <a:pt x="1071425" y="32381"/>
                </a:moveTo>
                <a:cubicBezTo>
                  <a:pt x="1075302" y="23225"/>
                  <a:pt x="1080197" y="16174"/>
                  <a:pt x="1086112" y="11228"/>
                </a:cubicBezTo>
                <a:cubicBezTo>
                  <a:pt x="1092027" y="6282"/>
                  <a:pt x="1099395" y="3810"/>
                  <a:pt x="1108218" y="3810"/>
                </a:cubicBezTo>
                <a:cubicBezTo>
                  <a:pt x="1119111" y="3810"/>
                  <a:pt x="1127466" y="7347"/>
                  <a:pt x="1133280" y="14421"/>
                </a:cubicBezTo>
                <a:cubicBezTo>
                  <a:pt x="1137691" y="19694"/>
                  <a:pt x="1139897" y="25334"/>
                  <a:pt x="1139897" y="31341"/>
                </a:cubicBezTo>
                <a:cubicBezTo>
                  <a:pt x="1139897" y="41218"/>
                  <a:pt x="1133681" y="51429"/>
                  <a:pt x="1121250" y="61974"/>
                </a:cubicBezTo>
                <a:cubicBezTo>
                  <a:pt x="1129604" y="65253"/>
                  <a:pt x="1135920" y="69937"/>
                  <a:pt x="1140198" y="76025"/>
                </a:cubicBezTo>
                <a:cubicBezTo>
                  <a:pt x="1144475" y="82111"/>
                  <a:pt x="1146614" y="89269"/>
                  <a:pt x="1146614" y="97498"/>
                </a:cubicBezTo>
                <a:cubicBezTo>
                  <a:pt x="1146614" y="109273"/>
                  <a:pt x="1142871" y="119476"/>
                  <a:pt x="1135386" y="128106"/>
                </a:cubicBezTo>
                <a:cubicBezTo>
                  <a:pt x="1125628" y="139344"/>
                  <a:pt x="1111492" y="144963"/>
                  <a:pt x="1092979" y="144963"/>
                </a:cubicBezTo>
                <a:cubicBezTo>
                  <a:pt x="1083823" y="144963"/>
                  <a:pt x="1077591" y="143827"/>
                  <a:pt x="1074282" y="141555"/>
                </a:cubicBezTo>
                <a:cubicBezTo>
                  <a:pt x="1070974" y="139283"/>
                  <a:pt x="1069320" y="136843"/>
                  <a:pt x="1069320" y="134237"/>
                </a:cubicBezTo>
                <a:cubicBezTo>
                  <a:pt x="1069320" y="132298"/>
                  <a:pt x="1070105" y="130594"/>
                  <a:pt x="1071676" y="129124"/>
                </a:cubicBezTo>
                <a:cubicBezTo>
                  <a:pt x="1073246" y="127653"/>
                  <a:pt x="1075135" y="126918"/>
                  <a:pt x="1077340" y="126918"/>
                </a:cubicBezTo>
                <a:cubicBezTo>
                  <a:pt x="1079011" y="126918"/>
                  <a:pt x="1080715" y="127186"/>
                  <a:pt x="1082453" y="127720"/>
                </a:cubicBezTo>
                <a:cubicBezTo>
                  <a:pt x="1083589" y="128054"/>
                  <a:pt x="1086162" y="129274"/>
                  <a:pt x="1090172" y="131379"/>
                </a:cubicBezTo>
                <a:cubicBezTo>
                  <a:pt x="1094182" y="133485"/>
                  <a:pt x="1096956" y="134738"/>
                  <a:pt x="1098493" y="135139"/>
                </a:cubicBezTo>
                <a:cubicBezTo>
                  <a:pt x="1100966" y="135874"/>
                  <a:pt x="1103606" y="136242"/>
                  <a:pt x="1106413" y="136242"/>
                </a:cubicBezTo>
                <a:cubicBezTo>
                  <a:pt x="1113230" y="136242"/>
                  <a:pt x="1119162" y="133597"/>
                  <a:pt x="1124208" y="128309"/>
                </a:cubicBezTo>
                <a:cubicBezTo>
                  <a:pt x="1129254" y="123021"/>
                  <a:pt x="1131777" y="116762"/>
                  <a:pt x="1131777" y="109531"/>
                </a:cubicBezTo>
                <a:cubicBezTo>
                  <a:pt x="1131777" y="104243"/>
                  <a:pt x="1130607" y="99088"/>
                  <a:pt x="1128268" y="94067"/>
                </a:cubicBezTo>
                <a:cubicBezTo>
                  <a:pt x="1126530" y="90318"/>
                  <a:pt x="1124625" y="87473"/>
                  <a:pt x="1122553" y="85533"/>
                </a:cubicBezTo>
                <a:cubicBezTo>
                  <a:pt x="1119680" y="82854"/>
                  <a:pt x="1115736" y="80427"/>
                  <a:pt x="1110724" y="78252"/>
                </a:cubicBezTo>
                <a:cubicBezTo>
                  <a:pt x="1105711" y="76076"/>
                  <a:pt x="1100598" y="74988"/>
                  <a:pt x="1095385" y="74988"/>
                </a:cubicBezTo>
                <a:lnTo>
                  <a:pt x="1092177" y="74988"/>
                </a:lnTo>
                <a:lnTo>
                  <a:pt x="1092177" y="71980"/>
                </a:lnTo>
                <a:cubicBezTo>
                  <a:pt x="1097457" y="71312"/>
                  <a:pt x="1102754" y="69407"/>
                  <a:pt x="1108067" y="66266"/>
                </a:cubicBezTo>
                <a:cubicBezTo>
                  <a:pt x="1113380" y="63125"/>
                  <a:pt x="1117240" y="59349"/>
                  <a:pt x="1119646" y="54938"/>
                </a:cubicBezTo>
                <a:cubicBezTo>
                  <a:pt x="1122052" y="50527"/>
                  <a:pt x="1123255" y="45681"/>
                  <a:pt x="1123255" y="40401"/>
                </a:cubicBezTo>
                <a:cubicBezTo>
                  <a:pt x="1123255" y="33517"/>
                  <a:pt x="1121100" y="27953"/>
                  <a:pt x="1116789" y="23709"/>
                </a:cubicBezTo>
                <a:cubicBezTo>
                  <a:pt x="1112478" y="19465"/>
                  <a:pt x="1107115" y="17343"/>
                  <a:pt x="1100699" y="17343"/>
                </a:cubicBezTo>
                <a:cubicBezTo>
                  <a:pt x="1090339" y="17343"/>
                  <a:pt x="1081684" y="22891"/>
                  <a:pt x="1074734" y="33985"/>
                </a:cubicBezTo>
                <a:lnTo>
                  <a:pt x="1071425" y="32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922E9-503C-4D31-BCF7-6D6355C3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348" y="997961"/>
            <a:ext cx="662607" cy="466625"/>
          </a:xfrm>
          <a:custGeom xmlns:a="http://schemas.openxmlformats.org/drawingml/2006/main">
            <a:pathLst>
              <a:path w="662607" h="466625">
                <a:moveTo>
                  <a:pt x="0" y="466625"/>
                </a:moveTo>
                <a:lnTo>
                  <a:pt x="0" y="245722"/>
                </a:lnTo>
                <a:cubicBezTo>
                  <a:pt x="0" y="132974"/>
                  <a:pt x="91401" y="41574"/>
                  <a:pt x="204148" y="41574"/>
                </a:cubicBezTo>
                <a:lnTo>
                  <a:pt x="551664" y="41574"/>
                </a:lnTo>
                <a:lnTo>
                  <a:pt x="551664" y="0"/>
                </a:lnTo>
                <a:lnTo>
                  <a:pt x="662607" y="82639"/>
                </a:lnTo>
                <a:lnTo>
                  <a:pt x="551664" y="165279"/>
                </a:lnTo>
                <a:lnTo>
                  <a:pt x="551664" y="123705"/>
                </a:lnTo>
                <a:lnTo>
                  <a:pt x="204148" y="123705"/>
                </a:lnTo>
                <a:cubicBezTo>
                  <a:pt x="136760" y="123705"/>
                  <a:pt x="82131" y="178334"/>
                  <a:pt x="82131" y="245722"/>
                </a:cubicBezTo>
                <a:lnTo>
                  <a:pt x="82131" y="466625"/>
                </a:lnTo>
                <a:lnTo>
                  <a:pt x="0" y="46662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107C0-35DA-4213-92D9-F6761B6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01" y="1460853"/>
            <a:ext cx="662607" cy="607545"/>
          </a:xfrm>
          <a:custGeom xmlns:a="http://schemas.openxmlformats.org/drawingml/2006/main">
            <a:pathLst>
              <a:path w="662607" h="607545">
                <a:moveTo>
                  <a:pt x="662607" y="0"/>
                </a:moveTo>
                <a:lnTo>
                  <a:pt x="662607" y="328928"/>
                </a:lnTo>
                <a:cubicBezTo>
                  <a:pt x="662607" y="475726"/>
                  <a:pt x="543604" y="594729"/>
                  <a:pt x="396806" y="594729"/>
                </a:cubicBezTo>
                <a:lnTo>
                  <a:pt x="0" y="594729"/>
                </a:lnTo>
                <a:lnTo>
                  <a:pt x="0" y="607545"/>
                </a:lnTo>
                <a:lnTo>
                  <a:pt x="0" y="553559"/>
                </a:lnTo>
                <a:lnTo>
                  <a:pt x="0" y="499572"/>
                </a:lnTo>
                <a:lnTo>
                  <a:pt x="0" y="512388"/>
                </a:lnTo>
                <a:lnTo>
                  <a:pt x="396806" y="512388"/>
                </a:lnTo>
                <a:cubicBezTo>
                  <a:pt x="498128" y="512388"/>
                  <a:pt x="580267" y="430250"/>
                  <a:pt x="580267" y="328928"/>
                </a:cubicBezTo>
                <a:lnTo>
                  <a:pt x="580267" y="0"/>
                </a:lnTo>
                <a:lnTo>
                  <a:pt x="662607" y="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A2D8B-5BFB-4D8E-AD53-6D9DEC9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88" y="2658191"/>
            <a:ext cx="112954" cy="124144"/>
          </a:xfrm>
          <a:custGeom xmlns:a="http://schemas.openxmlformats.org/drawingml/2006/main">
            <a:pathLst>
              <a:path w="112954" h="124144">
                <a:moveTo>
                  <a:pt x="47562" y="116049"/>
                </a:moveTo>
                <a:cubicBezTo>
                  <a:pt x="47562" y="120519"/>
                  <a:pt x="51554" y="124144"/>
                  <a:pt x="56477" y="124144"/>
                </a:cubicBezTo>
                <a:cubicBezTo>
                  <a:pt x="61401" y="124144"/>
                  <a:pt x="65392" y="120519"/>
                  <a:pt x="65392" y="116049"/>
                </a:cubicBezTo>
                <a:lnTo>
                  <a:pt x="47562" y="116049"/>
                </a:lnTo>
                <a:close/>
                <a:moveTo>
                  <a:pt x="95109" y="37798"/>
                </a:moveTo>
                <a:lnTo>
                  <a:pt x="112939" y="37798"/>
                </a:lnTo>
                <a:cubicBezTo>
                  <a:pt x="112939" y="42268"/>
                  <a:pt x="108947" y="45893"/>
                  <a:pt x="104024" y="45893"/>
                </a:cubicBezTo>
                <a:cubicBezTo>
                  <a:pt x="99100" y="45893"/>
                  <a:pt x="95109" y="42268"/>
                  <a:pt x="95109" y="37798"/>
                </a:cubicBezTo>
                <a:close/>
                <a:moveTo>
                  <a:pt x="15" y="37798"/>
                </a:moveTo>
                <a:lnTo>
                  <a:pt x="17846" y="37798"/>
                </a:lnTo>
                <a:cubicBezTo>
                  <a:pt x="17846" y="42268"/>
                  <a:pt x="13854" y="45893"/>
                  <a:pt x="8930" y="45893"/>
                </a:cubicBezTo>
                <a:cubicBezTo>
                  <a:pt x="4007" y="45893"/>
                  <a:pt x="15" y="42268"/>
                  <a:pt x="15" y="37798"/>
                </a:cubicBezTo>
                <a:close/>
                <a:moveTo>
                  <a:pt x="100542" y="11629"/>
                </a:moveTo>
                <a:lnTo>
                  <a:pt x="107169" y="6213"/>
                </a:lnTo>
                <a:lnTo>
                  <a:pt x="100542" y="11629"/>
                </a:lnTo>
                <a:close/>
                <a:moveTo>
                  <a:pt x="26761" y="107954"/>
                </a:moveTo>
                <a:cubicBezTo>
                  <a:pt x="21837" y="107954"/>
                  <a:pt x="17846" y="111578"/>
                  <a:pt x="17846" y="116049"/>
                </a:cubicBezTo>
                <a:cubicBezTo>
                  <a:pt x="17846" y="120519"/>
                  <a:pt x="21837" y="124144"/>
                  <a:pt x="26761" y="124144"/>
                </a:cubicBezTo>
                <a:lnTo>
                  <a:pt x="26761" y="107954"/>
                </a:lnTo>
                <a:close/>
                <a:moveTo>
                  <a:pt x="92137" y="124144"/>
                </a:moveTo>
                <a:lnTo>
                  <a:pt x="92137" y="107954"/>
                </a:lnTo>
                <a:cubicBezTo>
                  <a:pt x="97061" y="107954"/>
                  <a:pt x="101052" y="111578"/>
                  <a:pt x="101052" y="116049"/>
                </a:cubicBezTo>
                <a:cubicBezTo>
                  <a:pt x="101052" y="120519"/>
                  <a:pt x="97061" y="124144"/>
                  <a:pt x="92137" y="124144"/>
                </a:cubicBezTo>
                <a:close/>
                <a:moveTo>
                  <a:pt x="32704" y="16211"/>
                </a:moveTo>
                <a:lnTo>
                  <a:pt x="32704" y="21"/>
                </a:lnTo>
                <a:lnTo>
                  <a:pt x="56477" y="21"/>
                </a:lnTo>
                <a:lnTo>
                  <a:pt x="56477" y="16211"/>
                </a:lnTo>
                <a:lnTo>
                  <a:pt x="32704" y="16211"/>
                </a:lnTo>
                <a:close/>
                <a:moveTo>
                  <a:pt x="56477" y="16211"/>
                </a:moveTo>
                <a:lnTo>
                  <a:pt x="80250" y="16211"/>
                </a:lnTo>
                <a:lnTo>
                  <a:pt x="80250" y="21"/>
                </a:lnTo>
                <a:lnTo>
                  <a:pt x="56477" y="21"/>
                </a:lnTo>
                <a:lnTo>
                  <a:pt x="56477" y="16211"/>
                </a:lnTo>
                <a:close/>
                <a:moveTo>
                  <a:pt x="65392" y="116049"/>
                </a:moveTo>
                <a:lnTo>
                  <a:pt x="65392" y="8116"/>
                </a:lnTo>
                <a:lnTo>
                  <a:pt x="47562" y="8116"/>
                </a:lnTo>
                <a:lnTo>
                  <a:pt x="47562" y="116049"/>
                </a:lnTo>
                <a:lnTo>
                  <a:pt x="65392" y="116049"/>
                </a:lnTo>
                <a:close/>
                <a:moveTo>
                  <a:pt x="95109" y="32101"/>
                </a:moveTo>
                <a:lnTo>
                  <a:pt x="112939" y="32101"/>
                </a:lnTo>
                <a:lnTo>
                  <a:pt x="112939" y="37798"/>
                </a:lnTo>
                <a:lnTo>
                  <a:pt x="95109" y="37798"/>
                </a:lnTo>
                <a:lnTo>
                  <a:pt x="95109" y="32101"/>
                </a:lnTo>
                <a:close/>
                <a:moveTo>
                  <a:pt x="15" y="32101"/>
                </a:moveTo>
                <a:lnTo>
                  <a:pt x="17846" y="32101"/>
                </a:lnTo>
                <a:lnTo>
                  <a:pt x="17846" y="37798"/>
                </a:lnTo>
                <a:lnTo>
                  <a:pt x="15" y="37798"/>
                </a:lnTo>
                <a:lnTo>
                  <a:pt x="15" y="32101"/>
                </a:lnTo>
                <a:close/>
                <a:moveTo>
                  <a:pt x="80250" y="16211"/>
                </a:moveTo>
                <a:lnTo>
                  <a:pt x="80250" y="21"/>
                </a:lnTo>
                <a:cubicBezTo>
                  <a:pt x="85574" y="21"/>
                  <a:pt x="90563" y="0"/>
                  <a:pt x="94611" y="549"/>
                </a:cubicBezTo>
                <a:cubicBezTo>
                  <a:pt x="99019" y="1147"/>
                  <a:pt x="103548" y="2561"/>
                  <a:pt x="107169" y="6213"/>
                </a:cubicBezTo>
                <a:lnTo>
                  <a:pt x="93915" y="17044"/>
                </a:lnTo>
                <a:cubicBezTo>
                  <a:pt x="93893" y="17021"/>
                  <a:pt x="93896" y="17011"/>
                  <a:pt x="93773" y="16960"/>
                </a:cubicBezTo>
                <a:cubicBezTo>
                  <a:pt x="93576" y="16878"/>
                  <a:pt x="93068" y="16710"/>
                  <a:pt x="91977" y="16561"/>
                </a:cubicBezTo>
                <a:cubicBezTo>
                  <a:pt x="89551" y="16232"/>
                  <a:pt x="86133" y="16211"/>
                  <a:pt x="80250" y="16211"/>
                </a:cubicBezTo>
                <a:close/>
                <a:moveTo>
                  <a:pt x="112939" y="32101"/>
                </a:moveTo>
                <a:lnTo>
                  <a:pt x="95109" y="32101"/>
                </a:lnTo>
                <a:cubicBezTo>
                  <a:pt x="95109" y="26241"/>
                  <a:pt x="95093" y="22580"/>
                  <a:pt x="94738" y="19915"/>
                </a:cubicBezTo>
                <a:cubicBezTo>
                  <a:pt x="94571" y="18664"/>
                  <a:pt x="94364" y="17943"/>
                  <a:pt x="94195" y="17530"/>
                </a:cubicBezTo>
                <a:cubicBezTo>
                  <a:pt x="94050" y="17176"/>
                  <a:pt x="93947" y="17076"/>
                  <a:pt x="93915" y="17044"/>
                </a:cubicBezTo>
                <a:lnTo>
                  <a:pt x="107169" y="6213"/>
                </a:lnTo>
                <a:cubicBezTo>
                  <a:pt x="110668" y="9744"/>
                  <a:pt x="111903" y="13951"/>
                  <a:pt x="112439" y="17970"/>
                </a:cubicBezTo>
                <a:cubicBezTo>
                  <a:pt x="112954" y="21835"/>
                  <a:pt x="112939" y="26654"/>
                  <a:pt x="112939" y="32101"/>
                </a:cubicBezTo>
                <a:close/>
                <a:moveTo>
                  <a:pt x="32704" y="21"/>
                </a:moveTo>
                <a:cubicBezTo>
                  <a:pt x="27380" y="21"/>
                  <a:pt x="22391" y="0"/>
                  <a:pt x="18344" y="549"/>
                </a:cubicBezTo>
                <a:cubicBezTo>
                  <a:pt x="13935" y="1147"/>
                  <a:pt x="9406" y="2561"/>
                  <a:pt x="5786" y="6213"/>
                </a:cubicBezTo>
                <a:lnTo>
                  <a:pt x="19039" y="17044"/>
                </a:lnTo>
                <a:cubicBezTo>
                  <a:pt x="19061" y="17021"/>
                  <a:pt x="19058" y="17011"/>
                  <a:pt x="19182" y="16960"/>
                </a:cubicBezTo>
                <a:cubicBezTo>
                  <a:pt x="19380" y="16878"/>
                  <a:pt x="19886" y="16710"/>
                  <a:pt x="20978" y="16561"/>
                </a:cubicBezTo>
                <a:cubicBezTo>
                  <a:pt x="23405" y="16232"/>
                  <a:pt x="26821" y="16211"/>
                  <a:pt x="32704" y="16211"/>
                </a:cubicBezTo>
                <a:lnTo>
                  <a:pt x="32704" y="21"/>
                </a:lnTo>
                <a:close/>
                <a:moveTo>
                  <a:pt x="17846" y="32101"/>
                </a:moveTo>
                <a:lnTo>
                  <a:pt x="15" y="32101"/>
                </a:lnTo>
                <a:cubicBezTo>
                  <a:pt x="15" y="26654"/>
                  <a:pt x="0" y="21835"/>
                  <a:pt x="515" y="17970"/>
                </a:cubicBezTo>
                <a:cubicBezTo>
                  <a:pt x="1051" y="13951"/>
                  <a:pt x="2286" y="9744"/>
                  <a:pt x="5786" y="6213"/>
                </a:cubicBezTo>
                <a:lnTo>
                  <a:pt x="19039" y="17044"/>
                </a:lnTo>
                <a:cubicBezTo>
                  <a:pt x="19007" y="17076"/>
                  <a:pt x="18904" y="17176"/>
                  <a:pt x="18760" y="17530"/>
                </a:cubicBezTo>
                <a:cubicBezTo>
                  <a:pt x="18591" y="17943"/>
                  <a:pt x="18383" y="18664"/>
                  <a:pt x="18216" y="19915"/>
                </a:cubicBezTo>
                <a:cubicBezTo>
                  <a:pt x="17861" y="22580"/>
                  <a:pt x="17846" y="26241"/>
                  <a:pt x="17846" y="32101"/>
                </a:cubicBezTo>
                <a:close/>
                <a:moveTo>
                  <a:pt x="26761" y="124144"/>
                </a:moveTo>
                <a:lnTo>
                  <a:pt x="26761" y="107954"/>
                </a:lnTo>
                <a:lnTo>
                  <a:pt x="92137" y="107954"/>
                </a:lnTo>
                <a:lnTo>
                  <a:pt x="92137" y="124144"/>
                </a:lnTo>
                <a:lnTo>
                  <a:pt x="26761" y="124144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33613-862F-4B8A-AE5A-F11D162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10" y="2612949"/>
            <a:ext cx="238912" cy="215581"/>
          </a:xfrm>
          <a:custGeom xmlns:a="http://schemas.openxmlformats.org/drawingml/2006/main">
            <a:pathLst>
              <a:path w="238912" h="215581" fill="none">
                <a:moveTo>
                  <a:pt x="238912" y="107790"/>
                </a:moveTo>
                <a:cubicBezTo>
                  <a:pt x="238912" y="158603"/>
                  <a:pt x="238912" y="184010"/>
                  <a:pt x="221418" y="199795"/>
                </a:cubicBezTo>
                <a:cubicBezTo>
                  <a:pt x="203925" y="215581"/>
                  <a:pt x="175768" y="215581"/>
                  <a:pt x="119456" y="215581"/>
                </a:cubicBezTo>
                <a:cubicBezTo>
                  <a:pt x="63144" y="215581"/>
                  <a:pt x="34988" y="215581"/>
                  <a:pt x="17494" y="199795"/>
                </a:cubicBezTo>
                <a:cubicBezTo>
                  <a:pt x="0" y="184010"/>
                  <a:pt x="0" y="158603"/>
                  <a:pt x="0" y="107790"/>
                </a:cubicBezTo>
                <a:cubicBezTo>
                  <a:pt x="0" y="56978"/>
                  <a:pt x="0" y="31571"/>
                  <a:pt x="17494" y="15786"/>
                </a:cubicBezTo>
                <a:cubicBezTo>
                  <a:pt x="34988" y="0"/>
                  <a:pt x="63144" y="0"/>
                  <a:pt x="119456" y="0"/>
                </a:cubicBezTo>
                <a:cubicBezTo>
                  <a:pt x="175768" y="0"/>
                  <a:pt x="203925" y="0"/>
                  <a:pt x="221418" y="15786"/>
                </a:cubicBezTo>
                <a:cubicBezTo>
                  <a:pt x="233051" y="26281"/>
                  <a:pt x="236948" y="41031"/>
                  <a:pt x="238254" y="646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44" cap="rnd">
            <a:solidFill>
              <a:srgbClr val="C00000"/>
            </a:solidFill>
            <a:miter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680af5f144db3"/>
          <a:stretch xmlns:a="http://schemas.openxmlformats.org/drawingml/2006/main"/>
        </p:blipFill>
        <p:spPr>
          <a:xfrm xmlns:a="http://schemas.openxmlformats.org/drawingml/2006/main">
            <a:off x="2279077" y="2580363"/>
            <a:ext cx="165185" cy="165185"/>
          </a:xfrm>
          <a:prstGeom xmlns:a="http://schemas.openxmlformats.org/drawingml/2006/main" prst="rect">
            <a:avLst/>
          </a:prstGeom>
        </p:spPr>
      </p:pic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8E1AF-AFF5-4DB7-97D8-F17F839F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294" y="3745447"/>
            <a:ext cx="473161" cy="179183"/>
          </a:xfrm>
          <a:custGeom xmlns:a="http://schemas.openxmlformats.org/drawingml/2006/main">
            <a:pathLst>
              <a:path w="473161" h="179183">
                <a:moveTo>
                  <a:pt x="383567" y="179183"/>
                </a:moveTo>
                <a:lnTo>
                  <a:pt x="383567" y="134388"/>
                </a:lnTo>
                <a:lnTo>
                  <a:pt x="0" y="134388"/>
                </a:lnTo>
                <a:lnTo>
                  <a:pt x="0" y="44795"/>
                </a:lnTo>
                <a:lnTo>
                  <a:pt x="383567" y="44795"/>
                </a:lnTo>
                <a:lnTo>
                  <a:pt x="383567" y="0"/>
                </a:lnTo>
                <a:lnTo>
                  <a:pt x="473161" y="89591"/>
                </a:lnTo>
                <a:lnTo>
                  <a:pt x="383567" y="17918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30202-343B-441C-8DAA-ADCC27EA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294" y="2334375"/>
            <a:ext cx="473161" cy="180117"/>
          </a:xfrm>
          <a:custGeom xmlns:a="http://schemas.openxmlformats.org/drawingml/2006/main">
            <a:pathLst>
              <a:path w="473161" h="180117">
                <a:moveTo>
                  <a:pt x="383100" y="180117"/>
                </a:moveTo>
                <a:lnTo>
                  <a:pt x="383100" y="135088"/>
                </a:lnTo>
                <a:lnTo>
                  <a:pt x="0" y="135088"/>
                </a:lnTo>
                <a:lnTo>
                  <a:pt x="0" y="45029"/>
                </a:lnTo>
                <a:lnTo>
                  <a:pt x="383100" y="45029"/>
                </a:lnTo>
                <a:lnTo>
                  <a:pt x="383100" y="0"/>
                </a:lnTo>
                <a:lnTo>
                  <a:pt x="473161" y="90058"/>
                </a:lnTo>
                <a:lnTo>
                  <a:pt x="383100" y="180117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555EB-2FD3-4949-B82F-17EFAE42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294" y="836510"/>
            <a:ext cx="473161" cy="179183"/>
          </a:xfrm>
          <a:custGeom xmlns:a="http://schemas.openxmlformats.org/drawingml/2006/main">
            <a:pathLst>
              <a:path w="473161" h="179183">
                <a:moveTo>
                  <a:pt x="383567" y="179183"/>
                </a:moveTo>
                <a:lnTo>
                  <a:pt x="383567" y="134387"/>
                </a:lnTo>
                <a:lnTo>
                  <a:pt x="0" y="134387"/>
                </a:lnTo>
                <a:lnTo>
                  <a:pt x="0" y="44797"/>
                </a:lnTo>
                <a:lnTo>
                  <a:pt x="383567" y="44797"/>
                </a:lnTo>
                <a:lnTo>
                  <a:pt x="383567" y="0"/>
                </a:lnTo>
                <a:lnTo>
                  <a:pt x="473161" y="89590"/>
                </a:lnTo>
                <a:lnTo>
                  <a:pt x="383567" y="17918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8CC9F-3567-44A7-93B4-05442BD1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92" y="2333908"/>
            <a:ext cx="369567" cy="167051"/>
          </a:xfrm>
          <a:custGeom xmlns:a="http://schemas.openxmlformats.org/drawingml/2006/main">
            <a:pathLst>
              <a:path w="369567" h="167051">
                <a:moveTo>
                  <a:pt x="286041" y="167051"/>
                </a:moveTo>
                <a:lnTo>
                  <a:pt x="286041" y="125288"/>
                </a:lnTo>
                <a:lnTo>
                  <a:pt x="0" y="125288"/>
                </a:lnTo>
                <a:lnTo>
                  <a:pt x="0" y="41762"/>
                </a:lnTo>
                <a:lnTo>
                  <a:pt x="286041" y="41762"/>
                </a:lnTo>
                <a:lnTo>
                  <a:pt x="286041" y="0"/>
                </a:lnTo>
                <a:lnTo>
                  <a:pt x="369567" y="83525"/>
                </a:lnTo>
                <a:lnTo>
                  <a:pt x="286041" y="16705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B2BEE-8421-4367-92CE-FD9FECF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92" y="2333908"/>
            <a:ext cx="369567" cy="167051"/>
          </a:xfrm>
          <a:custGeom xmlns:a="http://schemas.openxmlformats.org/drawingml/2006/main">
            <a:pathLst>
              <a:path w="369567" h="167051" fill="none">
                <a:moveTo>
                  <a:pt x="286041" y="167051"/>
                </a:moveTo>
                <a:lnTo>
                  <a:pt x="286041" y="125288"/>
                </a:lnTo>
                <a:lnTo>
                  <a:pt x="0" y="125288"/>
                </a:lnTo>
                <a:lnTo>
                  <a:pt x="0" y="41763"/>
                </a:lnTo>
                <a:lnTo>
                  <a:pt x="286041" y="41763"/>
                </a:lnTo>
                <a:lnTo>
                  <a:pt x="286041" y="0"/>
                </a:lnTo>
                <a:lnTo>
                  <a:pt x="369567" y="83526"/>
                </a:lnTo>
                <a:lnTo>
                  <a:pt x="286041" y="1670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277" cap="flat">
            <a:solidFill>
              <a:srgbClr val="000000"/>
            </a:solidFill>
            <a:miter/>
          </a:ln>
        </p:spPr>
      </p:sp>
      <p:sp>
        <p:nvSpPr>
          <p:cNvPr id="105" name="Text Multi-modalencoders">
            <a:extLst xmlns:a="http://schemas.openxmlformats.org/drawingml/2006/main">
              <a:ext uri="{FF2B5EF4-FFF2-40B4-BE49-F238E27FC236}">
                <a16:creationId xmlns:a16="http://schemas.microsoft.com/office/drawing/2014/main" id="{D17B345D-0D23-4380-AFB8-7CFC5451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77" y="1488691"/>
            <a:ext cx="1808023" cy="145364"/>
          </a:xfrm>
          <a:custGeom xmlns:a="http://schemas.openxmlformats.org/drawingml/2006/main">
            <a:pathLst>
              <a:path w="1808023" h="145364">
                <a:moveTo>
                  <a:pt x="80602" y="142557"/>
                </a:moveTo>
                <a:lnTo>
                  <a:pt x="28070" y="28171"/>
                </a:lnTo>
                <a:lnTo>
                  <a:pt x="28070" y="118998"/>
                </a:lnTo>
                <a:cubicBezTo>
                  <a:pt x="28070" y="127353"/>
                  <a:pt x="28973" y="132566"/>
                  <a:pt x="30777" y="134638"/>
                </a:cubicBezTo>
                <a:cubicBezTo>
                  <a:pt x="33250" y="137445"/>
                  <a:pt x="37160" y="138848"/>
                  <a:pt x="42507" y="138848"/>
                </a:cubicBezTo>
                <a:lnTo>
                  <a:pt x="47319" y="138848"/>
                </a:lnTo>
                <a:lnTo>
                  <a:pt x="47319" y="142557"/>
                </a:lnTo>
                <a:lnTo>
                  <a:pt x="0" y="142557"/>
                </a:lnTo>
                <a:lnTo>
                  <a:pt x="0" y="138848"/>
                </a:lnTo>
                <a:lnTo>
                  <a:pt x="4812" y="138848"/>
                </a:lnTo>
                <a:cubicBezTo>
                  <a:pt x="10560" y="138848"/>
                  <a:pt x="14637" y="137110"/>
                  <a:pt x="17043" y="133635"/>
                </a:cubicBezTo>
                <a:cubicBezTo>
                  <a:pt x="18513" y="131496"/>
                  <a:pt x="19248" y="126617"/>
                  <a:pt x="19248" y="118998"/>
                </a:cubicBezTo>
                <a:lnTo>
                  <a:pt x="19248" y="30176"/>
                </a:lnTo>
                <a:cubicBezTo>
                  <a:pt x="19248" y="24161"/>
                  <a:pt x="18580" y="19816"/>
                  <a:pt x="17243" y="17143"/>
                </a:cubicBezTo>
                <a:cubicBezTo>
                  <a:pt x="16308" y="15205"/>
                  <a:pt x="14587" y="13584"/>
                  <a:pt x="12080" y="12281"/>
                </a:cubicBezTo>
                <a:cubicBezTo>
                  <a:pt x="9574" y="10978"/>
                  <a:pt x="5547" y="10326"/>
                  <a:pt x="0" y="10326"/>
                </a:cubicBezTo>
                <a:lnTo>
                  <a:pt x="0" y="6617"/>
                </a:lnTo>
                <a:lnTo>
                  <a:pt x="38497" y="6617"/>
                </a:lnTo>
                <a:lnTo>
                  <a:pt x="87820" y="112983"/>
                </a:lnTo>
                <a:lnTo>
                  <a:pt x="136342" y="6617"/>
                </a:lnTo>
                <a:lnTo>
                  <a:pt x="174838" y="6617"/>
                </a:lnTo>
                <a:lnTo>
                  <a:pt x="174838" y="10326"/>
                </a:lnTo>
                <a:lnTo>
                  <a:pt x="170127" y="10326"/>
                </a:lnTo>
                <a:cubicBezTo>
                  <a:pt x="164312" y="10326"/>
                  <a:pt x="160202" y="12064"/>
                  <a:pt x="157796" y="15539"/>
                </a:cubicBezTo>
                <a:cubicBezTo>
                  <a:pt x="156325" y="17678"/>
                  <a:pt x="155590" y="22557"/>
                  <a:pt x="155590" y="30176"/>
                </a:cubicBezTo>
                <a:lnTo>
                  <a:pt x="155590" y="118998"/>
                </a:lnTo>
                <a:cubicBezTo>
                  <a:pt x="155590" y="127353"/>
                  <a:pt x="156526" y="132566"/>
                  <a:pt x="158397" y="134638"/>
                </a:cubicBezTo>
                <a:cubicBezTo>
                  <a:pt x="160870" y="137445"/>
                  <a:pt x="164780" y="138848"/>
                  <a:pt x="170127" y="138848"/>
                </a:cubicBezTo>
                <a:lnTo>
                  <a:pt x="174838" y="138848"/>
                </a:lnTo>
                <a:lnTo>
                  <a:pt x="174838" y="142557"/>
                </a:lnTo>
                <a:lnTo>
                  <a:pt x="117094" y="142557"/>
                </a:lnTo>
                <a:lnTo>
                  <a:pt x="117094" y="138848"/>
                </a:lnTo>
                <a:lnTo>
                  <a:pt x="121906" y="138848"/>
                </a:lnTo>
                <a:cubicBezTo>
                  <a:pt x="127720" y="138848"/>
                  <a:pt x="131797" y="137110"/>
                  <a:pt x="134136" y="133635"/>
                </a:cubicBezTo>
                <a:cubicBezTo>
                  <a:pt x="135607" y="131496"/>
                  <a:pt x="136342" y="126617"/>
                  <a:pt x="136342" y="118998"/>
                </a:cubicBezTo>
                <a:lnTo>
                  <a:pt x="136342" y="28171"/>
                </a:lnTo>
                <a:lnTo>
                  <a:pt x="83910" y="142557"/>
                </a:lnTo>
                <a:lnTo>
                  <a:pt x="80602" y="142557"/>
                </a:lnTo>
                <a:close/>
                <a:moveTo>
                  <a:pt x="265829" y="50727"/>
                </a:moveTo>
                <a:lnTo>
                  <a:pt x="265829" y="106367"/>
                </a:lnTo>
                <a:cubicBezTo>
                  <a:pt x="265829" y="116993"/>
                  <a:pt x="266079" y="123493"/>
                  <a:pt x="266581" y="125866"/>
                </a:cubicBezTo>
                <a:cubicBezTo>
                  <a:pt x="267082" y="128238"/>
                  <a:pt x="267884" y="129892"/>
                  <a:pt x="268987" y="130828"/>
                </a:cubicBezTo>
                <a:cubicBezTo>
                  <a:pt x="270090" y="131764"/>
                  <a:pt x="271376" y="132232"/>
                  <a:pt x="272846" y="132232"/>
                </a:cubicBezTo>
                <a:cubicBezTo>
                  <a:pt x="274918" y="132232"/>
                  <a:pt x="277257" y="131663"/>
                  <a:pt x="279864" y="130527"/>
                </a:cubicBezTo>
                <a:lnTo>
                  <a:pt x="281268" y="134036"/>
                </a:lnTo>
                <a:lnTo>
                  <a:pt x="253799" y="145364"/>
                </a:lnTo>
                <a:lnTo>
                  <a:pt x="249287" y="145364"/>
                </a:lnTo>
                <a:lnTo>
                  <a:pt x="249287" y="125916"/>
                </a:lnTo>
                <a:cubicBezTo>
                  <a:pt x="241401" y="134471"/>
                  <a:pt x="235386" y="139851"/>
                  <a:pt x="231242" y="142056"/>
                </a:cubicBezTo>
                <a:cubicBezTo>
                  <a:pt x="227098" y="144262"/>
                  <a:pt x="222721" y="145364"/>
                  <a:pt x="218109" y="145364"/>
                </a:cubicBezTo>
                <a:cubicBezTo>
                  <a:pt x="212963" y="145364"/>
                  <a:pt x="208502" y="143877"/>
                  <a:pt x="204726" y="140903"/>
                </a:cubicBezTo>
                <a:cubicBezTo>
                  <a:pt x="200949" y="137929"/>
                  <a:pt x="198326" y="134103"/>
                  <a:pt x="196856" y="129425"/>
                </a:cubicBezTo>
                <a:cubicBezTo>
                  <a:pt x="195386" y="124746"/>
                  <a:pt x="194650" y="118130"/>
                  <a:pt x="194650" y="109575"/>
                </a:cubicBezTo>
                <a:lnTo>
                  <a:pt x="194650" y="68572"/>
                </a:lnTo>
                <a:cubicBezTo>
                  <a:pt x="194650" y="64228"/>
                  <a:pt x="194183" y="61220"/>
                  <a:pt x="193247" y="59549"/>
                </a:cubicBezTo>
                <a:cubicBezTo>
                  <a:pt x="192311" y="57878"/>
                  <a:pt x="190924" y="56592"/>
                  <a:pt x="189086" y="55690"/>
                </a:cubicBezTo>
                <a:cubicBezTo>
                  <a:pt x="187248" y="54787"/>
                  <a:pt x="183923" y="54370"/>
                  <a:pt x="179111" y="54436"/>
                </a:cubicBezTo>
                <a:lnTo>
                  <a:pt x="179111" y="50727"/>
                </a:lnTo>
                <a:lnTo>
                  <a:pt x="211292" y="50727"/>
                </a:lnTo>
                <a:lnTo>
                  <a:pt x="211292" y="112031"/>
                </a:lnTo>
                <a:cubicBezTo>
                  <a:pt x="211292" y="120565"/>
                  <a:pt x="212779" y="126165"/>
                  <a:pt x="215753" y="128832"/>
                </a:cubicBezTo>
                <a:cubicBezTo>
                  <a:pt x="218727" y="131500"/>
                  <a:pt x="222320" y="132833"/>
                  <a:pt x="226530" y="132833"/>
                </a:cubicBezTo>
                <a:cubicBezTo>
                  <a:pt x="229404" y="132833"/>
                  <a:pt x="232662" y="131933"/>
                  <a:pt x="236305" y="130133"/>
                </a:cubicBezTo>
                <a:cubicBezTo>
                  <a:pt x="239947" y="128332"/>
                  <a:pt x="244275" y="124900"/>
                  <a:pt x="249287" y="119835"/>
                </a:cubicBezTo>
                <a:lnTo>
                  <a:pt x="249287" y="67936"/>
                </a:lnTo>
                <a:cubicBezTo>
                  <a:pt x="249287" y="62735"/>
                  <a:pt x="248335" y="59219"/>
                  <a:pt x="246430" y="57388"/>
                </a:cubicBezTo>
                <a:cubicBezTo>
                  <a:pt x="244525" y="55554"/>
                  <a:pt x="240565" y="54570"/>
                  <a:pt x="234550" y="54436"/>
                </a:cubicBezTo>
                <a:lnTo>
                  <a:pt x="234550" y="50727"/>
                </a:lnTo>
                <a:lnTo>
                  <a:pt x="265829" y="50727"/>
                </a:lnTo>
                <a:close/>
                <a:moveTo>
                  <a:pt x="319564" y="0"/>
                </a:moveTo>
                <a:lnTo>
                  <a:pt x="319564" y="121718"/>
                </a:lnTo>
                <a:cubicBezTo>
                  <a:pt x="319564" y="127461"/>
                  <a:pt x="319981" y="131269"/>
                  <a:pt x="320817" y="133140"/>
                </a:cubicBezTo>
                <a:cubicBezTo>
                  <a:pt x="321652" y="135009"/>
                  <a:pt x="322939" y="136429"/>
                  <a:pt x="324676" y="137398"/>
                </a:cubicBezTo>
                <a:cubicBezTo>
                  <a:pt x="326414" y="138365"/>
                  <a:pt x="329656" y="138848"/>
                  <a:pt x="334401" y="138848"/>
                </a:cubicBezTo>
                <a:lnTo>
                  <a:pt x="334401" y="142557"/>
                </a:lnTo>
                <a:lnTo>
                  <a:pt x="289388" y="142557"/>
                </a:lnTo>
                <a:lnTo>
                  <a:pt x="289388" y="138848"/>
                </a:lnTo>
                <a:cubicBezTo>
                  <a:pt x="293598" y="138848"/>
                  <a:pt x="296472" y="138415"/>
                  <a:pt x="298010" y="137548"/>
                </a:cubicBezTo>
                <a:cubicBezTo>
                  <a:pt x="299547" y="136679"/>
                  <a:pt x="300750" y="135243"/>
                  <a:pt x="301619" y="133240"/>
                </a:cubicBezTo>
                <a:cubicBezTo>
                  <a:pt x="302487" y="131235"/>
                  <a:pt x="302922" y="127394"/>
                  <a:pt x="302922" y="121718"/>
                </a:cubicBezTo>
                <a:lnTo>
                  <a:pt x="302922" y="38368"/>
                </a:lnTo>
                <a:cubicBezTo>
                  <a:pt x="302922" y="28017"/>
                  <a:pt x="302688" y="21656"/>
                  <a:pt x="302220" y="19286"/>
                </a:cubicBezTo>
                <a:cubicBezTo>
                  <a:pt x="301752" y="16913"/>
                  <a:pt x="301000" y="15294"/>
                  <a:pt x="299964" y="14427"/>
                </a:cubicBezTo>
                <a:cubicBezTo>
                  <a:pt x="298928" y="13558"/>
                  <a:pt x="297609" y="13124"/>
                  <a:pt x="296004" y="13124"/>
                </a:cubicBezTo>
                <a:cubicBezTo>
                  <a:pt x="294267" y="13124"/>
                  <a:pt x="292061" y="13658"/>
                  <a:pt x="289388" y="14728"/>
                </a:cubicBezTo>
                <a:lnTo>
                  <a:pt x="287684" y="11219"/>
                </a:lnTo>
                <a:lnTo>
                  <a:pt x="315052" y="0"/>
                </a:lnTo>
                <a:lnTo>
                  <a:pt x="319564" y="0"/>
                </a:lnTo>
                <a:close/>
                <a:moveTo>
                  <a:pt x="371852" y="20451"/>
                </a:moveTo>
                <a:lnTo>
                  <a:pt x="371852" y="50727"/>
                </a:lnTo>
                <a:lnTo>
                  <a:pt x="393306" y="50727"/>
                </a:lnTo>
                <a:lnTo>
                  <a:pt x="393306" y="57745"/>
                </a:lnTo>
                <a:lnTo>
                  <a:pt x="371852" y="57745"/>
                </a:lnTo>
                <a:lnTo>
                  <a:pt x="371852" y="117213"/>
                </a:lnTo>
                <a:cubicBezTo>
                  <a:pt x="371852" y="123155"/>
                  <a:pt x="372704" y="127161"/>
                  <a:pt x="374409" y="129230"/>
                </a:cubicBezTo>
                <a:cubicBezTo>
                  <a:pt x="376113" y="131298"/>
                  <a:pt x="378302" y="132332"/>
                  <a:pt x="380975" y="132332"/>
                </a:cubicBezTo>
                <a:cubicBezTo>
                  <a:pt x="383181" y="132332"/>
                  <a:pt x="385319" y="131647"/>
                  <a:pt x="387391" y="130277"/>
                </a:cubicBezTo>
                <a:cubicBezTo>
                  <a:pt x="389463" y="128907"/>
                  <a:pt x="391067" y="126885"/>
                  <a:pt x="392203" y="124211"/>
                </a:cubicBezTo>
                <a:lnTo>
                  <a:pt x="396113" y="124211"/>
                </a:lnTo>
                <a:cubicBezTo>
                  <a:pt x="393774" y="130780"/>
                  <a:pt x="390465" y="135748"/>
                  <a:pt x="386188" y="139114"/>
                </a:cubicBezTo>
                <a:cubicBezTo>
                  <a:pt x="381911" y="142479"/>
                  <a:pt x="377500" y="144161"/>
                  <a:pt x="372955" y="144161"/>
                </a:cubicBezTo>
                <a:cubicBezTo>
                  <a:pt x="369881" y="144161"/>
                  <a:pt x="366873" y="143308"/>
                  <a:pt x="363932" y="141602"/>
                </a:cubicBezTo>
                <a:cubicBezTo>
                  <a:pt x="360992" y="139896"/>
                  <a:pt x="358819" y="137454"/>
                  <a:pt x="357416" y="134277"/>
                </a:cubicBezTo>
                <a:cubicBezTo>
                  <a:pt x="356012" y="131099"/>
                  <a:pt x="355311" y="126197"/>
                  <a:pt x="355311" y="119572"/>
                </a:cubicBezTo>
                <a:lnTo>
                  <a:pt x="355311" y="57745"/>
                </a:lnTo>
                <a:lnTo>
                  <a:pt x="340774" y="57745"/>
                </a:lnTo>
                <a:lnTo>
                  <a:pt x="340774" y="54436"/>
                </a:lnTo>
                <a:cubicBezTo>
                  <a:pt x="344450" y="52962"/>
                  <a:pt x="348210" y="50465"/>
                  <a:pt x="352052" y="46946"/>
                </a:cubicBezTo>
                <a:cubicBezTo>
                  <a:pt x="355895" y="43427"/>
                  <a:pt x="359321" y="39254"/>
                  <a:pt x="362328" y="34427"/>
                </a:cubicBezTo>
                <a:cubicBezTo>
                  <a:pt x="363865" y="31881"/>
                  <a:pt x="366004" y="27222"/>
                  <a:pt x="368744" y="20451"/>
                </a:cubicBezTo>
                <a:lnTo>
                  <a:pt x="371852" y="20451"/>
                </a:lnTo>
                <a:close/>
                <a:moveTo>
                  <a:pt x="425744" y="0"/>
                </a:moveTo>
                <a:cubicBezTo>
                  <a:pt x="428551" y="0"/>
                  <a:pt x="430941" y="991"/>
                  <a:pt x="432912" y="2973"/>
                </a:cubicBezTo>
                <a:cubicBezTo>
                  <a:pt x="434884" y="4953"/>
                  <a:pt x="435870" y="7354"/>
                  <a:pt x="435870" y="10176"/>
                </a:cubicBezTo>
                <a:cubicBezTo>
                  <a:pt x="435870" y="12997"/>
                  <a:pt x="434884" y="15416"/>
                  <a:pt x="432912" y="17431"/>
                </a:cubicBezTo>
                <a:cubicBezTo>
                  <a:pt x="430941" y="19445"/>
                  <a:pt x="428551" y="20451"/>
                  <a:pt x="425744" y="20451"/>
                </a:cubicBezTo>
                <a:cubicBezTo>
                  <a:pt x="422937" y="20451"/>
                  <a:pt x="420531" y="19445"/>
                  <a:pt x="418526" y="17431"/>
                </a:cubicBezTo>
                <a:cubicBezTo>
                  <a:pt x="416521" y="15416"/>
                  <a:pt x="415519" y="12997"/>
                  <a:pt x="415519" y="10176"/>
                </a:cubicBezTo>
                <a:cubicBezTo>
                  <a:pt x="415519" y="7354"/>
                  <a:pt x="416505" y="4953"/>
                  <a:pt x="418476" y="2973"/>
                </a:cubicBezTo>
                <a:cubicBezTo>
                  <a:pt x="420448" y="991"/>
                  <a:pt x="422871" y="0"/>
                  <a:pt x="425744" y="0"/>
                </a:cubicBezTo>
                <a:moveTo>
                  <a:pt x="434065" y="48121"/>
                </a:moveTo>
                <a:lnTo>
                  <a:pt x="434065" y="121743"/>
                </a:lnTo>
                <a:cubicBezTo>
                  <a:pt x="434065" y="127478"/>
                  <a:pt x="434483" y="131296"/>
                  <a:pt x="435318" y="133196"/>
                </a:cubicBezTo>
                <a:cubicBezTo>
                  <a:pt x="436154" y="135097"/>
                  <a:pt x="437390" y="136514"/>
                  <a:pt x="439028" y="137448"/>
                </a:cubicBezTo>
                <a:cubicBezTo>
                  <a:pt x="440665" y="138381"/>
                  <a:pt x="443656" y="138848"/>
                  <a:pt x="448000" y="138848"/>
                </a:cubicBezTo>
                <a:lnTo>
                  <a:pt x="448000" y="142557"/>
                </a:lnTo>
                <a:lnTo>
                  <a:pt x="403388" y="142557"/>
                </a:lnTo>
                <a:lnTo>
                  <a:pt x="403388" y="138848"/>
                </a:lnTo>
                <a:cubicBezTo>
                  <a:pt x="407866" y="138848"/>
                  <a:pt x="410874" y="138415"/>
                  <a:pt x="412411" y="137548"/>
                </a:cubicBezTo>
                <a:cubicBezTo>
                  <a:pt x="413948" y="136681"/>
                  <a:pt x="415168" y="135247"/>
                  <a:pt x="416070" y="133247"/>
                </a:cubicBezTo>
                <a:cubicBezTo>
                  <a:pt x="416972" y="131246"/>
                  <a:pt x="417424" y="127411"/>
                  <a:pt x="417424" y="121743"/>
                </a:cubicBezTo>
                <a:lnTo>
                  <a:pt x="417424" y="86432"/>
                </a:lnTo>
                <a:cubicBezTo>
                  <a:pt x="417424" y="76495"/>
                  <a:pt x="417123" y="70060"/>
                  <a:pt x="416521" y="67128"/>
                </a:cubicBezTo>
                <a:cubicBezTo>
                  <a:pt x="416053" y="64993"/>
                  <a:pt x="415318" y="63509"/>
                  <a:pt x="414316" y="62676"/>
                </a:cubicBezTo>
                <a:cubicBezTo>
                  <a:pt x="413313" y="61843"/>
                  <a:pt x="411943" y="61426"/>
                  <a:pt x="410205" y="61426"/>
                </a:cubicBezTo>
                <a:cubicBezTo>
                  <a:pt x="408334" y="61426"/>
                  <a:pt x="406062" y="61926"/>
                  <a:pt x="403388" y="62927"/>
                </a:cubicBezTo>
                <a:lnTo>
                  <a:pt x="401985" y="59324"/>
                </a:lnTo>
                <a:lnTo>
                  <a:pt x="429654" y="48121"/>
                </a:lnTo>
                <a:lnTo>
                  <a:pt x="434065" y="48121"/>
                </a:lnTo>
                <a:close/>
                <a:moveTo>
                  <a:pt x="461524" y="88823"/>
                </a:moveTo>
                <a:lnTo>
                  <a:pt x="513354" y="88823"/>
                </a:lnTo>
                <a:lnTo>
                  <a:pt x="513354" y="103961"/>
                </a:lnTo>
                <a:lnTo>
                  <a:pt x="461524" y="103961"/>
                </a:lnTo>
                <a:lnTo>
                  <a:pt x="461524" y="88823"/>
                </a:lnTo>
                <a:close/>
                <a:moveTo>
                  <a:pt x="555326" y="67670"/>
                </a:moveTo>
                <a:cubicBezTo>
                  <a:pt x="562009" y="60986"/>
                  <a:pt x="565953" y="57143"/>
                  <a:pt x="567156" y="56141"/>
                </a:cubicBezTo>
                <a:cubicBezTo>
                  <a:pt x="570163" y="53601"/>
                  <a:pt x="573405" y="51629"/>
                  <a:pt x="576880" y="50226"/>
                </a:cubicBezTo>
                <a:cubicBezTo>
                  <a:pt x="580355" y="48822"/>
                  <a:pt x="583797" y="48121"/>
                  <a:pt x="587206" y="48121"/>
                </a:cubicBezTo>
                <a:cubicBezTo>
                  <a:pt x="592954" y="48121"/>
                  <a:pt x="597899" y="49792"/>
                  <a:pt x="602043" y="53133"/>
                </a:cubicBezTo>
                <a:cubicBezTo>
                  <a:pt x="606187" y="56475"/>
                  <a:pt x="608960" y="61320"/>
                  <a:pt x="610364" y="67670"/>
                </a:cubicBezTo>
                <a:cubicBezTo>
                  <a:pt x="617248" y="59650"/>
                  <a:pt x="623062" y="54386"/>
                  <a:pt x="627808" y="51880"/>
                </a:cubicBezTo>
                <a:cubicBezTo>
                  <a:pt x="632553" y="49374"/>
                  <a:pt x="637432" y="48121"/>
                  <a:pt x="642444" y="48121"/>
                </a:cubicBezTo>
                <a:cubicBezTo>
                  <a:pt x="647323" y="48121"/>
                  <a:pt x="651651" y="49372"/>
                  <a:pt x="655427" y="51874"/>
                </a:cubicBezTo>
                <a:cubicBezTo>
                  <a:pt x="659203" y="54374"/>
                  <a:pt x="662194" y="58458"/>
                  <a:pt x="664399" y="64126"/>
                </a:cubicBezTo>
                <a:cubicBezTo>
                  <a:pt x="665870" y="67994"/>
                  <a:pt x="666605" y="74063"/>
                  <a:pt x="666605" y="82331"/>
                </a:cubicBezTo>
                <a:lnTo>
                  <a:pt x="666605" y="121743"/>
                </a:lnTo>
                <a:cubicBezTo>
                  <a:pt x="666605" y="127478"/>
                  <a:pt x="667039" y="131413"/>
                  <a:pt x="667908" y="133547"/>
                </a:cubicBezTo>
                <a:cubicBezTo>
                  <a:pt x="668577" y="135014"/>
                  <a:pt x="669813" y="136264"/>
                  <a:pt x="671617" y="137297"/>
                </a:cubicBezTo>
                <a:cubicBezTo>
                  <a:pt x="673422" y="138331"/>
                  <a:pt x="676363" y="138848"/>
                  <a:pt x="680440" y="138848"/>
                </a:cubicBezTo>
                <a:lnTo>
                  <a:pt x="680440" y="142557"/>
                </a:lnTo>
                <a:lnTo>
                  <a:pt x="635126" y="142557"/>
                </a:lnTo>
                <a:lnTo>
                  <a:pt x="635126" y="138848"/>
                </a:lnTo>
                <a:lnTo>
                  <a:pt x="637031" y="138848"/>
                </a:lnTo>
                <a:cubicBezTo>
                  <a:pt x="640974" y="138848"/>
                  <a:pt x="644048" y="138084"/>
                  <a:pt x="646254" y="136555"/>
                </a:cubicBezTo>
                <a:cubicBezTo>
                  <a:pt x="647791" y="135490"/>
                  <a:pt x="648894" y="133794"/>
                  <a:pt x="649562" y="131467"/>
                </a:cubicBezTo>
                <a:cubicBezTo>
                  <a:pt x="649830" y="130337"/>
                  <a:pt x="649963" y="127112"/>
                  <a:pt x="649963" y="121793"/>
                </a:cubicBezTo>
                <a:lnTo>
                  <a:pt x="649963" y="82494"/>
                </a:lnTo>
                <a:cubicBezTo>
                  <a:pt x="649963" y="75047"/>
                  <a:pt x="649061" y="69794"/>
                  <a:pt x="647256" y="66736"/>
                </a:cubicBezTo>
                <a:cubicBezTo>
                  <a:pt x="644650" y="62480"/>
                  <a:pt x="640473" y="60351"/>
                  <a:pt x="634725" y="60351"/>
                </a:cubicBezTo>
                <a:cubicBezTo>
                  <a:pt x="631183" y="60351"/>
                  <a:pt x="627624" y="61233"/>
                  <a:pt x="624048" y="62995"/>
                </a:cubicBezTo>
                <a:cubicBezTo>
                  <a:pt x="620473" y="64756"/>
                  <a:pt x="616145" y="68031"/>
                  <a:pt x="611066" y="72820"/>
                </a:cubicBezTo>
                <a:lnTo>
                  <a:pt x="610865" y="73917"/>
                </a:lnTo>
                <a:lnTo>
                  <a:pt x="611066" y="78205"/>
                </a:lnTo>
                <a:lnTo>
                  <a:pt x="611066" y="121793"/>
                </a:lnTo>
                <a:cubicBezTo>
                  <a:pt x="611066" y="128044"/>
                  <a:pt x="611417" y="131934"/>
                  <a:pt x="612118" y="133463"/>
                </a:cubicBezTo>
                <a:cubicBezTo>
                  <a:pt x="612820" y="134992"/>
                  <a:pt x="614140" y="136272"/>
                  <a:pt x="616078" y="137304"/>
                </a:cubicBezTo>
                <a:cubicBezTo>
                  <a:pt x="618016" y="138333"/>
                  <a:pt x="621325" y="138848"/>
                  <a:pt x="626003" y="138848"/>
                </a:cubicBezTo>
                <a:lnTo>
                  <a:pt x="626003" y="142557"/>
                </a:lnTo>
                <a:lnTo>
                  <a:pt x="579587" y="142557"/>
                </a:lnTo>
                <a:lnTo>
                  <a:pt x="579587" y="138848"/>
                </a:lnTo>
                <a:cubicBezTo>
                  <a:pt x="584666" y="138848"/>
                  <a:pt x="588158" y="138250"/>
                  <a:pt x="590063" y="137053"/>
                </a:cubicBezTo>
                <a:cubicBezTo>
                  <a:pt x="591968" y="135856"/>
                  <a:pt x="593288" y="134061"/>
                  <a:pt x="594023" y="131668"/>
                </a:cubicBezTo>
                <a:cubicBezTo>
                  <a:pt x="594357" y="130536"/>
                  <a:pt x="594524" y="127244"/>
                  <a:pt x="594524" y="121793"/>
                </a:cubicBezTo>
                <a:lnTo>
                  <a:pt x="594524" y="82494"/>
                </a:lnTo>
                <a:cubicBezTo>
                  <a:pt x="594524" y="75047"/>
                  <a:pt x="593421" y="69693"/>
                  <a:pt x="591216" y="66435"/>
                </a:cubicBezTo>
                <a:cubicBezTo>
                  <a:pt x="588275" y="62179"/>
                  <a:pt x="584165" y="60051"/>
                  <a:pt x="578885" y="60051"/>
                </a:cubicBezTo>
                <a:cubicBezTo>
                  <a:pt x="575276" y="60051"/>
                  <a:pt x="571700" y="61014"/>
                  <a:pt x="568158" y="62942"/>
                </a:cubicBezTo>
                <a:cubicBezTo>
                  <a:pt x="562611" y="65868"/>
                  <a:pt x="558333" y="69160"/>
                  <a:pt x="555326" y="72817"/>
                </a:cubicBezTo>
                <a:lnTo>
                  <a:pt x="555326" y="121793"/>
                </a:lnTo>
                <a:cubicBezTo>
                  <a:pt x="555326" y="127777"/>
                  <a:pt x="555744" y="131667"/>
                  <a:pt x="556579" y="133463"/>
                </a:cubicBezTo>
                <a:cubicBezTo>
                  <a:pt x="557414" y="135257"/>
                  <a:pt x="558651" y="136603"/>
                  <a:pt x="560288" y="137501"/>
                </a:cubicBezTo>
                <a:cubicBezTo>
                  <a:pt x="561926" y="138399"/>
                  <a:pt x="565251" y="138848"/>
                  <a:pt x="570263" y="138848"/>
                </a:cubicBezTo>
                <a:lnTo>
                  <a:pt x="570263" y="142557"/>
                </a:lnTo>
                <a:lnTo>
                  <a:pt x="524849" y="142557"/>
                </a:lnTo>
                <a:lnTo>
                  <a:pt x="524849" y="138848"/>
                </a:lnTo>
                <a:cubicBezTo>
                  <a:pt x="529060" y="138848"/>
                  <a:pt x="532001" y="138398"/>
                  <a:pt x="533672" y="137498"/>
                </a:cubicBezTo>
                <a:cubicBezTo>
                  <a:pt x="535342" y="136598"/>
                  <a:pt x="536612" y="135164"/>
                  <a:pt x="537481" y="133196"/>
                </a:cubicBezTo>
                <a:cubicBezTo>
                  <a:pt x="538350" y="131229"/>
                  <a:pt x="538784" y="127411"/>
                  <a:pt x="538784" y="121743"/>
                </a:cubicBezTo>
                <a:lnTo>
                  <a:pt x="538784" y="86733"/>
                </a:lnTo>
                <a:cubicBezTo>
                  <a:pt x="538784" y="76662"/>
                  <a:pt x="538484" y="70160"/>
                  <a:pt x="537882" y="67228"/>
                </a:cubicBezTo>
                <a:cubicBezTo>
                  <a:pt x="537414" y="65027"/>
                  <a:pt x="536679" y="63509"/>
                  <a:pt x="535677" y="62676"/>
                </a:cubicBezTo>
                <a:cubicBezTo>
                  <a:pt x="534674" y="61843"/>
                  <a:pt x="533304" y="61426"/>
                  <a:pt x="531566" y="61426"/>
                </a:cubicBezTo>
                <a:cubicBezTo>
                  <a:pt x="529695" y="61426"/>
                  <a:pt x="527456" y="61926"/>
                  <a:pt x="524849" y="62927"/>
                </a:cubicBezTo>
                <a:lnTo>
                  <a:pt x="523346" y="59324"/>
                </a:lnTo>
                <a:lnTo>
                  <a:pt x="551015" y="48121"/>
                </a:lnTo>
                <a:lnTo>
                  <a:pt x="555326" y="48121"/>
                </a:lnTo>
                <a:lnTo>
                  <a:pt x="555326" y="67670"/>
                </a:lnTo>
                <a:close/>
                <a:moveTo>
                  <a:pt x="732828" y="48121"/>
                </a:moveTo>
                <a:cubicBezTo>
                  <a:pt x="746730" y="48121"/>
                  <a:pt x="757891" y="53395"/>
                  <a:pt x="766312" y="63945"/>
                </a:cubicBezTo>
                <a:cubicBezTo>
                  <a:pt x="773463" y="72957"/>
                  <a:pt x="777039" y="83306"/>
                  <a:pt x="777039" y="94991"/>
                </a:cubicBezTo>
                <a:cubicBezTo>
                  <a:pt x="777039" y="103204"/>
                  <a:pt x="775067" y="111516"/>
                  <a:pt x="771124" y="119929"/>
                </a:cubicBezTo>
                <a:cubicBezTo>
                  <a:pt x="767181" y="128340"/>
                  <a:pt x="761751" y="134681"/>
                  <a:pt x="754833" y="138955"/>
                </a:cubicBezTo>
                <a:cubicBezTo>
                  <a:pt x="747916" y="143228"/>
                  <a:pt x="740213" y="145364"/>
                  <a:pt x="731725" y="145364"/>
                </a:cubicBezTo>
                <a:cubicBezTo>
                  <a:pt x="717891" y="145364"/>
                  <a:pt x="706896" y="139856"/>
                  <a:pt x="698743" y="128839"/>
                </a:cubicBezTo>
                <a:cubicBezTo>
                  <a:pt x="691859" y="119559"/>
                  <a:pt x="688417" y="109145"/>
                  <a:pt x="688417" y="97595"/>
                </a:cubicBezTo>
                <a:cubicBezTo>
                  <a:pt x="688417" y="89182"/>
                  <a:pt x="690505" y="80819"/>
                  <a:pt x="694682" y="72507"/>
                </a:cubicBezTo>
                <a:cubicBezTo>
                  <a:pt x="698860" y="64194"/>
                  <a:pt x="704357" y="58052"/>
                  <a:pt x="711174" y="54079"/>
                </a:cubicBezTo>
                <a:cubicBezTo>
                  <a:pt x="717991" y="50107"/>
                  <a:pt x="725209" y="48121"/>
                  <a:pt x="732828" y="48121"/>
                </a:cubicBezTo>
                <a:moveTo>
                  <a:pt x="729720" y="54737"/>
                </a:moveTo>
                <a:cubicBezTo>
                  <a:pt x="726178" y="54737"/>
                  <a:pt x="722619" y="55789"/>
                  <a:pt x="719044" y="57892"/>
                </a:cubicBezTo>
                <a:cubicBezTo>
                  <a:pt x="715468" y="59995"/>
                  <a:pt x="712577" y="63684"/>
                  <a:pt x="710372" y="68957"/>
                </a:cubicBezTo>
                <a:cubicBezTo>
                  <a:pt x="708166" y="74231"/>
                  <a:pt x="707064" y="81006"/>
                  <a:pt x="707064" y="89283"/>
                </a:cubicBezTo>
                <a:cubicBezTo>
                  <a:pt x="707064" y="102633"/>
                  <a:pt x="709720" y="114149"/>
                  <a:pt x="715034" y="123829"/>
                </a:cubicBezTo>
                <a:cubicBezTo>
                  <a:pt x="720347" y="133508"/>
                  <a:pt x="727348" y="138347"/>
                  <a:pt x="736036" y="138347"/>
                </a:cubicBezTo>
                <a:cubicBezTo>
                  <a:pt x="742519" y="138347"/>
                  <a:pt x="747866" y="135677"/>
                  <a:pt x="752076" y="130336"/>
                </a:cubicBezTo>
                <a:cubicBezTo>
                  <a:pt x="756287" y="124996"/>
                  <a:pt x="758392" y="115817"/>
                  <a:pt x="758392" y="102802"/>
                </a:cubicBezTo>
                <a:cubicBezTo>
                  <a:pt x="758392" y="86513"/>
                  <a:pt x="754883" y="73695"/>
                  <a:pt x="747866" y="64349"/>
                </a:cubicBezTo>
                <a:cubicBezTo>
                  <a:pt x="743121" y="57941"/>
                  <a:pt x="737072" y="54737"/>
                  <a:pt x="729720" y="54737"/>
                </a:cubicBezTo>
                <a:close/>
                <a:moveTo>
                  <a:pt x="855436" y="132232"/>
                </a:moveTo>
                <a:cubicBezTo>
                  <a:pt x="850958" y="136910"/>
                  <a:pt x="846580" y="140268"/>
                  <a:pt x="842303" y="142307"/>
                </a:cubicBezTo>
                <a:cubicBezTo>
                  <a:pt x="838025" y="144345"/>
                  <a:pt x="833414" y="145364"/>
                  <a:pt x="828468" y="145364"/>
                </a:cubicBezTo>
                <a:cubicBezTo>
                  <a:pt x="818443" y="145364"/>
                  <a:pt x="809688" y="141180"/>
                  <a:pt x="802202" y="132811"/>
                </a:cubicBezTo>
                <a:cubicBezTo>
                  <a:pt x="794717" y="124440"/>
                  <a:pt x="790974" y="113684"/>
                  <a:pt x="790974" y="100543"/>
                </a:cubicBezTo>
                <a:cubicBezTo>
                  <a:pt x="790974" y="87404"/>
                  <a:pt x="795118" y="75382"/>
                  <a:pt x="803405" y="64477"/>
                </a:cubicBezTo>
                <a:cubicBezTo>
                  <a:pt x="811693" y="53573"/>
                  <a:pt x="822353" y="48121"/>
                  <a:pt x="835385" y="48121"/>
                </a:cubicBezTo>
                <a:cubicBezTo>
                  <a:pt x="843472" y="48121"/>
                  <a:pt x="850156" y="50694"/>
                  <a:pt x="855436" y="55840"/>
                </a:cubicBezTo>
                <a:lnTo>
                  <a:pt x="855436" y="38860"/>
                </a:lnTo>
                <a:cubicBezTo>
                  <a:pt x="855436" y="28323"/>
                  <a:pt x="855185" y="21846"/>
                  <a:pt x="854684" y="19430"/>
                </a:cubicBezTo>
                <a:cubicBezTo>
                  <a:pt x="854182" y="17014"/>
                  <a:pt x="853397" y="15370"/>
                  <a:pt x="852328" y="14499"/>
                </a:cubicBezTo>
                <a:cubicBezTo>
                  <a:pt x="851258" y="13626"/>
                  <a:pt x="849922" y="13189"/>
                  <a:pt x="848318" y="13189"/>
                </a:cubicBezTo>
                <a:cubicBezTo>
                  <a:pt x="846580" y="13189"/>
                  <a:pt x="844274" y="13726"/>
                  <a:pt x="841400" y="14800"/>
                </a:cubicBezTo>
                <a:lnTo>
                  <a:pt x="840097" y="11275"/>
                </a:lnTo>
                <a:lnTo>
                  <a:pt x="867466" y="0"/>
                </a:lnTo>
                <a:lnTo>
                  <a:pt x="871977" y="0"/>
                </a:lnTo>
                <a:lnTo>
                  <a:pt x="871977" y="106166"/>
                </a:lnTo>
                <a:cubicBezTo>
                  <a:pt x="871977" y="116927"/>
                  <a:pt x="872228" y="123493"/>
                  <a:pt x="872729" y="125866"/>
                </a:cubicBezTo>
                <a:cubicBezTo>
                  <a:pt x="873230" y="128238"/>
                  <a:pt x="874032" y="129892"/>
                  <a:pt x="875135" y="130828"/>
                </a:cubicBezTo>
                <a:cubicBezTo>
                  <a:pt x="876238" y="131764"/>
                  <a:pt x="877524" y="132232"/>
                  <a:pt x="878995" y="132232"/>
                </a:cubicBezTo>
                <a:cubicBezTo>
                  <a:pt x="880799" y="132232"/>
                  <a:pt x="883205" y="131663"/>
                  <a:pt x="886213" y="130527"/>
                </a:cubicBezTo>
                <a:lnTo>
                  <a:pt x="887315" y="134036"/>
                </a:lnTo>
                <a:lnTo>
                  <a:pt x="860047" y="145364"/>
                </a:lnTo>
                <a:lnTo>
                  <a:pt x="855436" y="145364"/>
                </a:lnTo>
                <a:lnTo>
                  <a:pt x="855436" y="132232"/>
                </a:lnTo>
                <a:moveTo>
                  <a:pt x="855436" y="125236"/>
                </a:moveTo>
                <a:lnTo>
                  <a:pt x="855436" y="78036"/>
                </a:lnTo>
                <a:cubicBezTo>
                  <a:pt x="855035" y="73502"/>
                  <a:pt x="853832" y="69369"/>
                  <a:pt x="851827" y="65636"/>
                </a:cubicBezTo>
                <a:cubicBezTo>
                  <a:pt x="849821" y="61902"/>
                  <a:pt x="847165" y="59086"/>
                  <a:pt x="843857" y="57187"/>
                </a:cubicBezTo>
                <a:cubicBezTo>
                  <a:pt x="840548" y="55287"/>
                  <a:pt x="837323" y="54336"/>
                  <a:pt x="834182" y="54336"/>
                </a:cubicBezTo>
                <a:cubicBezTo>
                  <a:pt x="828301" y="54336"/>
                  <a:pt x="823054" y="56970"/>
                  <a:pt x="818443" y="62237"/>
                </a:cubicBezTo>
                <a:cubicBezTo>
                  <a:pt x="812361" y="69169"/>
                  <a:pt x="809320" y="79302"/>
                  <a:pt x="809320" y="92635"/>
                </a:cubicBezTo>
                <a:cubicBezTo>
                  <a:pt x="809320" y="106103"/>
                  <a:pt x="812261" y="116420"/>
                  <a:pt x="818142" y="123588"/>
                </a:cubicBezTo>
                <a:cubicBezTo>
                  <a:pt x="824023" y="130754"/>
                  <a:pt x="830573" y="134337"/>
                  <a:pt x="837791" y="134337"/>
                </a:cubicBezTo>
                <a:cubicBezTo>
                  <a:pt x="843873" y="134337"/>
                  <a:pt x="849755" y="131303"/>
                  <a:pt x="855436" y="125236"/>
                </a:cubicBezTo>
                <a:close/>
                <a:moveTo>
                  <a:pt x="945261" y="129324"/>
                </a:moveTo>
                <a:cubicBezTo>
                  <a:pt x="935837" y="136609"/>
                  <a:pt x="929922" y="140820"/>
                  <a:pt x="927516" y="141956"/>
                </a:cubicBezTo>
                <a:cubicBezTo>
                  <a:pt x="923907" y="143694"/>
                  <a:pt x="920064" y="144562"/>
                  <a:pt x="915987" y="144562"/>
                </a:cubicBezTo>
                <a:cubicBezTo>
                  <a:pt x="909638" y="144562"/>
                  <a:pt x="904408" y="142390"/>
                  <a:pt x="900298" y="138046"/>
                </a:cubicBezTo>
                <a:cubicBezTo>
                  <a:pt x="896188" y="133702"/>
                  <a:pt x="894133" y="127988"/>
                  <a:pt x="894133" y="120903"/>
                </a:cubicBezTo>
                <a:cubicBezTo>
                  <a:pt x="894133" y="116425"/>
                  <a:pt x="895135" y="112549"/>
                  <a:pt x="897140" y="109274"/>
                </a:cubicBezTo>
                <a:cubicBezTo>
                  <a:pt x="899880" y="104729"/>
                  <a:pt x="904642" y="100452"/>
                  <a:pt x="911426" y="96442"/>
                </a:cubicBezTo>
                <a:cubicBezTo>
                  <a:pt x="918210" y="92432"/>
                  <a:pt x="929488" y="87553"/>
                  <a:pt x="945261" y="81805"/>
                </a:cubicBezTo>
                <a:lnTo>
                  <a:pt x="945261" y="78196"/>
                </a:lnTo>
                <a:cubicBezTo>
                  <a:pt x="945261" y="69040"/>
                  <a:pt x="943807" y="62757"/>
                  <a:pt x="940900" y="59349"/>
                </a:cubicBezTo>
                <a:cubicBezTo>
                  <a:pt x="937993" y="55940"/>
                  <a:pt x="933765" y="54236"/>
                  <a:pt x="928218" y="54236"/>
                </a:cubicBezTo>
                <a:cubicBezTo>
                  <a:pt x="924007" y="54236"/>
                  <a:pt x="920666" y="55368"/>
                  <a:pt x="918193" y="57632"/>
                </a:cubicBezTo>
                <a:cubicBezTo>
                  <a:pt x="915653" y="59896"/>
                  <a:pt x="914383" y="62493"/>
                  <a:pt x="914383" y="65423"/>
                </a:cubicBezTo>
                <a:lnTo>
                  <a:pt x="914584" y="71216"/>
                </a:lnTo>
                <a:cubicBezTo>
                  <a:pt x="914584" y="74278"/>
                  <a:pt x="913799" y="76641"/>
                  <a:pt x="912228" y="78306"/>
                </a:cubicBezTo>
                <a:cubicBezTo>
                  <a:pt x="910657" y="79970"/>
                  <a:pt x="908602" y="80803"/>
                  <a:pt x="906062" y="80803"/>
                </a:cubicBezTo>
                <a:cubicBezTo>
                  <a:pt x="903590" y="80803"/>
                  <a:pt x="901568" y="79937"/>
                  <a:pt x="899997" y="78205"/>
                </a:cubicBezTo>
                <a:cubicBezTo>
                  <a:pt x="898427" y="76472"/>
                  <a:pt x="897641" y="74106"/>
                  <a:pt x="897641" y="71106"/>
                </a:cubicBezTo>
                <a:cubicBezTo>
                  <a:pt x="897641" y="65377"/>
                  <a:pt x="900582" y="60114"/>
                  <a:pt x="906464" y="55317"/>
                </a:cubicBezTo>
                <a:cubicBezTo>
                  <a:pt x="912345" y="50519"/>
                  <a:pt x="920599" y="48121"/>
                  <a:pt x="931226" y="48121"/>
                </a:cubicBezTo>
                <a:cubicBezTo>
                  <a:pt x="939379" y="48121"/>
                  <a:pt x="946063" y="49489"/>
                  <a:pt x="951276" y="52225"/>
                </a:cubicBezTo>
                <a:cubicBezTo>
                  <a:pt x="955219" y="54294"/>
                  <a:pt x="958126" y="57533"/>
                  <a:pt x="959998" y="61940"/>
                </a:cubicBezTo>
                <a:cubicBezTo>
                  <a:pt x="961201" y="64809"/>
                  <a:pt x="961802" y="70683"/>
                  <a:pt x="961802" y="79562"/>
                </a:cubicBezTo>
                <a:lnTo>
                  <a:pt x="961802" y="110703"/>
                </a:lnTo>
                <a:cubicBezTo>
                  <a:pt x="961802" y="119447"/>
                  <a:pt x="961969" y="124805"/>
                  <a:pt x="962304" y="126774"/>
                </a:cubicBezTo>
                <a:cubicBezTo>
                  <a:pt x="962638" y="128744"/>
                  <a:pt x="963189" y="130063"/>
                  <a:pt x="963958" y="130731"/>
                </a:cubicBezTo>
                <a:cubicBezTo>
                  <a:pt x="964726" y="131397"/>
                  <a:pt x="965612" y="131730"/>
                  <a:pt x="966614" y="131730"/>
                </a:cubicBezTo>
                <a:cubicBezTo>
                  <a:pt x="967684" y="131730"/>
                  <a:pt x="968619" y="131496"/>
                  <a:pt x="969421" y="131029"/>
                </a:cubicBezTo>
                <a:cubicBezTo>
                  <a:pt x="970825" y="130160"/>
                  <a:pt x="973532" y="127720"/>
                  <a:pt x="977542" y="123710"/>
                </a:cubicBezTo>
                <a:lnTo>
                  <a:pt x="977542" y="129324"/>
                </a:lnTo>
                <a:cubicBezTo>
                  <a:pt x="970056" y="139349"/>
                  <a:pt x="962905" y="144362"/>
                  <a:pt x="956088" y="144362"/>
                </a:cubicBezTo>
                <a:cubicBezTo>
                  <a:pt x="952813" y="144362"/>
                  <a:pt x="950207" y="143226"/>
                  <a:pt x="948268" y="140953"/>
                </a:cubicBezTo>
                <a:cubicBezTo>
                  <a:pt x="946330" y="138681"/>
                  <a:pt x="945328" y="134805"/>
                  <a:pt x="945261" y="129324"/>
                </a:cubicBezTo>
                <a:moveTo>
                  <a:pt x="945261" y="122752"/>
                </a:moveTo>
                <a:lnTo>
                  <a:pt x="945261" y="87920"/>
                </a:lnTo>
                <a:cubicBezTo>
                  <a:pt x="935169" y="91912"/>
                  <a:pt x="928652" y="94740"/>
                  <a:pt x="925712" y="96404"/>
                </a:cubicBezTo>
                <a:cubicBezTo>
                  <a:pt x="920432" y="99332"/>
                  <a:pt x="916656" y="102393"/>
                  <a:pt x="914383" y="105587"/>
                </a:cubicBezTo>
                <a:cubicBezTo>
                  <a:pt x="912111" y="108780"/>
                  <a:pt x="910975" y="112273"/>
                  <a:pt x="910975" y="116066"/>
                </a:cubicBezTo>
                <a:cubicBezTo>
                  <a:pt x="910975" y="120857"/>
                  <a:pt x="912412" y="124833"/>
                  <a:pt x="915286" y="127993"/>
                </a:cubicBezTo>
                <a:cubicBezTo>
                  <a:pt x="918159" y="131153"/>
                  <a:pt x="921468" y="132733"/>
                  <a:pt x="925211" y="132733"/>
                </a:cubicBezTo>
                <a:cubicBezTo>
                  <a:pt x="930290" y="132733"/>
                  <a:pt x="936973" y="129406"/>
                  <a:pt x="945261" y="122752"/>
                </a:cubicBezTo>
                <a:close/>
                <a:moveTo>
                  <a:pt x="1015702" y="0"/>
                </a:moveTo>
                <a:lnTo>
                  <a:pt x="1015702" y="121718"/>
                </a:lnTo>
                <a:cubicBezTo>
                  <a:pt x="1015702" y="127461"/>
                  <a:pt x="1016120" y="131269"/>
                  <a:pt x="1016955" y="133140"/>
                </a:cubicBezTo>
                <a:cubicBezTo>
                  <a:pt x="1017791" y="135009"/>
                  <a:pt x="1019077" y="136429"/>
                  <a:pt x="1020815" y="137398"/>
                </a:cubicBezTo>
                <a:cubicBezTo>
                  <a:pt x="1022553" y="138365"/>
                  <a:pt x="1025794" y="138848"/>
                  <a:pt x="1030539" y="138848"/>
                </a:cubicBezTo>
                <a:lnTo>
                  <a:pt x="1030539" y="142557"/>
                </a:lnTo>
                <a:lnTo>
                  <a:pt x="985527" y="142557"/>
                </a:lnTo>
                <a:lnTo>
                  <a:pt x="985527" y="138848"/>
                </a:lnTo>
                <a:cubicBezTo>
                  <a:pt x="989737" y="138848"/>
                  <a:pt x="992611" y="138415"/>
                  <a:pt x="994148" y="137548"/>
                </a:cubicBezTo>
                <a:cubicBezTo>
                  <a:pt x="995685" y="136679"/>
                  <a:pt x="996888" y="135243"/>
                  <a:pt x="997757" y="133240"/>
                </a:cubicBezTo>
                <a:cubicBezTo>
                  <a:pt x="998626" y="131235"/>
                  <a:pt x="999061" y="127394"/>
                  <a:pt x="999061" y="121718"/>
                </a:cubicBezTo>
                <a:lnTo>
                  <a:pt x="999061" y="38368"/>
                </a:lnTo>
                <a:cubicBezTo>
                  <a:pt x="999061" y="28017"/>
                  <a:pt x="998827" y="21656"/>
                  <a:pt x="998359" y="19286"/>
                </a:cubicBezTo>
                <a:cubicBezTo>
                  <a:pt x="997891" y="16913"/>
                  <a:pt x="997139" y="15294"/>
                  <a:pt x="996103" y="14427"/>
                </a:cubicBezTo>
                <a:cubicBezTo>
                  <a:pt x="995067" y="13558"/>
                  <a:pt x="993747" y="13124"/>
                  <a:pt x="992143" y="13124"/>
                </a:cubicBezTo>
                <a:cubicBezTo>
                  <a:pt x="990406" y="13124"/>
                  <a:pt x="988200" y="13658"/>
                  <a:pt x="985527" y="14728"/>
                </a:cubicBezTo>
                <a:lnTo>
                  <a:pt x="983822" y="11219"/>
                </a:lnTo>
                <a:lnTo>
                  <a:pt x="1011191" y="0"/>
                </a:lnTo>
                <a:lnTo>
                  <a:pt x="1015702" y="0"/>
                </a:lnTo>
                <a:close/>
                <a:moveTo>
                  <a:pt x="1108112" y="85414"/>
                </a:moveTo>
                <a:cubicBezTo>
                  <a:pt x="1108045" y="99017"/>
                  <a:pt x="1111353" y="109686"/>
                  <a:pt x="1118037" y="117423"/>
                </a:cubicBezTo>
                <a:cubicBezTo>
                  <a:pt x="1124720" y="125157"/>
                  <a:pt x="1132573" y="129024"/>
                  <a:pt x="1141596" y="129024"/>
                </a:cubicBezTo>
                <a:cubicBezTo>
                  <a:pt x="1147611" y="129024"/>
                  <a:pt x="1152841" y="127369"/>
                  <a:pt x="1157285" y="124061"/>
                </a:cubicBezTo>
                <a:cubicBezTo>
                  <a:pt x="1161730" y="120753"/>
                  <a:pt x="1165456" y="115089"/>
                  <a:pt x="1168463" y="107068"/>
                </a:cubicBezTo>
                <a:lnTo>
                  <a:pt x="1171571" y="109073"/>
                </a:lnTo>
                <a:cubicBezTo>
                  <a:pt x="1170167" y="118230"/>
                  <a:pt x="1166091" y="126567"/>
                  <a:pt x="1159340" y="134086"/>
                </a:cubicBezTo>
                <a:cubicBezTo>
                  <a:pt x="1152590" y="141605"/>
                  <a:pt x="1144136" y="145364"/>
                  <a:pt x="1133977" y="145364"/>
                </a:cubicBezTo>
                <a:cubicBezTo>
                  <a:pt x="1122949" y="145364"/>
                  <a:pt x="1113509" y="141080"/>
                  <a:pt x="1105656" y="132510"/>
                </a:cubicBezTo>
                <a:cubicBezTo>
                  <a:pt x="1097803" y="123939"/>
                  <a:pt x="1093876" y="112416"/>
                  <a:pt x="1093876" y="97942"/>
                </a:cubicBezTo>
                <a:cubicBezTo>
                  <a:pt x="1093876" y="82270"/>
                  <a:pt x="1097903" y="70049"/>
                  <a:pt x="1105956" y="61279"/>
                </a:cubicBezTo>
                <a:cubicBezTo>
                  <a:pt x="1114010" y="52507"/>
                  <a:pt x="1124119" y="48121"/>
                  <a:pt x="1136283" y="48121"/>
                </a:cubicBezTo>
                <a:cubicBezTo>
                  <a:pt x="1146575" y="48121"/>
                  <a:pt x="1155030" y="51504"/>
                  <a:pt x="1161646" y="58271"/>
                </a:cubicBezTo>
                <a:cubicBezTo>
                  <a:pt x="1168263" y="65036"/>
                  <a:pt x="1171571" y="74084"/>
                  <a:pt x="1171571" y="85414"/>
                </a:cubicBezTo>
                <a:lnTo>
                  <a:pt x="1108112" y="85414"/>
                </a:lnTo>
                <a:moveTo>
                  <a:pt x="1108112" y="79600"/>
                </a:moveTo>
                <a:lnTo>
                  <a:pt x="1150618" y="79600"/>
                </a:lnTo>
                <a:cubicBezTo>
                  <a:pt x="1150284" y="73718"/>
                  <a:pt x="1149583" y="69574"/>
                  <a:pt x="1148513" y="67168"/>
                </a:cubicBezTo>
                <a:cubicBezTo>
                  <a:pt x="1146842" y="63426"/>
                  <a:pt x="1144353" y="60485"/>
                  <a:pt x="1141044" y="58346"/>
                </a:cubicBezTo>
                <a:cubicBezTo>
                  <a:pt x="1137736" y="56208"/>
                  <a:pt x="1134278" y="55138"/>
                  <a:pt x="1130668" y="55138"/>
                </a:cubicBezTo>
                <a:cubicBezTo>
                  <a:pt x="1125121" y="55138"/>
                  <a:pt x="1120159" y="57294"/>
                  <a:pt x="1115781" y="61604"/>
                </a:cubicBezTo>
                <a:cubicBezTo>
                  <a:pt x="1111403" y="65915"/>
                  <a:pt x="1108847" y="71914"/>
                  <a:pt x="1108112" y="79600"/>
                </a:cubicBezTo>
                <a:close/>
                <a:moveTo>
                  <a:pt x="1210335" y="67569"/>
                </a:moveTo>
                <a:cubicBezTo>
                  <a:pt x="1221095" y="54604"/>
                  <a:pt x="1231354" y="48121"/>
                  <a:pt x="1241112" y="48121"/>
                </a:cubicBezTo>
                <a:cubicBezTo>
                  <a:pt x="1246124" y="48121"/>
                  <a:pt x="1250435" y="49372"/>
                  <a:pt x="1254044" y="51874"/>
                </a:cubicBezTo>
                <a:cubicBezTo>
                  <a:pt x="1257653" y="54374"/>
                  <a:pt x="1260527" y="58491"/>
                  <a:pt x="1262666" y="64227"/>
                </a:cubicBezTo>
                <a:cubicBezTo>
                  <a:pt x="1264136" y="68226"/>
                  <a:pt x="1264871" y="74361"/>
                  <a:pt x="1264871" y="82632"/>
                </a:cubicBezTo>
                <a:lnTo>
                  <a:pt x="1264871" y="121743"/>
                </a:lnTo>
                <a:cubicBezTo>
                  <a:pt x="1264871" y="127545"/>
                  <a:pt x="1265339" y="131480"/>
                  <a:pt x="1266275" y="133547"/>
                </a:cubicBezTo>
                <a:cubicBezTo>
                  <a:pt x="1267010" y="135214"/>
                  <a:pt x="1268196" y="136514"/>
                  <a:pt x="1269834" y="137448"/>
                </a:cubicBezTo>
                <a:cubicBezTo>
                  <a:pt x="1271471" y="138381"/>
                  <a:pt x="1274495" y="138848"/>
                  <a:pt x="1278907" y="138848"/>
                </a:cubicBezTo>
                <a:lnTo>
                  <a:pt x="1278907" y="142557"/>
                </a:lnTo>
                <a:lnTo>
                  <a:pt x="1233493" y="142557"/>
                </a:lnTo>
                <a:lnTo>
                  <a:pt x="1233493" y="138848"/>
                </a:lnTo>
                <a:lnTo>
                  <a:pt x="1235397" y="138848"/>
                </a:lnTo>
                <a:cubicBezTo>
                  <a:pt x="1239675" y="138848"/>
                  <a:pt x="1242666" y="138200"/>
                  <a:pt x="1244370" y="136903"/>
                </a:cubicBezTo>
                <a:cubicBezTo>
                  <a:pt x="1246074" y="135606"/>
                  <a:pt x="1247260" y="133695"/>
                  <a:pt x="1247929" y="131170"/>
                </a:cubicBezTo>
                <a:cubicBezTo>
                  <a:pt x="1248196" y="130171"/>
                  <a:pt x="1248330" y="127046"/>
                  <a:pt x="1248330" y="121793"/>
                </a:cubicBezTo>
                <a:lnTo>
                  <a:pt x="1248330" y="84390"/>
                </a:lnTo>
                <a:cubicBezTo>
                  <a:pt x="1248330" y="76079"/>
                  <a:pt x="1247244" y="70045"/>
                  <a:pt x="1245072" y="66288"/>
                </a:cubicBezTo>
                <a:cubicBezTo>
                  <a:pt x="1242900" y="62531"/>
                  <a:pt x="1239240" y="60652"/>
                  <a:pt x="1234094" y="60652"/>
                </a:cubicBezTo>
                <a:cubicBezTo>
                  <a:pt x="1226141" y="60652"/>
                  <a:pt x="1218221" y="64974"/>
                  <a:pt x="1210335" y="73619"/>
                </a:cubicBezTo>
                <a:lnTo>
                  <a:pt x="1210335" y="121793"/>
                </a:lnTo>
                <a:cubicBezTo>
                  <a:pt x="1210335" y="127977"/>
                  <a:pt x="1210702" y="131800"/>
                  <a:pt x="1211437" y="133262"/>
                </a:cubicBezTo>
                <a:cubicBezTo>
                  <a:pt x="1212373" y="135190"/>
                  <a:pt x="1213660" y="136603"/>
                  <a:pt x="1215297" y="137501"/>
                </a:cubicBezTo>
                <a:cubicBezTo>
                  <a:pt x="1216934" y="138399"/>
                  <a:pt x="1220259" y="138848"/>
                  <a:pt x="1225272" y="138848"/>
                </a:cubicBezTo>
                <a:lnTo>
                  <a:pt x="1225272" y="142557"/>
                </a:lnTo>
                <a:lnTo>
                  <a:pt x="1179858" y="142557"/>
                </a:lnTo>
                <a:lnTo>
                  <a:pt x="1179858" y="138848"/>
                </a:lnTo>
                <a:lnTo>
                  <a:pt x="1181863" y="138848"/>
                </a:lnTo>
                <a:cubicBezTo>
                  <a:pt x="1186542" y="138848"/>
                  <a:pt x="1189700" y="137665"/>
                  <a:pt x="1191337" y="135299"/>
                </a:cubicBezTo>
                <a:cubicBezTo>
                  <a:pt x="1192974" y="132930"/>
                  <a:pt x="1193793" y="128412"/>
                  <a:pt x="1193793" y="121743"/>
                </a:cubicBezTo>
                <a:lnTo>
                  <a:pt x="1193793" y="87732"/>
                </a:lnTo>
                <a:cubicBezTo>
                  <a:pt x="1193793" y="76730"/>
                  <a:pt x="1193542" y="70029"/>
                  <a:pt x="1193041" y="67629"/>
                </a:cubicBezTo>
                <a:cubicBezTo>
                  <a:pt x="1192540" y="65227"/>
                  <a:pt x="1191771" y="63593"/>
                  <a:pt x="1190735" y="62726"/>
                </a:cubicBezTo>
                <a:cubicBezTo>
                  <a:pt x="1189700" y="61859"/>
                  <a:pt x="1188313" y="61426"/>
                  <a:pt x="1186575" y="61426"/>
                </a:cubicBezTo>
                <a:cubicBezTo>
                  <a:pt x="1184704" y="61426"/>
                  <a:pt x="1182465" y="61926"/>
                  <a:pt x="1179858" y="62927"/>
                </a:cubicBezTo>
                <a:lnTo>
                  <a:pt x="1178354" y="59324"/>
                </a:lnTo>
                <a:lnTo>
                  <a:pt x="1206024" y="48121"/>
                </a:lnTo>
                <a:lnTo>
                  <a:pt x="1210335" y="48121"/>
                </a:lnTo>
                <a:lnTo>
                  <a:pt x="1210335" y="67569"/>
                </a:lnTo>
                <a:close/>
                <a:moveTo>
                  <a:pt x="1364220" y="107670"/>
                </a:moveTo>
                <a:cubicBezTo>
                  <a:pt x="1361748" y="119767"/>
                  <a:pt x="1356902" y="129074"/>
                  <a:pt x="1349684" y="135590"/>
                </a:cubicBezTo>
                <a:cubicBezTo>
                  <a:pt x="1342466" y="142106"/>
                  <a:pt x="1334479" y="145364"/>
                  <a:pt x="1325724" y="145364"/>
                </a:cubicBezTo>
                <a:cubicBezTo>
                  <a:pt x="1315298" y="145364"/>
                  <a:pt x="1306208" y="140992"/>
                  <a:pt x="1298456" y="132247"/>
                </a:cubicBezTo>
                <a:cubicBezTo>
                  <a:pt x="1290703" y="123500"/>
                  <a:pt x="1286826" y="111682"/>
                  <a:pt x="1286826" y="96793"/>
                </a:cubicBezTo>
                <a:cubicBezTo>
                  <a:pt x="1286826" y="82371"/>
                  <a:pt x="1291120" y="70654"/>
                  <a:pt x="1299709" y="61642"/>
                </a:cubicBezTo>
                <a:cubicBezTo>
                  <a:pt x="1308297" y="52628"/>
                  <a:pt x="1318606" y="48121"/>
                  <a:pt x="1330636" y="48121"/>
                </a:cubicBezTo>
                <a:cubicBezTo>
                  <a:pt x="1339659" y="48121"/>
                  <a:pt x="1347077" y="50503"/>
                  <a:pt x="1352892" y="55267"/>
                </a:cubicBezTo>
                <a:cubicBezTo>
                  <a:pt x="1358707" y="60029"/>
                  <a:pt x="1361614" y="64974"/>
                  <a:pt x="1361614" y="70104"/>
                </a:cubicBezTo>
                <a:cubicBezTo>
                  <a:pt x="1361614" y="72635"/>
                  <a:pt x="1360795" y="74684"/>
                  <a:pt x="1359158" y="76251"/>
                </a:cubicBezTo>
                <a:cubicBezTo>
                  <a:pt x="1357520" y="77815"/>
                  <a:pt x="1355231" y="78597"/>
                  <a:pt x="1352291" y="78597"/>
                </a:cubicBezTo>
                <a:cubicBezTo>
                  <a:pt x="1348347" y="78597"/>
                  <a:pt x="1345373" y="77327"/>
                  <a:pt x="1343368" y="74788"/>
                </a:cubicBezTo>
                <a:cubicBezTo>
                  <a:pt x="1342232" y="73384"/>
                  <a:pt x="1341480" y="70711"/>
                  <a:pt x="1341112" y="66767"/>
                </a:cubicBezTo>
                <a:cubicBezTo>
                  <a:pt x="1340745" y="62824"/>
                  <a:pt x="1339392" y="59817"/>
                  <a:pt x="1337052" y="57745"/>
                </a:cubicBezTo>
                <a:cubicBezTo>
                  <a:pt x="1334713" y="55740"/>
                  <a:pt x="1331472" y="54737"/>
                  <a:pt x="1327328" y="54737"/>
                </a:cubicBezTo>
                <a:cubicBezTo>
                  <a:pt x="1320645" y="54737"/>
                  <a:pt x="1315264" y="57210"/>
                  <a:pt x="1311187" y="62156"/>
                </a:cubicBezTo>
                <a:cubicBezTo>
                  <a:pt x="1305774" y="68706"/>
                  <a:pt x="1303067" y="77361"/>
                  <a:pt x="1303067" y="88121"/>
                </a:cubicBezTo>
                <a:cubicBezTo>
                  <a:pt x="1303067" y="99082"/>
                  <a:pt x="1305757" y="108756"/>
                  <a:pt x="1311137" y="117144"/>
                </a:cubicBezTo>
                <a:cubicBezTo>
                  <a:pt x="1316517" y="125531"/>
                  <a:pt x="1323786" y="129725"/>
                  <a:pt x="1332942" y="129725"/>
                </a:cubicBezTo>
                <a:cubicBezTo>
                  <a:pt x="1339492" y="129725"/>
                  <a:pt x="1345373" y="127486"/>
                  <a:pt x="1350586" y="123008"/>
                </a:cubicBezTo>
                <a:cubicBezTo>
                  <a:pt x="1354262" y="119934"/>
                  <a:pt x="1357838" y="114353"/>
                  <a:pt x="1361313" y="106266"/>
                </a:cubicBezTo>
                <a:lnTo>
                  <a:pt x="1364220" y="107670"/>
                </a:lnTo>
                <a:close/>
                <a:moveTo>
                  <a:pt x="1422031" y="48121"/>
                </a:moveTo>
                <a:cubicBezTo>
                  <a:pt x="1435932" y="48121"/>
                  <a:pt x="1447093" y="53395"/>
                  <a:pt x="1455515" y="63945"/>
                </a:cubicBezTo>
                <a:cubicBezTo>
                  <a:pt x="1462666" y="72957"/>
                  <a:pt x="1466241" y="83306"/>
                  <a:pt x="1466241" y="94991"/>
                </a:cubicBezTo>
                <a:cubicBezTo>
                  <a:pt x="1466241" y="103204"/>
                  <a:pt x="1464270" y="111516"/>
                  <a:pt x="1460327" y="119929"/>
                </a:cubicBezTo>
                <a:cubicBezTo>
                  <a:pt x="1456383" y="128340"/>
                  <a:pt x="1450953" y="134681"/>
                  <a:pt x="1444036" y="138955"/>
                </a:cubicBezTo>
                <a:cubicBezTo>
                  <a:pt x="1437118" y="143228"/>
                  <a:pt x="1429416" y="145364"/>
                  <a:pt x="1420928" y="145364"/>
                </a:cubicBezTo>
                <a:cubicBezTo>
                  <a:pt x="1407093" y="145364"/>
                  <a:pt x="1396099" y="139856"/>
                  <a:pt x="1387945" y="128839"/>
                </a:cubicBezTo>
                <a:cubicBezTo>
                  <a:pt x="1381061" y="119559"/>
                  <a:pt x="1377619" y="109145"/>
                  <a:pt x="1377619" y="97595"/>
                </a:cubicBezTo>
                <a:cubicBezTo>
                  <a:pt x="1377619" y="89182"/>
                  <a:pt x="1379708" y="80819"/>
                  <a:pt x="1383885" y="72507"/>
                </a:cubicBezTo>
                <a:cubicBezTo>
                  <a:pt x="1388062" y="64194"/>
                  <a:pt x="1393559" y="58052"/>
                  <a:pt x="1400376" y="54079"/>
                </a:cubicBezTo>
                <a:cubicBezTo>
                  <a:pt x="1407193" y="50107"/>
                  <a:pt x="1414411" y="48121"/>
                  <a:pt x="1422031" y="48121"/>
                </a:cubicBezTo>
                <a:moveTo>
                  <a:pt x="1418923" y="54737"/>
                </a:moveTo>
                <a:cubicBezTo>
                  <a:pt x="1415381" y="54737"/>
                  <a:pt x="1411822" y="55789"/>
                  <a:pt x="1408246" y="57892"/>
                </a:cubicBezTo>
                <a:cubicBezTo>
                  <a:pt x="1404670" y="59995"/>
                  <a:pt x="1401780" y="63684"/>
                  <a:pt x="1399574" y="68957"/>
                </a:cubicBezTo>
                <a:cubicBezTo>
                  <a:pt x="1397369" y="74231"/>
                  <a:pt x="1396266" y="81006"/>
                  <a:pt x="1396266" y="89283"/>
                </a:cubicBezTo>
                <a:cubicBezTo>
                  <a:pt x="1396266" y="102633"/>
                  <a:pt x="1398923" y="114149"/>
                  <a:pt x="1404236" y="123829"/>
                </a:cubicBezTo>
                <a:cubicBezTo>
                  <a:pt x="1409549" y="133508"/>
                  <a:pt x="1416550" y="138347"/>
                  <a:pt x="1425239" y="138347"/>
                </a:cubicBezTo>
                <a:cubicBezTo>
                  <a:pt x="1431722" y="138347"/>
                  <a:pt x="1437068" y="135677"/>
                  <a:pt x="1441279" y="130336"/>
                </a:cubicBezTo>
                <a:cubicBezTo>
                  <a:pt x="1445489" y="124996"/>
                  <a:pt x="1447595" y="115817"/>
                  <a:pt x="1447595" y="102802"/>
                </a:cubicBezTo>
                <a:cubicBezTo>
                  <a:pt x="1447595" y="86513"/>
                  <a:pt x="1444086" y="73695"/>
                  <a:pt x="1437068" y="64349"/>
                </a:cubicBezTo>
                <a:cubicBezTo>
                  <a:pt x="1432323" y="57941"/>
                  <a:pt x="1426275" y="54737"/>
                  <a:pt x="1418923" y="54737"/>
                </a:cubicBezTo>
                <a:close/>
                <a:moveTo>
                  <a:pt x="1544638" y="132232"/>
                </a:moveTo>
                <a:cubicBezTo>
                  <a:pt x="1540160" y="136910"/>
                  <a:pt x="1535782" y="140268"/>
                  <a:pt x="1531505" y="142307"/>
                </a:cubicBezTo>
                <a:cubicBezTo>
                  <a:pt x="1527228" y="144345"/>
                  <a:pt x="1522616" y="145364"/>
                  <a:pt x="1517670" y="145364"/>
                </a:cubicBezTo>
                <a:cubicBezTo>
                  <a:pt x="1507645" y="145364"/>
                  <a:pt x="1498890" y="141180"/>
                  <a:pt x="1491405" y="132811"/>
                </a:cubicBezTo>
                <a:cubicBezTo>
                  <a:pt x="1483919" y="124440"/>
                  <a:pt x="1480176" y="113684"/>
                  <a:pt x="1480176" y="100543"/>
                </a:cubicBezTo>
                <a:cubicBezTo>
                  <a:pt x="1480176" y="87404"/>
                  <a:pt x="1484320" y="75382"/>
                  <a:pt x="1492608" y="64477"/>
                </a:cubicBezTo>
                <a:cubicBezTo>
                  <a:pt x="1500895" y="53573"/>
                  <a:pt x="1511555" y="48121"/>
                  <a:pt x="1524588" y="48121"/>
                </a:cubicBezTo>
                <a:cubicBezTo>
                  <a:pt x="1532675" y="48121"/>
                  <a:pt x="1539358" y="50694"/>
                  <a:pt x="1544638" y="55840"/>
                </a:cubicBezTo>
                <a:lnTo>
                  <a:pt x="1544638" y="38860"/>
                </a:lnTo>
                <a:cubicBezTo>
                  <a:pt x="1544638" y="28323"/>
                  <a:pt x="1544387" y="21846"/>
                  <a:pt x="1543886" y="19430"/>
                </a:cubicBezTo>
                <a:cubicBezTo>
                  <a:pt x="1543385" y="17014"/>
                  <a:pt x="1542600" y="15370"/>
                  <a:pt x="1541530" y="14499"/>
                </a:cubicBezTo>
                <a:cubicBezTo>
                  <a:pt x="1540461" y="13626"/>
                  <a:pt x="1539124" y="13189"/>
                  <a:pt x="1537520" y="13189"/>
                </a:cubicBezTo>
                <a:cubicBezTo>
                  <a:pt x="1535782" y="13189"/>
                  <a:pt x="1533477" y="13726"/>
                  <a:pt x="1530603" y="14800"/>
                </a:cubicBezTo>
                <a:lnTo>
                  <a:pt x="1529300" y="11275"/>
                </a:lnTo>
                <a:lnTo>
                  <a:pt x="1556668" y="0"/>
                </a:lnTo>
                <a:lnTo>
                  <a:pt x="1561179" y="0"/>
                </a:lnTo>
                <a:lnTo>
                  <a:pt x="1561179" y="106166"/>
                </a:lnTo>
                <a:cubicBezTo>
                  <a:pt x="1561179" y="116927"/>
                  <a:pt x="1561430" y="123493"/>
                  <a:pt x="1561931" y="125866"/>
                </a:cubicBezTo>
                <a:cubicBezTo>
                  <a:pt x="1562433" y="128238"/>
                  <a:pt x="1563235" y="129892"/>
                  <a:pt x="1564337" y="130828"/>
                </a:cubicBezTo>
                <a:cubicBezTo>
                  <a:pt x="1565440" y="131764"/>
                  <a:pt x="1566727" y="132232"/>
                  <a:pt x="1568197" y="132232"/>
                </a:cubicBezTo>
                <a:cubicBezTo>
                  <a:pt x="1570002" y="132232"/>
                  <a:pt x="1572408" y="131663"/>
                  <a:pt x="1575415" y="130527"/>
                </a:cubicBezTo>
                <a:lnTo>
                  <a:pt x="1576518" y="134036"/>
                </a:lnTo>
                <a:lnTo>
                  <a:pt x="1549250" y="145364"/>
                </a:lnTo>
                <a:lnTo>
                  <a:pt x="1544638" y="145364"/>
                </a:lnTo>
                <a:lnTo>
                  <a:pt x="1544638" y="132232"/>
                </a:lnTo>
                <a:moveTo>
                  <a:pt x="1544638" y="125236"/>
                </a:moveTo>
                <a:lnTo>
                  <a:pt x="1544638" y="78036"/>
                </a:lnTo>
                <a:cubicBezTo>
                  <a:pt x="1544237" y="73502"/>
                  <a:pt x="1543034" y="69369"/>
                  <a:pt x="1541029" y="65636"/>
                </a:cubicBezTo>
                <a:cubicBezTo>
                  <a:pt x="1539024" y="61902"/>
                  <a:pt x="1536367" y="59086"/>
                  <a:pt x="1533059" y="57187"/>
                </a:cubicBezTo>
                <a:cubicBezTo>
                  <a:pt x="1529751" y="55287"/>
                  <a:pt x="1526526" y="54336"/>
                  <a:pt x="1523385" y="54336"/>
                </a:cubicBezTo>
                <a:cubicBezTo>
                  <a:pt x="1517503" y="54336"/>
                  <a:pt x="1512257" y="56970"/>
                  <a:pt x="1507645" y="62237"/>
                </a:cubicBezTo>
                <a:cubicBezTo>
                  <a:pt x="1501563" y="69169"/>
                  <a:pt x="1498522" y="79302"/>
                  <a:pt x="1498522" y="92635"/>
                </a:cubicBezTo>
                <a:cubicBezTo>
                  <a:pt x="1498522" y="106103"/>
                  <a:pt x="1501463" y="116420"/>
                  <a:pt x="1507344" y="123588"/>
                </a:cubicBezTo>
                <a:cubicBezTo>
                  <a:pt x="1513226" y="130754"/>
                  <a:pt x="1519776" y="134337"/>
                  <a:pt x="1526994" y="134337"/>
                </a:cubicBezTo>
                <a:cubicBezTo>
                  <a:pt x="1533076" y="134337"/>
                  <a:pt x="1538957" y="131303"/>
                  <a:pt x="1544638" y="125236"/>
                </a:cubicBezTo>
                <a:close/>
                <a:moveTo>
                  <a:pt x="1597871" y="85414"/>
                </a:moveTo>
                <a:cubicBezTo>
                  <a:pt x="1597805" y="99017"/>
                  <a:pt x="1601113" y="109686"/>
                  <a:pt x="1607796" y="117423"/>
                </a:cubicBezTo>
                <a:cubicBezTo>
                  <a:pt x="1614480" y="125157"/>
                  <a:pt x="1622333" y="129024"/>
                  <a:pt x="1631355" y="129024"/>
                </a:cubicBezTo>
                <a:cubicBezTo>
                  <a:pt x="1637370" y="129024"/>
                  <a:pt x="1642600" y="127369"/>
                  <a:pt x="1647045" y="124061"/>
                </a:cubicBezTo>
                <a:cubicBezTo>
                  <a:pt x="1651489" y="120753"/>
                  <a:pt x="1655215" y="115089"/>
                  <a:pt x="1658223" y="107068"/>
                </a:cubicBezTo>
                <a:lnTo>
                  <a:pt x="1661331" y="109073"/>
                </a:lnTo>
                <a:cubicBezTo>
                  <a:pt x="1659927" y="118230"/>
                  <a:pt x="1655850" y="126567"/>
                  <a:pt x="1649100" y="134086"/>
                </a:cubicBezTo>
                <a:cubicBezTo>
                  <a:pt x="1642350" y="141605"/>
                  <a:pt x="1633895" y="145364"/>
                  <a:pt x="1623736" y="145364"/>
                </a:cubicBezTo>
                <a:cubicBezTo>
                  <a:pt x="1612709" y="145364"/>
                  <a:pt x="1603268" y="141080"/>
                  <a:pt x="1595415" y="132510"/>
                </a:cubicBezTo>
                <a:cubicBezTo>
                  <a:pt x="1587562" y="123939"/>
                  <a:pt x="1583636" y="112416"/>
                  <a:pt x="1583636" y="97942"/>
                </a:cubicBezTo>
                <a:cubicBezTo>
                  <a:pt x="1583636" y="82270"/>
                  <a:pt x="1587663" y="70049"/>
                  <a:pt x="1595716" y="61279"/>
                </a:cubicBezTo>
                <a:cubicBezTo>
                  <a:pt x="1603770" y="52507"/>
                  <a:pt x="1613878" y="48121"/>
                  <a:pt x="1626042" y="48121"/>
                </a:cubicBezTo>
                <a:cubicBezTo>
                  <a:pt x="1636335" y="48121"/>
                  <a:pt x="1644789" y="51504"/>
                  <a:pt x="1651406" y="58271"/>
                </a:cubicBezTo>
                <a:cubicBezTo>
                  <a:pt x="1658022" y="65036"/>
                  <a:pt x="1661331" y="74084"/>
                  <a:pt x="1661331" y="85414"/>
                </a:cubicBezTo>
                <a:lnTo>
                  <a:pt x="1597871" y="85414"/>
                </a:lnTo>
                <a:moveTo>
                  <a:pt x="1597871" y="79600"/>
                </a:moveTo>
                <a:lnTo>
                  <a:pt x="1640378" y="79600"/>
                </a:lnTo>
                <a:cubicBezTo>
                  <a:pt x="1640044" y="73718"/>
                  <a:pt x="1639342" y="69574"/>
                  <a:pt x="1638273" y="67168"/>
                </a:cubicBezTo>
                <a:cubicBezTo>
                  <a:pt x="1636602" y="63426"/>
                  <a:pt x="1634112" y="60485"/>
                  <a:pt x="1630804" y="58346"/>
                </a:cubicBezTo>
                <a:cubicBezTo>
                  <a:pt x="1627496" y="56208"/>
                  <a:pt x="1624037" y="55138"/>
                  <a:pt x="1620428" y="55138"/>
                </a:cubicBezTo>
                <a:cubicBezTo>
                  <a:pt x="1614881" y="55138"/>
                  <a:pt x="1609918" y="57294"/>
                  <a:pt x="1605541" y="61604"/>
                </a:cubicBezTo>
                <a:cubicBezTo>
                  <a:pt x="1601163" y="65915"/>
                  <a:pt x="1598607" y="71914"/>
                  <a:pt x="1597871" y="79600"/>
                </a:cubicBezTo>
                <a:close/>
                <a:moveTo>
                  <a:pt x="1700193" y="48121"/>
                </a:moveTo>
                <a:lnTo>
                  <a:pt x="1700193" y="68772"/>
                </a:lnTo>
                <a:cubicBezTo>
                  <a:pt x="1707879" y="55005"/>
                  <a:pt x="1715765" y="48121"/>
                  <a:pt x="1723852" y="48121"/>
                </a:cubicBezTo>
                <a:cubicBezTo>
                  <a:pt x="1727528" y="48121"/>
                  <a:pt x="1730569" y="49240"/>
                  <a:pt x="1732975" y="51479"/>
                </a:cubicBezTo>
                <a:cubicBezTo>
                  <a:pt x="1735381" y="53718"/>
                  <a:pt x="1736584" y="56308"/>
                  <a:pt x="1736584" y="59249"/>
                </a:cubicBezTo>
                <a:cubicBezTo>
                  <a:pt x="1736584" y="61855"/>
                  <a:pt x="1735715" y="64061"/>
                  <a:pt x="1733978" y="65865"/>
                </a:cubicBezTo>
                <a:cubicBezTo>
                  <a:pt x="1732240" y="67670"/>
                  <a:pt x="1730168" y="68572"/>
                  <a:pt x="1727762" y="68572"/>
                </a:cubicBezTo>
                <a:cubicBezTo>
                  <a:pt x="1725423" y="68572"/>
                  <a:pt x="1722800" y="67419"/>
                  <a:pt x="1719892" y="65113"/>
                </a:cubicBezTo>
                <a:cubicBezTo>
                  <a:pt x="1716985" y="62807"/>
                  <a:pt x="1714830" y="61655"/>
                  <a:pt x="1713426" y="61655"/>
                </a:cubicBezTo>
                <a:cubicBezTo>
                  <a:pt x="1712223" y="61655"/>
                  <a:pt x="1710920" y="62321"/>
                  <a:pt x="1709516" y="63653"/>
                </a:cubicBezTo>
                <a:cubicBezTo>
                  <a:pt x="1706509" y="66387"/>
                  <a:pt x="1703401" y="70887"/>
                  <a:pt x="1700193" y="77153"/>
                </a:cubicBezTo>
                <a:lnTo>
                  <a:pt x="1700193" y="121050"/>
                </a:lnTo>
                <a:cubicBezTo>
                  <a:pt x="1700193" y="126115"/>
                  <a:pt x="1700828" y="129948"/>
                  <a:pt x="1702098" y="132548"/>
                </a:cubicBezTo>
                <a:cubicBezTo>
                  <a:pt x="1702966" y="134348"/>
                  <a:pt x="1704504" y="135849"/>
                  <a:pt x="1706709" y="137050"/>
                </a:cubicBezTo>
                <a:cubicBezTo>
                  <a:pt x="1708915" y="138249"/>
                  <a:pt x="1712089" y="138848"/>
                  <a:pt x="1716233" y="138848"/>
                </a:cubicBezTo>
                <a:lnTo>
                  <a:pt x="1716233" y="142557"/>
                </a:lnTo>
                <a:lnTo>
                  <a:pt x="1669215" y="142557"/>
                </a:lnTo>
                <a:lnTo>
                  <a:pt x="1669215" y="138848"/>
                </a:lnTo>
                <a:cubicBezTo>
                  <a:pt x="1673894" y="138848"/>
                  <a:pt x="1677369" y="138115"/>
                  <a:pt x="1679641" y="136649"/>
                </a:cubicBezTo>
                <a:cubicBezTo>
                  <a:pt x="1681312" y="135582"/>
                  <a:pt x="1682482" y="133880"/>
                  <a:pt x="1683150" y="131545"/>
                </a:cubicBezTo>
                <a:cubicBezTo>
                  <a:pt x="1683484" y="130411"/>
                  <a:pt x="1683651" y="127177"/>
                  <a:pt x="1683651" y="121843"/>
                </a:cubicBezTo>
                <a:lnTo>
                  <a:pt x="1683651" y="86332"/>
                </a:lnTo>
                <a:cubicBezTo>
                  <a:pt x="1683651" y="75662"/>
                  <a:pt x="1683434" y="69310"/>
                  <a:pt x="1683000" y="67278"/>
                </a:cubicBezTo>
                <a:cubicBezTo>
                  <a:pt x="1682565" y="65244"/>
                  <a:pt x="1681763" y="63760"/>
                  <a:pt x="1680594" y="62826"/>
                </a:cubicBezTo>
                <a:cubicBezTo>
                  <a:pt x="1679424" y="61893"/>
                  <a:pt x="1677970" y="61426"/>
                  <a:pt x="1676233" y="61426"/>
                </a:cubicBezTo>
                <a:cubicBezTo>
                  <a:pt x="1674161" y="61426"/>
                  <a:pt x="1671822" y="61926"/>
                  <a:pt x="1669215" y="62927"/>
                </a:cubicBezTo>
                <a:lnTo>
                  <a:pt x="1668213" y="59324"/>
                </a:lnTo>
                <a:lnTo>
                  <a:pt x="1695982" y="48121"/>
                </a:lnTo>
                <a:lnTo>
                  <a:pt x="1700193" y="48121"/>
                </a:lnTo>
                <a:close/>
                <a:moveTo>
                  <a:pt x="1801106" y="48121"/>
                </a:moveTo>
                <a:lnTo>
                  <a:pt x="1801106" y="79199"/>
                </a:lnTo>
                <a:lnTo>
                  <a:pt x="1797797" y="79199"/>
                </a:lnTo>
                <a:cubicBezTo>
                  <a:pt x="1795258" y="69451"/>
                  <a:pt x="1792000" y="62821"/>
                  <a:pt x="1788023" y="59308"/>
                </a:cubicBezTo>
                <a:cubicBezTo>
                  <a:pt x="1784046" y="55793"/>
                  <a:pt x="1778984" y="54035"/>
                  <a:pt x="1772835" y="54035"/>
                </a:cubicBezTo>
                <a:cubicBezTo>
                  <a:pt x="1768156" y="54035"/>
                  <a:pt x="1764380" y="55271"/>
                  <a:pt x="1761506" y="57742"/>
                </a:cubicBezTo>
                <a:cubicBezTo>
                  <a:pt x="1758633" y="60210"/>
                  <a:pt x="1757196" y="62947"/>
                  <a:pt x="1757196" y="65953"/>
                </a:cubicBezTo>
                <a:cubicBezTo>
                  <a:pt x="1757196" y="69691"/>
                  <a:pt x="1758265" y="72895"/>
                  <a:pt x="1760404" y="75564"/>
                </a:cubicBezTo>
                <a:cubicBezTo>
                  <a:pt x="1762476" y="78303"/>
                  <a:pt x="1766686" y="81207"/>
                  <a:pt x="1773035" y="84277"/>
                </a:cubicBezTo>
                <a:lnTo>
                  <a:pt x="1787672" y="91389"/>
                </a:lnTo>
                <a:cubicBezTo>
                  <a:pt x="1801239" y="97997"/>
                  <a:pt x="1808023" y="106709"/>
                  <a:pt x="1808023" y="117526"/>
                </a:cubicBezTo>
                <a:cubicBezTo>
                  <a:pt x="1808023" y="125870"/>
                  <a:pt x="1804865" y="132596"/>
                  <a:pt x="1798549" y="137705"/>
                </a:cubicBezTo>
                <a:cubicBezTo>
                  <a:pt x="1792234" y="142811"/>
                  <a:pt x="1785166" y="145364"/>
                  <a:pt x="1777346" y="145364"/>
                </a:cubicBezTo>
                <a:cubicBezTo>
                  <a:pt x="1771732" y="145364"/>
                  <a:pt x="1765316" y="144362"/>
                  <a:pt x="1758098" y="142357"/>
                </a:cubicBezTo>
                <a:cubicBezTo>
                  <a:pt x="1755892" y="141689"/>
                  <a:pt x="1754088" y="141354"/>
                  <a:pt x="1752684" y="141354"/>
                </a:cubicBezTo>
                <a:cubicBezTo>
                  <a:pt x="1751147" y="141354"/>
                  <a:pt x="1749944" y="142223"/>
                  <a:pt x="1749075" y="143961"/>
                </a:cubicBezTo>
                <a:lnTo>
                  <a:pt x="1745767" y="143961"/>
                </a:lnTo>
                <a:lnTo>
                  <a:pt x="1745767" y="111079"/>
                </a:lnTo>
                <a:lnTo>
                  <a:pt x="1749075" y="111079"/>
                </a:lnTo>
                <a:cubicBezTo>
                  <a:pt x="1750947" y="120469"/>
                  <a:pt x="1754522" y="127545"/>
                  <a:pt x="1759802" y="132307"/>
                </a:cubicBezTo>
                <a:cubicBezTo>
                  <a:pt x="1765082" y="137069"/>
                  <a:pt x="1770997" y="139450"/>
                  <a:pt x="1777547" y="139450"/>
                </a:cubicBezTo>
                <a:cubicBezTo>
                  <a:pt x="1782158" y="139450"/>
                  <a:pt x="1785918" y="138098"/>
                  <a:pt x="1788825" y="135396"/>
                </a:cubicBezTo>
                <a:cubicBezTo>
                  <a:pt x="1791732" y="132691"/>
                  <a:pt x="1793186" y="129436"/>
                  <a:pt x="1793186" y="125631"/>
                </a:cubicBezTo>
                <a:cubicBezTo>
                  <a:pt x="1793186" y="121023"/>
                  <a:pt x="1791565" y="117151"/>
                  <a:pt x="1788324" y="114014"/>
                </a:cubicBezTo>
                <a:cubicBezTo>
                  <a:pt x="1785082" y="110877"/>
                  <a:pt x="1778616" y="106906"/>
                  <a:pt x="1768925" y="102100"/>
                </a:cubicBezTo>
                <a:cubicBezTo>
                  <a:pt x="1759234" y="97292"/>
                  <a:pt x="1752885" y="92952"/>
                  <a:pt x="1749877" y="89080"/>
                </a:cubicBezTo>
                <a:cubicBezTo>
                  <a:pt x="1746870" y="85274"/>
                  <a:pt x="1745366" y="80467"/>
                  <a:pt x="1745366" y="74659"/>
                </a:cubicBezTo>
                <a:cubicBezTo>
                  <a:pt x="1745366" y="67115"/>
                  <a:pt x="1747956" y="60807"/>
                  <a:pt x="1753135" y="55733"/>
                </a:cubicBezTo>
                <a:cubicBezTo>
                  <a:pt x="1758315" y="50658"/>
                  <a:pt x="1765015" y="48121"/>
                  <a:pt x="1773236" y="48121"/>
                </a:cubicBezTo>
                <a:cubicBezTo>
                  <a:pt x="1776845" y="48121"/>
                  <a:pt x="1781223" y="48889"/>
                  <a:pt x="1786369" y="50426"/>
                </a:cubicBezTo>
                <a:cubicBezTo>
                  <a:pt x="1789777" y="51429"/>
                  <a:pt x="1792050" y="51930"/>
                  <a:pt x="1793186" y="51930"/>
                </a:cubicBezTo>
                <a:cubicBezTo>
                  <a:pt x="1794255" y="51930"/>
                  <a:pt x="1795091" y="51696"/>
                  <a:pt x="1795692" y="51228"/>
                </a:cubicBezTo>
                <a:cubicBezTo>
                  <a:pt x="1796294" y="50761"/>
                  <a:pt x="1796995" y="49725"/>
                  <a:pt x="1797797" y="48121"/>
                </a:cubicBezTo>
                <a:lnTo>
                  <a:pt x="1801106" y="48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D249B-6ED7-4EC0-A68E-8EE7EEFA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659" y="346552"/>
            <a:ext cx="2111941" cy="4261217"/>
          </a:xfrm>
          <a:custGeom xmlns:a="http://schemas.openxmlformats.org/drawingml/2006/main">
            <a:pathLst>
              <a:path w="2111941" h="4261217">
                <a:moveTo>
                  <a:pt x="0" y="0"/>
                </a:moveTo>
                <a:lnTo>
                  <a:pt x="2111941" y="0"/>
                </a:lnTo>
                <a:lnTo>
                  <a:pt x="2111941" y="4261217"/>
                </a:lnTo>
                <a:lnTo>
                  <a:pt x="0" y="42612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Notavailableto">
            <a:extLst xmlns:a="http://schemas.openxmlformats.org/drawingml/2006/main">
              <a:ext uri="{FF2B5EF4-FFF2-40B4-BE49-F238E27FC236}">
                <a16:creationId xmlns:a16="http://schemas.microsoft.com/office/drawing/2014/main" id="{38B952C6-9995-46E2-9C0C-B59610AA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973" y="4691601"/>
            <a:ext cx="1306600" cy="145364"/>
          </a:xfrm>
          <a:custGeom xmlns:a="http://schemas.openxmlformats.org/drawingml/2006/main">
            <a:pathLst>
              <a:path w="1306600" h="145364">
                <a:moveTo>
                  <a:pt x="0" y="6617"/>
                </a:moveTo>
                <a:lnTo>
                  <a:pt x="36893" y="6617"/>
                </a:lnTo>
                <a:lnTo>
                  <a:pt x="120001" y="108572"/>
                </a:lnTo>
                <a:lnTo>
                  <a:pt x="120001" y="30176"/>
                </a:lnTo>
                <a:cubicBezTo>
                  <a:pt x="120001" y="21821"/>
                  <a:pt x="119065" y="16608"/>
                  <a:pt x="117194" y="14536"/>
                </a:cubicBezTo>
                <a:cubicBezTo>
                  <a:pt x="114721" y="11729"/>
                  <a:pt x="110811" y="10326"/>
                  <a:pt x="105464" y="10326"/>
                </a:cubicBezTo>
                <a:lnTo>
                  <a:pt x="100753" y="10326"/>
                </a:lnTo>
                <a:lnTo>
                  <a:pt x="100753" y="6617"/>
                </a:lnTo>
                <a:lnTo>
                  <a:pt x="148071" y="6617"/>
                </a:lnTo>
                <a:lnTo>
                  <a:pt x="148071" y="10326"/>
                </a:lnTo>
                <a:lnTo>
                  <a:pt x="143259" y="10326"/>
                </a:lnTo>
                <a:cubicBezTo>
                  <a:pt x="137511" y="10326"/>
                  <a:pt x="133435" y="12064"/>
                  <a:pt x="131029" y="15539"/>
                </a:cubicBezTo>
                <a:cubicBezTo>
                  <a:pt x="129558" y="17678"/>
                  <a:pt x="128823" y="22557"/>
                  <a:pt x="128823" y="30176"/>
                </a:cubicBezTo>
                <a:lnTo>
                  <a:pt x="128823" y="144763"/>
                </a:lnTo>
                <a:lnTo>
                  <a:pt x="125214" y="144763"/>
                </a:lnTo>
                <a:lnTo>
                  <a:pt x="35589" y="35288"/>
                </a:lnTo>
                <a:lnTo>
                  <a:pt x="35589" y="118998"/>
                </a:lnTo>
                <a:cubicBezTo>
                  <a:pt x="35589" y="127353"/>
                  <a:pt x="36491" y="132566"/>
                  <a:pt x="38296" y="134638"/>
                </a:cubicBezTo>
                <a:cubicBezTo>
                  <a:pt x="40836" y="137445"/>
                  <a:pt x="44746" y="138848"/>
                  <a:pt x="50025" y="138848"/>
                </a:cubicBezTo>
                <a:lnTo>
                  <a:pt x="54837" y="138848"/>
                </a:lnTo>
                <a:lnTo>
                  <a:pt x="54837" y="142557"/>
                </a:lnTo>
                <a:lnTo>
                  <a:pt x="7519" y="142557"/>
                </a:lnTo>
                <a:lnTo>
                  <a:pt x="7519" y="138848"/>
                </a:lnTo>
                <a:lnTo>
                  <a:pt x="12231" y="138848"/>
                </a:lnTo>
                <a:cubicBezTo>
                  <a:pt x="18045" y="138848"/>
                  <a:pt x="22156" y="137110"/>
                  <a:pt x="24562" y="133635"/>
                </a:cubicBezTo>
                <a:cubicBezTo>
                  <a:pt x="26032" y="131496"/>
                  <a:pt x="26767" y="126617"/>
                  <a:pt x="26767" y="118998"/>
                </a:cubicBezTo>
                <a:lnTo>
                  <a:pt x="26767" y="24461"/>
                </a:lnTo>
                <a:cubicBezTo>
                  <a:pt x="22824" y="19850"/>
                  <a:pt x="19833" y="16809"/>
                  <a:pt x="17795" y="15338"/>
                </a:cubicBezTo>
                <a:cubicBezTo>
                  <a:pt x="15756" y="13868"/>
                  <a:pt x="12765" y="12498"/>
                  <a:pt x="8822" y="11228"/>
                </a:cubicBezTo>
                <a:cubicBezTo>
                  <a:pt x="6884" y="10627"/>
                  <a:pt x="3943" y="10326"/>
                  <a:pt x="0" y="10326"/>
                </a:cubicBezTo>
                <a:lnTo>
                  <a:pt x="0" y="6617"/>
                </a:lnTo>
                <a:close/>
                <a:moveTo>
                  <a:pt x="202150" y="48121"/>
                </a:moveTo>
                <a:cubicBezTo>
                  <a:pt x="216051" y="48121"/>
                  <a:pt x="227213" y="53395"/>
                  <a:pt x="235634" y="63945"/>
                </a:cubicBezTo>
                <a:cubicBezTo>
                  <a:pt x="242785" y="72957"/>
                  <a:pt x="246361" y="83306"/>
                  <a:pt x="246361" y="94991"/>
                </a:cubicBezTo>
                <a:cubicBezTo>
                  <a:pt x="246361" y="103204"/>
                  <a:pt x="244389" y="111516"/>
                  <a:pt x="240446" y="119929"/>
                </a:cubicBezTo>
                <a:cubicBezTo>
                  <a:pt x="236503" y="128340"/>
                  <a:pt x="231072" y="134681"/>
                  <a:pt x="224155" y="138955"/>
                </a:cubicBezTo>
                <a:cubicBezTo>
                  <a:pt x="217238" y="143228"/>
                  <a:pt x="209535" y="145364"/>
                  <a:pt x="201047" y="145364"/>
                </a:cubicBezTo>
                <a:cubicBezTo>
                  <a:pt x="187212" y="145364"/>
                  <a:pt x="176218" y="139856"/>
                  <a:pt x="168064" y="128839"/>
                </a:cubicBezTo>
                <a:cubicBezTo>
                  <a:pt x="161180" y="119559"/>
                  <a:pt x="157738" y="109145"/>
                  <a:pt x="157738" y="97595"/>
                </a:cubicBezTo>
                <a:cubicBezTo>
                  <a:pt x="157738" y="89182"/>
                  <a:pt x="159827" y="80819"/>
                  <a:pt x="164004" y="72507"/>
                </a:cubicBezTo>
                <a:cubicBezTo>
                  <a:pt x="168181" y="64194"/>
                  <a:pt x="173678" y="58052"/>
                  <a:pt x="180495" y="54079"/>
                </a:cubicBezTo>
                <a:cubicBezTo>
                  <a:pt x="187313" y="50107"/>
                  <a:pt x="194531" y="48121"/>
                  <a:pt x="202150" y="48121"/>
                </a:cubicBezTo>
                <a:moveTo>
                  <a:pt x="199042" y="54737"/>
                </a:moveTo>
                <a:cubicBezTo>
                  <a:pt x="195500" y="54737"/>
                  <a:pt x="191941" y="55789"/>
                  <a:pt x="188365" y="57892"/>
                </a:cubicBezTo>
                <a:cubicBezTo>
                  <a:pt x="184790" y="59995"/>
                  <a:pt x="181899" y="63684"/>
                  <a:pt x="179693" y="68957"/>
                </a:cubicBezTo>
                <a:cubicBezTo>
                  <a:pt x="177488" y="74231"/>
                  <a:pt x="176385" y="81006"/>
                  <a:pt x="176385" y="89283"/>
                </a:cubicBezTo>
                <a:cubicBezTo>
                  <a:pt x="176385" y="102633"/>
                  <a:pt x="179042" y="114149"/>
                  <a:pt x="184355" y="123829"/>
                </a:cubicBezTo>
                <a:cubicBezTo>
                  <a:pt x="189668" y="133508"/>
                  <a:pt x="196669" y="138347"/>
                  <a:pt x="205358" y="138347"/>
                </a:cubicBezTo>
                <a:cubicBezTo>
                  <a:pt x="211841" y="138347"/>
                  <a:pt x="217187" y="135677"/>
                  <a:pt x="221398" y="130336"/>
                </a:cubicBezTo>
                <a:cubicBezTo>
                  <a:pt x="225609" y="124996"/>
                  <a:pt x="227714" y="115817"/>
                  <a:pt x="227714" y="102802"/>
                </a:cubicBezTo>
                <a:cubicBezTo>
                  <a:pt x="227714" y="86513"/>
                  <a:pt x="224205" y="73695"/>
                  <a:pt x="217187" y="64349"/>
                </a:cubicBezTo>
                <a:cubicBezTo>
                  <a:pt x="212442" y="57941"/>
                  <a:pt x="206394" y="54737"/>
                  <a:pt x="199042" y="54737"/>
                </a:cubicBezTo>
                <a:close/>
                <a:moveTo>
                  <a:pt x="286561" y="20451"/>
                </a:moveTo>
                <a:lnTo>
                  <a:pt x="286561" y="50727"/>
                </a:lnTo>
                <a:lnTo>
                  <a:pt x="308015" y="50727"/>
                </a:lnTo>
                <a:lnTo>
                  <a:pt x="308015" y="57745"/>
                </a:lnTo>
                <a:lnTo>
                  <a:pt x="286561" y="57745"/>
                </a:lnTo>
                <a:lnTo>
                  <a:pt x="286561" y="117213"/>
                </a:lnTo>
                <a:cubicBezTo>
                  <a:pt x="286561" y="123155"/>
                  <a:pt x="287414" y="127161"/>
                  <a:pt x="289118" y="129230"/>
                </a:cubicBezTo>
                <a:cubicBezTo>
                  <a:pt x="290822" y="131298"/>
                  <a:pt x="293011" y="132332"/>
                  <a:pt x="295684" y="132332"/>
                </a:cubicBezTo>
                <a:cubicBezTo>
                  <a:pt x="297890" y="132332"/>
                  <a:pt x="300028" y="131647"/>
                  <a:pt x="302100" y="130277"/>
                </a:cubicBezTo>
                <a:cubicBezTo>
                  <a:pt x="304172" y="128907"/>
                  <a:pt x="305776" y="126885"/>
                  <a:pt x="306912" y="124211"/>
                </a:cubicBezTo>
                <a:lnTo>
                  <a:pt x="310822" y="124211"/>
                </a:lnTo>
                <a:cubicBezTo>
                  <a:pt x="308483" y="130780"/>
                  <a:pt x="305175" y="135748"/>
                  <a:pt x="300897" y="139114"/>
                </a:cubicBezTo>
                <a:cubicBezTo>
                  <a:pt x="296620" y="142479"/>
                  <a:pt x="292209" y="144161"/>
                  <a:pt x="287664" y="144161"/>
                </a:cubicBezTo>
                <a:cubicBezTo>
                  <a:pt x="284590" y="144161"/>
                  <a:pt x="281582" y="143308"/>
                  <a:pt x="278642" y="141602"/>
                </a:cubicBezTo>
                <a:cubicBezTo>
                  <a:pt x="275701" y="139896"/>
                  <a:pt x="273529" y="137454"/>
                  <a:pt x="272125" y="134277"/>
                </a:cubicBezTo>
                <a:cubicBezTo>
                  <a:pt x="270722" y="131099"/>
                  <a:pt x="270020" y="126197"/>
                  <a:pt x="270020" y="119572"/>
                </a:cubicBezTo>
                <a:lnTo>
                  <a:pt x="270020" y="57745"/>
                </a:lnTo>
                <a:lnTo>
                  <a:pt x="255483" y="57745"/>
                </a:lnTo>
                <a:lnTo>
                  <a:pt x="255483" y="54436"/>
                </a:lnTo>
                <a:cubicBezTo>
                  <a:pt x="259159" y="52962"/>
                  <a:pt x="262919" y="50465"/>
                  <a:pt x="266762" y="46946"/>
                </a:cubicBezTo>
                <a:cubicBezTo>
                  <a:pt x="270605" y="43427"/>
                  <a:pt x="274030" y="39254"/>
                  <a:pt x="277037" y="34427"/>
                </a:cubicBezTo>
                <a:cubicBezTo>
                  <a:pt x="278575" y="31881"/>
                  <a:pt x="280713" y="27222"/>
                  <a:pt x="283454" y="20451"/>
                </a:cubicBezTo>
                <a:lnTo>
                  <a:pt x="286561" y="20451"/>
                </a:lnTo>
                <a:close/>
                <a:moveTo>
                  <a:pt x="420454" y="129324"/>
                </a:moveTo>
                <a:cubicBezTo>
                  <a:pt x="411031" y="136609"/>
                  <a:pt x="405116" y="140820"/>
                  <a:pt x="402710" y="141956"/>
                </a:cubicBezTo>
                <a:cubicBezTo>
                  <a:pt x="399101" y="143694"/>
                  <a:pt x="395258" y="144562"/>
                  <a:pt x="391181" y="144562"/>
                </a:cubicBezTo>
                <a:cubicBezTo>
                  <a:pt x="384832" y="144562"/>
                  <a:pt x="379602" y="142390"/>
                  <a:pt x="375492" y="138046"/>
                </a:cubicBezTo>
                <a:cubicBezTo>
                  <a:pt x="371381" y="133702"/>
                  <a:pt x="369326" y="127988"/>
                  <a:pt x="369326" y="120903"/>
                </a:cubicBezTo>
                <a:cubicBezTo>
                  <a:pt x="369326" y="116425"/>
                  <a:pt x="370329" y="112549"/>
                  <a:pt x="372334" y="109274"/>
                </a:cubicBezTo>
                <a:cubicBezTo>
                  <a:pt x="375074" y="104729"/>
                  <a:pt x="379836" y="100452"/>
                  <a:pt x="386619" y="96442"/>
                </a:cubicBezTo>
                <a:cubicBezTo>
                  <a:pt x="393403" y="92432"/>
                  <a:pt x="404681" y="87553"/>
                  <a:pt x="420454" y="81805"/>
                </a:cubicBezTo>
                <a:lnTo>
                  <a:pt x="420454" y="78196"/>
                </a:lnTo>
                <a:cubicBezTo>
                  <a:pt x="420454" y="69040"/>
                  <a:pt x="419001" y="62757"/>
                  <a:pt x="416093" y="59349"/>
                </a:cubicBezTo>
                <a:cubicBezTo>
                  <a:pt x="413186" y="55940"/>
                  <a:pt x="408959" y="54236"/>
                  <a:pt x="403412" y="54236"/>
                </a:cubicBezTo>
                <a:cubicBezTo>
                  <a:pt x="399201" y="54236"/>
                  <a:pt x="395859" y="55368"/>
                  <a:pt x="393386" y="57632"/>
                </a:cubicBezTo>
                <a:cubicBezTo>
                  <a:pt x="390847" y="59896"/>
                  <a:pt x="389577" y="62493"/>
                  <a:pt x="389577" y="65423"/>
                </a:cubicBezTo>
                <a:lnTo>
                  <a:pt x="389777" y="71216"/>
                </a:lnTo>
                <a:cubicBezTo>
                  <a:pt x="389777" y="74278"/>
                  <a:pt x="388992" y="76641"/>
                  <a:pt x="387421" y="78306"/>
                </a:cubicBezTo>
                <a:cubicBezTo>
                  <a:pt x="385851" y="79970"/>
                  <a:pt x="383796" y="80803"/>
                  <a:pt x="381256" y="80803"/>
                </a:cubicBezTo>
                <a:cubicBezTo>
                  <a:pt x="378783" y="80803"/>
                  <a:pt x="376761" y="79937"/>
                  <a:pt x="375191" y="78205"/>
                </a:cubicBezTo>
                <a:cubicBezTo>
                  <a:pt x="373620" y="76472"/>
                  <a:pt x="372835" y="74106"/>
                  <a:pt x="372835" y="71106"/>
                </a:cubicBezTo>
                <a:cubicBezTo>
                  <a:pt x="372835" y="65377"/>
                  <a:pt x="375776" y="60114"/>
                  <a:pt x="381657" y="55317"/>
                </a:cubicBezTo>
                <a:cubicBezTo>
                  <a:pt x="387538" y="50519"/>
                  <a:pt x="395792" y="48121"/>
                  <a:pt x="406419" y="48121"/>
                </a:cubicBezTo>
                <a:cubicBezTo>
                  <a:pt x="414573" y="48121"/>
                  <a:pt x="421256" y="49489"/>
                  <a:pt x="426469" y="52225"/>
                </a:cubicBezTo>
                <a:cubicBezTo>
                  <a:pt x="430413" y="54294"/>
                  <a:pt x="433320" y="57533"/>
                  <a:pt x="435191" y="61940"/>
                </a:cubicBezTo>
                <a:cubicBezTo>
                  <a:pt x="436394" y="64809"/>
                  <a:pt x="436996" y="70683"/>
                  <a:pt x="436996" y="79562"/>
                </a:cubicBezTo>
                <a:lnTo>
                  <a:pt x="436996" y="110703"/>
                </a:lnTo>
                <a:cubicBezTo>
                  <a:pt x="436996" y="119447"/>
                  <a:pt x="437163" y="124805"/>
                  <a:pt x="437497" y="126774"/>
                </a:cubicBezTo>
                <a:cubicBezTo>
                  <a:pt x="437831" y="128744"/>
                  <a:pt x="438383" y="130063"/>
                  <a:pt x="439151" y="130731"/>
                </a:cubicBezTo>
                <a:cubicBezTo>
                  <a:pt x="439920" y="131397"/>
                  <a:pt x="440805" y="131730"/>
                  <a:pt x="441808" y="131730"/>
                </a:cubicBezTo>
                <a:cubicBezTo>
                  <a:pt x="442877" y="131730"/>
                  <a:pt x="443813" y="131496"/>
                  <a:pt x="444615" y="131029"/>
                </a:cubicBezTo>
                <a:cubicBezTo>
                  <a:pt x="446018" y="130160"/>
                  <a:pt x="448725" y="127720"/>
                  <a:pt x="452735" y="123710"/>
                </a:cubicBezTo>
                <a:lnTo>
                  <a:pt x="452735" y="129324"/>
                </a:lnTo>
                <a:cubicBezTo>
                  <a:pt x="445250" y="139349"/>
                  <a:pt x="438098" y="144362"/>
                  <a:pt x="431281" y="144362"/>
                </a:cubicBezTo>
                <a:cubicBezTo>
                  <a:pt x="428007" y="144362"/>
                  <a:pt x="425400" y="143226"/>
                  <a:pt x="423462" y="140953"/>
                </a:cubicBezTo>
                <a:cubicBezTo>
                  <a:pt x="421524" y="138681"/>
                  <a:pt x="420521" y="134805"/>
                  <a:pt x="420454" y="129324"/>
                </a:cubicBezTo>
                <a:moveTo>
                  <a:pt x="420454" y="122752"/>
                </a:moveTo>
                <a:lnTo>
                  <a:pt x="420454" y="87920"/>
                </a:lnTo>
                <a:cubicBezTo>
                  <a:pt x="410362" y="91912"/>
                  <a:pt x="403846" y="94740"/>
                  <a:pt x="400905" y="96404"/>
                </a:cubicBezTo>
                <a:cubicBezTo>
                  <a:pt x="395625" y="99332"/>
                  <a:pt x="391849" y="102393"/>
                  <a:pt x="389577" y="105587"/>
                </a:cubicBezTo>
                <a:cubicBezTo>
                  <a:pt x="387304" y="108780"/>
                  <a:pt x="386168" y="112273"/>
                  <a:pt x="386168" y="116066"/>
                </a:cubicBezTo>
                <a:cubicBezTo>
                  <a:pt x="386168" y="120857"/>
                  <a:pt x="387605" y="124833"/>
                  <a:pt x="390479" y="127993"/>
                </a:cubicBezTo>
                <a:cubicBezTo>
                  <a:pt x="393353" y="131153"/>
                  <a:pt x="396661" y="132733"/>
                  <a:pt x="400404" y="132733"/>
                </a:cubicBezTo>
                <a:cubicBezTo>
                  <a:pt x="405483" y="132733"/>
                  <a:pt x="412167" y="129406"/>
                  <a:pt x="420454" y="122752"/>
                </a:cubicBezTo>
                <a:close/>
                <a:moveTo>
                  <a:pt x="454605" y="50727"/>
                </a:moveTo>
                <a:lnTo>
                  <a:pt x="497813" y="50727"/>
                </a:lnTo>
                <a:lnTo>
                  <a:pt x="497813" y="54436"/>
                </a:lnTo>
                <a:lnTo>
                  <a:pt x="495006" y="54436"/>
                </a:lnTo>
                <a:cubicBezTo>
                  <a:pt x="492400" y="54436"/>
                  <a:pt x="490411" y="55071"/>
                  <a:pt x="489041" y="56341"/>
                </a:cubicBezTo>
                <a:cubicBezTo>
                  <a:pt x="487671" y="57611"/>
                  <a:pt x="486986" y="59315"/>
                  <a:pt x="486986" y="61454"/>
                </a:cubicBezTo>
                <a:cubicBezTo>
                  <a:pt x="486986" y="63793"/>
                  <a:pt x="487688" y="66567"/>
                  <a:pt x="489091" y="69775"/>
                </a:cubicBezTo>
                <a:lnTo>
                  <a:pt x="510445" y="120502"/>
                </a:lnTo>
                <a:lnTo>
                  <a:pt x="531899" y="67870"/>
                </a:lnTo>
                <a:cubicBezTo>
                  <a:pt x="533436" y="64127"/>
                  <a:pt x="534204" y="61287"/>
                  <a:pt x="534204" y="59349"/>
                </a:cubicBezTo>
                <a:cubicBezTo>
                  <a:pt x="534204" y="58413"/>
                  <a:pt x="533937" y="57645"/>
                  <a:pt x="533402" y="57043"/>
                </a:cubicBezTo>
                <a:cubicBezTo>
                  <a:pt x="532667" y="56041"/>
                  <a:pt x="531731" y="55355"/>
                  <a:pt x="530595" y="54988"/>
                </a:cubicBezTo>
                <a:cubicBezTo>
                  <a:pt x="529459" y="54620"/>
                  <a:pt x="527153" y="54436"/>
                  <a:pt x="523678" y="54436"/>
                </a:cubicBezTo>
                <a:lnTo>
                  <a:pt x="523678" y="50727"/>
                </a:lnTo>
                <a:lnTo>
                  <a:pt x="553653" y="50727"/>
                </a:lnTo>
                <a:lnTo>
                  <a:pt x="553653" y="54436"/>
                </a:lnTo>
                <a:cubicBezTo>
                  <a:pt x="550178" y="54704"/>
                  <a:pt x="547772" y="55406"/>
                  <a:pt x="546435" y="56542"/>
                </a:cubicBezTo>
                <a:cubicBezTo>
                  <a:pt x="544096" y="58547"/>
                  <a:pt x="541991" y="61889"/>
                  <a:pt x="540119" y="66567"/>
                </a:cubicBezTo>
                <a:lnTo>
                  <a:pt x="507537" y="145364"/>
                </a:lnTo>
                <a:lnTo>
                  <a:pt x="503427" y="145364"/>
                </a:lnTo>
                <a:lnTo>
                  <a:pt x="470645" y="67870"/>
                </a:lnTo>
                <a:cubicBezTo>
                  <a:pt x="469175" y="64261"/>
                  <a:pt x="467771" y="61671"/>
                  <a:pt x="466434" y="60101"/>
                </a:cubicBezTo>
                <a:cubicBezTo>
                  <a:pt x="465098" y="58530"/>
                  <a:pt x="463393" y="57210"/>
                  <a:pt x="461322" y="56141"/>
                </a:cubicBezTo>
                <a:cubicBezTo>
                  <a:pt x="460185" y="55539"/>
                  <a:pt x="457946" y="54971"/>
                  <a:pt x="454605" y="54436"/>
                </a:cubicBezTo>
                <a:lnTo>
                  <a:pt x="454605" y="50727"/>
                </a:lnTo>
                <a:close/>
                <a:moveTo>
                  <a:pt x="614004" y="129324"/>
                </a:moveTo>
                <a:cubicBezTo>
                  <a:pt x="604581" y="136609"/>
                  <a:pt x="598666" y="140820"/>
                  <a:pt x="596260" y="141956"/>
                </a:cubicBezTo>
                <a:cubicBezTo>
                  <a:pt x="592651" y="143694"/>
                  <a:pt x="588808" y="144562"/>
                  <a:pt x="584731" y="144562"/>
                </a:cubicBezTo>
                <a:cubicBezTo>
                  <a:pt x="578382" y="144562"/>
                  <a:pt x="573152" y="142390"/>
                  <a:pt x="569042" y="138046"/>
                </a:cubicBezTo>
                <a:cubicBezTo>
                  <a:pt x="564931" y="133702"/>
                  <a:pt x="562876" y="127988"/>
                  <a:pt x="562876" y="120903"/>
                </a:cubicBezTo>
                <a:cubicBezTo>
                  <a:pt x="562876" y="116425"/>
                  <a:pt x="563879" y="112549"/>
                  <a:pt x="565884" y="109274"/>
                </a:cubicBezTo>
                <a:cubicBezTo>
                  <a:pt x="568624" y="104729"/>
                  <a:pt x="573386" y="100452"/>
                  <a:pt x="580170" y="96442"/>
                </a:cubicBezTo>
                <a:cubicBezTo>
                  <a:pt x="586953" y="92432"/>
                  <a:pt x="598232" y="87553"/>
                  <a:pt x="614004" y="81805"/>
                </a:cubicBezTo>
                <a:lnTo>
                  <a:pt x="614004" y="78196"/>
                </a:lnTo>
                <a:cubicBezTo>
                  <a:pt x="614004" y="69040"/>
                  <a:pt x="612551" y="62757"/>
                  <a:pt x="609643" y="59349"/>
                </a:cubicBezTo>
                <a:cubicBezTo>
                  <a:pt x="606736" y="55940"/>
                  <a:pt x="602509" y="54236"/>
                  <a:pt x="596962" y="54236"/>
                </a:cubicBezTo>
                <a:cubicBezTo>
                  <a:pt x="592751" y="54236"/>
                  <a:pt x="589409" y="55368"/>
                  <a:pt x="586937" y="57632"/>
                </a:cubicBezTo>
                <a:cubicBezTo>
                  <a:pt x="584397" y="59896"/>
                  <a:pt x="583127" y="62493"/>
                  <a:pt x="583127" y="65423"/>
                </a:cubicBezTo>
                <a:lnTo>
                  <a:pt x="583328" y="71216"/>
                </a:lnTo>
                <a:cubicBezTo>
                  <a:pt x="583328" y="74278"/>
                  <a:pt x="582542" y="76641"/>
                  <a:pt x="580972" y="78306"/>
                </a:cubicBezTo>
                <a:cubicBezTo>
                  <a:pt x="579401" y="79970"/>
                  <a:pt x="577346" y="80803"/>
                  <a:pt x="574806" y="80803"/>
                </a:cubicBezTo>
                <a:cubicBezTo>
                  <a:pt x="572333" y="80803"/>
                  <a:pt x="570312" y="79937"/>
                  <a:pt x="568741" y="78205"/>
                </a:cubicBezTo>
                <a:cubicBezTo>
                  <a:pt x="567170" y="76472"/>
                  <a:pt x="566385" y="74106"/>
                  <a:pt x="566385" y="71106"/>
                </a:cubicBezTo>
                <a:cubicBezTo>
                  <a:pt x="566385" y="65377"/>
                  <a:pt x="569326" y="60114"/>
                  <a:pt x="575207" y="55317"/>
                </a:cubicBezTo>
                <a:cubicBezTo>
                  <a:pt x="581089" y="50519"/>
                  <a:pt x="589343" y="48121"/>
                  <a:pt x="599969" y="48121"/>
                </a:cubicBezTo>
                <a:cubicBezTo>
                  <a:pt x="608123" y="48121"/>
                  <a:pt x="614806" y="49489"/>
                  <a:pt x="620020" y="52225"/>
                </a:cubicBezTo>
                <a:cubicBezTo>
                  <a:pt x="623963" y="54294"/>
                  <a:pt x="626870" y="57533"/>
                  <a:pt x="628741" y="61940"/>
                </a:cubicBezTo>
                <a:cubicBezTo>
                  <a:pt x="629944" y="64809"/>
                  <a:pt x="630546" y="70683"/>
                  <a:pt x="630546" y="79562"/>
                </a:cubicBezTo>
                <a:lnTo>
                  <a:pt x="630546" y="110703"/>
                </a:lnTo>
                <a:cubicBezTo>
                  <a:pt x="630546" y="119447"/>
                  <a:pt x="630713" y="124805"/>
                  <a:pt x="631047" y="126774"/>
                </a:cubicBezTo>
                <a:cubicBezTo>
                  <a:pt x="631381" y="128744"/>
                  <a:pt x="631933" y="130063"/>
                  <a:pt x="632701" y="130731"/>
                </a:cubicBezTo>
                <a:cubicBezTo>
                  <a:pt x="633470" y="131397"/>
                  <a:pt x="634355" y="131730"/>
                  <a:pt x="635358" y="131730"/>
                </a:cubicBezTo>
                <a:cubicBezTo>
                  <a:pt x="636427" y="131730"/>
                  <a:pt x="637363" y="131496"/>
                  <a:pt x="638165" y="131029"/>
                </a:cubicBezTo>
                <a:cubicBezTo>
                  <a:pt x="639569" y="130160"/>
                  <a:pt x="642275" y="127720"/>
                  <a:pt x="646285" y="123710"/>
                </a:cubicBezTo>
                <a:lnTo>
                  <a:pt x="646285" y="129324"/>
                </a:lnTo>
                <a:cubicBezTo>
                  <a:pt x="638800" y="139349"/>
                  <a:pt x="631649" y="144362"/>
                  <a:pt x="624832" y="144362"/>
                </a:cubicBezTo>
                <a:cubicBezTo>
                  <a:pt x="621557" y="144362"/>
                  <a:pt x="618950" y="143226"/>
                  <a:pt x="617012" y="140953"/>
                </a:cubicBezTo>
                <a:cubicBezTo>
                  <a:pt x="615074" y="138681"/>
                  <a:pt x="614071" y="134805"/>
                  <a:pt x="614004" y="129324"/>
                </a:cubicBezTo>
                <a:moveTo>
                  <a:pt x="614004" y="122752"/>
                </a:moveTo>
                <a:lnTo>
                  <a:pt x="614004" y="87920"/>
                </a:lnTo>
                <a:cubicBezTo>
                  <a:pt x="603912" y="91912"/>
                  <a:pt x="597396" y="94740"/>
                  <a:pt x="594455" y="96404"/>
                </a:cubicBezTo>
                <a:cubicBezTo>
                  <a:pt x="589176" y="99332"/>
                  <a:pt x="585399" y="102393"/>
                  <a:pt x="583127" y="105587"/>
                </a:cubicBezTo>
                <a:cubicBezTo>
                  <a:pt x="580855" y="108780"/>
                  <a:pt x="579718" y="112273"/>
                  <a:pt x="579718" y="116066"/>
                </a:cubicBezTo>
                <a:cubicBezTo>
                  <a:pt x="579718" y="120857"/>
                  <a:pt x="581155" y="124833"/>
                  <a:pt x="584029" y="127993"/>
                </a:cubicBezTo>
                <a:cubicBezTo>
                  <a:pt x="586903" y="131153"/>
                  <a:pt x="590211" y="132733"/>
                  <a:pt x="593954" y="132733"/>
                </a:cubicBezTo>
                <a:cubicBezTo>
                  <a:pt x="599034" y="132733"/>
                  <a:pt x="605717" y="129406"/>
                  <a:pt x="614004" y="122752"/>
                </a:cubicBezTo>
                <a:close/>
                <a:moveTo>
                  <a:pt x="676225" y="0"/>
                </a:moveTo>
                <a:cubicBezTo>
                  <a:pt x="679032" y="0"/>
                  <a:pt x="681422" y="991"/>
                  <a:pt x="683393" y="2973"/>
                </a:cubicBezTo>
                <a:cubicBezTo>
                  <a:pt x="685365" y="4953"/>
                  <a:pt x="686351" y="7354"/>
                  <a:pt x="686351" y="10176"/>
                </a:cubicBezTo>
                <a:cubicBezTo>
                  <a:pt x="686351" y="12997"/>
                  <a:pt x="685365" y="15416"/>
                  <a:pt x="683393" y="17431"/>
                </a:cubicBezTo>
                <a:cubicBezTo>
                  <a:pt x="681422" y="19445"/>
                  <a:pt x="679032" y="20451"/>
                  <a:pt x="676225" y="20451"/>
                </a:cubicBezTo>
                <a:cubicBezTo>
                  <a:pt x="673418" y="20451"/>
                  <a:pt x="671012" y="19445"/>
                  <a:pt x="669007" y="17431"/>
                </a:cubicBezTo>
                <a:cubicBezTo>
                  <a:pt x="667002" y="15416"/>
                  <a:pt x="666000" y="12997"/>
                  <a:pt x="666000" y="10176"/>
                </a:cubicBezTo>
                <a:cubicBezTo>
                  <a:pt x="666000" y="7354"/>
                  <a:pt x="666985" y="4953"/>
                  <a:pt x="668957" y="2973"/>
                </a:cubicBezTo>
                <a:cubicBezTo>
                  <a:pt x="670929" y="991"/>
                  <a:pt x="673351" y="0"/>
                  <a:pt x="676225" y="0"/>
                </a:cubicBezTo>
                <a:moveTo>
                  <a:pt x="684546" y="48121"/>
                </a:moveTo>
                <a:lnTo>
                  <a:pt x="684546" y="121743"/>
                </a:lnTo>
                <a:cubicBezTo>
                  <a:pt x="684546" y="127478"/>
                  <a:pt x="684964" y="131296"/>
                  <a:pt x="685799" y="133196"/>
                </a:cubicBezTo>
                <a:cubicBezTo>
                  <a:pt x="686635" y="135097"/>
                  <a:pt x="687871" y="136514"/>
                  <a:pt x="689509" y="137448"/>
                </a:cubicBezTo>
                <a:cubicBezTo>
                  <a:pt x="691146" y="138381"/>
                  <a:pt x="694137" y="138848"/>
                  <a:pt x="698481" y="138848"/>
                </a:cubicBezTo>
                <a:lnTo>
                  <a:pt x="698481" y="142557"/>
                </a:lnTo>
                <a:lnTo>
                  <a:pt x="653869" y="142557"/>
                </a:lnTo>
                <a:lnTo>
                  <a:pt x="653869" y="138848"/>
                </a:lnTo>
                <a:cubicBezTo>
                  <a:pt x="658347" y="138848"/>
                  <a:pt x="661355" y="138415"/>
                  <a:pt x="662892" y="137548"/>
                </a:cubicBezTo>
                <a:cubicBezTo>
                  <a:pt x="664429" y="136681"/>
                  <a:pt x="665649" y="135247"/>
                  <a:pt x="666551" y="133247"/>
                </a:cubicBezTo>
                <a:cubicBezTo>
                  <a:pt x="667453" y="131246"/>
                  <a:pt x="667904" y="127411"/>
                  <a:pt x="667904" y="121743"/>
                </a:cubicBezTo>
                <a:lnTo>
                  <a:pt x="667904" y="86432"/>
                </a:lnTo>
                <a:cubicBezTo>
                  <a:pt x="667904" y="76495"/>
                  <a:pt x="667604" y="70060"/>
                  <a:pt x="667002" y="67128"/>
                </a:cubicBezTo>
                <a:cubicBezTo>
                  <a:pt x="666534" y="64993"/>
                  <a:pt x="665799" y="63509"/>
                  <a:pt x="664797" y="62676"/>
                </a:cubicBezTo>
                <a:cubicBezTo>
                  <a:pt x="663794" y="61843"/>
                  <a:pt x="662424" y="61426"/>
                  <a:pt x="660686" y="61426"/>
                </a:cubicBezTo>
                <a:cubicBezTo>
                  <a:pt x="658815" y="61426"/>
                  <a:pt x="656543" y="61926"/>
                  <a:pt x="653869" y="62927"/>
                </a:cubicBezTo>
                <a:lnTo>
                  <a:pt x="652466" y="59324"/>
                </a:lnTo>
                <a:lnTo>
                  <a:pt x="680135" y="48121"/>
                </a:lnTo>
                <a:lnTo>
                  <a:pt x="684546" y="48121"/>
                </a:lnTo>
                <a:close/>
                <a:moveTo>
                  <a:pt x="741647" y="0"/>
                </a:moveTo>
                <a:lnTo>
                  <a:pt x="741647" y="121718"/>
                </a:lnTo>
                <a:cubicBezTo>
                  <a:pt x="741647" y="127461"/>
                  <a:pt x="742065" y="131269"/>
                  <a:pt x="742900" y="133140"/>
                </a:cubicBezTo>
                <a:cubicBezTo>
                  <a:pt x="743735" y="135009"/>
                  <a:pt x="745022" y="136429"/>
                  <a:pt x="746760" y="137398"/>
                </a:cubicBezTo>
                <a:cubicBezTo>
                  <a:pt x="748497" y="138365"/>
                  <a:pt x="751739" y="138848"/>
                  <a:pt x="756484" y="138848"/>
                </a:cubicBezTo>
                <a:lnTo>
                  <a:pt x="756484" y="142557"/>
                </a:lnTo>
                <a:lnTo>
                  <a:pt x="711471" y="142557"/>
                </a:lnTo>
                <a:lnTo>
                  <a:pt x="711471" y="138848"/>
                </a:lnTo>
                <a:cubicBezTo>
                  <a:pt x="715682" y="138848"/>
                  <a:pt x="718556" y="138415"/>
                  <a:pt x="720093" y="137548"/>
                </a:cubicBezTo>
                <a:cubicBezTo>
                  <a:pt x="721630" y="136679"/>
                  <a:pt x="722833" y="135243"/>
                  <a:pt x="723702" y="133240"/>
                </a:cubicBezTo>
                <a:cubicBezTo>
                  <a:pt x="724571" y="131235"/>
                  <a:pt x="725005" y="127394"/>
                  <a:pt x="725005" y="121718"/>
                </a:cubicBezTo>
                <a:lnTo>
                  <a:pt x="725005" y="38368"/>
                </a:lnTo>
                <a:cubicBezTo>
                  <a:pt x="725005" y="28017"/>
                  <a:pt x="724771" y="21656"/>
                  <a:pt x="724303" y="19286"/>
                </a:cubicBezTo>
                <a:cubicBezTo>
                  <a:pt x="723835" y="16913"/>
                  <a:pt x="723084" y="15294"/>
                  <a:pt x="722048" y="14427"/>
                </a:cubicBezTo>
                <a:cubicBezTo>
                  <a:pt x="721012" y="13558"/>
                  <a:pt x="719692" y="13124"/>
                  <a:pt x="718088" y="13124"/>
                </a:cubicBezTo>
                <a:cubicBezTo>
                  <a:pt x="716350" y="13124"/>
                  <a:pt x="714145" y="13658"/>
                  <a:pt x="711471" y="14728"/>
                </a:cubicBezTo>
                <a:lnTo>
                  <a:pt x="709767" y="11219"/>
                </a:lnTo>
                <a:lnTo>
                  <a:pt x="737135" y="0"/>
                </a:lnTo>
                <a:lnTo>
                  <a:pt x="741647" y="0"/>
                </a:lnTo>
                <a:close/>
                <a:moveTo>
                  <a:pt x="819299" y="129324"/>
                </a:moveTo>
                <a:cubicBezTo>
                  <a:pt x="809875" y="136609"/>
                  <a:pt x="803960" y="140820"/>
                  <a:pt x="801554" y="141956"/>
                </a:cubicBezTo>
                <a:cubicBezTo>
                  <a:pt x="797945" y="143694"/>
                  <a:pt x="794102" y="144562"/>
                  <a:pt x="790025" y="144562"/>
                </a:cubicBezTo>
                <a:cubicBezTo>
                  <a:pt x="783676" y="144562"/>
                  <a:pt x="778446" y="142390"/>
                  <a:pt x="774336" y="138046"/>
                </a:cubicBezTo>
                <a:cubicBezTo>
                  <a:pt x="770226" y="133702"/>
                  <a:pt x="768170" y="127988"/>
                  <a:pt x="768170" y="120903"/>
                </a:cubicBezTo>
                <a:cubicBezTo>
                  <a:pt x="768170" y="116425"/>
                  <a:pt x="769173" y="112549"/>
                  <a:pt x="771178" y="109274"/>
                </a:cubicBezTo>
                <a:cubicBezTo>
                  <a:pt x="773918" y="104729"/>
                  <a:pt x="778680" y="100452"/>
                  <a:pt x="785464" y="96442"/>
                </a:cubicBezTo>
                <a:cubicBezTo>
                  <a:pt x="792247" y="92432"/>
                  <a:pt x="803526" y="87553"/>
                  <a:pt x="819299" y="81805"/>
                </a:cubicBezTo>
                <a:lnTo>
                  <a:pt x="819299" y="78196"/>
                </a:lnTo>
                <a:cubicBezTo>
                  <a:pt x="819299" y="69040"/>
                  <a:pt x="817845" y="62757"/>
                  <a:pt x="814938" y="59349"/>
                </a:cubicBezTo>
                <a:cubicBezTo>
                  <a:pt x="812030" y="55940"/>
                  <a:pt x="807803" y="54236"/>
                  <a:pt x="802256" y="54236"/>
                </a:cubicBezTo>
                <a:cubicBezTo>
                  <a:pt x="798045" y="54236"/>
                  <a:pt x="794704" y="55368"/>
                  <a:pt x="792231" y="57632"/>
                </a:cubicBezTo>
                <a:cubicBezTo>
                  <a:pt x="789691" y="59896"/>
                  <a:pt x="788421" y="62493"/>
                  <a:pt x="788421" y="65423"/>
                </a:cubicBezTo>
                <a:lnTo>
                  <a:pt x="788622" y="71216"/>
                </a:lnTo>
                <a:cubicBezTo>
                  <a:pt x="788622" y="74278"/>
                  <a:pt x="787836" y="76641"/>
                  <a:pt x="786266" y="78306"/>
                </a:cubicBezTo>
                <a:cubicBezTo>
                  <a:pt x="784695" y="79970"/>
                  <a:pt x="782640" y="80803"/>
                  <a:pt x="780100" y="80803"/>
                </a:cubicBezTo>
                <a:cubicBezTo>
                  <a:pt x="777628" y="80803"/>
                  <a:pt x="775606" y="79937"/>
                  <a:pt x="774035" y="78205"/>
                </a:cubicBezTo>
                <a:cubicBezTo>
                  <a:pt x="772465" y="76472"/>
                  <a:pt x="771679" y="74106"/>
                  <a:pt x="771679" y="71106"/>
                </a:cubicBezTo>
                <a:cubicBezTo>
                  <a:pt x="771679" y="65377"/>
                  <a:pt x="774620" y="60114"/>
                  <a:pt x="780501" y="55317"/>
                </a:cubicBezTo>
                <a:cubicBezTo>
                  <a:pt x="786383" y="50519"/>
                  <a:pt x="794637" y="48121"/>
                  <a:pt x="805263" y="48121"/>
                </a:cubicBezTo>
                <a:cubicBezTo>
                  <a:pt x="813417" y="48121"/>
                  <a:pt x="820101" y="49489"/>
                  <a:pt x="825314" y="52225"/>
                </a:cubicBezTo>
                <a:cubicBezTo>
                  <a:pt x="829257" y="54294"/>
                  <a:pt x="832164" y="57533"/>
                  <a:pt x="834036" y="61940"/>
                </a:cubicBezTo>
                <a:cubicBezTo>
                  <a:pt x="835239" y="64809"/>
                  <a:pt x="835840" y="70683"/>
                  <a:pt x="835840" y="79562"/>
                </a:cubicBezTo>
                <a:lnTo>
                  <a:pt x="835840" y="110703"/>
                </a:lnTo>
                <a:cubicBezTo>
                  <a:pt x="835840" y="119447"/>
                  <a:pt x="836007" y="124805"/>
                  <a:pt x="836341" y="126774"/>
                </a:cubicBezTo>
                <a:cubicBezTo>
                  <a:pt x="836676" y="128744"/>
                  <a:pt x="837227" y="130063"/>
                  <a:pt x="837996" y="130731"/>
                </a:cubicBezTo>
                <a:cubicBezTo>
                  <a:pt x="838764" y="131397"/>
                  <a:pt x="839650" y="131730"/>
                  <a:pt x="840652" y="131730"/>
                </a:cubicBezTo>
                <a:cubicBezTo>
                  <a:pt x="841722" y="131730"/>
                  <a:pt x="842657" y="131496"/>
                  <a:pt x="843459" y="131029"/>
                </a:cubicBezTo>
                <a:cubicBezTo>
                  <a:pt x="844863" y="130160"/>
                  <a:pt x="847570" y="127720"/>
                  <a:pt x="851580" y="123710"/>
                </a:cubicBezTo>
                <a:lnTo>
                  <a:pt x="851580" y="129324"/>
                </a:lnTo>
                <a:cubicBezTo>
                  <a:pt x="844094" y="139349"/>
                  <a:pt x="836943" y="144362"/>
                  <a:pt x="830126" y="144362"/>
                </a:cubicBezTo>
                <a:cubicBezTo>
                  <a:pt x="826851" y="144362"/>
                  <a:pt x="824244" y="143226"/>
                  <a:pt x="822306" y="140953"/>
                </a:cubicBezTo>
                <a:cubicBezTo>
                  <a:pt x="820368" y="138681"/>
                  <a:pt x="819365" y="134805"/>
                  <a:pt x="819299" y="129324"/>
                </a:cubicBezTo>
                <a:moveTo>
                  <a:pt x="819299" y="122752"/>
                </a:moveTo>
                <a:lnTo>
                  <a:pt x="819299" y="87920"/>
                </a:lnTo>
                <a:cubicBezTo>
                  <a:pt x="809207" y="91912"/>
                  <a:pt x="802690" y="94740"/>
                  <a:pt x="799750" y="96404"/>
                </a:cubicBezTo>
                <a:cubicBezTo>
                  <a:pt x="794470" y="99332"/>
                  <a:pt x="790694" y="102393"/>
                  <a:pt x="788421" y="105587"/>
                </a:cubicBezTo>
                <a:cubicBezTo>
                  <a:pt x="786149" y="108780"/>
                  <a:pt x="785013" y="112273"/>
                  <a:pt x="785013" y="116066"/>
                </a:cubicBezTo>
                <a:cubicBezTo>
                  <a:pt x="785013" y="120857"/>
                  <a:pt x="786450" y="124833"/>
                  <a:pt x="789324" y="127993"/>
                </a:cubicBezTo>
                <a:cubicBezTo>
                  <a:pt x="792197" y="131153"/>
                  <a:pt x="795506" y="132733"/>
                  <a:pt x="799248" y="132733"/>
                </a:cubicBezTo>
                <a:cubicBezTo>
                  <a:pt x="804328" y="132733"/>
                  <a:pt x="811011" y="129406"/>
                  <a:pt x="819299" y="122752"/>
                </a:cubicBezTo>
                <a:close/>
                <a:moveTo>
                  <a:pt x="883324" y="66667"/>
                </a:moveTo>
                <a:cubicBezTo>
                  <a:pt x="892213" y="54303"/>
                  <a:pt x="901804" y="48121"/>
                  <a:pt x="912097" y="48121"/>
                </a:cubicBezTo>
                <a:cubicBezTo>
                  <a:pt x="921520" y="48121"/>
                  <a:pt x="929741" y="52143"/>
                  <a:pt x="936758" y="60188"/>
                </a:cubicBezTo>
                <a:cubicBezTo>
                  <a:pt x="943776" y="68234"/>
                  <a:pt x="947285" y="79233"/>
                  <a:pt x="947285" y="93187"/>
                </a:cubicBezTo>
                <a:cubicBezTo>
                  <a:pt x="947285" y="109478"/>
                  <a:pt x="941871" y="122597"/>
                  <a:pt x="931044" y="132545"/>
                </a:cubicBezTo>
                <a:cubicBezTo>
                  <a:pt x="921754" y="141091"/>
                  <a:pt x="911395" y="145364"/>
                  <a:pt x="899966" y="145364"/>
                </a:cubicBezTo>
                <a:cubicBezTo>
                  <a:pt x="894619" y="145364"/>
                  <a:pt x="889189" y="144395"/>
                  <a:pt x="883675" y="142457"/>
                </a:cubicBezTo>
                <a:cubicBezTo>
                  <a:pt x="878161" y="140519"/>
                  <a:pt x="872531" y="137612"/>
                  <a:pt x="866783" y="133735"/>
                </a:cubicBezTo>
                <a:lnTo>
                  <a:pt x="866783" y="38597"/>
                </a:lnTo>
                <a:cubicBezTo>
                  <a:pt x="866783" y="28171"/>
                  <a:pt x="866532" y="21755"/>
                  <a:pt x="866031" y="19349"/>
                </a:cubicBezTo>
                <a:cubicBezTo>
                  <a:pt x="865530" y="16942"/>
                  <a:pt x="864744" y="15305"/>
                  <a:pt x="863675" y="14436"/>
                </a:cubicBezTo>
                <a:cubicBezTo>
                  <a:pt x="862606" y="13567"/>
                  <a:pt x="861269" y="13133"/>
                  <a:pt x="859665" y="13133"/>
                </a:cubicBezTo>
                <a:cubicBezTo>
                  <a:pt x="857794" y="13133"/>
                  <a:pt x="855454" y="13668"/>
                  <a:pt x="852647" y="14737"/>
                </a:cubicBezTo>
                <a:lnTo>
                  <a:pt x="851244" y="11228"/>
                </a:lnTo>
                <a:lnTo>
                  <a:pt x="878813" y="0"/>
                </a:lnTo>
                <a:lnTo>
                  <a:pt x="883324" y="0"/>
                </a:lnTo>
                <a:lnTo>
                  <a:pt x="883324" y="66667"/>
                </a:lnTo>
                <a:moveTo>
                  <a:pt x="883324" y="73055"/>
                </a:moveTo>
                <a:lnTo>
                  <a:pt x="883324" y="127849"/>
                </a:lnTo>
                <a:cubicBezTo>
                  <a:pt x="886733" y="131180"/>
                  <a:pt x="890258" y="133696"/>
                  <a:pt x="893901" y="135396"/>
                </a:cubicBezTo>
                <a:cubicBezTo>
                  <a:pt x="897543" y="137096"/>
                  <a:pt x="901269" y="137946"/>
                  <a:pt x="905079" y="137946"/>
                </a:cubicBezTo>
                <a:cubicBezTo>
                  <a:pt x="911161" y="137946"/>
                  <a:pt x="916825" y="134614"/>
                  <a:pt x="922072" y="127949"/>
                </a:cubicBezTo>
                <a:cubicBezTo>
                  <a:pt x="927318" y="121282"/>
                  <a:pt x="929941" y="111583"/>
                  <a:pt x="929941" y="98851"/>
                </a:cubicBezTo>
                <a:cubicBezTo>
                  <a:pt x="929941" y="87119"/>
                  <a:pt x="927318" y="78104"/>
                  <a:pt x="922072" y="71805"/>
                </a:cubicBezTo>
                <a:cubicBezTo>
                  <a:pt x="916825" y="65506"/>
                  <a:pt x="910860" y="62356"/>
                  <a:pt x="904177" y="62356"/>
                </a:cubicBezTo>
                <a:cubicBezTo>
                  <a:pt x="900634" y="62356"/>
                  <a:pt x="897092" y="63257"/>
                  <a:pt x="893550" y="65057"/>
                </a:cubicBezTo>
                <a:cubicBezTo>
                  <a:pt x="890877" y="66389"/>
                  <a:pt x="887468" y="69055"/>
                  <a:pt x="883324" y="73055"/>
                </a:cubicBezTo>
                <a:close/>
                <a:moveTo>
                  <a:pt x="992398" y="0"/>
                </a:moveTo>
                <a:lnTo>
                  <a:pt x="992398" y="121718"/>
                </a:lnTo>
                <a:cubicBezTo>
                  <a:pt x="992398" y="127461"/>
                  <a:pt x="992816" y="131269"/>
                  <a:pt x="993651" y="133140"/>
                </a:cubicBezTo>
                <a:cubicBezTo>
                  <a:pt x="994486" y="135009"/>
                  <a:pt x="995773" y="136429"/>
                  <a:pt x="997511" y="137398"/>
                </a:cubicBezTo>
                <a:cubicBezTo>
                  <a:pt x="999248" y="138365"/>
                  <a:pt x="1002490" y="138848"/>
                  <a:pt x="1007235" y="138848"/>
                </a:cubicBezTo>
                <a:lnTo>
                  <a:pt x="1007235" y="142557"/>
                </a:lnTo>
                <a:lnTo>
                  <a:pt x="962222" y="142557"/>
                </a:lnTo>
                <a:lnTo>
                  <a:pt x="962222" y="138848"/>
                </a:lnTo>
                <a:cubicBezTo>
                  <a:pt x="966433" y="138848"/>
                  <a:pt x="969307" y="138415"/>
                  <a:pt x="970844" y="137548"/>
                </a:cubicBezTo>
                <a:cubicBezTo>
                  <a:pt x="972381" y="136679"/>
                  <a:pt x="973584" y="135243"/>
                  <a:pt x="974453" y="133240"/>
                </a:cubicBezTo>
                <a:cubicBezTo>
                  <a:pt x="975322" y="131235"/>
                  <a:pt x="975756" y="127394"/>
                  <a:pt x="975756" y="121718"/>
                </a:cubicBezTo>
                <a:lnTo>
                  <a:pt x="975756" y="38368"/>
                </a:lnTo>
                <a:cubicBezTo>
                  <a:pt x="975756" y="28017"/>
                  <a:pt x="975522" y="21656"/>
                  <a:pt x="975054" y="19286"/>
                </a:cubicBezTo>
                <a:cubicBezTo>
                  <a:pt x="974587" y="16913"/>
                  <a:pt x="973835" y="15294"/>
                  <a:pt x="972799" y="14427"/>
                </a:cubicBezTo>
                <a:cubicBezTo>
                  <a:pt x="971763" y="13558"/>
                  <a:pt x="970443" y="13124"/>
                  <a:pt x="968839" y="13124"/>
                </a:cubicBezTo>
                <a:cubicBezTo>
                  <a:pt x="967101" y="13124"/>
                  <a:pt x="964896" y="13658"/>
                  <a:pt x="962222" y="14728"/>
                </a:cubicBezTo>
                <a:lnTo>
                  <a:pt x="960518" y="11219"/>
                </a:lnTo>
                <a:lnTo>
                  <a:pt x="987887" y="0"/>
                </a:lnTo>
                <a:lnTo>
                  <a:pt x="992398" y="0"/>
                </a:lnTo>
                <a:close/>
                <a:moveTo>
                  <a:pt x="1033458" y="85414"/>
                </a:moveTo>
                <a:cubicBezTo>
                  <a:pt x="1033391" y="99017"/>
                  <a:pt x="1036699" y="109686"/>
                  <a:pt x="1043383" y="117423"/>
                </a:cubicBezTo>
                <a:cubicBezTo>
                  <a:pt x="1050066" y="125157"/>
                  <a:pt x="1057919" y="129024"/>
                  <a:pt x="1066942" y="129024"/>
                </a:cubicBezTo>
                <a:cubicBezTo>
                  <a:pt x="1072957" y="129024"/>
                  <a:pt x="1078187" y="127369"/>
                  <a:pt x="1082631" y="124061"/>
                </a:cubicBezTo>
                <a:cubicBezTo>
                  <a:pt x="1087076" y="120753"/>
                  <a:pt x="1090802" y="115089"/>
                  <a:pt x="1093809" y="107068"/>
                </a:cubicBezTo>
                <a:lnTo>
                  <a:pt x="1096917" y="109073"/>
                </a:lnTo>
                <a:cubicBezTo>
                  <a:pt x="1095514" y="118230"/>
                  <a:pt x="1091437" y="126567"/>
                  <a:pt x="1084686" y="134086"/>
                </a:cubicBezTo>
                <a:cubicBezTo>
                  <a:pt x="1077936" y="141605"/>
                  <a:pt x="1069482" y="145364"/>
                  <a:pt x="1059323" y="145364"/>
                </a:cubicBezTo>
                <a:cubicBezTo>
                  <a:pt x="1048295" y="145364"/>
                  <a:pt x="1038855" y="141080"/>
                  <a:pt x="1031002" y="132510"/>
                </a:cubicBezTo>
                <a:cubicBezTo>
                  <a:pt x="1023149" y="123939"/>
                  <a:pt x="1019222" y="112416"/>
                  <a:pt x="1019222" y="97942"/>
                </a:cubicBezTo>
                <a:cubicBezTo>
                  <a:pt x="1019222" y="82270"/>
                  <a:pt x="1023249" y="70049"/>
                  <a:pt x="1031303" y="61279"/>
                </a:cubicBezTo>
                <a:cubicBezTo>
                  <a:pt x="1039356" y="52507"/>
                  <a:pt x="1049465" y="48121"/>
                  <a:pt x="1061629" y="48121"/>
                </a:cubicBezTo>
                <a:cubicBezTo>
                  <a:pt x="1071921" y="48121"/>
                  <a:pt x="1080376" y="51504"/>
                  <a:pt x="1086992" y="58271"/>
                </a:cubicBezTo>
                <a:cubicBezTo>
                  <a:pt x="1093609" y="65036"/>
                  <a:pt x="1096917" y="74084"/>
                  <a:pt x="1096917" y="85414"/>
                </a:cubicBezTo>
                <a:lnTo>
                  <a:pt x="1033458" y="85414"/>
                </a:lnTo>
                <a:moveTo>
                  <a:pt x="1033458" y="79600"/>
                </a:moveTo>
                <a:lnTo>
                  <a:pt x="1075965" y="79600"/>
                </a:lnTo>
                <a:cubicBezTo>
                  <a:pt x="1075630" y="73718"/>
                  <a:pt x="1074929" y="69574"/>
                  <a:pt x="1073859" y="67168"/>
                </a:cubicBezTo>
                <a:cubicBezTo>
                  <a:pt x="1072188" y="63426"/>
                  <a:pt x="1069699" y="60485"/>
                  <a:pt x="1066391" y="58346"/>
                </a:cubicBezTo>
                <a:cubicBezTo>
                  <a:pt x="1063082" y="56208"/>
                  <a:pt x="1059624" y="55138"/>
                  <a:pt x="1056015" y="55138"/>
                </a:cubicBezTo>
                <a:cubicBezTo>
                  <a:pt x="1050467" y="55138"/>
                  <a:pt x="1045505" y="57294"/>
                  <a:pt x="1041127" y="61604"/>
                </a:cubicBezTo>
                <a:cubicBezTo>
                  <a:pt x="1036750" y="65915"/>
                  <a:pt x="1034193" y="71914"/>
                  <a:pt x="1033458" y="79600"/>
                </a:cubicBezTo>
                <a:close/>
                <a:moveTo>
                  <a:pt x="1186943" y="20451"/>
                </a:moveTo>
                <a:lnTo>
                  <a:pt x="1186943" y="50727"/>
                </a:lnTo>
                <a:lnTo>
                  <a:pt x="1208397" y="50727"/>
                </a:lnTo>
                <a:lnTo>
                  <a:pt x="1208397" y="57745"/>
                </a:lnTo>
                <a:lnTo>
                  <a:pt x="1186943" y="57745"/>
                </a:lnTo>
                <a:lnTo>
                  <a:pt x="1186943" y="117213"/>
                </a:lnTo>
                <a:cubicBezTo>
                  <a:pt x="1186943" y="123155"/>
                  <a:pt x="1187795" y="127161"/>
                  <a:pt x="1189499" y="129230"/>
                </a:cubicBezTo>
                <a:cubicBezTo>
                  <a:pt x="1191203" y="131298"/>
                  <a:pt x="1193392" y="132332"/>
                  <a:pt x="1196066" y="132332"/>
                </a:cubicBezTo>
                <a:cubicBezTo>
                  <a:pt x="1198271" y="132332"/>
                  <a:pt x="1200410" y="131647"/>
                  <a:pt x="1202482" y="130277"/>
                </a:cubicBezTo>
                <a:cubicBezTo>
                  <a:pt x="1204554" y="128907"/>
                  <a:pt x="1206158" y="126885"/>
                  <a:pt x="1207294" y="124211"/>
                </a:cubicBezTo>
                <a:lnTo>
                  <a:pt x="1211204" y="124211"/>
                </a:lnTo>
                <a:cubicBezTo>
                  <a:pt x="1208864" y="130780"/>
                  <a:pt x="1205556" y="135748"/>
                  <a:pt x="1201279" y="139114"/>
                </a:cubicBezTo>
                <a:cubicBezTo>
                  <a:pt x="1197001" y="142479"/>
                  <a:pt x="1192590" y="144161"/>
                  <a:pt x="1188046" y="144161"/>
                </a:cubicBezTo>
                <a:cubicBezTo>
                  <a:pt x="1184971" y="144161"/>
                  <a:pt x="1181964" y="143308"/>
                  <a:pt x="1179023" y="141602"/>
                </a:cubicBezTo>
                <a:cubicBezTo>
                  <a:pt x="1176082" y="139896"/>
                  <a:pt x="1173910" y="137454"/>
                  <a:pt x="1172507" y="134277"/>
                </a:cubicBezTo>
                <a:cubicBezTo>
                  <a:pt x="1171103" y="131099"/>
                  <a:pt x="1170401" y="126197"/>
                  <a:pt x="1170401" y="119572"/>
                </a:cubicBezTo>
                <a:lnTo>
                  <a:pt x="1170401" y="57745"/>
                </a:lnTo>
                <a:lnTo>
                  <a:pt x="1155865" y="57745"/>
                </a:lnTo>
                <a:lnTo>
                  <a:pt x="1155865" y="54436"/>
                </a:lnTo>
                <a:cubicBezTo>
                  <a:pt x="1159541" y="52962"/>
                  <a:pt x="1163300" y="50465"/>
                  <a:pt x="1167143" y="46946"/>
                </a:cubicBezTo>
                <a:cubicBezTo>
                  <a:pt x="1170986" y="43427"/>
                  <a:pt x="1174411" y="39254"/>
                  <a:pt x="1177419" y="34427"/>
                </a:cubicBezTo>
                <a:cubicBezTo>
                  <a:pt x="1178956" y="31881"/>
                  <a:pt x="1181095" y="27222"/>
                  <a:pt x="1183835" y="20451"/>
                </a:cubicBezTo>
                <a:lnTo>
                  <a:pt x="1186943" y="20451"/>
                </a:lnTo>
                <a:close/>
                <a:moveTo>
                  <a:pt x="1262389" y="48121"/>
                </a:moveTo>
                <a:cubicBezTo>
                  <a:pt x="1276291" y="48121"/>
                  <a:pt x="1287452" y="53395"/>
                  <a:pt x="1295873" y="63945"/>
                </a:cubicBezTo>
                <a:cubicBezTo>
                  <a:pt x="1303024" y="72957"/>
                  <a:pt x="1306600" y="83306"/>
                  <a:pt x="1306600" y="94991"/>
                </a:cubicBezTo>
                <a:cubicBezTo>
                  <a:pt x="1306600" y="103204"/>
                  <a:pt x="1304628" y="111516"/>
                  <a:pt x="1300685" y="119929"/>
                </a:cubicBezTo>
                <a:cubicBezTo>
                  <a:pt x="1296742" y="128340"/>
                  <a:pt x="1291312" y="134681"/>
                  <a:pt x="1284394" y="138955"/>
                </a:cubicBezTo>
                <a:cubicBezTo>
                  <a:pt x="1277477" y="143228"/>
                  <a:pt x="1269774" y="145364"/>
                  <a:pt x="1261286" y="145364"/>
                </a:cubicBezTo>
                <a:cubicBezTo>
                  <a:pt x="1247452" y="145364"/>
                  <a:pt x="1236457" y="139856"/>
                  <a:pt x="1228304" y="128839"/>
                </a:cubicBezTo>
                <a:cubicBezTo>
                  <a:pt x="1221420" y="119559"/>
                  <a:pt x="1217978" y="109145"/>
                  <a:pt x="1217978" y="97595"/>
                </a:cubicBezTo>
                <a:cubicBezTo>
                  <a:pt x="1217978" y="89182"/>
                  <a:pt x="1220066" y="80819"/>
                  <a:pt x="1224243" y="72507"/>
                </a:cubicBezTo>
                <a:cubicBezTo>
                  <a:pt x="1228421" y="64194"/>
                  <a:pt x="1233918" y="58052"/>
                  <a:pt x="1240735" y="54079"/>
                </a:cubicBezTo>
                <a:cubicBezTo>
                  <a:pt x="1247552" y="50107"/>
                  <a:pt x="1254770" y="48121"/>
                  <a:pt x="1262389" y="48121"/>
                </a:cubicBezTo>
                <a:moveTo>
                  <a:pt x="1259281" y="54737"/>
                </a:moveTo>
                <a:cubicBezTo>
                  <a:pt x="1255739" y="54737"/>
                  <a:pt x="1252180" y="55789"/>
                  <a:pt x="1248605" y="57892"/>
                </a:cubicBezTo>
                <a:cubicBezTo>
                  <a:pt x="1245029" y="59995"/>
                  <a:pt x="1242138" y="63684"/>
                  <a:pt x="1239933" y="68957"/>
                </a:cubicBezTo>
                <a:cubicBezTo>
                  <a:pt x="1237727" y="74231"/>
                  <a:pt x="1236624" y="81006"/>
                  <a:pt x="1236624" y="89283"/>
                </a:cubicBezTo>
                <a:cubicBezTo>
                  <a:pt x="1236624" y="102633"/>
                  <a:pt x="1239281" y="114149"/>
                  <a:pt x="1244594" y="123829"/>
                </a:cubicBezTo>
                <a:cubicBezTo>
                  <a:pt x="1249908" y="133508"/>
                  <a:pt x="1256909" y="138347"/>
                  <a:pt x="1265597" y="138347"/>
                </a:cubicBezTo>
                <a:cubicBezTo>
                  <a:pt x="1272080" y="138347"/>
                  <a:pt x="1277427" y="135677"/>
                  <a:pt x="1281637" y="130336"/>
                </a:cubicBezTo>
                <a:cubicBezTo>
                  <a:pt x="1285848" y="124996"/>
                  <a:pt x="1287953" y="115817"/>
                  <a:pt x="1287953" y="102802"/>
                </a:cubicBezTo>
                <a:cubicBezTo>
                  <a:pt x="1287953" y="86513"/>
                  <a:pt x="1284444" y="73695"/>
                  <a:pt x="1277427" y="64349"/>
                </a:cubicBezTo>
                <a:cubicBezTo>
                  <a:pt x="1272682" y="57941"/>
                  <a:pt x="1266633" y="54737"/>
                  <a:pt x="1259281" y="547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adversaryduringattack">
            <a:extLst xmlns:a="http://schemas.openxmlformats.org/drawingml/2006/main">
              <a:ext uri="{FF2B5EF4-FFF2-40B4-BE49-F238E27FC236}">
                <a16:creationId xmlns:a16="http://schemas.microsoft.com/office/drawing/2014/main" id="{27AC0038-4FDE-4499-89B9-6FF7B253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60" y="4905316"/>
            <a:ext cx="1919798" cy="186869"/>
          </a:xfrm>
          <a:custGeom xmlns:a="http://schemas.openxmlformats.org/drawingml/2006/main">
            <a:pathLst>
              <a:path w="1919798" h="186869">
                <a:moveTo>
                  <a:pt x="51128" y="129324"/>
                </a:moveTo>
                <a:cubicBezTo>
                  <a:pt x="41705" y="136609"/>
                  <a:pt x="35790" y="140820"/>
                  <a:pt x="33384" y="141956"/>
                </a:cubicBezTo>
                <a:cubicBezTo>
                  <a:pt x="29775" y="143694"/>
                  <a:pt x="25932" y="144562"/>
                  <a:pt x="21855" y="144562"/>
                </a:cubicBezTo>
                <a:cubicBezTo>
                  <a:pt x="15506" y="144562"/>
                  <a:pt x="10276" y="142390"/>
                  <a:pt x="6165" y="138046"/>
                </a:cubicBezTo>
                <a:cubicBezTo>
                  <a:pt x="2055" y="133702"/>
                  <a:pt x="0" y="127988"/>
                  <a:pt x="0" y="120903"/>
                </a:cubicBezTo>
                <a:cubicBezTo>
                  <a:pt x="0" y="116425"/>
                  <a:pt x="1003" y="112549"/>
                  <a:pt x="3008" y="109274"/>
                </a:cubicBezTo>
                <a:cubicBezTo>
                  <a:pt x="5748" y="104729"/>
                  <a:pt x="10510" y="100452"/>
                  <a:pt x="17293" y="96442"/>
                </a:cubicBezTo>
                <a:cubicBezTo>
                  <a:pt x="24077" y="92432"/>
                  <a:pt x="35355" y="87553"/>
                  <a:pt x="51128" y="81805"/>
                </a:cubicBezTo>
                <a:lnTo>
                  <a:pt x="51128" y="78196"/>
                </a:lnTo>
                <a:cubicBezTo>
                  <a:pt x="51128" y="69040"/>
                  <a:pt x="49675" y="62757"/>
                  <a:pt x="46767" y="59349"/>
                </a:cubicBezTo>
                <a:cubicBezTo>
                  <a:pt x="43860" y="55940"/>
                  <a:pt x="39633" y="54236"/>
                  <a:pt x="34085" y="54236"/>
                </a:cubicBezTo>
                <a:cubicBezTo>
                  <a:pt x="29875" y="54236"/>
                  <a:pt x="26533" y="55368"/>
                  <a:pt x="24060" y="57632"/>
                </a:cubicBezTo>
                <a:cubicBezTo>
                  <a:pt x="21521" y="59896"/>
                  <a:pt x="20251" y="62493"/>
                  <a:pt x="20251" y="65423"/>
                </a:cubicBezTo>
                <a:lnTo>
                  <a:pt x="20451" y="71216"/>
                </a:lnTo>
                <a:cubicBezTo>
                  <a:pt x="20451" y="74278"/>
                  <a:pt x="19666" y="76641"/>
                  <a:pt x="18095" y="78306"/>
                </a:cubicBezTo>
                <a:cubicBezTo>
                  <a:pt x="16525" y="79970"/>
                  <a:pt x="14470" y="80803"/>
                  <a:pt x="11930" y="80803"/>
                </a:cubicBezTo>
                <a:cubicBezTo>
                  <a:pt x="9457" y="80803"/>
                  <a:pt x="7435" y="79937"/>
                  <a:pt x="5865" y="78205"/>
                </a:cubicBezTo>
                <a:cubicBezTo>
                  <a:pt x="4294" y="76472"/>
                  <a:pt x="3509" y="74106"/>
                  <a:pt x="3509" y="71106"/>
                </a:cubicBezTo>
                <a:cubicBezTo>
                  <a:pt x="3509" y="65377"/>
                  <a:pt x="6450" y="60114"/>
                  <a:pt x="12331" y="55317"/>
                </a:cubicBezTo>
                <a:cubicBezTo>
                  <a:pt x="18212" y="50519"/>
                  <a:pt x="26466" y="48121"/>
                  <a:pt x="37093" y="48121"/>
                </a:cubicBezTo>
                <a:cubicBezTo>
                  <a:pt x="45247" y="48121"/>
                  <a:pt x="51930" y="49489"/>
                  <a:pt x="57143" y="52225"/>
                </a:cubicBezTo>
                <a:cubicBezTo>
                  <a:pt x="61086" y="54294"/>
                  <a:pt x="63994" y="57533"/>
                  <a:pt x="65865" y="61940"/>
                </a:cubicBezTo>
                <a:cubicBezTo>
                  <a:pt x="67068" y="64809"/>
                  <a:pt x="67670" y="70683"/>
                  <a:pt x="67670" y="79562"/>
                </a:cubicBezTo>
                <a:lnTo>
                  <a:pt x="67670" y="110703"/>
                </a:lnTo>
                <a:cubicBezTo>
                  <a:pt x="67670" y="119447"/>
                  <a:pt x="67837" y="124805"/>
                  <a:pt x="68171" y="126774"/>
                </a:cubicBezTo>
                <a:cubicBezTo>
                  <a:pt x="68505" y="128744"/>
                  <a:pt x="69056" y="130063"/>
                  <a:pt x="69825" y="130731"/>
                </a:cubicBezTo>
                <a:cubicBezTo>
                  <a:pt x="70594" y="131397"/>
                  <a:pt x="71479" y="131730"/>
                  <a:pt x="72482" y="131730"/>
                </a:cubicBezTo>
                <a:cubicBezTo>
                  <a:pt x="73551" y="131730"/>
                  <a:pt x="74487" y="131496"/>
                  <a:pt x="75289" y="131029"/>
                </a:cubicBezTo>
                <a:cubicBezTo>
                  <a:pt x="76692" y="130160"/>
                  <a:pt x="79399" y="127720"/>
                  <a:pt x="83409" y="123710"/>
                </a:cubicBezTo>
                <a:lnTo>
                  <a:pt x="83409" y="129324"/>
                </a:lnTo>
                <a:cubicBezTo>
                  <a:pt x="75924" y="139349"/>
                  <a:pt x="68772" y="144362"/>
                  <a:pt x="61955" y="144362"/>
                </a:cubicBezTo>
                <a:cubicBezTo>
                  <a:pt x="58680" y="144362"/>
                  <a:pt x="56074" y="143226"/>
                  <a:pt x="54136" y="140953"/>
                </a:cubicBezTo>
                <a:cubicBezTo>
                  <a:pt x="52198" y="138681"/>
                  <a:pt x="51195" y="134805"/>
                  <a:pt x="51128" y="129324"/>
                </a:cubicBezTo>
                <a:moveTo>
                  <a:pt x="51128" y="122752"/>
                </a:moveTo>
                <a:lnTo>
                  <a:pt x="51128" y="87920"/>
                </a:lnTo>
                <a:cubicBezTo>
                  <a:pt x="41036" y="91912"/>
                  <a:pt x="34520" y="94740"/>
                  <a:pt x="31579" y="96404"/>
                </a:cubicBezTo>
                <a:cubicBezTo>
                  <a:pt x="26299" y="99332"/>
                  <a:pt x="22523" y="102393"/>
                  <a:pt x="20251" y="105587"/>
                </a:cubicBezTo>
                <a:cubicBezTo>
                  <a:pt x="17978" y="108780"/>
                  <a:pt x="16842" y="112273"/>
                  <a:pt x="16842" y="116066"/>
                </a:cubicBezTo>
                <a:cubicBezTo>
                  <a:pt x="16842" y="120857"/>
                  <a:pt x="18279" y="124833"/>
                  <a:pt x="21153" y="127993"/>
                </a:cubicBezTo>
                <a:cubicBezTo>
                  <a:pt x="24027" y="131153"/>
                  <a:pt x="27335" y="132733"/>
                  <a:pt x="31078" y="132733"/>
                </a:cubicBezTo>
                <a:cubicBezTo>
                  <a:pt x="36157" y="132733"/>
                  <a:pt x="42841" y="129406"/>
                  <a:pt x="51128" y="122752"/>
                </a:cubicBezTo>
                <a:close/>
                <a:moveTo>
                  <a:pt x="154853" y="132232"/>
                </a:moveTo>
                <a:cubicBezTo>
                  <a:pt x="150376" y="136910"/>
                  <a:pt x="145998" y="140268"/>
                  <a:pt x="141721" y="142307"/>
                </a:cubicBezTo>
                <a:cubicBezTo>
                  <a:pt x="137443" y="144345"/>
                  <a:pt x="132832" y="145364"/>
                  <a:pt x="127886" y="145364"/>
                </a:cubicBezTo>
                <a:cubicBezTo>
                  <a:pt x="117861" y="145364"/>
                  <a:pt x="109105" y="141180"/>
                  <a:pt x="101620" y="132811"/>
                </a:cubicBezTo>
                <a:cubicBezTo>
                  <a:pt x="94135" y="124440"/>
                  <a:pt x="90392" y="113684"/>
                  <a:pt x="90392" y="100543"/>
                </a:cubicBezTo>
                <a:cubicBezTo>
                  <a:pt x="90392" y="87404"/>
                  <a:pt x="94536" y="75382"/>
                  <a:pt x="102823" y="64477"/>
                </a:cubicBezTo>
                <a:cubicBezTo>
                  <a:pt x="111110" y="53573"/>
                  <a:pt x="121770" y="48121"/>
                  <a:pt x="134803" y="48121"/>
                </a:cubicBezTo>
                <a:cubicBezTo>
                  <a:pt x="142890" y="48121"/>
                  <a:pt x="149574" y="50694"/>
                  <a:pt x="154853" y="55840"/>
                </a:cubicBezTo>
                <a:lnTo>
                  <a:pt x="154853" y="38860"/>
                </a:lnTo>
                <a:cubicBezTo>
                  <a:pt x="154853" y="28323"/>
                  <a:pt x="154603" y="21846"/>
                  <a:pt x="154102" y="19430"/>
                </a:cubicBezTo>
                <a:cubicBezTo>
                  <a:pt x="153600" y="17014"/>
                  <a:pt x="152815" y="15370"/>
                  <a:pt x="151746" y="14499"/>
                </a:cubicBezTo>
                <a:cubicBezTo>
                  <a:pt x="150676" y="13626"/>
                  <a:pt x="149340" y="13189"/>
                  <a:pt x="147736" y="13189"/>
                </a:cubicBezTo>
                <a:cubicBezTo>
                  <a:pt x="145998" y="13189"/>
                  <a:pt x="143692" y="13726"/>
                  <a:pt x="140818" y="14800"/>
                </a:cubicBezTo>
                <a:lnTo>
                  <a:pt x="139515" y="11275"/>
                </a:lnTo>
                <a:lnTo>
                  <a:pt x="166884" y="0"/>
                </a:lnTo>
                <a:lnTo>
                  <a:pt x="171395" y="0"/>
                </a:lnTo>
                <a:lnTo>
                  <a:pt x="171395" y="106166"/>
                </a:lnTo>
                <a:cubicBezTo>
                  <a:pt x="171395" y="116927"/>
                  <a:pt x="171646" y="123493"/>
                  <a:pt x="172147" y="125866"/>
                </a:cubicBezTo>
                <a:cubicBezTo>
                  <a:pt x="172648" y="128238"/>
                  <a:pt x="173450" y="129892"/>
                  <a:pt x="174553" y="130828"/>
                </a:cubicBezTo>
                <a:cubicBezTo>
                  <a:pt x="175656" y="131764"/>
                  <a:pt x="176942" y="132232"/>
                  <a:pt x="178413" y="132232"/>
                </a:cubicBezTo>
                <a:cubicBezTo>
                  <a:pt x="180217" y="132232"/>
                  <a:pt x="182623" y="131663"/>
                  <a:pt x="185631" y="130527"/>
                </a:cubicBezTo>
                <a:lnTo>
                  <a:pt x="186733" y="134036"/>
                </a:lnTo>
                <a:lnTo>
                  <a:pt x="159465" y="145364"/>
                </a:lnTo>
                <a:lnTo>
                  <a:pt x="154853" y="145364"/>
                </a:lnTo>
                <a:lnTo>
                  <a:pt x="154853" y="132232"/>
                </a:lnTo>
                <a:moveTo>
                  <a:pt x="154853" y="125236"/>
                </a:moveTo>
                <a:lnTo>
                  <a:pt x="154853" y="78036"/>
                </a:lnTo>
                <a:cubicBezTo>
                  <a:pt x="154452" y="73502"/>
                  <a:pt x="153249" y="69369"/>
                  <a:pt x="151244" y="65636"/>
                </a:cubicBezTo>
                <a:cubicBezTo>
                  <a:pt x="149239" y="61902"/>
                  <a:pt x="146583" y="59086"/>
                  <a:pt x="143274" y="57187"/>
                </a:cubicBezTo>
                <a:cubicBezTo>
                  <a:pt x="139966" y="55287"/>
                  <a:pt x="136741" y="54336"/>
                  <a:pt x="133600" y="54336"/>
                </a:cubicBezTo>
                <a:cubicBezTo>
                  <a:pt x="127719" y="54336"/>
                  <a:pt x="122472" y="56970"/>
                  <a:pt x="117861" y="62237"/>
                </a:cubicBezTo>
                <a:cubicBezTo>
                  <a:pt x="111779" y="69169"/>
                  <a:pt x="108738" y="79302"/>
                  <a:pt x="108738" y="92635"/>
                </a:cubicBezTo>
                <a:cubicBezTo>
                  <a:pt x="108738" y="106103"/>
                  <a:pt x="111679" y="116420"/>
                  <a:pt x="117560" y="123588"/>
                </a:cubicBezTo>
                <a:cubicBezTo>
                  <a:pt x="123441" y="130754"/>
                  <a:pt x="129991" y="134337"/>
                  <a:pt x="137209" y="134337"/>
                </a:cubicBezTo>
                <a:cubicBezTo>
                  <a:pt x="143291" y="134337"/>
                  <a:pt x="149173" y="131303"/>
                  <a:pt x="154853" y="125236"/>
                </a:cubicBezTo>
                <a:close/>
                <a:moveTo>
                  <a:pt x="187936" y="50727"/>
                </a:moveTo>
                <a:lnTo>
                  <a:pt x="231144" y="50727"/>
                </a:lnTo>
                <a:lnTo>
                  <a:pt x="231144" y="54436"/>
                </a:lnTo>
                <a:lnTo>
                  <a:pt x="228337" y="54436"/>
                </a:lnTo>
                <a:cubicBezTo>
                  <a:pt x="225731" y="54436"/>
                  <a:pt x="223743" y="55071"/>
                  <a:pt x="222372" y="56341"/>
                </a:cubicBezTo>
                <a:cubicBezTo>
                  <a:pt x="221002" y="57611"/>
                  <a:pt x="220317" y="59315"/>
                  <a:pt x="220317" y="61454"/>
                </a:cubicBezTo>
                <a:cubicBezTo>
                  <a:pt x="220317" y="63793"/>
                  <a:pt x="221019" y="66567"/>
                  <a:pt x="222423" y="69775"/>
                </a:cubicBezTo>
                <a:lnTo>
                  <a:pt x="243776" y="120502"/>
                </a:lnTo>
                <a:lnTo>
                  <a:pt x="265230" y="67870"/>
                </a:lnTo>
                <a:cubicBezTo>
                  <a:pt x="266767" y="64127"/>
                  <a:pt x="267536" y="61287"/>
                  <a:pt x="267536" y="59349"/>
                </a:cubicBezTo>
                <a:cubicBezTo>
                  <a:pt x="267536" y="58413"/>
                  <a:pt x="267268" y="57645"/>
                  <a:pt x="266734" y="57043"/>
                </a:cubicBezTo>
                <a:cubicBezTo>
                  <a:pt x="265999" y="56041"/>
                  <a:pt x="265063" y="55355"/>
                  <a:pt x="263927" y="54988"/>
                </a:cubicBezTo>
                <a:cubicBezTo>
                  <a:pt x="262790" y="54620"/>
                  <a:pt x="260485" y="54436"/>
                  <a:pt x="257009" y="54436"/>
                </a:cubicBezTo>
                <a:lnTo>
                  <a:pt x="257009" y="50727"/>
                </a:lnTo>
                <a:lnTo>
                  <a:pt x="286984" y="50727"/>
                </a:lnTo>
                <a:lnTo>
                  <a:pt x="286984" y="54436"/>
                </a:lnTo>
                <a:cubicBezTo>
                  <a:pt x="283509" y="54704"/>
                  <a:pt x="281103" y="55406"/>
                  <a:pt x="279766" y="56542"/>
                </a:cubicBezTo>
                <a:cubicBezTo>
                  <a:pt x="277427" y="58547"/>
                  <a:pt x="275322" y="61889"/>
                  <a:pt x="273451" y="66567"/>
                </a:cubicBezTo>
                <a:lnTo>
                  <a:pt x="240869" y="145364"/>
                </a:lnTo>
                <a:lnTo>
                  <a:pt x="236759" y="145364"/>
                </a:lnTo>
                <a:lnTo>
                  <a:pt x="203976" y="67870"/>
                </a:lnTo>
                <a:cubicBezTo>
                  <a:pt x="202506" y="64261"/>
                  <a:pt x="201102" y="61671"/>
                  <a:pt x="199766" y="60101"/>
                </a:cubicBezTo>
                <a:cubicBezTo>
                  <a:pt x="198429" y="58530"/>
                  <a:pt x="196725" y="57210"/>
                  <a:pt x="194653" y="56141"/>
                </a:cubicBezTo>
                <a:cubicBezTo>
                  <a:pt x="193517" y="55539"/>
                  <a:pt x="191278" y="54971"/>
                  <a:pt x="187936" y="54436"/>
                </a:cubicBezTo>
                <a:lnTo>
                  <a:pt x="187936" y="50727"/>
                </a:lnTo>
                <a:close/>
                <a:moveTo>
                  <a:pt x="310744" y="85414"/>
                </a:moveTo>
                <a:cubicBezTo>
                  <a:pt x="310677" y="99017"/>
                  <a:pt x="313986" y="109686"/>
                  <a:pt x="320669" y="117423"/>
                </a:cubicBezTo>
                <a:cubicBezTo>
                  <a:pt x="327352" y="125157"/>
                  <a:pt x="335205" y="129024"/>
                  <a:pt x="344228" y="129024"/>
                </a:cubicBezTo>
                <a:cubicBezTo>
                  <a:pt x="350243" y="129024"/>
                  <a:pt x="355473" y="127369"/>
                  <a:pt x="359917" y="124061"/>
                </a:cubicBezTo>
                <a:cubicBezTo>
                  <a:pt x="364362" y="120753"/>
                  <a:pt x="368088" y="115089"/>
                  <a:pt x="371095" y="107068"/>
                </a:cubicBezTo>
                <a:lnTo>
                  <a:pt x="374203" y="109073"/>
                </a:lnTo>
                <a:cubicBezTo>
                  <a:pt x="372800" y="118230"/>
                  <a:pt x="368723" y="126567"/>
                  <a:pt x="361972" y="134086"/>
                </a:cubicBezTo>
                <a:cubicBezTo>
                  <a:pt x="355222" y="141605"/>
                  <a:pt x="346768" y="145364"/>
                  <a:pt x="336609" y="145364"/>
                </a:cubicBezTo>
                <a:cubicBezTo>
                  <a:pt x="325581" y="145364"/>
                  <a:pt x="316141" y="141080"/>
                  <a:pt x="308288" y="132510"/>
                </a:cubicBezTo>
                <a:cubicBezTo>
                  <a:pt x="300435" y="123939"/>
                  <a:pt x="296508" y="112416"/>
                  <a:pt x="296508" y="97942"/>
                </a:cubicBezTo>
                <a:cubicBezTo>
                  <a:pt x="296508" y="82270"/>
                  <a:pt x="300535" y="70049"/>
                  <a:pt x="308589" y="61279"/>
                </a:cubicBezTo>
                <a:cubicBezTo>
                  <a:pt x="316642" y="52507"/>
                  <a:pt x="326751" y="48121"/>
                  <a:pt x="338915" y="48121"/>
                </a:cubicBezTo>
                <a:cubicBezTo>
                  <a:pt x="349207" y="48121"/>
                  <a:pt x="357662" y="51504"/>
                  <a:pt x="364278" y="58271"/>
                </a:cubicBezTo>
                <a:cubicBezTo>
                  <a:pt x="370895" y="65036"/>
                  <a:pt x="374203" y="74084"/>
                  <a:pt x="374203" y="85414"/>
                </a:cubicBezTo>
                <a:lnTo>
                  <a:pt x="310744" y="85414"/>
                </a:lnTo>
                <a:moveTo>
                  <a:pt x="310744" y="79600"/>
                </a:moveTo>
                <a:lnTo>
                  <a:pt x="353251" y="79600"/>
                </a:lnTo>
                <a:cubicBezTo>
                  <a:pt x="352916" y="73718"/>
                  <a:pt x="352215" y="69574"/>
                  <a:pt x="351145" y="67168"/>
                </a:cubicBezTo>
                <a:cubicBezTo>
                  <a:pt x="349474" y="63426"/>
                  <a:pt x="346985" y="60485"/>
                  <a:pt x="343677" y="58346"/>
                </a:cubicBezTo>
                <a:cubicBezTo>
                  <a:pt x="340368" y="56208"/>
                  <a:pt x="336910" y="55138"/>
                  <a:pt x="333301" y="55138"/>
                </a:cubicBezTo>
                <a:cubicBezTo>
                  <a:pt x="327753" y="55138"/>
                  <a:pt x="322791" y="57294"/>
                  <a:pt x="318413" y="61604"/>
                </a:cubicBezTo>
                <a:cubicBezTo>
                  <a:pt x="314036" y="65915"/>
                  <a:pt x="311479" y="71914"/>
                  <a:pt x="310744" y="79600"/>
                </a:cubicBezTo>
                <a:close/>
                <a:moveTo>
                  <a:pt x="413066" y="48121"/>
                </a:moveTo>
                <a:lnTo>
                  <a:pt x="413066" y="68772"/>
                </a:lnTo>
                <a:cubicBezTo>
                  <a:pt x="420752" y="55005"/>
                  <a:pt x="428638" y="48121"/>
                  <a:pt x="436725" y="48121"/>
                </a:cubicBezTo>
                <a:cubicBezTo>
                  <a:pt x="440401" y="48121"/>
                  <a:pt x="443442" y="49240"/>
                  <a:pt x="445848" y="51479"/>
                </a:cubicBezTo>
                <a:cubicBezTo>
                  <a:pt x="448254" y="53718"/>
                  <a:pt x="449457" y="56308"/>
                  <a:pt x="449457" y="59249"/>
                </a:cubicBezTo>
                <a:cubicBezTo>
                  <a:pt x="449457" y="61855"/>
                  <a:pt x="448588" y="64061"/>
                  <a:pt x="446851" y="65865"/>
                </a:cubicBezTo>
                <a:cubicBezTo>
                  <a:pt x="445113" y="67670"/>
                  <a:pt x="443041" y="68572"/>
                  <a:pt x="440635" y="68572"/>
                </a:cubicBezTo>
                <a:cubicBezTo>
                  <a:pt x="438296" y="68572"/>
                  <a:pt x="435673" y="67419"/>
                  <a:pt x="432765" y="65113"/>
                </a:cubicBezTo>
                <a:cubicBezTo>
                  <a:pt x="429858" y="62807"/>
                  <a:pt x="427703" y="61655"/>
                  <a:pt x="426299" y="61655"/>
                </a:cubicBezTo>
                <a:cubicBezTo>
                  <a:pt x="425096" y="61655"/>
                  <a:pt x="423793" y="62321"/>
                  <a:pt x="422389" y="63653"/>
                </a:cubicBezTo>
                <a:cubicBezTo>
                  <a:pt x="419382" y="66387"/>
                  <a:pt x="416274" y="70887"/>
                  <a:pt x="413066" y="77153"/>
                </a:cubicBezTo>
                <a:lnTo>
                  <a:pt x="413066" y="121050"/>
                </a:lnTo>
                <a:cubicBezTo>
                  <a:pt x="413066" y="126115"/>
                  <a:pt x="413701" y="129948"/>
                  <a:pt x="414971" y="132548"/>
                </a:cubicBezTo>
                <a:cubicBezTo>
                  <a:pt x="415840" y="134348"/>
                  <a:pt x="417377" y="135849"/>
                  <a:pt x="419582" y="137050"/>
                </a:cubicBezTo>
                <a:cubicBezTo>
                  <a:pt x="421788" y="138249"/>
                  <a:pt x="424963" y="138848"/>
                  <a:pt x="429106" y="138848"/>
                </a:cubicBezTo>
                <a:lnTo>
                  <a:pt x="429106" y="142557"/>
                </a:lnTo>
                <a:lnTo>
                  <a:pt x="382088" y="142557"/>
                </a:lnTo>
                <a:lnTo>
                  <a:pt x="382088" y="138848"/>
                </a:lnTo>
                <a:cubicBezTo>
                  <a:pt x="386767" y="138848"/>
                  <a:pt x="390242" y="138115"/>
                  <a:pt x="392515" y="136649"/>
                </a:cubicBezTo>
                <a:cubicBezTo>
                  <a:pt x="394185" y="135582"/>
                  <a:pt x="395355" y="133880"/>
                  <a:pt x="396023" y="131545"/>
                </a:cubicBezTo>
                <a:cubicBezTo>
                  <a:pt x="396357" y="130411"/>
                  <a:pt x="396525" y="127177"/>
                  <a:pt x="396525" y="121843"/>
                </a:cubicBezTo>
                <a:lnTo>
                  <a:pt x="396525" y="86332"/>
                </a:lnTo>
                <a:cubicBezTo>
                  <a:pt x="396525" y="75662"/>
                  <a:pt x="396307" y="69310"/>
                  <a:pt x="395873" y="67278"/>
                </a:cubicBezTo>
                <a:cubicBezTo>
                  <a:pt x="395439" y="65244"/>
                  <a:pt x="394637" y="63760"/>
                  <a:pt x="393467" y="62826"/>
                </a:cubicBezTo>
                <a:cubicBezTo>
                  <a:pt x="392297" y="61893"/>
                  <a:pt x="390844" y="61426"/>
                  <a:pt x="389106" y="61426"/>
                </a:cubicBezTo>
                <a:cubicBezTo>
                  <a:pt x="387034" y="61426"/>
                  <a:pt x="384695" y="61926"/>
                  <a:pt x="382088" y="62927"/>
                </a:cubicBezTo>
                <a:lnTo>
                  <a:pt x="381086" y="59324"/>
                </a:lnTo>
                <a:lnTo>
                  <a:pt x="408855" y="48121"/>
                </a:lnTo>
                <a:lnTo>
                  <a:pt x="413066" y="48121"/>
                </a:lnTo>
                <a:close/>
                <a:moveTo>
                  <a:pt x="513979" y="48121"/>
                </a:moveTo>
                <a:lnTo>
                  <a:pt x="513979" y="79199"/>
                </a:lnTo>
                <a:lnTo>
                  <a:pt x="510670" y="79199"/>
                </a:lnTo>
                <a:cubicBezTo>
                  <a:pt x="508131" y="69451"/>
                  <a:pt x="504872" y="62821"/>
                  <a:pt x="500896" y="59308"/>
                </a:cubicBezTo>
                <a:cubicBezTo>
                  <a:pt x="496919" y="55793"/>
                  <a:pt x="491856" y="54035"/>
                  <a:pt x="485708" y="54035"/>
                </a:cubicBezTo>
                <a:cubicBezTo>
                  <a:pt x="481029" y="54035"/>
                  <a:pt x="477253" y="55271"/>
                  <a:pt x="474379" y="57742"/>
                </a:cubicBezTo>
                <a:cubicBezTo>
                  <a:pt x="471505" y="60210"/>
                  <a:pt x="470069" y="62947"/>
                  <a:pt x="470069" y="65953"/>
                </a:cubicBezTo>
                <a:cubicBezTo>
                  <a:pt x="470069" y="69691"/>
                  <a:pt x="471138" y="72895"/>
                  <a:pt x="473277" y="75564"/>
                </a:cubicBezTo>
                <a:cubicBezTo>
                  <a:pt x="475348" y="78303"/>
                  <a:pt x="479559" y="81207"/>
                  <a:pt x="485908" y="84277"/>
                </a:cubicBezTo>
                <a:lnTo>
                  <a:pt x="500545" y="91389"/>
                </a:lnTo>
                <a:cubicBezTo>
                  <a:pt x="514112" y="97997"/>
                  <a:pt x="520896" y="106709"/>
                  <a:pt x="520896" y="117526"/>
                </a:cubicBezTo>
                <a:cubicBezTo>
                  <a:pt x="520896" y="125870"/>
                  <a:pt x="517738" y="132596"/>
                  <a:pt x="511422" y="137705"/>
                </a:cubicBezTo>
                <a:cubicBezTo>
                  <a:pt x="505106" y="142811"/>
                  <a:pt x="498039" y="145364"/>
                  <a:pt x="490219" y="145364"/>
                </a:cubicBezTo>
                <a:cubicBezTo>
                  <a:pt x="484605" y="145364"/>
                  <a:pt x="478189" y="144362"/>
                  <a:pt x="470971" y="142357"/>
                </a:cubicBezTo>
                <a:cubicBezTo>
                  <a:pt x="468765" y="141689"/>
                  <a:pt x="466961" y="141354"/>
                  <a:pt x="465557" y="141354"/>
                </a:cubicBezTo>
                <a:cubicBezTo>
                  <a:pt x="464020" y="141354"/>
                  <a:pt x="462817" y="142223"/>
                  <a:pt x="461948" y="143961"/>
                </a:cubicBezTo>
                <a:lnTo>
                  <a:pt x="458640" y="143961"/>
                </a:lnTo>
                <a:lnTo>
                  <a:pt x="458640" y="111079"/>
                </a:lnTo>
                <a:lnTo>
                  <a:pt x="461948" y="111079"/>
                </a:lnTo>
                <a:cubicBezTo>
                  <a:pt x="463820" y="120469"/>
                  <a:pt x="467395" y="127545"/>
                  <a:pt x="472675" y="132307"/>
                </a:cubicBezTo>
                <a:cubicBezTo>
                  <a:pt x="477955" y="137069"/>
                  <a:pt x="483870" y="139450"/>
                  <a:pt x="490420" y="139450"/>
                </a:cubicBezTo>
                <a:cubicBezTo>
                  <a:pt x="495031" y="139450"/>
                  <a:pt x="498791" y="138098"/>
                  <a:pt x="501698" y="135396"/>
                </a:cubicBezTo>
                <a:cubicBezTo>
                  <a:pt x="504605" y="132691"/>
                  <a:pt x="506059" y="129436"/>
                  <a:pt x="506059" y="125631"/>
                </a:cubicBezTo>
                <a:cubicBezTo>
                  <a:pt x="506059" y="121023"/>
                  <a:pt x="504438" y="117151"/>
                  <a:pt x="501197" y="114014"/>
                </a:cubicBezTo>
                <a:cubicBezTo>
                  <a:pt x="497955" y="110877"/>
                  <a:pt x="491489" y="106906"/>
                  <a:pt x="481798" y="102100"/>
                </a:cubicBezTo>
                <a:cubicBezTo>
                  <a:pt x="472107" y="97292"/>
                  <a:pt x="465758" y="92952"/>
                  <a:pt x="462750" y="89080"/>
                </a:cubicBezTo>
                <a:cubicBezTo>
                  <a:pt x="459743" y="85274"/>
                  <a:pt x="458239" y="80467"/>
                  <a:pt x="458239" y="74659"/>
                </a:cubicBezTo>
                <a:cubicBezTo>
                  <a:pt x="458239" y="67115"/>
                  <a:pt x="460829" y="60807"/>
                  <a:pt x="466008" y="55733"/>
                </a:cubicBezTo>
                <a:cubicBezTo>
                  <a:pt x="471188" y="50658"/>
                  <a:pt x="477888" y="48121"/>
                  <a:pt x="486109" y="48121"/>
                </a:cubicBezTo>
                <a:cubicBezTo>
                  <a:pt x="489718" y="48121"/>
                  <a:pt x="494095" y="48889"/>
                  <a:pt x="499242" y="50426"/>
                </a:cubicBezTo>
                <a:cubicBezTo>
                  <a:pt x="502650" y="51429"/>
                  <a:pt x="504923" y="51930"/>
                  <a:pt x="506059" y="51930"/>
                </a:cubicBezTo>
                <a:cubicBezTo>
                  <a:pt x="507128" y="51930"/>
                  <a:pt x="507964" y="51696"/>
                  <a:pt x="508565" y="51228"/>
                </a:cubicBezTo>
                <a:cubicBezTo>
                  <a:pt x="509167" y="50761"/>
                  <a:pt x="509868" y="49725"/>
                  <a:pt x="510670" y="48121"/>
                </a:cubicBezTo>
                <a:lnTo>
                  <a:pt x="513979" y="48121"/>
                </a:lnTo>
                <a:close/>
                <a:moveTo>
                  <a:pt x="586323" y="129324"/>
                </a:moveTo>
                <a:cubicBezTo>
                  <a:pt x="576899" y="136609"/>
                  <a:pt x="570984" y="140820"/>
                  <a:pt x="568578" y="141956"/>
                </a:cubicBezTo>
                <a:cubicBezTo>
                  <a:pt x="564969" y="143694"/>
                  <a:pt x="561126" y="144562"/>
                  <a:pt x="557049" y="144562"/>
                </a:cubicBezTo>
                <a:cubicBezTo>
                  <a:pt x="550700" y="144562"/>
                  <a:pt x="545470" y="142390"/>
                  <a:pt x="541360" y="138046"/>
                </a:cubicBezTo>
                <a:cubicBezTo>
                  <a:pt x="537250" y="133702"/>
                  <a:pt x="535195" y="127988"/>
                  <a:pt x="535195" y="120903"/>
                </a:cubicBezTo>
                <a:cubicBezTo>
                  <a:pt x="535195" y="116425"/>
                  <a:pt x="536197" y="112549"/>
                  <a:pt x="538202" y="109274"/>
                </a:cubicBezTo>
                <a:cubicBezTo>
                  <a:pt x="540942" y="104729"/>
                  <a:pt x="545704" y="100452"/>
                  <a:pt x="552488" y="96442"/>
                </a:cubicBezTo>
                <a:cubicBezTo>
                  <a:pt x="559272" y="92432"/>
                  <a:pt x="570550" y="87553"/>
                  <a:pt x="586323" y="81805"/>
                </a:cubicBezTo>
                <a:lnTo>
                  <a:pt x="586323" y="78196"/>
                </a:lnTo>
                <a:cubicBezTo>
                  <a:pt x="586323" y="69040"/>
                  <a:pt x="584869" y="62757"/>
                  <a:pt x="581962" y="59349"/>
                </a:cubicBezTo>
                <a:cubicBezTo>
                  <a:pt x="579055" y="55940"/>
                  <a:pt x="574827" y="54236"/>
                  <a:pt x="569280" y="54236"/>
                </a:cubicBezTo>
                <a:cubicBezTo>
                  <a:pt x="565070" y="54236"/>
                  <a:pt x="561728" y="55368"/>
                  <a:pt x="559255" y="57632"/>
                </a:cubicBezTo>
                <a:cubicBezTo>
                  <a:pt x="556715" y="59896"/>
                  <a:pt x="555445" y="62493"/>
                  <a:pt x="555445" y="65423"/>
                </a:cubicBezTo>
                <a:lnTo>
                  <a:pt x="555646" y="71216"/>
                </a:lnTo>
                <a:cubicBezTo>
                  <a:pt x="555646" y="74278"/>
                  <a:pt x="554861" y="76641"/>
                  <a:pt x="553290" y="78306"/>
                </a:cubicBezTo>
                <a:cubicBezTo>
                  <a:pt x="551719" y="79970"/>
                  <a:pt x="549664" y="80803"/>
                  <a:pt x="547125" y="80803"/>
                </a:cubicBezTo>
                <a:cubicBezTo>
                  <a:pt x="544652" y="80803"/>
                  <a:pt x="542630" y="79937"/>
                  <a:pt x="541059" y="78205"/>
                </a:cubicBezTo>
                <a:cubicBezTo>
                  <a:pt x="539489" y="76472"/>
                  <a:pt x="538703" y="74106"/>
                  <a:pt x="538703" y="71106"/>
                </a:cubicBezTo>
                <a:cubicBezTo>
                  <a:pt x="538703" y="65377"/>
                  <a:pt x="541644" y="60114"/>
                  <a:pt x="547526" y="55317"/>
                </a:cubicBezTo>
                <a:cubicBezTo>
                  <a:pt x="553407" y="50519"/>
                  <a:pt x="561661" y="48121"/>
                  <a:pt x="572288" y="48121"/>
                </a:cubicBezTo>
                <a:cubicBezTo>
                  <a:pt x="580441" y="48121"/>
                  <a:pt x="587125" y="49489"/>
                  <a:pt x="592338" y="52225"/>
                </a:cubicBezTo>
                <a:cubicBezTo>
                  <a:pt x="596281" y="54294"/>
                  <a:pt x="599188" y="57533"/>
                  <a:pt x="601060" y="61940"/>
                </a:cubicBezTo>
                <a:cubicBezTo>
                  <a:pt x="602263" y="64809"/>
                  <a:pt x="602864" y="70683"/>
                  <a:pt x="602864" y="79562"/>
                </a:cubicBezTo>
                <a:lnTo>
                  <a:pt x="602864" y="110703"/>
                </a:lnTo>
                <a:cubicBezTo>
                  <a:pt x="602864" y="119447"/>
                  <a:pt x="603031" y="124805"/>
                  <a:pt x="603366" y="126774"/>
                </a:cubicBezTo>
                <a:cubicBezTo>
                  <a:pt x="603700" y="128744"/>
                  <a:pt x="604251" y="130063"/>
                  <a:pt x="605020" y="130731"/>
                </a:cubicBezTo>
                <a:cubicBezTo>
                  <a:pt x="605788" y="131397"/>
                  <a:pt x="606674" y="131730"/>
                  <a:pt x="607676" y="131730"/>
                </a:cubicBezTo>
                <a:cubicBezTo>
                  <a:pt x="608746" y="131730"/>
                  <a:pt x="609681" y="131496"/>
                  <a:pt x="610483" y="131029"/>
                </a:cubicBezTo>
                <a:cubicBezTo>
                  <a:pt x="611887" y="130160"/>
                  <a:pt x="614594" y="127720"/>
                  <a:pt x="618604" y="123710"/>
                </a:cubicBezTo>
                <a:lnTo>
                  <a:pt x="618604" y="129324"/>
                </a:lnTo>
                <a:cubicBezTo>
                  <a:pt x="611118" y="139349"/>
                  <a:pt x="603967" y="144362"/>
                  <a:pt x="597150" y="144362"/>
                </a:cubicBezTo>
                <a:cubicBezTo>
                  <a:pt x="593875" y="144362"/>
                  <a:pt x="591269" y="143226"/>
                  <a:pt x="589330" y="140953"/>
                </a:cubicBezTo>
                <a:cubicBezTo>
                  <a:pt x="587392" y="138681"/>
                  <a:pt x="586390" y="134805"/>
                  <a:pt x="586323" y="129324"/>
                </a:cubicBezTo>
                <a:moveTo>
                  <a:pt x="586323" y="122752"/>
                </a:moveTo>
                <a:lnTo>
                  <a:pt x="586323" y="87920"/>
                </a:lnTo>
                <a:cubicBezTo>
                  <a:pt x="576231" y="91912"/>
                  <a:pt x="569714" y="94740"/>
                  <a:pt x="566774" y="96404"/>
                </a:cubicBezTo>
                <a:cubicBezTo>
                  <a:pt x="561494" y="99332"/>
                  <a:pt x="557718" y="102393"/>
                  <a:pt x="555445" y="105587"/>
                </a:cubicBezTo>
                <a:cubicBezTo>
                  <a:pt x="553173" y="108780"/>
                  <a:pt x="552037" y="112273"/>
                  <a:pt x="552037" y="116066"/>
                </a:cubicBezTo>
                <a:cubicBezTo>
                  <a:pt x="552037" y="120857"/>
                  <a:pt x="553474" y="124833"/>
                  <a:pt x="556348" y="127993"/>
                </a:cubicBezTo>
                <a:cubicBezTo>
                  <a:pt x="559222" y="131153"/>
                  <a:pt x="562530" y="132733"/>
                  <a:pt x="566273" y="132733"/>
                </a:cubicBezTo>
                <a:cubicBezTo>
                  <a:pt x="571352" y="132733"/>
                  <a:pt x="578035" y="129406"/>
                  <a:pt x="586323" y="122752"/>
                </a:cubicBezTo>
                <a:close/>
                <a:moveTo>
                  <a:pt x="652052" y="48121"/>
                </a:moveTo>
                <a:lnTo>
                  <a:pt x="652052" y="68772"/>
                </a:lnTo>
                <a:cubicBezTo>
                  <a:pt x="659738" y="55005"/>
                  <a:pt x="667625" y="48121"/>
                  <a:pt x="675712" y="48121"/>
                </a:cubicBezTo>
                <a:cubicBezTo>
                  <a:pt x="679388" y="48121"/>
                  <a:pt x="682429" y="49240"/>
                  <a:pt x="684835" y="51479"/>
                </a:cubicBezTo>
                <a:cubicBezTo>
                  <a:pt x="687241" y="53718"/>
                  <a:pt x="688444" y="56308"/>
                  <a:pt x="688444" y="59249"/>
                </a:cubicBezTo>
                <a:cubicBezTo>
                  <a:pt x="688444" y="61855"/>
                  <a:pt x="687575" y="64061"/>
                  <a:pt x="685837" y="65865"/>
                </a:cubicBezTo>
                <a:cubicBezTo>
                  <a:pt x="684100" y="67670"/>
                  <a:pt x="682028" y="68572"/>
                  <a:pt x="679622" y="68572"/>
                </a:cubicBezTo>
                <a:cubicBezTo>
                  <a:pt x="677282" y="68572"/>
                  <a:pt x="674659" y="67419"/>
                  <a:pt x="671752" y="65113"/>
                </a:cubicBezTo>
                <a:cubicBezTo>
                  <a:pt x="668845" y="62807"/>
                  <a:pt x="666689" y="61655"/>
                  <a:pt x="665286" y="61655"/>
                </a:cubicBezTo>
                <a:cubicBezTo>
                  <a:pt x="664083" y="61655"/>
                  <a:pt x="662779" y="62321"/>
                  <a:pt x="661376" y="63653"/>
                </a:cubicBezTo>
                <a:cubicBezTo>
                  <a:pt x="658368" y="66387"/>
                  <a:pt x="655261" y="70887"/>
                  <a:pt x="652052" y="77153"/>
                </a:cubicBezTo>
                <a:lnTo>
                  <a:pt x="652052" y="121050"/>
                </a:lnTo>
                <a:cubicBezTo>
                  <a:pt x="652052" y="126115"/>
                  <a:pt x="652687" y="129948"/>
                  <a:pt x="653957" y="132548"/>
                </a:cubicBezTo>
                <a:cubicBezTo>
                  <a:pt x="654826" y="134348"/>
                  <a:pt x="656363" y="135849"/>
                  <a:pt x="658569" y="137050"/>
                </a:cubicBezTo>
                <a:cubicBezTo>
                  <a:pt x="660774" y="138249"/>
                  <a:pt x="663949" y="138848"/>
                  <a:pt x="668093" y="138848"/>
                </a:cubicBezTo>
                <a:lnTo>
                  <a:pt x="668093" y="142557"/>
                </a:lnTo>
                <a:lnTo>
                  <a:pt x="621075" y="142557"/>
                </a:lnTo>
                <a:lnTo>
                  <a:pt x="621075" y="138848"/>
                </a:lnTo>
                <a:cubicBezTo>
                  <a:pt x="625753" y="138848"/>
                  <a:pt x="629229" y="138115"/>
                  <a:pt x="631501" y="136649"/>
                </a:cubicBezTo>
                <a:cubicBezTo>
                  <a:pt x="633172" y="135582"/>
                  <a:pt x="634341" y="133880"/>
                  <a:pt x="635010" y="131545"/>
                </a:cubicBezTo>
                <a:cubicBezTo>
                  <a:pt x="635344" y="130411"/>
                  <a:pt x="635511" y="127177"/>
                  <a:pt x="635511" y="121843"/>
                </a:cubicBezTo>
                <a:lnTo>
                  <a:pt x="635511" y="86332"/>
                </a:lnTo>
                <a:cubicBezTo>
                  <a:pt x="635511" y="75662"/>
                  <a:pt x="635294" y="69310"/>
                  <a:pt x="634859" y="67278"/>
                </a:cubicBezTo>
                <a:cubicBezTo>
                  <a:pt x="634425" y="65244"/>
                  <a:pt x="633623" y="63760"/>
                  <a:pt x="632453" y="62826"/>
                </a:cubicBezTo>
                <a:cubicBezTo>
                  <a:pt x="631284" y="61893"/>
                  <a:pt x="629830" y="61426"/>
                  <a:pt x="628092" y="61426"/>
                </a:cubicBezTo>
                <a:cubicBezTo>
                  <a:pt x="626021" y="61426"/>
                  <a:pt x="623681" y="61926"/>
                  <a:pt x="621075" y="62927"/>
                </a:cubicBezTo>
                <a:lnTo>
                  <a:pt x="620072" y="59324"/>
                </a:lnTo>
                <a:lnTo>
                  <a:pt x="647842" y="48121"/>
                </a:lnTo>
                <a:lnTo>
                  <a:pt x="652052" y="48121"/>
                </a:lnTo>
                <a:close/>
                <a:moveTo>
                  <a:pt x="688403" y="50727"/>
                </a:moveTo>
                <a:lnTo>
                  <a:pt x="731210" y="50727"/>
                </a:lnTo>
                <a:lnTo>
                  <a:pt x="731210" y="54436"/>
                </a:lnTo>
                <a:lnTo>
                  <a:pt x="729105" y="54436"/>
                </a:lnTo>
                <a:cubicBezTo>
                  <a:pt x="726097" y="54436"/>
                  <a:pt x="723842" y="55088"/>
                  <a:pt x="722338" y="56391"/>
                </a:cubicBezTo>
                <a:cubicBezTo>
                  <a:pt x="720834" y="57695"/>
                  <a:pt x="720082" y="59315"/>
                  <a:pt x="720082" y="61254"/>
                </a:cubicBezTo>
                <a:cubicBezTo>
                  <a:pt x="720082" y="63860"/>
                  <a:pt x="721185" y="67469"/>
                  <a:pt x="723391" y="72081"/>
                </a:cubicBezTo>
                <a:lnTo>
                  <a:pt x="745747" y="118397"/>
                </a:lnTo>
                <a:lnTo>
                  <a:pt x="766298" y="67670"/>
                </a:lnTo>
                <a:cubicBezTo>
                  <a:pt x="767434" y="64929"/>
                  <a:pt x="768002" y="62223"/>
                  <a:pt x="768002" y="59549"/>
                </a:cubicBezTo>
                <a:cubicBezTo>
                  <a:pt x="768002" y="58346"/>
                  <a:pt x="767769" y="57444"/>
                  <a:pt x="767301" y="56843"/>
                </a:cubicBezTo>
                <a:cubicBezTo>
                  <a:pt x="766766" y="56107"/>
                  <a:pt x="765931" y="55523"/>
                  <a:pt x="764794" y="55088"/>
                </a:cubicBezTo>
                <a:cubicBezTo>
                  <a:pt x="763658" y="54654"/>
                  <a:pt x="761653" y="54436"/>
                  <a:pt x="758779" y="54436"/>
                </a:cubicBezTo>
                <a:lnTo>
                  <a:pt x="758779" y="50727"/>
                </a:lnTo>
                <a:lnTo>
                  <a:pt x="788654" y="50727"/>
                </a:lnTo>
                <a:lnTo>
                  <a:pt x="788654" y="54436"/>
                </a:lnTo>
                <a:cubicBezTo>
                  <a:pt x="786181" y="54704"/>
                  <a:pt x="784277" y="55239"/>
                  <a:pt x="782940" y="56041"/>
                </a:cubicBezTo>
                <a:cubicBezTo>
                  <a:pt x="781603" y="56843"/>
                  <a:pt x="780133" y="58346"/>
                  <a:pt x="778529" y="60552"/>
                </a:cubicBezTo>
                <a:cubicBezTo>
                  <a:pt x="777927" y="61488"/>
                  <a:pt x="776791" y="64061"/>
                  <a:pt x="775120" y="68271"/>
                </a:cubicBezTo>
                <a:lnTo>
                  <a:pt x="737727" y="159901"/>
                </a:lnTo>
                <a:cubicBezTo>
                  <a:pt x="734118" y="168790"/>
                  <a:pt x="729389" y="175507"/>
                  <a:pt x="723541" y="180051"/>
                </a:cubicBezTo>
                <a:cubicBezTo>
                  <a:pt x="717693" y="184596"/>
                  <a:pt x="712062" y="186869"/>
                  <a:pt x="706649" y="186869"/>
                </a:cubicBezTo>
                <a:cubicBezTo>
                  <a:pt x="702705" y="186869"/>
                  <a:pt x="699464" y="185746"/>
                  <a:pt x="696924" y="183501"/>
                </a:cubicBezTo>
                <a:cubicBezTo>
                  <a:pt x="694385" y="181256"/>
                  <a:pt x="693115" y="178680"/>
                  <a:pt x="693115" y="175775"/>
                </a:cubicBezTo>
                <a:cubicBezTo>
                  <a:pt x="693115" y="173001"/>
                  <a:pt x="694034" y="170765"/>
                  <a:pt x="695872" y="169065"/>
                </a:cubicBezTo>
                <a:cubicBezTo>
                  <a:pt x="697710" y="167367"/>
                  <a:pt x="700233" y="166518"/>
                  <a:pt x="703441" y="166518"/>
                </a:cubicBezTo>
                <a:cubicBezTo>
                  <a:pt x="705646" y="166518"/>
                  <a:pt x="708654" y="167253"/>
                  <a:pt x="712463" y="168723"/>
                </a:cubicBezTo>
                <a:cubicBezTo>
                  <a:pt x="715137" y="169726"/>
                  <a:pt x="716807" y="170227"/>
                  <a:pt x="717476" y="170227"/>
                </a:cubicBezTo>
                <a:cubicBezTo>
                  <a:pt x="719481" y="170227"/>
                  <a:pt x="721670" y="169184"/>
                  <a:pt x="724042" y="167097"/>
                </a:cubicBezTo>
                <a:cubicBezTo>
                  <a:pt x="726415" y="165013"/>
                  <a:pt x="728804" y="160978"/>
                  <a:pt x="731210" y="154992"/>
                </a:cubicBezTo>
                <a:lnTo>
                  <a:pt x="737727" y="138948"/>
                </a:lnTo>
                <a:lnTo>
                  <a:pt x="704744" y="69675"/>
                </a:lnTo>
                <a:cubicBezTo>
                  <a:pt x="703741" y="67603"/>
                  <a:pt x="702137" y="65030"/>
                  <a:pt x="699932" y="61955"/>
                </a:cubicBezTo>
                <a:cubicBezTo>
                  <a:pt x="698261" y="59616"/>
                  <a:pt x="696891" y="58046"/>
                  <a:pt x="695822" y="57244"/>
                </a:cubicBezTo>
                <a:cubicBezTo>
                  <a:pt x="694284" y="56174"/>
                  <a:pt x="691811" y="55239"/>
                  <a:pt x="688403" y="54436"/>
                </a:cubicBezTo>
                <a:lnTo>
                  <a:pt x="688403" y="50727"/>
                </a:lnTo>
                <a:close/>
                <a:moveTo>
                  <a:pt x="912488" y="132232"/>
                </a:moveTo>
                <a:cubicBezTo>
                  <a:pt x="908010" y="136910"/>
                  <a:pt x="903633" y="140268"/>
                  <a:pt x="899355" y="142307"/>
                </a:cubicBezTo>
                <a:cubicBezTo>
                  <a:pt x="895078" y="144345"/>
                  <a:pt x="890466" y="145364"/>
                  <a:pt x="885521" y="145364"/>
                </a:cubicBezTo>
                <a:cubicBezTo>
                  <a:pt x="875495" y="145364"/>
                  <a:pt x="866740" y="141180"/>
                  <a:pt x="859255" y="132811"/>
                </a:cubicBezTo>
                <a:cubicBezTo>
                  <a:pt x="851769" y="124440"/>
                  <a:pt x="848027" y="113684"/>
                  <a:pt x="848027" y="100543"/>
                </a:cubicBezTo>
                <a:cubicBezTo>
                  <a:pt x="848027" y="87404"/>
                  <a:pt x="852170" y="75382"/>
                  <a:pt x="860458" y="64477"/>
                </a:cubicBezTo>
                <a:cubicBezTo>
                  <a:pt x="868745" y="53573"/>
                  <a:pt x="879405" y="48121"/>
                  <a:pt x="892438" y="48121"/>
                </a:cubicBezTo>
                <a:cubicBezTo>
                  <a:pt x="900525" y="48121"/>
                  <a:pt x="907208" y="50694"/>
                  <a:pt x="912488" y="55840"/>
                </a:cubicBezTo>
                <a:lnTo>
                  <a:pt x="912488" y="38860"/>
                </a:lnTo>
                <a:cubicBezTo>
                  <a:pt x="912488" y="28323"/>
                  <a:pt x="912238" y="21846"/>
                  <a:pt x="911736" y="19430"/>
                </a:cubicBezTo>
                <a:cubicBezTo>
                  <a:pt x="911235" y="17014"/>
                  <a:pt x="910450" y="15370"/>
                  <a:pt x="909380" y="14499"/>
                </a:cubicBezTo>
                <a:cubicBezTo>
                  <a:pt x="908311" y="13626"/>
                  <a:pt x="906974" y="13189"/>
                  <a:pt x="905370" y="13189"/>
                </a:cubicBezTo>
                <a:cubicBezTo>
                  <a:pt x="903633" y="13189"/>
                  <a:pt x="901327" y="13726"/>
                  <a:pt x="898453" y="14800"/>
                </a:cubicBezTo>
                <a:lnTo>
                  <a:pt x="897150" y="11275"/>
                </a:lnTo>
                <a:lnTo>
                  <a:pt x="924518" y="0"/>
                </a:lnTo>
                <a:lnTo>
                  <a:pt x="929030" y="0"/>
                </a:lnTo>
                <a:lnTo>
                  <a:pt x="929030" y="106166"/>
                </a:lnTo>
                <a:cubicBezTo>
                  <a:pt x="929030" y="116927"/>
                  <a:pt x="929280" y="123493"/>
                  <a:pt x="929782" y="125866"/>
                </a:cubicBezTo>
                <a:cubicBezTo>
                  <a:pt x="930283" y="128238"/>
                  <a:pt x="931085" y="129892"/>
                  <a:pt x="932188" y="130828"/>
                </a:cubicBezTo>
                <a:cubicBezTo>
                  <a:pt x="933290" y="131764"/>
                  <a:pt x="934577" y="132232"/>
                  <a:pt x="936047" y="132232"/>
                </a:cubicBezTo>
                <a:cubicBezTo>
                  <a:pt x="937852" y="132232"/>
                  <a:pt x="940258" y="131663"/>
                  <a:pt x="943265" y="130527"/>
                </a:cubicBezTo>
                <a:lnTo>
                  <a:pt x="944368" y="134036"/>
                </a:lnTo>
                <a:lnTo>
                  <a:pt x="917100" y="145364"/>
                </a:lnTo>
                <a:lnTo>
                  <a:pt x="912488" y="145364"/>
                </a:lnTo>
                <a:lnTo>
                  <a:pt x="912488" y="132232"/>
                </a:lnTo>
                <a:moveTo>
                  <a:pt x="912488" y="125236"/>
                </a:moveTo>
                <a:lnTo>
                  <a:pt x="912488" y="78036"/>
                </a:lnTo>
                <a:cubicBezTo>
                  <a:pt x="912087" y="73502"/>
                  <a:pt x="910884" y="69369"/>
                  <a:pt x="908879" y="65636"/>
                </a:cubicBezTo>
                <a:cubicBezTo>
                  <a:pt x="906874" y="61902"/>
                  <a:pt x="904217" y="59086"/>
                  <a:pt x="900909" y="57187"/>
                </a:cubicBezTo>
                <a:cubicBezTo>
                  <a:pt x="897601" y="55287"/>
                  <a:pt x="894376" y="54336"/>
                  <a:pt x="891235" y="54336"/>
                </a:cubicBezTo>
                <a:cubicBezTo>
                  <a:pt x="885353" y="54336"/>
                  <a:pt x="880107" y="56970"/>
                  <a:pt x="875495" y="62237"/>
                </a:cubicBezTo>
                <a:cubicBezTo>
                  <a:pt x="869413" y="69169"/>
                  <a:pt x="866373" y="79302"/>
                  <a:pt x="866373" y="92635"/>
                </a:cubicBezTo>
                <a:cubicBezTo>
                  <a:pt x="866373" y="106103"/>
                  <a:pt x="869313" y="116420"/>
                  <a:pt x="875195" y="123588"/>
                </a:cubicBezTo>
                <a:cubicBezTo>
                  <a:pt x="881076" y="130754"/>
                  <a:pt x="887626" y="134337"/>
                  <a:pt x="894844" y="134337"/>
                </a:cubicBezTo>
                <a:cubicBezTo>
                  <a:pt x="900926" y="134337"/>
                  <a:pt x="906807" y="131303"/>
                  <a:pt x="912488" y="125236"/>
                </a:cubicBezTo>
                <a:close/>
                <a:moveTo>
                  <a:pt x="1030785" y="50727"/>
                </a:moveTo>
                <a:lnTo>
                  <a:pt x="1030785" y="106367"/>
                </a:lnTo>
                <a:cubicBezTo>
                  <a:pt x="1030785" y="116993"/>
                  <a:pt x="1031035" y="123493"/>
                  <a:pt x="1031537" y="125866"/>
                </a:cubicBezTo>
                <a:cubicBezTo>
                  <a:pt x="1032038" y="128238"/>
                  <a:pt x="1032840" y="129892"/>
                  <a:pt x="1033943" y="130828"/>
                </a:cubicBezTo>
                <a:cubicBezTo>
                  <a:pt x="1035045" y="131764"/>
                  <a:pt x="1036332" y="132232"/>
                  <a:pt x="1037802" y="132232"/>
                </a:cubicBezTo>
                <a:cubicBezTo>
                  <a:pt x="1039874" y="132232"/>
                  <a:pt x="1042213" y="131663"/>
                  <a:pt x="1044820" y="130527"/>
                </a:cubicBezTo>
                <a:lnTo>
                  <a:pt x="1046223" y="134036"/>
                </a:lnTo>
                <a:lnTo>
                  <a:pt x="1018755" y="145364"/>
                </a:lnTo>
                <a:lnTo>
                  <a:pt x="1014243" y="145364"/>
                </a:lnTo>
                <a:lnTo>
                  <a:pt x="1014243" y="125916"/>
                </a:lnTo>
                <a:cubicBezTo>
                  <a:pt x="1006357" y="134471"/>
                  <a:pt x="1000342" y="139851"/>
                  <a:pt x="996198" y="142056"/>
                </a:cubicBezTo>
                <a:cubicBezTo>
                  <a:pt x="992054" y="144262"/>
                  <a:pt x="987677" y="145364"/>
                  <a:pt x="983065" y="145364"/>
                </a:cubicBezTo>
                <a:cubicBezTo>
                  <a:pt x="977919" y="145364"/>
                  <a:pt x="973458" y="143877"/>
                  <a:pt x="969682" y="140903"/>
                </a:cubicBezTo>
                <a:cubicBezTo>
                  <a:pt x="965905" y="137929"/>
                  <a:pt x="963282" y="134103"/>
                  <a:pt x="961812" y="129425"/>
                </a:cubicBezTo>
                <a:cubicBezTo>
                  <a:pt x="960341" y="124746"/>
                  <a:pt x="959606" y="118130"/>
                  <a:pt x="959606" y="109575"/>
                </a:cubicBezTo>
                <a:lnTo>
                  <a:pt x="959606" y="68572"/>
                </a:lnTo>
                <a:cubicBezTo>
                  <a:pt x="959606" y="64228"/>
                  <a:pt x="959138" y="61220"/>
                  <a:pt x="958203" y="59549"/>
                </a:cubicBezTo>
                <a:cubicBezTo>
                  <a:pt x="957267" y="57878"/>
                  <a:pt x="955880" y="56592"/>
                  <a:pt x="954042" y="55690"/>
                </a:cubicBezTo>
                <a:cubicBezTo>
                  <a:pt x="952204" y="54787"/>
                  <a:pt x="948879" y="54370"/>
                  <a:pt x="944067" y="54436"/>
                </a:cubicBezTo>
                <a:lnTo>
                  <a:pt x="944067" y="50727"/>
                </a:lnTo>
                <a:lnTo>
                  <a:pt x="976248" y="50727"/>
                </a:lnTo>
                <a:lnTo>
                  <a:pt x="976248" y="112031"/>
                </a:lnTo>
                <a:cubicBezTo>
                  <a:pt x="976248" y="120565"/>
                  <a:pt x="977735" y="126165"/>
                  <a:pt x="980709" y="128832"/>
                </a:cubicBezTo>
                <a:cubicBezTo>
                  <a:pt x="983683" y="131500"/>
                  <a:pt x="987276" y="132833"/>
                  <a:pt x="991486" y="132833"/>
                </a:cubicBezTo>
                <a:cubicBezTo>
                  <a:pt x="994360" y="132833"/>
                  <a:pt x="997618" y="131933"/>
                  <a:pt x="1001261" y="130133"/>
                </a:cubicBezTo>
                <a:cubicBezTo>
                  <a:pt x="1004903" y="128332"/>
                  <a:pt x="1009231" y="124900"/>
                  <a:pt x="1014243" y="119835"/>
                </a:cubicBezTo>
                <a:lnTo>
                  <a:pt x="1014243" y="67936"/>
                </a:lnTo>
                <a:cubicBezTo>
                  <a:pt x="1014243" y="62735"/>
                  <a:pt x="1013291" y="59219"/>
                  <a:pt x="1011386" y="57388"/>
                </a:cubicBezTo>
                <a:cubicBezTo>
                  <a:pt x="1009481" y="55554"/>
                  <a:pt x="1005521" y="54570"/>
                  <a:pt x="999506" y="54436"/>
                </a:cubicBezTo>
                <a:lnTo>
                  <a:pt x="999506" y="50727"/>
                </a:lnTo>
                <a:lnTo>
                  <a:pt x="1030785" y="50727"/>
                </a:lnTo>
                <a:close/>
                <a:moveTo>
                  <a:pt x="1079808" y="48121"/>
                </a:moveTo>
                <a:lnTo>
                  <a:pt x="1079808" y="68772"/>
                </a:lnTo>
                <a:cubicBezTo>
                  <a:pt x="1087494" y="55005"/>
                  <a:pt x="1095380" y="48121"/>
                  <a:pt x="1103467" y="48121"/>
                </a:cubicBezTo>
                <a:cubicBezTo>
                  <a:pt x="1107143" y="48121"/>
                  <a:pt x="1110184" y="49240"/>
                  <a:pt x="1112590" y="51479"/>
                </a:cubicBezTo>
                <a:cubicBezTo>
                  <a:pt x="1114996" y="53718"/>
                  <a:pt x="1116199" y="56308"/>
                  <a:pt x="1116199" y="59249"/>
                </a:cubicBezTo>
                <a:cubicBezTo>
                  <a:pt x="1116199" y="61855"/>
                  <a:pt x="1115330" y="64061"/>
                  <a:pt x="1113592" y="65865"/>
                </a:cubicBezTo>
                <a:cubicBezTo>
                  <a:pt x="1111855" y="67670"/>
                  <a:pt x="1109783" y="68572"/>
                  <a:pt x="1107377" y="68572"/>
                </a:cubicBezTo>
                <a:cubicBezTo>
                  <a:pt x="1105038" y="68572"/>
                  <a:pt x="1102414" y="67419"/>
                  <a:pt x="1099507" y="65113"/>
                </a:cubicBezTo>
                <a:cubicBezTo>
                  <a:pt x="1096600" y="62807"/>
                  <a:pt x="1094444" y="61655"/>
                  <a:pt x="1093041" y="61655"/>
                </a:cubicBezTo>
                <a:cubicBezTo>
                  <a:pt x="1091838" y="61655"/>
                  <a:pt x="1090535" y="62321"/>
                  <a:pt x="1089131" y="63653"/>
                </a:cubicBezTo>
                <a:cubicBezTo>
                  <a:pt x="1086124" y="66387"/>
                  <a:pt x="1083016" y="70887"/>
                  <a:pt x="1079808" y="77153"/>
                </a:cubicBezTo>
                <a:lnTo>
                  <a:pt x="1079808" y="121050"/>
                </a:lnTo>
                <a:cubicBezTo>
                  <a:pt x="1079808" y="126115"/>
                  <a:pt x="1080443" y="129948"/>
                  <a:pt x="1081712" y="132548"/>
                </a:cubicBezTo>
                <a:cubicBezTo>
                  <a:pt x="1082581" y="134348"/>
                  <a:pt x="1084118" y="135849"/>
                  <a:pt x="1086324" y="137050"/>
                </a:cubicBezTo>
                <a:cubicBezTo>
                  <a:pt x="1088530" y="138249"/>
                  <a:pt x="1091704" y="138848"/>
                  <a:pt x="1095848" y="138848"/>
                </a:cubicBezTo>
                <a:lnTo>
                  <a:pt x="1095848" y="142557"/>
                </a:lnTo>
                <a:lnTo>
                  <a:pt x="1048830" y="142557"/>
                </a:lnTo>
                <a:lnTo>
                  <a:pt x="1048830" y="138848"/>
                </a:lnTo>
                <a:cubicBezTo>
                  <a:pt x="1053508" y="138848"/>
                  <a:pt x="1056984" y="138115"/>
                  <a:pt x="1059256" y="136649"/>
                </a:cubicBezTo>
                <a:cubicBezTo>
                  <a:pt x="1060927" y="135582"/>
                  <a:pt x="1062097" y="133880"/>
                  <a:pt x="1062765" y="131545"/>
                </a:cubicBezTo>
                <a:cubicBezTo>
                  <a:pt x="1063099" y="130411"/>
                  <a:pt x="1063266" y="127177"/>
                  <a:pt x="1063266" y="121843"/>
                </a:cubicBezTo>
                <a:lnTo>
                  <a:pt x="1063266" y="86332"/>
                </a:lnTo>
                <a:cubicBezTo>
                  <a:pt x="1063266" y="75662"/>
                  <a:pt x="1063049" y="69310"/>
                  <a:pt x="1062615" y="67278"/>
                </a:cubicBezTo>
                <a:cubicBezTo>
                  <a:pt x="1062180" y="65244"/>
                  <a:pt x="1061378" y="63760"/>
                  <a:pt x="1060209" y="62826"/>
                </a:cubicBezTo>
                <a:cubicBezTo>
                  <a:pt x="1059039" y="61893"/>
                  <a:pt x="1057585" y="61426"/>
                  <a:pt x="1055848" y="61426"/>
                </a:cubicBezTo>
                <a:cubicBezTo>
                  <a:pt x="1053776" y="61426"/>
                  <a:pt x="1051437" y="61926"/>
                  <a:pt x="1048830" y="62927"/>
                </a:cubicBezTo>
                <a:lnTo>
                  <a:pt x="1047827" y="59324"/>
                </a:lnTo>
                <a:lnTo>
                  <a:pt x="1075597" y="48121"/>
                </a:lnTo>
                <a:lnTo>
                  <a:pt x="1079808" y="48121"/>
                </a:lnTo>
                <a:close/>
                <a:moveTo>
                  <a:pt x="1144730" y="0"/>
                </a:moveTo>
                <a:cubicBezTo>
                  <a:pt x="1147537" y="0"/>
                  <a:pt x="1149927" y="991"/>
                  <a:pt x="1151898" y="2973"/>
                </a:cubicBezTo>
                <a:cubicBezTo>
                  <a:pt x="1153870" y="4953"/>
                  <a:pt x="1154856" y="7354"/>
                  <a:pt x="1154856" y="10176"/>
                </a:cubicBezTo>
                <a:cubicBezTo>
                  <a:pt x="1154856" y="12997"/>
                  <a:pt x="1153870" y="15416"/>
                  <a:pt x="1151898" y="17431"/>
                </a:cubicBezTo>
                <a:cubicBezTo>
                  <a:pt x="1149927" y="19445"/>
                  <a:pt x="1147537" y="20451"/>
                  <a:pt x="1144730" y="20451"/>
                </a:cubicBezTo>
                <a:cubicBezTo>
                  <a:pt x="1141923" y="20451"/>
                  <a:pt x="1139517" y="19445"/>
                  <a:pt x="1137512" y="17431"/>
                </a:cubicBezTo>
                <a:cubicBezTo>
                  <a:pt x="1135507" y="15416"/>
                  <a:pt x="1134505" y="12997"/>
                  <a:pt x="1134505" y="10176"/>
                </a:cubicBezTo>
                <a:cubicBezTo>
                  <a:pt x="1134505" y="7354"/>
                  <a:pt x="1135490" y="4953"/>
                  <a:pt x="1137462" y="2973"/>
                </a:cubicBezTo>
                <a:cubicBezTo>
                  <a:pt x="1139434" y="991"/>
                  <a:pt x="1141856" y="0"/>
                  <a:pt x="1144730" y="0"/>
                </a:cubicBezTo>
                <a:moveTo>
                  <a:pt x="1153051" y="48121"/>
                </a:moveTo>
                <a:lnTo>
                  <a:pt x="1153051" y="121743"/>
                </a:lnTo>
                <a:cubicBezTo>
                  <a:pt x="1153051" y="127478"/>
                  <a:pt x="1153469" y="131296"/>
                  <a:pt x="1154304" y="133196"/>
                </a:cubicBezTo>
                <a:cubicBezTo>
                  <a:pt x="1155140" y="135097"/>
                  <a:pt x="1156376" y="136514"/>
                  <a:pt x="1158014" y="137448"/>
                </a:cubicBezTo>
                <a:cubicBezTo>
                  <a:pt x="1159651" y="138381"/>
                  <a:pt x="1162642" y="138848"/>
                  <a:pt x="1166986" y="138848"/>
                </a:cubicBezTo>
                <a:lnTo>
                  <a:pt x="1166986" y="142557"/>
                </a:lnTo>
                <a:lnTo>
                  <a:pt x="1122374" y="142557"/>
                </a:lnTo>
                <a:lnTo>
                  <a:pt x="1122374" y="138848"/>
                </a:lnTo>
                <a:cubicBezTo>
                  <a:pt x="1126852" y="138848"/>
                  <a:pt x="1129860" y="138415"/>
                  <a:pt x="1131397" y="137548"/>
                </a:cubicBezTo>
                <a:cubicBezTo>
                  <a:pt x="1132934" y="136681"/>
                  <a:pt x="1134154" y="135247"/>
                  <a:pt x="1135056" y="133247"/>
                </a:cubicBezTo>
                <a:cubicBezTo>
                  <a:pt x="1135958" y="131246"/>
                  <a:pt x="1136409" y="127411"/>
                  <a:pt x="1136409" y="121743"/>
                </a:cubicBezTo>
                <a:lnTo>
                  <a:pt x="1136409" y="86432"/>
                </a:lnTo>
                <a:cubicBezTo>
                  <a:pt x="1136409" y="76495"/>
                  <a:pt x="1136109" y="70060"/>
                  <a:pt x="1135507" y="67128"/>
                </a:cubicBezTo>
                <a:cubicBezTo>
                  <a:pt x="1135039" y="64993"/>
                  <a:pt x="1134304" y="63509"/>
                  <a:pt x="1133302" y="62676"/>
                </a:cubicBezTo>
                <a:cubicBezTo>
                  <a:pt x="1132299" y="61843"/>
                  <a:pt x="1130929" y="61426"/>
                  <a:pt x="1129191" y="61426"/>
                </a:cubicBezTo>
                <a:cubicBezTo>
                  <a:pt x="1127320" y="61426"/>
                  <a:pt x="1125048" y="61926"/>
                  <a:pt x="1122374" y="62927"/>
                </a:cubicBezTo>
                <a:lnTo>
                  <a:pt x="1120971" y="59324"/>
                </a:lnTo>
                <a:lnTo>
                  <a:pt x="1148640" y="48121"/>
                </a:lnTo>
                <a:lnTo>
                  <a:pt x="1153051" y="48121"/>
                </a:lnTo>
                <a:close/>
                <a:moveTo>
                  <a:pt x="1205339" y="67569"/>
                </a:moveTo>
                <a:cubicBezTo>
                  <a:pt x="1216100" y="54604"/>
                  <a:pt x="1226359" y="48121"/>
                  <a:pt x="1236117" y="48121"/>
                </a:cubicBezTo>
                <a:cubicBezTo>
                  <a:pt x="1241129" y="48121"/>
                  <a:pt x="1245440" y="49372"/>
                  <a:pt x="1249049" y="51874"/>
                </a:cubicBezTo>
                <a:cubicBezTo>
                  <a:pt x="1252658" y="54374"/>
                  <a:pt x="1255532" y="58491"/>
                  <a:pt x="1257671" y="64227"/>
                </a:cubicBezTo>
                <a:cubicBezTo>
                  <a:pt x="1259141" y="68226"/>
                  <a:pt x="1259876" y="74361"/>
                  <a:pt x="1259876" y="82632"/>
                </a:cubicBezTo>
                <a:lnTo>
                  <a:pt x="1259876" y="121743"/>
                </a:lnTo>
                <a:cubicBezTo>
                  <a:pt x="1259876" y="127545"/>
                  <a:pt x="1260344" y="131480"/>
                  <a:pt x="1261280" y="133547"/>
                </a:cubicBezTo>
                <a:cubicBezTo>
                  <a:pt x="1262015" y="135214"/>
                  <a:pt x="1263201" y="136514"/>
                  <a:pt x="1264839" y="137448"/>
                </a:cubicBezTo>
                <a:cubicBezTo>
                  <a:pt x="1266476" y="138381"/>
                  <a:pt x="1269500" y="138848"/>
                  <a:pt x="1273911" y="138848"/>
                </a:cubicBezTo>
                <a:lnTo>
                  <a:pt x="1273911" y="142557"/>
                </a:lnTo>
                <a:lnTo>
                  <a:pt x="1228497" y="142557"/>
                </a:lnTo>
                <a:lnTo>
                  <a:pt x="1228497" y="138848"/>
                </a:lnTo>
                <a:lnTo>
                  <a:pt x="1230402" y="138848"/>
                </a:lnTo>
                <a:cubicBezTo>
                  <a:pt x="1234680" y="138848"/>
                  <a:pt x="1237670" y="138200"/>
                  <a:pt x="1239375" y="136903"/>
                </a:cubicBezTo>
                <a:cubicBezTo>
                  <a:pt x="1241079" y="135606"/>
                  <a:pt x="1242265" y="133695"/>
                  <a:pt x="1242934" y="131170"/>
                </a:cubicBezTo>
                <a:cubicBezTo>
                  <a:pt x="1243201" y="130171"/>
                  <a:pt x="1243335" y="127046"/>
                  <a:pt x="1243335" y="121793"/>
                </a:cubicBezTo>
                <a:lnTo>
                  <a:pt x="1243335" y="84390"/>
                </a:lnTo>
                <a:cubicBezTo>
                  <a:pt x="1243335" y="76079"/>
                  <a:pt x="1242249" y="70045"/>
                  <a:pt x="1240077" y="66288"/>
                </a:cubicBezTo>
                <a:cubicBezTo>
                  <a:pt x="1237904" y="62531"/>
                  <a:pt x="1234245" y="60652"/>
                  <a:pt x="1229099" y="60652"/>
                </a:cubicBezTo>
                <a:cubicBezTo>
                  <a:pt x="1221146" y="60652"/>
                  <a:pt x="1213226" y="64974"/>
                  <a:pt x="1205339" y="73619"/>
                </a:cubicBezTo>
                <a:lnTo>
                  <a:pt x="1205339" y="121793"/>
                </a:lnTo>
                <a:cubicBezTo>
                  <a:pt x="1205339" y="127977"/>
                  <a:pt x="1205707" y="131800"/>
                  <a:pt x="1206442" y="133262"/>
                </a:cubicBezTo>
                <a:cubicBezTo>
                  <a:pt x="1207378" y="135190"/>
                  <a:pt x="1208664" y="136603"/>
                  <a:pt x="1210302" y="137501"/>
                </a:cubicBezTo>
                <a:cubicBezTo>
                  <a:pt x="1211939" y="138399"/>
                  <a:pt x="1215264" y="138848"/>
                  <a:pt x="1220277" y="138848"/>
                </a:cubicBezTo>
                <a:lnTo>
                  <a:pt x="1220277" y="142557"/>
                </a:lnTo>
                <a:lnTo>
                  <a:pt x="1174863" y="142557"/>
                </a:lnTo>
                <a:lnTo>
                  <a:pt x="1174863" y="138848"/>
                </a:lnTo>
                <a:lnTo>
                  <a:pt x="1176868" y="138848"/>
                </a:lnTo>
                <a:cubicBezTo>
                  <a:pt x="1181546" y="138848"/>
                  <a:pt x="1184704" y="137665"/>
                  <a:pt x="1186342" y="135299"/>
                </a:cubicBezTo>
                <a:cubicBezTo>
                  <a:pt x="1187979" y="132930"/>
                  <a:pt x="1188798" y="128412"/>
                  <a:pt x="1188798" y="121743"/>
                </a:cubicBezTo>
                <a:lnTo>
                  <a:pt x="1188798" y="87732"/>
                </a:lnTo>
                <a:cubicBezTo>
                  <a:pt x="1188798" y="76730"/>
                  <a:pt x="1188547" y="70029"/>
                  <a:pt x="1188046" y="67629"/>
                </a:cubicBezTo>
                <a:cubicBezTo>
                  <a:pt x="1187545" y="65227"/>
                  <a:pt x="1186776" y="63593"/>
                  <a:pt x="1185740" y="62726"/>
                </a:cubicBezTo>
                <a:cubicBezTo>
                  <a:pt x="1184704" y="61859"/>
                  <a:pt x="1183318" y="61426"/>
                  <a:pt x="1181580" y="61426"/>
                </a:cubicBezTo>
                <a:cubicBezTo>
                  <a:pt x="1179708" y="61426"/>
                  <a:pt x="1177470" y="61926"/>
                  <a:pt x="1174863" y="62927"/>
                </a:cubicBezTo>
                <a:lnTo>
                  <a:pt x="1173359" y="59324"/>
                </a:lnTo>
                <a:lnTo>
                  <a:pt x="1201029" y="48121"/>
                </a:lnTo>
                <a:lnTo>
                  <a:pt x="1205339" y="48121"/>
                </a:lnTo>
                <a:lnTo>
                  <a:pt x="1205339" y="67569"/>
                </a:lnTo>
                <a:close/>
                <a:moveTo>
                  <a:pt x="1305791" y="109095"/>
                </a:moveTo>
                <a:cubicBezTo>
                  <a:pt x="1300177" y="106359"/>
                  <a:pt x="1295866" y="102538"/>
                  <a:pt x="1292859" y="97632"/>
                </a:cubicBezTo>
                <a:cubicBezTo>
                  <a:pt x="1289851" y="92726"/>
                  <a:pt x="1288348" y="87302"/>
                  <a:pt x="1288348" y="81360"/>
                </a:cubicBezTo>
                <a:cubicBezTo>
                  <a:pt x="1288348" y="72283"/>
                  <a:pt x="1291773" y="64474"/>
                  <a:pt x="1298623" y="57933"/>
                </a:cubicBezTo>
                <a:cubicBezTo>
                  <a:pt x="1305474" y="51391"/>
                  <a:pt x="1314246" y="48121"/>
                  <a:pt x="1324939" y="48121"/>
                </a:cubicBezTo>
                <a:cubicBezTo>
                  <a:pt x="1333695" y="48121"/>
                  <a:pt x="1341280" y="50259"/>
                  <a:pt x="1347696" y="54537"/>
                </a:cubicBezTo>
                <a:lnTo>
                  <a:pt x="1367145" y="54537"/>
                </a:lnTo>
                <a:cubicBezTo>
                  <a:pt x="1370019" y="54537"/>
                  <a:pt x="1371690" y="54619"/>
                  <a:pt x="1372158" y="54784"/>
                </a:cubicBezTo>
                <a:cubicBezTo>
                  <a:pt x="1372626" y="54949"/>
                  <a:pt x="1372960" y="55230"/>
                  <a:pt x="1373160" y="55627"/>
                </a:cubicBezTo>
                <a:cubicBezTo>
                  <a:pt x="1373561" y="56222"/>
                  <a:pt x="1373762" y="57280"/>
                  <a:pt x="1373762" y="58801"/>
                </a:cubicBezTo>
                <a:cubicBezTo>
                  <a:pt x="1373762" y="60517"/>
                  <a:pt x="1373595" y="61707"/>
                  <a:pt x="1373260" y="62369"/>
                </a:cubicBezTo>
                <a:cubicBezTo>
                  <a:pt x="1373060" y="62699"/>
                  <a:pt x="1372709" y="62963"/>
                  <a:pt x="1372208" y="63161"/>
                </a:cubicBezTo>
                <a:cubicBezTo>
                  <a:pt x="1371707" y="63360"/>
                  <a:pt x="1370019" y="63459"/>
                  <a:pt x="1367145" y="63459"/>
                </a:cubicBezTo>
                <a:lnTo>
                  <a:pt x="1355215" y="63459"/>
                </a:lnTo>
                <a:cubicBezTo>
                  <a:pt x="1358958" y="68282"/>
                  <a:pt x="1360829" y="74443"/>
                  <a:pt x="1360829" y="81943"/>
                </a:cubicBezTo>
                <a:cubicBezTo>
                  <a:pt x="1360829" y="90514"/>
                  <a:pt x="1357554" y="97847"/>
                  <a:pt x="1351005" y="103942"/>
                </a:cubicBezTo>
                <a:cubicBezTo>
                  <a:pt x="1344455" y="110036"/>
                  <a:pt x="1335666" y="113084"/>
                  <a:pt x="1324639" y="113084"/>
                </a:cubicBezTo>
                <a:cubicBezTo>
                  <a:pt x="1320094" y="113084"/>
                  <a:pt x="1315449" y="112402"/>
                  <a:pt x="1310704" y="111038"/>
                </a:cubicBezTo>
                <a:cubicBezTo>
                  <a:pt x="1307763" y="113575"/>
                  <a:pt x="1305775" y="115797"/>
                  <a:pt x="1304739" y="117701"/>
                </a:cubicBezTo>
                <a:cubicBezTo>
                  <a:pt x="1303703" y="119604"/>
                  <a:pt x="1303185" y="121223"/>
                  <a:pt x="1303185" y="122557"/>
                </a:cubicBezTo>
                <a:cubicBezTo>
                  <a:pt x="1303185" y="123693"/>
                  <a:pt x="1303736" y="124796"/>
                  <a:pt x="1304839" y="125866"/>
                </a:cubicBezTo>
                <a:cubicBezTo>
                  <a:pt x="1305942" y="126933"/>
                  <a:pt x="1308097" y="127700"/>
                  <a:pt x="1311305" y="128168"/>
                </a:cubicBezTo>
                <a:cubicBezTo>
                  <a:pt x="1313176" y="128436"/>
                  <a:pt x="1317855" y="128670"/>
                  <a:pt x="1325340" y="128870"/>
                </a:cubicBezTo>
                <a:cubicBezTo>
                  <a:pt x="1339108" y="129202"/>
                  <a:pt x="1348031" y="129669"/>
                  <a:pt x="1352107" y="130270"/>
                </a:cubicBezTo>
                <a:cubicBezTo>
                  <a:pt x="1358323" y="131139"/>
                  <a:pt x="1363285" y="133444"/>
                  <a:pt x="1366995" y="137185"/>
                </a:cubicBezTo>
                <a:cubicBezTo>
                  <a:pt x="1370704" y="140923"/>
                  <a:pt x="1372559" y="145531"/>
                  <a:pt x="1372559" y="151007"/>
                </a:cubicBezTo>
                <a:cubicBezTo>
                  <a:pt x="1372559" y="158553"/>
                  <a:pt x="1369016" y="165632"/>
                  <a:pt x="1361932" y="172244"/>
                </a:cubicBezTo>
                <a:cubicBezTo>
                  <a:pt x="1351506" y="181994"/>
                  <a:pt x="1337905" y="186869"/>
                  <a:pt x="1321130" y="186869"/>
                </a:cubicBezTo>
                <a:cubicBezTo>
                  <a:pt x="1308231" y="186869"/>
                  <a:pt x="1297337" y="183965"/>
                  <a:pt x="1288448" y="178159"/>
                </a:cubicBezTo>
                <a:cubicBezTo>
                  <a:pt x="1283435" y="174822"/>
                  <a:pt x="1280929" y="171350"/>
                  <a:pt x="1280929" y="167746"/>
                </a:cubicBezTo>
                <a:cubicBezTo>
                  <a:pt x="1280929" y="166146"/>
                  <a:pt x="1281297" y="164545"/>
                  <a:pt x="1282032" y="162943"/>
                </a:cubicBezTo>
                <a:cubicBezTo>
                  <a:pt x="1283168" y="160472"/>
                  <a:pt x="1285507" y="157034"/>
                  <a:pt x="1289049" y="152630"/>
                </a:cubicBezTo>
                <a:cubicBezTo>
                  <a:pt x="1289517" y="152030"/>
                  <a:pt x="1292926" y="148426"/>
                  <a:pt x="1299275" y="141818"/>
                </a:cubicBezTo>
                <a:cubicBezTo>
                  <a:pt x="1295800" y="139744"/>
                  <a:pt x="1293343" y="137887"/>
                  <a:pt x="1291906" y="136248"/>
                </a:cubicBezTo>
                <a:cubicBezTo>
                  <a:pt x="1290470" y="134608"/>
                  <a:pt x="1289751" y="132752"/>
                  <a:pt x="1289751" y="130678"/>
                </a:cubicBezTo>
                <a:cubicBezTo>
                  <a:pt x="1289751" y="128334"/>
                  <a:pt x="1290703" y="125590"/>
                  <a:pt x="1292608" y="122445"/>
                </a:cubicBezTo>
                <a:cubicBezTo>
                  <a:pt x="1294513" y="119299"/>
                  <a:pt x="1298907" y="114849"/>
                  <a:pt x="1305791" y="109095"/>
                </a:cubicBezTo>
                <a:moveTo>
                  <a:pt x="1323235" y="53133"/>
                </a:moveTo>
                <a:cubicBezTo>
                  <a:pt x="1318289" y="53133"/>
                  <a:pt x="1314146" y="55094"/>
                  <a:pt x="1310804" y="59017"/>
                </a:cubicBezTo>
                <a:cubicBezTo>
                  <a:pt x="1307462" y="62937"/>
                  <a:pt x="1305791" y="68952"/>
                  <a:pt x="1305791" y="77062"/>
                </a:cubicBezTo>
                <a:cubicBezTo>
                  <a:pt x="1305791" y="87565"/>
                  <a:pt x="1308064" y="95708"/>
                  <a:pt x="1312608" y="101489"/>
                </a:cubicBezTo>
                <a:cubicBezTo>
                  <a:pt x="1316084" y="105877"/>
                  <a:pt x="1320495" y="108071"/>
                  <a:pt x="1325842" y="108071"/>
                </a:cubicBezTo>
                <a:cubicBezTo>
                  <a:pt x="1330921" y="108071"/>
                  <a:pt x="1335098" y="106177"/>
                  <a:pt x="1338373" y="102388"/>
                </a:cubicBezTo>
                <a:cubicBezTo>
                  <a:pt x="1341648" y="98599"/>
                  <a:pt x="1343285" y="92650"/>
                  <a:pt x="1343285" y="84540"/>
                </a:cubicBezTo>
                <a:cubicBezTo>
                  <a:pt x="1343285" y="73972"/>
                  <a:pt x="1340980" y="65696"/>
                  <a:pt x="1336368" y="59712"/>
                </a:cubicBezTo>
                <a:cubicBezTo>
                  <a:pt x="1332959" y="55326"/>
                  <a:pt x="1328582" y="53133"/>
                  <a:pt x="1323235" y="53133"/>
                </a:cubicBezTo>
                <a:moveTo>
                  <a:pt x="1304789" y="142617"/>
                </a:moveTo>
                <a:cubicBezTo>
                  <a:pt x="1301648" y="146019"/>
                  <a:pt x="1299275" y="149188"/>
                  <a:pt x="1297671" y="152122"/>
                </a:cubicBezTo>
                <a:cubicBezTo>
                  <a:pt x="1296067" y="155059"/>
                  <a:pt x="1295265" y="157761"/>
                  <a:pt x="1295265" y="160230"/>
                </a:cubicBezTo>
                <a:cubicBezTo>
                  <a:pt x="1295265" y="163432"/>
                  <a:pt x="1297203" y="166233"/>
                  <a:pt x="1301079" y="168635"/>
                </a:cubicBezTo>
                <a:cubicBezTo>
                  <a:pt x="1307763" y="172771"/>
                  <a:pt x="1317420" y="174838"/>
                  <a:pt x="1330052" y="174838"/>
                </a:cubicBezTo>
                <a:cubicBezTo>
                  <a:pt x="1342082" y="174838"/>
                  <a:pt x="1350955" y="172720"/>
                  <a:pt x="1356669" y="168482"/>
                </a:cubicBezTo>
                <a:cubicBezTo>
                  <a:pt x="1362383" y="164246"/>
                  <a:pt x="1365240" y="159728"/>
                  <a:pt x="1365240" y="154926"/>
                </a:cubicBezTo>
                <a:cubicBezTo>
                  <a:pt x="1365240" y="151457"/>
                  <a:pt x="1363536" y="148988"/>
                  <a:pt x="1360128" y="147520"/>
                </a:cubicBezTo>
                <a:cubicBezTo>
                  <a:pt x="1356652" y="146052"/>
                  <a:pt x="1349768" y="145185"/>
                  <a:pt x="1339476" y="144920"/>
                </a:cubicBezTo>
                <a:cubicBezTo>
                  <a:pt x="1324438" y="144519"/>
                  <a:pt x="1312876" y="143751"/>
                  <a:pt x="1304789" y="142617"/>
                </a:cubicBezTo>
                <a:close/>
                <a:moveTo>
                  <a:pt x="1487263" y="129324"/>
                </a:moveTo>
                <a:cubicBezTo>
                  <a:pt x="1477839" y="136609"/>
                  <a:pt x="1471924" y="140820"/>
                  <a:pt x="1469518" y="141956"/>
                </a:cubicBezTo>
                <a:cubicBezTo>
                  <a:pt x="1465909" y="143694"/>
                  <a:pt x="1462066" y="144562"/>
                  <a:pt x="1457989" y="144562"/>
                </a:cubicBezTo>
                <a:cubicBezTo>
                  <a:pt x="1451640" y="144562"/>
                  <a:pt x="1446410" y="142390"/>
                  <a:pt x="1442300" y="138046"/>
                </a:cubicBezTo>
                <a:cubicBezTo>
                  <a:pt x="1438190" y="133702"/>
                  <a:pt x="1436135" y="127988"/>
                  <a:pt x="1436135" y="120903"/>
                </a:cubicBezTo>
                <a:cubicBezTo>
                  <a:pt x="1436135" y="116425"/>
                  <a:pt x="1437137" y="112549"/>
                  <a:pt x="1439142" y="109274"/>
                </a:cubicBezTo>
                <a:cubicBezTo>
                  <a:pt x="1441882" y="104729"/>
                  <a:pt x="1446644" y="100452"/>
                  <a:pt x="1453428" y="96442"/>
                </a:cubicBezTo>
                <a:cubicBezTo>
                  <a:pt x="1460212" y="92432"/>
                  <a:pt x="1471490" y="87553"/>
                  <a:pt x="1487263" y="81805"/>
                </a:cubicBezTo>
                <a:lnTo>
                  <a:pt x="1487263" y="78196"/>
                </a:lnTo>
                <a:cubicBezTo>
                  <a:pt x="1487263" y="69040"/>
                  <a:pt x="1485809" y="62757"/>
                  <a:pt x="1482902" y="59349"/>
                </a:cubicBezTo>
                <a:cubicBezTo>
                  <a:pt x="1479995" y="55940"/>
                  <a:pt x="1475767" y="54236"/>
                  <a:pt x="1470220" y="54236"/>
                </a:cubicBezTo>
                <a:cubicBezTo>
                  <a:pt x="1466010" y="54236"/>
                  <a:pt x="1462668" y="55368"/>
                  <a:pt x="1460195" y="57632"/>
                </a:cubicBezTo>
                <a:cubicBezTo>
                  <a:pt x="1457655" y="59896"/>
                  <a:pt x="1456385" y="62493"/>
                  <a:pt x="1456385" y="65423"/>
                </a:cubicBezTo>
                <a:lnTo>
                  <a:pt x="1456586" y="71216"/>
                </a:lnTo>
                <a:cubicBezTo>
                  <a:pt x="1456586" y="74278"/>
                  <a:pt x="1455801" y="76641"/>
                  <a:pt x="1454230" y="78306"/>
                </a:cubicBezTo>
                <a:cubicBezTo>
                  <a:pt x="1452659" y="79970"/>
                  <a:pt x="1450604" y="80803"/>
                  <a:pt x="1448065" y="80803"/>
                </a:cubicBezTo>
                <a:cubicBezTo>
                  <a:pt x="1445592" y="80803"/>
                  <a:pt x="1443570" y="79937"/>
                  <a:pt x="1441999" y="78205"/>
                </a:cubicBezTo>
                <a:cubicBezTo>
                  <a:pt x="1440429" y="76472"/>
                  <a:pt x="1439643" y="74106"/>
                  <a:pt x="1439643" y="71106"/>
                </a:cubicBezTo>
                <a:cubicBezTo>
                  <a:pt x="1439643" y="65377"/>
                  <a:pt x="1442584" y="60114"/>
                  <a:pt x="1448466" y="55317"/>
                </a:cubicBezTo>
                <a:cubicBezTo>
                  <a:pt x="1454347" y="50519"/>
                  <a:pt x="1462601" y="48121"/>
                  <a:pt x="1473228" y="48121"/>
                </a:cubicBezTo>
                <a:cubicBezTo>
                  <a:pt x="1481381" y="48121"/>
                  <a:pt x="1488065" y="49489"/>
                  <a:pt x="1493278" y="52225"/>
                </a:cubicBezTo>
                <a:cubicBezTo>
                  <a:pt x="1497221" y="54294"/>
                  <a:pt x="1500128" y="57533"/>
                  <a:pt x="1502000" y="61940"/>
                </a:cubicBezTo>
                <a:cubicBezTo>
                  <a:pt x="1503203" y="64809"/>
                  <a:pt x="1503804" y="70683"/>
                  <a:pt x="1503804" y="79562"/>
                </a:cubicBezTo>
                <a:lnTo>
                  <a:pt x="1503804" y="110703"/>
                </a:lnTo>
                <a:cubicBezTo>
                  <a:pt x="1503804" y="119447"/>
                  <a:pt x="1503971" y="124805"/>
                  <a:pt x="1504306" y="126774"/>
                </a:cubicBezTo>
                <a:cubicBezTo>
                  <a:pt x="1504640" y="128744"/>
                  <a:pt x="1505191" y="130063"/>
                  <a:pt x="1505960" y="130731"/>
                </a:cubicBezTo>
                <a:cubicBezTo>
                  <a:pt x="1506728" y="131397"/>
                  <a:pt x="1507614" y="131730"/>
                  <a:pt x="1508616" y="131730"/>
                </a:cubicBezTo>
                <a:cubicBezTo>
                  <a:pt x="1509686" y="131730"/>
                  <a:pt x="1510621" y="131496"/>
                  <a:pt x="1511423" y="131029"/>
                </a:cubicBezTo>
                <a:cubicBezTo>
                  <a:pt x="1512827" y="130160"/>
                  <a:pt x="1515534" y="127720"/>
                  <a:pt x="1519544" y="123710"/>
                </a:cubicBezTo>
                <a:lnTo>
                  <a:pt x="1519544" y="129324"/>
                </a:lnTo>
                <a:cubicBezTo>
                  <a:pt x="1512058" y="139349"/>
                  <a:pt x="1504907" y="144362"/>
                  <a:pt x="1498090" y="144362"/>
                </a:cubicBezTo>
                <a:cubicBezTo>
                  <a:pt x="1494815" y="144362"/>
                  <a:pt x="1492209" y="143226"/>
                  <a:pt x="1490270" y="140953"/>
                </a:cubicBezTo>
                <a:cubicBezTo>
                  <a:pt x="1488332" y="138681"/>
                  <a:pt x="1487330" y="134805"/>
                  <a:pt x="1487263" y="129324"/>
                </a:cubicBezTo>
                <a:moveTo>
                  <a:pt x="1487263" y="122752"/>
                </a:moveTo>
                <a:lnTo>
                  <a:pt x="1487263" y="87920"/>
                </a:lnTo>
                <a:cubicBezTo>
                  <a:pt x="1477171" y="91912"/>
                  <a:pt x="1470655" y="94740"/>
                  <a:pt x="1467714" y="96404"/>
                </a:cubicBezTo>
                <a:cubicBezTo>
                  <a:pt x="1462434" y="99332"/>
                  <a:pt x="1458658" y="102393"/>
                  <a:pt x="1456385" y="105587"/>
                </a:cubicBezTo>
                <a:cubicBezTo>
                  <a:pt x="1454113" y="108780"/>
                  <a:pt x="1452977" y="112273"/>
                  <a:pt x="1452977" y="116066"/>
                </a:cubicBezTo>
                <a:cubicBezTo>
                  <a:pt x="1452977" y="120857"/>
                  <a:pt x="1454414" y="124833"/>
                  <a:pt x="1457288" y="127993"/>
                </a:cubicBezTo>
                <a:cubicBezTo>
                  <a:pt x="1460162" y="131153"/>
                  <a:pt x="1463470" y="132733"/>
                  <a:pt x="1467213" y="132733"/>
                </a:cubicBezTo>
                <a:cubicBezTo>
                  <a:pt x="1472292" y="132733"/>
                  <a:pt x="1478975" y="129406"/>
                  <a:pt x="1487263" y="122752"/>
                </a:cubicBezTo>
                <a:close/>
                <a:moveTo>
                  <a:pt x="1552792" y="20451"/>
                </a:moveTo>
                <a:lnTo>
                  <a:pt x="1552792" y="50727"/>
                </a:lnTo>
                <a:lnTo>
                  <a:pt x="1574246" y="50727"/>
                </a:lnTo>
                <a:lnTo>
                  <a:pt x="1574246" y="57745"/>
                </a:lnTo>
                <a:lnTo>
                  <a:pt x="1552792" y="57745"/>
                </a:lnTo>
                <a:lnTo>
                  <a:pt x="1552792" y="117213"/>
                </a:lnTo>
                <a:cubicBezTo>
                  <a:pt x="1552792" y="123155"/>
                  <a:pt x="1553644" y="127161"/>
                  <a:pt x="1555348" y="129230"/>
                </a:cubicBezTo>
                <a:cubicBezTo>
                  <a:pt x="1557053" y="131298"/>
                  <a:pt x="1559242" y="132332"/>
                  <a:pt x="1561915" y="132332"/>
                </a:cubicBezTo>
                <a:cubicBezTo>
                  <a:pt x="1564120" y="132332"/>
                  <a:pt x="1566259" y="131647"/>
                  <a:pt x="1568331" y="130277"/>
                </a:cubicBezTo>
                <a:cubicBezTo>
                  <a:pt x="1570403" y="128907"/>
                  <a:pt x="1572007" y="126885"/>
                  <a:pt x="1573143" y="124211"/>
                </a:cubicBezTo>
                <a:lnTo>
                  <a:pt x="1577053" y="124211"/>
                </a:lnTo>
                <a:cubicBezTo>
                  <a:pt x="1574714" y="130780"/>
                  <a:pt x="1571405" y="135748"/>
                  <a:pt x="1567128" y="139114"/>
                </a:cubicBezTo>
                <a:cubicBezTo>
                  <a:pt x="1562851" y="142479"/>
                  <a:pt x="1558440" y="144161"/>
                  <a:pt x="1553895" y="144161"/>
                </a:cubicBezTo>
                <a:cubicBezTo>
                  <a:pt x="1550820" y="144161"/>
                  <a:pt x="1547813" y="143308"/>
                  <a:pt x="1544872" y="141602"/>
                </a:cubicBezTo>
                <a:cubicBezTo>
                  <a:pt x="1541931" y="139896"/>
                  <a:pt x="1539759" y="137454"/>
                  <a:pt x="1538356" y="134277"/>
                </a:cubicBezTo>
                <a:cubicBezTo>
                  <a:pt x="1536952" y="131099"/>
                  <a:pt x="1536251" y="126197"/>
                  <a:pt x="1536251" y="119572"/>
                </a:cubicBezTo>
                <a:lnTo>
                  <a:pt x="1536251" y="57745"/>
                </a:lnTo>
                <a:lnTo>
                  <a:pt x="1521714" y="57745"/>
                </a:lnTo>
                <a:lnTo>
                  <a:pt x="1521714" y="54436"/>
                </a:lnTo>
                <a:cubicBezTo>
                  <a:pt x="1525390" y="52962"/>
                  <a:pt x="1529149" y="50465"/>
                  <a:pt x="1532992" y="46946"/>
                </a:cubicBezTo>
                <a:cubicBezTo>
                  <a:pt x="1536835" y="43427"/>
                  <a:pt x="1540261" y="39254"/>
                  <a:pt x="1543268" y="34427"/>
                </a:cubicBezTo>
                <a:cubicBezTo>
                  <a:pt x="1544805" y="31881"/>
                  <a:pt x="1546944" y="27222"/>
                  <a:pt x="1549684" y="20451"/>
                </a:cubicBezTo>
                <a:lnTo>
                  <a:pt x="1552792" y="20451"/>
                </a:lnTo>
                <a:close/>
                <a:moveTo>
                  <a:pt x="1610013" y="20451"/>
                </a:moveTo>
                <a:lnTo>
                  <a:pt x="1610013" y="50727"/>
                </a:lnTo>
                <a:lnTo>
                  <a:pt x="1631467" y="50727"/>
                </a:lnTo>
                <a:lnTo>
                  <a:pt x="1631467" y="57745"/>
                </a:lnTo>
                <a:lnTo>
                  <a:pt x="1610013" y="57745"/>
                </a:lnTo>
                <a:lnTo>
                  <a:pt x="1610013" y="117213"/>
                </a:lnTo>
                <a:cubicBezTo>
                  <a:pt x="1610013" y="123155"/>
                  <a:pt x="1610866" y="127161"/>
                  <a:pt x="1612570" y="129230"/>
                </a:cubicBezTo>
                <a:cubicBezTo>
                  <a:pt x="1614274" y="131298"/>
                  <a:pt x="1616463" y="132332"/>
                  <a:pt x="1619136" y="132332"/>
                </a:cubicBezTo>
                <a:cubicBezTo>
                  <a:pt x="1621342" y="132332"/>
                  <a:pt x="1623481" y="131647"/>
                  <a:pt x="1625552" y="130277"/>
                </a:cubicBezTo>
                <a:cubicBezTo>
                  <a:pt x="1627624" y="128907"/>
                  <a:pt x="1629228" y="126885"/>
                  <a:pt x="1630364" y="124211"/>
                </a:cubicBezTo>
                <a:lnTo>
                  <a:pt x="1634274" y="124211"/>
                </a:lnTo>
                <a:cubicBezTo>
                  <a:pt x="1631935" y="130780"/>
                  <a:pt x="1628627" y="135748"/>
                  <a:pt x="1624349" y="139114"/>
                </a:cubicBezTo>
                <a:cubicBezTo>
                  <a:pt x="1620072" y="142479"/>
                  <a:pt x="1615661" y="144161"/>
                  <a:pt x="1611116" y="144161"/>
                </a:cubicBezTo>
                <a:cubicBezTo>
                  <a:pt x="1608042" y="144161"/>
                  <a:pt x="1605034" y="143308"/>
                  <a:pt x="1602094" y="141602"/>
                </a:cubicBezTo>
                <a:cubicBezTo>
                  <a:pt x="1599153" y="139896"/>
                  <a:pt x="1596981" y="137454"/>
                  <a:pt x="1595577" y="134277"/>
                </a:cubicBezTo>
                <a:cubicBezTo>
                  <a:pt x="1594174" y="131099"/>
                  <a:pt x="1593472" y="126197"/>
                  <a:pt x="1593472" y="119572"/>
                </a:cubicBezTo>
                <a:lnTo>
                  <a:pt x="1593472" y="57745"/>
                </a:lnTo>
                <a:lnTo>
                  <a:pt x="1578936" y="57745"/>
                </a:lnTo>
                <a:lnTo>
                  <a:pt x="1578936" y="54436"/>
                </a:lnTo>
                <a:cubicBezTo>
                  <a:pt x="1582611" y="52962"/>
                  <a:pt x="1586371" y="50465"/>
                  <a:pt x="1590214" y="46946"/>
                </a:cubicBezTo>
                <a:cubicBezTo>
                  <a:pt x="1594057" y="43427"/>
                  <a:pt x="1597482" y="39254"/>
                  <a:pt x="1600490" y="34427"/>
                </a:cubicBezTo>
                <a:cubicBezTo>
                  <a:pt x="1602027" y="31881"/>
                  <a:pt x="1604165" y="27222"/>
                  <a:pt x="1606906" y="20451"/>
                </a:cubicBezTo>
                <a:lnTo>
                  <a:pt x="1610013" y="20451"/>
                </a:lnTo>
                <a:close/>
                <a:moveTo>
                  <a:pt x="1692598" y="129324"/>
                </a:moveTo>
                <a:cubicBezTo>
                  <a:pt x="1683175" y="136609"/>
                  <a:pt x="1677260" y="140820"/>
                  <a:pt x="1674854" y="141956"/>
                </a:cubicBezTo>
                <a:cubicBezTo>
                  <a:pt x="1671245" y="143694"/>
                  <a:pt x="1667402" y="144562"/>
                  <a:pt x="1663325" y="144562"/>
                </a:cubicBezTo>
                <a:cubicBezTo>
                  <a:pt x="1656976" y="144562"/>
                  <a:pt x="1651746" y="142390"/>
                  <a:pt x="1647635" y="138046"/>
                </a:cubicBezTo>
                <a:cubicBezTo>
                  <a:pt x="1643525" y="133702"/>
                  <a:pt x="1641470" y="127988"/>
                  <a:pt x="1641470" y="120903"/>
                </a:cubicBezTo>
                <a:cubicBezTo>
                  <a:pt x="1641470" y="116425"/>
                  <a:pt x="1642473" y="112549"/>
                  <a:pt x="1644478" y="109274"/>
                </a:cubicBezTo>
                <a:cubicBezTo>
                  <a:pt x="1647218" y="104729"/>
                  <a:pt x="1651980" y="100452"/>
                  <a:pt x="1658763" y="96442"/>
                </a:cubicBezTo>
                <a:cubicBezTo>
                  <a:pt x="1665547" y="92432"/>
                  <a:pt x="1676825" y="87553"/>
                  <a:pt x="1692598" y="81805"/>
                </a:cubicBezTo>
                <a:lnTo>
                  <a:pt x="1692598" y="78196"/>
                </a:lnTo>
                <a:cubicBezTo>
                  <a:pt x="1692598" y="69040"/>
                  <a:pt x="1691145" y="62757"/>
                  <a:pt x="1688237" y="59349"/>
                </a:cubicBezTo>
                <a:cubicBezTo>
                  <a:pt x="1685330" y="55940"/>
                  <a:pt x="1681103" y="54236"/>
                  <a:pt x="1675555" y="54236"/>
                </a:cubicBezTo>
                <a:cubicBezTo>
                  <a:pt x="1671345" y="54236"/>
                  <a:pt x="1668003" y="55368"/>
                  <a:pt x="1665530" y="57632"/>
                </a:cubicBezTo>
                <a:cubicBezTo>
                  <a:pt x="1662991" y="59896"/>
                  <a:pt x="1661721" y="62493"/>
                  <a:pt x="1661721" y="65423"/>
                </a:cubicBezTo>
                <a:lnTo>
                  <a:pt x="1661921" y="71216"/>
                </a:lnTo>
                <a:cubicBezTo>
                  <a:pt x="1661921" y="74278"/>
                  <a:pt x="1661136" y="76641"/>
                  <a:pt x="1659565" y="78306"/>
                </a:cubicBezTo>
                <a:cubicBezTo>
                  <a:pt x="1657995" y="79970"/>
                  <a:pt x="1655940" y="80803"/>
                  <a:pt x="1653400" y="80803"/>
                </a:cubicBezTo>
                <a:cubicBezTo>
                  <a:pt x="1650927" y="80803"/>
                  <a:pt x="1648905" y="79937"/>
                  <a:pt x="1647335" y="78205"/>
                </a:cubicBezTo>
                <a:cubicBezTo>
                  <a:pt x="1645764" y="76472"/>
                  <a:pt x="1644979" y="74106"/>
                  <a:pt x="1644979" y="71106"/>
                </a:cubicBezTo>
                <a:cubicBezTo>
                  <a:pt x="1644979" y="65377"/>
                  <a:pt x="1647920" y="60114"/>
                  <a:pt x="1653801" y="55317"/>
                </a:cubicBezTo>
                <a:cubicBezTo>
                  <a:pt x="1659682" y="50519"/>
                  <a:pt x="1667936" y="48121"/>
                  <a:pt x="1678563" y="48121"/>
                </a:cubicBezTo>
                <a:cubicBezTo>
                  <a:pt x="1686717" y="48121"/>
                  <a:pt x="1693400" y="49489"/>
                  <a:pt x="1698613" y="52225"/>
                </a:cubicBezTo>
                <a:cubicBezTo>
                  <a:pt x="1702557" y="54294"/>
                  <a:pt x="1705464" y="57533"/>
                  <a:pt x="1707335" y="61940"/>
                </a:cubicBezTo>
                <a:cubicBezTo>
                  <a:pt x="1708538" y="64809"/>
                  <a:pt x="1709140" y="70683"/>
                  <a:pt x="1709140" y="79562"/>
                </a:cubicBezTo>
                <a:lnTo>
                  <a:pt x="1709140" y="110703"/>
                </a:lnTo>
                <a:cubicBezTo>
                  <a:pt x="1709140" y="119447"/>
                  <a:pt x="1709307" y="124805"/>
                  <a:pt x="1709641" y="126774"/>
                </a:cubicBezTo>
                <a:cubicBezTo>
                  <a:pt x="1709975" y="128744"/>
                  <a:pt x="1710526" y="130063"/>
                  <a:pt x="1711295" y="130731"/>
                </a:cubicBezTo>
                <a:cubicBezTo>
                  <a:pt x="1712064" y="131397"/>
                  <a:pt x="1712949" y="131730"/>
                  <a:pt x="1713952" y="131730"/>
                </a:cubicBezTo>
                <a:cubicBezTo>
                  <a:pt x="1715021" y="131730"/>
                  <a:pt x="1715957" y="131496"/>
                  <a:pt x="1716759" y="131029"/>
                </a:cubicBezTo>
                <a:cubicBezTo>
                  <a:pt x="1718162" y="130160"/>
                  <a:pt x="1720869" y="127720"/>
                  <a:pt x="1724879" y="123710"/>
                </a:cubicBezTo>
                <a:lnTo>
                  <a:pt x="1724879" y="129324"/>
                </a:lnTo>
                <a:cubicBezTo>
                  <a:pt x="1717394" y="139349"/>
                  <a:pt x="1710242" y="144362"/>
                  <a:pt x="1703425" y="144362"/>
                </a:cubicBezTo>
                <a:cubicBezTo>
                  <a:pt x="1700150" y="144362"/>
                  <a:pt x="1697544" y="143226"/>
                  <a:pt x="1695606" y="140953"/>
                </a:cubicBezTo>
                <a:cubicBezTo>
                  <a:pt x="1693668" y="138681"/>
                  <a:pt x="1692665" y="134805"/>
                  <a:pt x="1692598" y="129324"/>
                </a:cubicBezTo>
                <a:moveTo>
                  <a:pt x="1692598" y="122752"/>
                </a:moveTo>
                <a:lnTo>
                  <a:pt x="1692598" y="87920"/>
                </a:lnTo>
                <a:cubicBezTo>
                  <a:pt x="1682506" y="91912"/>
                  <a:pt x="1675990" y="94740"/>
                  <a:pt x="1673049" y="96404"/>
                </a:cubicBezTo>
                <a:cubicBezTo>
                  <a:pt x="1667769" y="99332"/>
                  <a:pt x="1663993" y="102393"/>
                  <a:pt x="1661721" y="105587"/>
                </a:cubicBezTo>
                <a:cubicBezTo>
                  <a:pt x="1659448" y="108780"/>
                  <a:pt x="1658312" y="112273"/>
                  <a:pt x="1658312" y="116066"/>
                </a:cubicBezTo>
                <a:cubicBezTo>
                  <a:pt x="1658312" y="120857"/>
                  <a:pt x="1659749" y="124833"/>
                  <a:pt x="1662623" y="127993"/>
                </a:cubicBezTo>
                <a:cubicBezTo>
                  <a:pt x="1665497" y="131153"/>
                  <a:pt x="1668805" y="132733"/>
                  <a:pt x="1672548" y="132733"/>
                </a:cubicBezTo>
                <a:cubicBezTo>
                  <a:pt x="1677627" y="132733"/>
                  <a:pt x="1684311" y="129406"/>
                  <a:pt x="1692598" y="122752"/>
                </a:cubicBezTo>
                <a:close/>
                <a:moveTo>
                  <a:pt x="1809456" y="107670"/>
                </a:moveTo>
                <a:cubicBezTo>
                  <a:pt x="1806984" y="119767"/>
                  <a:pt x="1802138" y="129074"/>
                  <a:pt x="1794920" y="135590"/>
                </a:cubicBezTo>
                <a:cubicBezTo>
                  <a:pt x="1787702" y="142106"/>
                  <a:pt x="1779715" y="145364"/>
                  <a:pt x="1770960" y="145364"/>
                </a:cubicBezTo>
                <a:cubicBezTo>
                  <a:pt x="1760534" y="145364"/>
                  <a:pt x="1751444" y="140992"/>
                  <a:pt x="1743691" y="132247"/>
                </a:cubicBezTo>
                <a:cubicBezTo>
                  <a:pt x="1735939" y="123500"/>
                  <a:pt x="1732062" y="111682"/>
                  <a:pt x="1732062" y="96793"/>
                </a:cubicBezTo>
                <a:cubicBezTo>
                  <a:pt x="1732062" y="82371"/>
                  <a:pt x="1736356" y="70654"/>
                  <a:pt x="1744945" y="61642"/>
                </a:cubicBezTo>
                <a:cubicBezTo>
                  <a:pt x="1753533" y="52628"/>
                  <a:pt x="1763842" y="48121"/>
                  <a:pt x="1775872" y="48121"/>
                </a:cubicBezTo>
                <a:cubicBezTo>
                  <a:pt x="1784895" y="48121"/>
                  <a:pt x="1792313" y="50503"/>
                  <a:pt x="1798128" y="55267"/>
                </a:cubicBezTo>
                <a:cubicBezTo>
                  <a:pt x="1803943" y="60029"/>
                  <a:pt x="1806850" y="64974"/>
                  <a:pt x="1806850" y="70104"/>
                </a:cubicBezTo>
                <a:cubicBezTo>
                  <a:pt x="1806850" y="72635"/>
                  <a:pt x="1806031" y="74684"/>
                  <a:pt x="1804394" y="76251"/>
                </a:cubicBezTo>
                <a:cubicBezTo>
                  <a:pt x="1802756" y="77815"/>
                  <a:pt x="1800467" y="78597"/>
                  <a:pt x="1797526" y="78597"/>
                </a:cubicBezTo>
                <a:cubicBezTo>
                  <a:pt x="1793583" y="78597"/>
                  <a:pt x="1790609" y="77327"/>
                  <a:pt x="1788604" y="74788"/>
                </a:cubicBezTo>
                <a:cubicBezTo>
                  <a:pt x="1787468" y="73384"/>
                  <a:pt x="1786716" y="70711"/>
                  <a:pt x="1786348" y="66767"/>
                </a:cubicBezTo>
                <a:cubicBezTo>
                  <a:pt x="1785981" y="62824"/>
                  <a:pt x="1784627" y="59817"/>
                  <a:pt x="1782288" y="57745"/>
                </a:cubicBezTo>
                <a:cubicBezTo>
                  <a:pt x="1779949" y="55740"/>
                  <a:pt x="1776708" y="54737"/>
                  <a:pt x="1772564" y="54737"/>
                </a:cubicBezTo>
                <a:cubicBezTo>
                  <a:pt x="1765880" y="54737"/>
                  <a:pt x="1760500" y="57210"/>
                  <a:pt x="1756423" y="62156"/>
                </a:cubicBezTo>
                <a:cubicBezTo>
                  <a:pt x="1751010" y="68706"/>
                  <a:pt x="1748303" y="77361"/>
                  <a:pt x="1748303" y="88121"/>
                </a:cubicBezTo>
                <a:cubicBezTo>
                  <a:pt x="1748303" y="99082"/>
                  <a:pt x="1750993" y="108756"/>
                  <a:pt x="1756373" y="117144"/>
                </a:cubicBezTo>
                <a:cubicBezTo>
                  <a:pt x="1761753" y="125531"/>
                  <a:pt x="1769022" y="129725"/>
                  <a:pt x="1778178" y="129725"/>
                </a:cubicBezTo>
                <a:cubicBezTo>
                  <a:pt x="1784728" y="129725"/>
                  <a:pt x="1790609" y="127486"/>
                  <a:pt x="1795822" y="123008"/>
                </a:cubicBezTo>
                <a:cubicBezTo>
                  <a:pt x="1799498" y="119934"/>
                  <a:pt x="1803074" y="114353"/>
                  <a:pt x="1806549" y="106266"/>
                </a:cubicBezTo>
                <a:lnTo>
                  <a:pt x="1809456" y="107670"/>
                </a:lnTo>
                <a:close/>
                <a:moveTo>
                  <a:pt x="1849522" y="0"/>
                </a:moveTo>
                <a:lnTo>
                  <a:pt x="1849522" y="91329"/>
                </a:lnTo>
                <a:lnTo>
                  <a:pt x="1872880" y="70076"/>
                </a:lnTo>
                <a:cubicBezTo>
                  <a:pt x="1877826" y="65531"/>
                  <a:pt x="1880700" y="62657"/>
                  <a:pt x="1881502" y="61454"/>
                </a:cubicBezTo>
                <a:cubicBezTo>
                  <a:pt x="1882037" y="60652"/>
                  <a:pt x="1882304" y="59850"/>
                  <a:pt x="1882304" y="59048"/>
                </a:cubicBezTo>
                <a:cubicBezTo>
                  <a:pt x="1882304" y="57711"/>
                  <a:pt x="1881753" y="56558"/>
                  <a:pt x="1880650" y="55589"/>
                </a:cubicBezTo>
                <a:cubicBezTo>
                  <a:pt x="1879547" y="54620"/>
                  <a:pt x="1877726" y="54069"/>
                  <a:pt x="1875186" y="53935"/>
                </a:cubicBezTo>
                <a:lnTo>
                  <a:pt x="1875186" y="50727"/>
                </a:lnTo>
                <a:lnTo>
                  <a:pt x="1915086" y="50727"/>
                </a:lnTo>
                <a:lnTo>
                  <a:pt x="1915086" y="53935"/>
                </a:lnTo>
                <a:cubicBezTo>
                  <a:pt x="1909606" y="54069"/>
                  <a:pt x="1905044" y="54904"/>
                  <a:pt x="1901402" y="56442"/>
                </a:cubicBezTo>
                <a:cubicBezTo>
                  <a:pt x="1897759" y="57979"/>
                  <a:pt x="1893766" y="60719"/>
                  <a:pt x="1889422" y="64662"/>
                </a:cubicBezTo>
                <a:lnTo>
                  <a:pt x="1865863" y="86417"/>
                </a:lnTo>
                <a:lnTo>
                  <a:pt x="1889422" y="116135"/>
                </a:lnTo>
                <a:cubicBezTo>
                  <a:pt x="1895972" y="124339"/>
                  <a:pt x="1900383" y="129541"/>
                  <a:pt x="1902655" y="131743"/>
                </a:cubicBezTo>
                <a:cubicBezTo>
                  <a:pt x="1905863" y="134878"/>
                  <a:pt x="1908670" y="136913"/>
                  <a:pt x="1911076" y="137849"/>
                </a:cubicBezTo>
                <a:cubicBezTo>
                  <a:pt x="1912747" y="138515"/>
                  <a:pt x="1915654" y="138848"/>
                  <a:pt x="1919798" y="138848"/>
                </a:cubicBezTo>
                <a:lnTo>
                  <a:pt x="1919798" y="142557"/>
                </a:lnTo>
                <a:lnTo>
                  <a:pt x="1875186" y="142557"/>
                </a:lnTo>
                <a:lnTo>
                  <a:pt x="1875186" y="138848"/>
                </a:lnTo>
                <a:cubicBezTo>
                  <a:pt x="1877726" y="138781"/>
                  <a:pt x="1879447" y="138398"/>
                  <a:pt x="1880349" y="137698"/>
                </a:cubicBezTo>
                <a:cubicBezTo>
                  <a:pt x="1881251" y="136997"/>
                  <a:pt x="1881702" y="136013"/>
                  <a:pt x="1881702" y="134747"/>
                </a:cubicBezTo>
                <a:cubicBezTo>
                  <a:pt x="1881702" y="133212"/>
                  <a:pt x="1880366" y="130744"/>
                  <a:pt x="1877692" y="127344"/>
                </a:cubicBezTo>
                <a:lnTo>
                  <a:pt x="1849522" y="91429"/>
                </a:lnTo>
                <a:lnTo>
                  <a:pt x="1849522" y="121840"/>
                </a:lnTo>
                <a:cubicBezTo>
                  <a:pt x="1849522" y="127776"/>
                  <a:pt x="1849939" y="131678"/>
                  <a:pt x="1850775" y="133547"/>
                </a:cubicBezTo>
                <a:cubicBezTo>
                  <a:pt x="1851610" y="135415"/>
                  <a:pt x="1852797" y="136748"/>
                  <a:pt x="1854334" y="137548"/>
                </a:cubicBezTo>
                <a:cubicBezTo>
                  <a:pt x="1855871" y="138348"/>
                  <a:pt x="1859213" y="138781"/>
                  <a:pt x="1864359" y="138848"/>
                </a:cubicBezTo>
                <a:lnTo>
                  <a:pt x="1864359" y="142557"/>
                </a:lnTo>
                <a:lnTo>
                  <a:pt x="1817642" y="142557"/>
                </a:lnTo>
                <a:lnTo>
                  <a:pt x="1817642" y="138848"/>
                </a:lnTo>
                <a:cubicBezTo>
                  <a:pt x="1822320" y="138848"/>
                  <a:pt x="1825829" y="138280"/>
                  <a:pt x="1828168" y="137144"/>
                </a:cubicBezTo>
                <a:cubicBezTo>
                  <a:pt x="1829572" y="136411"/>
                  <a:pt x="1830641" y="135276"/>
                  <a:pt x="1831376" y="133738"/>
                </a:cubicBezTo>
                <a:cubicBezTo>
                  <a:pt x="1832379" y="131535"/>
                  <a:pt x="1832880" y="127729"/>
                  <a:pt x="1832880" y="122319"/>
                </a:cubicBezTo>
                <a:lnTo>
                  <a:pt x="1832880" y="38769"/>
                </a:lnTo>
                <a:cubicBezTo>
                  <a:pt x="1832880" y="28151"/>
                  <a:pt x="1832646" y="21656"/>
                  <a:pt x="1832178" y="19286"/>
                </a:cubicBezTo>
                <a:cubicBezTo>
                  <a:pt x="1831710" y="16913"/>
                  <a:pt x="1830942" y="15277"/>
                  <a:pt x="1829872" y="14377"/>
                </a:cubicBezTo>
                <a:cubicBezTo>
                  <a:pt x="1828803" y="13474"/>
                  <a:pt x="1827400" y="13023"/>
                  <a:pt x="1825662" y="13023"/>
                </a:cubicBezTo>
                <a:cubicBezTo>
                  <a:pt x="1824258" y="13023"/>
                  <a:pt x="1822153" y="13591"/>
                  <a:pt x="1819346" y="14728"/>
                </a:cubicBezTo>
                <a:lnTo>
                  <a:pt x="1817642" y="11219"/>
                </a:lnTo>
                <a:lnTo>
                  <a:pt x="1844910" y="0"/>
                </a:lnTo>
                <a:lnTo>
                  <a:pt x="18495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130F0-C248-4D05-B742-3C9BFF6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336" y="2315694"/>
            <a:ext cx="74680" cy="90540"/>
          </a:xfrm>
          <a:custGeom xmlns:a="http://schemas.openxmlformats.org/drawingml/2006/main">
            <a:pathLst>
              <a:path w="74680" h="90540">
                <a:moveTo>
                  <a:pt x="31446" y="84637"/>
                </a:moveTo>
                <a:cubicBezTo>
                  <a:pt x="31446" y="87897"/>
                  <a:pt x="34085" y="90540"/>
                  <a:pt x="37340" y="90540"/>
                </a:cubicBezTo>
                <a:cubicBezTo>
                  <a:pt x="40595" y="90540"/>
                  <a:pt x="43235" y="87897"/>
                  <a:pt x="43235" y="84637"/>
                </a:cubicBezTo>
                <a:lnTo>
                  <a:pt x="31446" y="84637"/>
                </a:lnTo>
                <a:close/>
                <a:moveTo>
                  <a:pt x="62882" y="27567"/>
                </a:moveTo>
                <a:lnTo>
                  <a:pt x="74670" y="27567"/>
                </a:lnTo>
                <a:cubicBezTo>
                  <a:pt x="74670" y="30827"/>
                  <a:pt x="72031" y="33471"/>
                  <a:pt x="68776" y="33471"/>
                </a:cubicBezTo>
                <a:cubicBezTo>
                  <a:pt x="65521" y="33471"/>
                  <a:pt x="62882" y="30827"/>
                  <a:pt x="62882" y="27567"/>
                </a:cubicBezTo>
                <a:close/>
                <a:moveTo>
                  <a:pt x="10" y="27567"/>
                </a:moveTo>
                <a:lnTo>
                  <a:pt x="11799" y="27567"/>
                </a:lnTo>
                <a:cubicBezTo>
                  <a:pt x="11799" y="30827"/>
                  <a:pt x="9160" y="33471"/>
                  <a:pt x="5905" y="33471"/>
                </a:cubicBezTo>
                <a:cubicBezTo>
                  <a:pt x="2649" y="33471"/>
                  <a:pt x="10" y="30827"/>
                  <a:pt x="10" y="27567"/>
                </a:cubicBezTo>
                <a:close/>
                <a:moveTo>
                  <a:pt x="66474" y="8481"/>
                </a:moveTo>
                <a:lnTo>
                  <a:pt x="70855" y="4531"/>
                </a:lnTo>
                <a:lnTo>
                  <a:pt x="66474" y="8481"/>
                </a:lnTo>
                <a:close/>
                <a:moveTo>
                  <a:pt x="17693" y="78733"/>
                </a:moveTo>
                <a:cubicBezTo>
                  <a:pt x="14437" y="78733"/>
                  <a:pt x="11799" y="81376"/>
                  <a:pt x="11799" y="84637"/>
                </a:cubicBezTo>
                <a:cubicBezTo>
                  <a:pt x="11799" y="87897"/>
                  <a:pt x="14437" y="90540"/>
                  <a:pt x="17693" y="90540"/>
                </a:cubicBezTo>
                <a:lnTo>
                  <a:pt x="17693" y="78733"/>
                </a:lnTo>
                <a:close/>
                <a:moveTo>
                  <a:pt x="60917" y="90540"/>
                </a:moveTo>
                <a:lnTo>
                  <a:pt x="60917" y="78733"/>
                </a:lnTo>
                <a:cubicBezTo>
                  <a:pt x="64172" y="78733"/>
                  <a:pt x="66811" y="81376"/>
                  <a:pt x="66811" y="84637"/>
                </a:cubicBezTo>
                <a:cubicBezTo>
                  <a:pt x="66811" y="87897"/>
                  <a:pt x="64172" y="90540"/>
                  <a:pt x="60917" y="90540"/>
                </a:cubicBezTo>
                <a:close/>
                <a:moveTo>
                  <a:pt x="21622" y="11823"/>
                </a:moveTo>
                <a:lnTo>
                  <a:pt x="21622" y="15"/>
                </a:lnTo>
                <a:lnTo>
                  <a:pt x="37340" y="15"/>
                </a:lnTo>
                <a:lnTo>
                  <a:pt x="37340" y="11823"/>
                </a:lnTo>
                <a:lnTo>
                  <a:pt x="21622" y="11823"/>
                </a:lnTo>
                <a:close/>
                <a:moveTo>
                  <a:pt x="37340" y="11823"/>
                </a:moveTo>
                <a:lnTo>
                  <a:pt x="53058" y="11823"/>
                </a:lnTo>
                <a:lnTo>
                  <a:pt x="53058" y="15"/>
                </a:lnTo>
                <a:lnTo>
                  <a:pt x="37340" y="15"/>
                </a:lnTo>
                <a:lnTo>
                  <a:pt x="37340" y="11823"/>
                </a:lnTo>
                <a:close/>
                <a:moveTo>
                  <a:pt x="43235" y="84637"/>
                </a:moveTo>
                <a:lnTo>
                  <a:pt x="43235" y="5919"/>
                </a:lnTo>
                <a:lnTo>
                  <a:pt x="31446" y="5919"/>
                </a:lnTo>
                <a:lnTo>
                  <a:pt x="31446" y="84637"/>
                </a:lnTo>
                <a:lnTo>
                  <a:pt x="43235" y="84637"/>
                </a:lnTo>
                <a:close/>
                <a:moveTo>
                  <a:pt x="62882" y="23412"/>
                </a:moveTo>
                <a:lnTo>
                  <a:pt x="74670" y="23412"/>
                </a:lnTo>
                <a:lnTo>
                  <a:pt x="74670" y="27567"/>
                </a:lnTo>
                <a:lnTo>
                  <a:pt x="62882" y="27567"/>
                </a:lnTo>
                <a:lnTo>
                  <a:pt x="62882" y="23412"/>
                </a:lnTo>
                <a:close/>
                <a:moveTo>
                  <a:pt x="10" y="23412"/>
                </a:moveTo>
                <a:lnTo>
                  <a:pt x="11799" y="23412"/>
                </a:lnTo>
                <a:lnTo>
                  <a:pt x="11799" y="27567"/>
                </a:lnTo>
                <a:lnTo>
                  <a:pt x="10" y="27567"/>
                </a:lnTo>
                <a:lnTo>
                  <a:pt x="10" y="23412"/>
                </a:lnTo>
                <a:close/>
                <a:moveTo>
                  <a:pt x="53058" y="11823"/>
                </a:moveTo>
                <a:lnTo>
                  <a:pt x="53058" y="15"/>
                </a:lnTo>
                <a:cubicBezTo>
                  <a:pt x="56578" y="15"/>
                  <a:pt x="59876" y="0"/>
                  <a:pt x="62553" y="400"/>
                </a:cubicBezTo>
                <a:cubicBezTo>
                  <a:pt x="65467" y="836"/>
                  <a:pt x="68462" y="1868"/>
                  <a:pt x="70855" y="4531"/>
                </a:cubicBezTo>
                <a:lnTo>
                  <a:pt x="62093" y="12431"/>
                </a:lnTo>
                <a:cubicBezTo>
                  <a:pt x="62078" y="12413"/>
                  <a:pt x="62080" y="12407"/>
                  <a:pt x="61999" y="12369"/>
                </a:cubicBezTo>
                <a:cubicBezTo>
                  <a:pt x="61868" y="12309"/>
                  <a:pt x="61532" y="12186"/>
                  <a:pt x="60811" y="12078"/>
                </a:cubicBezTo>
                <a:cubicBezTo>
                  <a:pt x="59207" y="11839"/>
                  <a:pt x="56947" y="11823"/>
                  <a:pt x="53058" y="11823"/>
                </a:cubicBezTo>
                <a:close/>
                <a:moveTo>
                  <a:pt x="74670" y="23412"/>
                </a:moveTo>
                <a:lnTo>
                  <a:pt x="62882" y="23412"/>
                </a:lnTo>
                <a:cubicBezTo>
                  <a:pt x="62882" y="19138"/>
                  <a:pt x="62872" y="16468"/>
                  <a:pt x="62636" y="14524"/>
                </a:cubicBezTo>
                <a:cubicBezTo>
                  <a:pt x="62526" y="13612"/>
                  <a:pt x="62389" y="13086"/>
                  <a:pt x="62278" y="12785"/>
                </a:cubicBezTo>
                <a:cubicBezTo>
                  <a:pt x="62182" y="12526"/>
                  <a:pt x="62114" y="12454"/>
                  <a:pt x="62093" y="12431"/>
                </a:cubicBezTo>
                <a:lnTo>
                  <a:pt x="70855" y="4531"/>
                </a:lnTo>
                <a:cubicBezTo>
                  <a:pt x="73169" y="7106"/>
                  <a:pt x="73986" y="10175"/>
                  <a:pt x="74340" y="13106"/>
                </a:cubicBezTo>
                <a:cubicBezTo>
                  <a:pt x="74680" y="15925"/>
                  <a:pt x="74670" y="19439"/>
                  <a:pt x="74670" y="23412"/>
                </a:cubicBezTo>
                <a:close/>
                <a:moveTo>
                  <a:pt x="21622" y="15"/>
                </a:moveTo>
                <a:cubicBezTo>
                  <a:pt x="18102" y="15"/>
                  <a:pt x="14804" y="0"/>
                  <a:pt x="12128" y="400"/>
                </a:cubicBezTo>
                <a:cubicBezTo>
                  <a:pt x="9213" y="836"/>
                  <a:pt x="6219" y="1868"/>
                  <a:pt x="3825" y="4531"/>
                </a:cubicBezTo>
                <a:lnTo>
                  <a:pt x="12588" y="12431"/>
                </a:lnTo>
                <a:cubicBezTo>
                  <a:pt x="12602" y="12413"/>
                  <a:pt x="12600" y="12407"/>
                  <a:pt x="12682" y="12369"/>
                </a:cubicBezTo>
                <a:cubicBezTo>
                  <a:pt x="12813" y="12309"/>
                  <a:pt x="13148" y="12186"/>
                  <a:pt x="13870" y="12078"/>
                </a:cubicBezTo>
                <a:cubicBezTo>
                  <a:pt x="15474" y="11839"/>
                  <a:pt x="17733" y="11823"/>
                  <a:pt x="21622" y="11823"/>
                </a:cubicBezTo>
                <a:lnTo>
                  <a:pt x="21622" y="15"/>
                </a:lnTo>
                <a:close/>
                <a:moveTo>
                  <a:pt x="11799" y="23412"/>
                </a:moveTo>
                <a:lnTo>
                  <a:pt x="10" y="23412"/>
                </a:lnTo>
                <a:cubicBezTo>
                  <a:pt x="10" y="19439"/>
                  <a:pt x="0" y="15925"/>
                  <a:pt x="340" y="13106"/>
                </a:cubicBezTo>
                <a:cubicBezTo>
                  <a:pt x="695" y="10175"/>
                  <a:pt x="1512" y="7106"/>
                  <a:pt x="3825" y="4531"/>
                </a:cubicBezTo>
                <a:lnTo>
                  <a:pt x="12588" y="12431"/>
                </a:lnTo>
                <a:cubicBezTo>
                  <a:pt x="12566" y="12454"/>
                  <a:pt x="12499" y="12526"/>
                  <a:pt x="12403" y="12785"/>
                </a:cubicBezTo>
                <a:cubicBezTo>
                  <a:pt x="12292" y="13086"/>
                  <a:pt x="12154" y="13612"/>
                  <a:pt x="12044" y="14524"/>
                </a:cubicBezTo>
                <a:cubicBezTo>
                  <a:pt x="11809" y="16468"/>
                  <a:pt x="11799" y="19138"/>
                  <a:pt x="11799" y="23412"/>
                </a:cubicBezTo>
                <a:close/>
                <a:moveTo>
                  <a:pt x="17693" y="90540"/>
                </a:moveTo>
                <a:lnTo>
                  <a:pt x="17693" y="78733"/>
                </a:lnTo>
                <a:lnTo>
                  <a:pt x="60917" y="78733"/>
                </a:lnTo>
                <a:lnTo>
                  <a:pt x="60917" y="90540"/>
                </a:lnTo>
                <a:lnTo>
                  <a:pt x="17693" y="90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17947-9085-4F1F-99C8-1135AEAA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750" y="2282579"/>
            <a:ext cx="156786" cy="156786"/>
          </a:xfrm>
          <a:custGeom xmlns:a="http://schemas.openxmlformats.org/drawingml/2006/main">
            <a:pathLst>
              <a:path w="156786" h="156786" fill="none">
                <a:moveTo>
                  <a:pt x="156786" y="78393"/>
                </a:moveTo>
                <a:cubicBezTo>
                  <a:pt x="156786" y="115347"/>
                  <a:pt x="156786" y="133825"/>
                  <a:pt x="145305" y="145305"/>
                </a:cubicBezTo>
                <a:cubicBezTo>
                  <a:pt x="133825" y="156786"/>
                  <a:pt x="115347" y="156786"/>
                  <a:pt x="78393" y="156786"/>
                </a:cubicBezTo>
                <a:cubicBezTo>
                  <a:pt x="41438" y="156786"/>
                  <a:pt x="22961" y="156786"/>
                  <a:pt x="11480" y="145305"/>
                </a:cubicBezTo>
                <a:cubicBezTo>
                  <a:pt x="0" y="133825"/>
                  <a:pt x="0" y="115347"/>
                  <a:pt x="0" y="78393"/>
                </a:cubicBezTo>
                <a:cubicBezTo>
                  <a:pt x="0" y="41438"/>
                  <a:pt x="0" y="22961"/>
                  <a:pt x="11480" y="11480"/>
                </a:cubicBezTo>
                <a:cubicBezTo>
                  <a:pt x="22961" y="0"/>
                  <a:pt x="41438" y="0"/>
                  <a:pt x="78393" y="0"/>
                </a:cubicBezTo>
                <a:cubicBezTo>
                  <a:pt x="115347" y="0"/>
                  <a:pt x="133825" y="0"/>
                  <a:pt x="145305" y="11480"/>
                </a:cubicBezTo>
                <a:cubicBezTo>
                  <a:pt x="152939" y="19114"/>
                  <a:pt x="155497" y="29841"/>
                  <a:pt x="156354" y="470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444" cap="rnd">
            <a:solidFill>
              <a:srgbClr val="000000"/>
            </a:solidFill>
            <a:miter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22d93e2e145e1"/>
          <a:stretch xmlns:a="http://schemas.openxmlformats.org/drawingml/2006/main"/>
        </p:blipFill>
        <p:spPr>
          <a:xfrm xmlns:a="http://schemas.openxmlformats.org/drawingml/2006/main">
            <a:off x="6597455" y="2274992"/>
            <a:ext cx="200648" cy="247553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bca16aeff476f"/>
          <a:stretch xmlns:a="http://schemas.openxmlformats.org/drawingml/2006/main"/>
        </p:blipFill>
        <p:spPr>
          <a:xfrm xmlns:a="http://schemas.openxmlformats.org/drawingml/2006/main">
            <a:off x="6590919" y="3709395"/>
            <a:ext cx="200648" cy="2475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92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2026-09-05T18:29:13.7700000Z</dcterms:created>
  <dcterms:modified xsi:type="dcterms:W3CDTF">2026-09-05T18:29:13.7700000Z</dcterms:modified>
</coreProperties>
</file>