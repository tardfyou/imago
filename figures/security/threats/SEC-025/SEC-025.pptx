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aab9182ec44ed1" /><Relationship Type="http://schemas.openxmlformats.org/officeDocument/2006/relationships/extended-properties" Target="/docProps/app.xml" Id="R0c2c9c9f6ce6411c" /><Relationship Type="http://schemas.openxmlformats.org/officeDocument/2006/relationships/officeDocument" Target="/ppt/presentation.xml" Id="R3328b22248b44b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7178f306eb49b1"/>
  </p:sldMasterIdLst>
  <p:notesMasterIdLst>
    <p:notesMasterId xmlns:r="http://schemas.openxmlformats.org/officeDocument/2006/relationships" r:id="Rc45538c240954aed"/>
  </p:notesMasterIdLst>
  <p:sldIdLst>
    <p:sldId xmlns:r="http://schemas.openxmlformats.org/officeDocument/2006/relationships" id="256" r:id="R21a513b4a45e4e2c"/>
  </p:sldIdLst>
  <p:sldSz cx="6858000" cy="3086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b38d7d09d24341" /><Relationship Type="http://schemas.openxmlformats.org/officeDocument/2006/relationships/slideMaster" Target="/ppt/slideMasters/slideMaster1.xml" Id="Rbf7178f306eb49b1" /><Relationship Type="http://schemas.openxmlformats.org/officeDocument/2006/relationships/notesMaster" Target="/ppt/notesMasters/notesMaster1.xml" Id="Rc45538c240954aed" /><Relationship Type="http://schemas.openxmlformats.org/officeDocument/2006/relationships/presProps" Target="/ppt/presProps.xml" Id="R6949490e366644ac" /><Relationship Type="http://schemas.openxmlformats.org/officeDocument/2006/relationships/tableStyles" Target="/ppt/tableStyles.xml" Id="R2f3cd29dcbe44c4f" /><Relationship Type="http://schemas.openxmlformats.org/officeDocument/2006/relationships/slide" Target="/ppt/slides/slide1.xml" Id="R21a513b4a45e4e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bb59f286d649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d5d8a921644a2b" /><Relationship Type="http://schemas.openxmlformats.org/officeDocument/2006/relationships/notesMaster" Target="/ppt/notesMasters/notesMaster1.xml" Id="R59d3d96c49514fcd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素材ID：SEC-025</ns1:t>
            </ns1:r>
          </ns1:p>
          <ns1:p>
            <ns1:r>
              <ns1:t>论文：BACScan: Automatic Black-Box Detection of Broken-Access-Control Vulnerabilities in Web Applications</ns1:t>
            </ns1:r>
          </ns1:p>
          <ns1:p>
            <ns1:r>
              <ns1:t>会议：CCS 2025</ns1:t>
            </ns1:r>
          </ns1:p>
          <ns1:p>
            <ns1:r>
              <ns1:t>奖项：Distinguished Paper Award</ns1:t>
            </ns1:r>
          </ns1:p>
          <ns1:p>
            <ns1:r>
              <ns1:t>图号：Figure 1，PDF第3页</ns1:t>
            </ns1:r>
          </ns1:p>
          <ns1:p>
            <ns1:r>
              <ns1:t>类型：威胁模型</ns1:t>
            </ns1:r>
          </ns1:p>
          <ns1:p>
            <ns1:r>
              <ns1:t>借鉴点：合法用户与攻击者并排共享同一资源视图，红色路径突出越权位置，适合授权、隔离和身份混淆场景。</ns1:t>
            </ns1:r>
          </ns1:p>
          <ns1:p>
            <ns1:r>
              <ns1:t>论文URL：https://seclab.cse.cuhk.edu.hk/papers/ccs25-BACScan.pdf</ns1:t>
            </ns1:r>
          </ns1:p>
          <ns1:p>
            <ns1:r>
              <ns1:t>官方获奖URL：https://www.sigsac.org/ccs/CCS2025/awards/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b826f3282747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5fdb32bf2f439e" /><Relationship Type="http://schemas.openxmlformats.org/officeDocument/2006/relationships/slideLayout" Target="/ppt/slideLayouts/slideLayout1.xml" Id="R56032bb909cf43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032bb909cf43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3935ab6c747e9" /><Relationship Type="http://schemas.openxmlformats.org/officeDocument/2006/relationships/image" Target="/ppt/media/image.png" Id="R177800ed7eb54358" /><Relationship Type="http://schemas.openxmlformats.org/officeDocument/2006/relationships/image" Target="/ppt/media/image2.png" Id="Rb8b91744d1f2480a" /><Relationship Type="http://schemas.openxmlformats.org/officeDocument/2006/relationships/image" Target="/ppt/media/image3.png" Id="R67143beb6439469b" /><Relationship Type="http://schemas.openxmlformats.org/officeDocument/2006/relationships/notesSlide" Target="/ppt/notesSlides/notesSlide1.xml" Id="Rcb3ae722fa0640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800ed7eb54358"/>
          <a:stretch xmlns:a="http://schemas.openxmlformats.org/drawingml/2006/main"/>
        </p:blipFill>
        <p:spPr>
          <a:xfrm xmlns:a="http://schemas.openxmlformats.org/drawingml/2006/main">
            <a:off x="4120013" y="1117507"/>
            <a:ext cx="407035" cy="407035"/>
          </a:xfrm>
          <a:prstGeom xmlns:a="http://schemas.openxmlformats.org/drawingml/2006/main" prst="rect">
            <a:avLst/>
          </a:prstGeom>
        </p:spPr>
      </p:pic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B848D6-A526-4DF8-A8C4-23F3F16F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850" y="656991"/>
            <a:ext cx="3256999" cy="10"/>
          </a:xfrm>
          <a:custGeom xmlns:a="http://schemas.openxmlformats.org/drawingml/2006/main">
            <a:pathLst>
              <a:path w="3256999" h="1" fill="none">
                <a:moveTo>
                  <a:pt x="0" y="0"/>
                </a:moveTo>
                <a:lnTo>
                  <a:pt x="32569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980" cap="rnd">
            <a:solidFill>
              <a:srgbClr val="000000"/>
            </a:solidFill>
            <a:round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C6A261-0F08-436A-89B9-2D038407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263" y="595405"/>
            <a:ext cx="61586" cy="123172"/>
          </a:xfrm>
          <a:custGeom xmlns:a="http://schemas.openxmlformats.org/drawingml/2006/main">
            <a:pathLst>
              <a:path w="61586" h="123172" fill="none">
                <a:moveTo>
                  <a:pt x="0" y="123172"/>
                </a:moveTo>
                <a:lnTo>
                  <a:pt x="61586" y="6158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980" cap="rnd">
            <a:solidFill>
              <a:srgbClr val="000000"/>
            </a:solidFill>
            <a:round/>
          </a:ln>
        </p:spPr>
      </p:sp>
      <p:sp>
        <p:nvSpPr>
          <p:cNvPr id="4" name="Text http://website/">
            <a:extLst xmlns:a="http://schemas.openxmlformats.org/drawingml/2006/main">
              <a:ext uri="{FF2B5EF4-FFF2-40B4-BE49-F238E27FC236}">
                <a16:creationId xmlns:a16="http://schemas.microsoft.com/office/drawing/2014/main" id="{FA26E464-8C8A-4327-9CC3-A581DE0B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307" y="379558"/>
            <a:ext cx="1226667" cy="193584"/>
          </a:xfrm>
          <a:custGeom xmlns:a="http://schemas.openxmlformats.org/drawingml/2006/main">
            <a:pathLst>
              <a:path w="1226667" h="193584">
                <a:moveTo>
                  <a:pt x="102816" y="143681"/>
                </a:moveTo>
                <a:cubicBezTo>
                  <a:pt x="91201" y="141748"/>
                  <a:pt x="90125" y="140241"/>
                  <a:pt x="89908" y="124970"/>
                </a:cubicBezTo>
                <a:lnTo>
                  <a:pt x="89908" y="82166"/>
                </a:lnTo>
                <a:cubicBezTo>
                  <a:pt x="89908" y="59582"/>
                  <a:pt x="81089" y="47967"/>
                  <a:pt x="63452" y="47967"/>
                </a:cubicBezTo>
                <a:cubicBezTo>
                  <a:pt x="50763" y="47967"/>
                  <a:pt x="41728" y="53130"/>
                  <a:pt x="31836" y="66035"/>
                </a:cubicBezTo>
                <a:lnTo>
                  <a:pt x="31836" y="647"/>
                </a:lnTo>
                <a:lnTo>
                  <a:pt x="30759" y="0"/>
                </a:lnTo>
                <a:cubicBezTo>
                  <a:pt x="23230" y="2583"/>
                  <a:pt x="17854" y="4303"/>
                  <a:pt x="6023" y="7746"/>
                </a:cubicBezTo>
                <a:lnTo>
                  <a:pt x="217" y="9465"/>
                </a:lnTo>
                <a:lnTo>
                  <a:pt x="217" y="12905"/>
                </a:lnTo>
                <a:cubicBezTo>
                  <a:pt x="1077" y="12692"/>
                  <a:pt x="1506" y="12692"/>
                  <a:pt x="2796" y="12692"/>
                </a:cubicBezTo>
                <a:cubicBezTo>
                  <a:pt x="12045" y="12692"/>
                  <a:pt x="13768" y="14411"/>
                  <a:pt x="13768" y="23660"/>
                </a:cubicBezTo>
                <a:lnTo>
                  <a:pt x="13768" y="124970"/>
                </a:lnTo>
                <a:cubicBezTo>
                  <a:pt x="13338" y="140455"/>
                  <a:pt x="12262" y="142178"/>
                  <a:pt x="0" y="143681"/>
                </a:cubicBezTo>
                <a:lnTo>
                  <a:pt x="0" y="146907"/>
                </a:lnTo>
                <a:lnTo>
                  <a:pt x="46461" y="146907"/>
                </a:lnTo>
                <a:lnTo>
                  <a:pt x="46461" y="143681"/>
                </a:lnTo>
                <a:cubicBezTo>
                  <a:pt x="33986" y="142608"/>
                  <a:pt x="32266" y="140241"/>
                  <a:pt x="31836" y="124970"/>
                </a:cubicBezTo>
                <a:lnTo>
                  <a:pt x="31836" y="73134"/>
                </a:lnTo>
                <a:cubicBezTo>
                  <a:pt x="40868" y="63238"/>
                  <a:pt x="47320" y="59582"/>
                  <a:pt x="55926" y="59582"/>
                </a:cubicBezTo>
                <a:cubicBezTo>
                  <a:pt x="66465" y="59582"/>
                  <a:pt x="71841" y="67324"/>
                  <a:pt x="71841" y="82382"/>
                </a:cubicBezTo>
                <a:lnTo>
                  <a:pt x="71841" y="124970"/>
                </a:lnTo>
                <a:cubicBezTo>
                  <a:pt x="71411" y="140241"/>
                  <a:pt x="69474" y="142608"/>
                  <a:pt x="57216" y="143681"/>
                </a:cubicBezTo>
                <a:lnTo>
                  <a:pt x="57216" y="146907"/>
                </a:lnTo>
                <a:lnTo>
                  <a:pt x="102816" y="146907"/>
                </a:lnTo>
                <a:lnTo>
                  <a:pt x="102816" y="143681"/>
                </a:lnTo>
                <a:close/>
                <a:moveTo>
                  <a:pt x="159599" y="50117"/>
                </a:moveTo>
                <a:lnTo>
                  <a:pt x="137875" y="50117"/>
                </a:lnTo>
                <a:lnTo>
                  <a:pt x="137875" y="25167"/>
                </a:lnTo>
                <a:cubicBezTo>
                  <a:pt x="137875" y="23017"/>
                  <a:pt x="137445" y="22370"/>
                  <a:pt x="136368" y="22370"/>
                </a:cubicBezTo>
                <a:cubicBezTo>
                  <a:pt x="123893" y="40438"/>
                  <a:pt x="117441" y="47750"/>
                  <a:pt x="111205" y="51407"/>
                </a:cubicBezTo>
                <a:cubicBezTo>
                  <a:pt x="108839" y="52913"/>
                  <a:pt x="107545" y="54203"/>
                  <a:pt x="107545" y="55496"/>
                </a:cubicBezTo>
                <a:cubicBezTo>
                  <a:pt x="107545" y="56139"/>
                  <a:pt x="107762" y="56569"/>
                  <a:pt x="108409" y="56999"/>
                </a:cubicBezTo>
                <a:lnTo>
                  <a:pt x="119807" y="56999"/>
                </a:lnTo>
                <a:lnTo>
                  <a:pt x="119807" y="121744"/>
                </a:lnTo>
                <a:cubicBezTo>
                  <a:pt x="119807" y="139812"/>
                  <a:pt x="126260" y="149060"/>
                  <a:pt x="138951" y="149060"/>
                </a:cubicBezTo>
                <a:cubicBezTo>
                  <a:pt x="149490" y="149060"/>
                  <a:pt x="157662" y="143898"/>
                  <a:pt x="164761" y="132712"/>
                </a:cubicBezTo>
                <a:lnTo>
                  <a:pt x="161965" y="130346"/>
                </a:lnTo>
                <a:cubicBezTo>
                  <a:pt x="157232" y="135939"/>
                  <a:pt x="153793" y="137875"/>
                  <a:pt x="149060" y="137875"/>
                </a:cubicBezTo>
                <a:cubicBezTo>
                  <a:pt x="141101" y="137875"/>
                  <a:pt x="137875" y="132069"/>
                  <a:pt x="137875" y="118518"/>
                </a:cubicBezTo>
                <a:lnTo>
                  <a:pt x="137875" y="56999"/>
                </a:lnTo>
                <a:lnTo>
                  <a:pt x="159599" y="56999"/>
                </a:lnTo>
                <a:lnTo>
                  <a:pt x="159599" y="50117"/>
                </a:lnTo>
                <a:close/>
                <a:moveTo>
                  <a:pt x="220039" y="50117"/>
                </a:moveTo>
                <a:lnTo>
                  <a:pt x="198315" y="50117"/>
                </a:lnTo>
                <a:lnTo>
                  <a:pt x="198315" y="25167"/>
                </a:lnTo>
                <a:cubicBezTo>
                  <a:pt x="198315" y="23017"/>
                  <a:pt x="197886" y="22370"/>
                  <a:pt x="196809" y="22370"/>
                </a:cubicBezTo>
                <a:cubicBezTo>
                  <a:pt x="184334" y="40438"/>
                  <a:pt x="177881" y="47750"/>
                  <a:pt x="171646" y="51407"/>
                </a:cubicBezTo>
                <a:cubicBezTo>
                  <a:pt x="169279" y="52913"/>
                  <a:pt x="167986" y="54203"/>
                  <a:pt x="167986" y="55496"/>
                </a:cubicBezTo>
                <a:cubicBezTo>
                  <a:pt x="167986" y="56139"/>
                  <a:pt x="168203" y="56569"/>
                  <a:pt x="168849" y="56999"/>
                </a:cubicBezTo>
                <a:lnTo>
                  <a:pt x="180248" y="56999"/>
                </a:lnTo>
                <a:lnTo>
                  <a:pt x="180248" y="121744"/>
                </a:lnTo>
                <a:cubicBezTo>
                  <a:pt x="180248" y="139812"/>
                  <a:pt x="186700" y="149060"/>
                  <a:pt x="199392" y="149060"/>
                </a:cubicBezTo>
                <a:cubicBezTo>
                  <a:pt x="209931" y="149060"/>
                  <a:pt x="218103" y="143898"/>
                  <a:pt x="225202" y="132712"/>
                </a:cubicBezTo>
                <a:lnTo>
                  <a:pt x="222406" y="130346"/>
                </a:lnTo>
                <a:cubicBezTo>
                  <a:pt x="217673" y="135939"/>
                  <a:pt x="214233" y="137875"/>
                  <a:pt x="209501" y="137875"/>
                </a:cubicBezTo>
                <a:cubicBezTo>
                  <a:pt x="201542" y="137875"/>
                  <a:pt x="198315" y="132069"/>
                  <a:pt x="198315" y="118518"/>
                </a:cubicBezTo>
                <a:lnTo>
                  <a:pt x="198315" y="56999"/>
                </a:lnTo>
                <a:lnTo>
                  <a:pt x="220039" y="56999"/>
                </a:lnTo>
                <a:lnTo>
                  <a:pt x="220039" y="50117"/>
                </a:lnTo>
                <a:close/>
                <a:moveTo>
                  <a:pt x="225202" y="193584"/>
                </a:moveTo>
                <a:lnTo>
                  <a:pt x="277255" y="193584"/>
                </a:lnTo>
                <a:lnTo>
                  <a:pt x="277255" y="189712"/>
                </a:lnTo>
                <a:cubicBezTo>
                  <a:pt x="261123" y="189498"/>
                  <a:pt x="258540" y="187345"/>
                  <a:pt x="258327" y="173580"/>
                </a:cubicBezTo>
                <a:lnTo>
                  <a:pt x="258327" y="139812"/>
                </a:lnTo>
                <a:cubicBezTo>
                  <a:pt x="266069" y="146907"/>
                  <a:pt x="271015" y="149060"/>
                  <a:pt x="280051" y="149060"/>
                </a:cubicBezTo>
                <a:cubicBezTo>
                  <a:pt x="305648" y="149060"/>
                  <a:pt x="325218" y="124970"/>
                  <a:pt x="325218" y="93781"/>
                </a:cubicBezTo>
                <a:cubicBezTo>
                  <a:pt x="325218" y="67111"/>
                  <a:pt x="310164" y="47967"/>
                  <a:pt x="289300" y="47967"/>
                </a:cubicBezTo>
                <a:cubicBezTo>
                  <a:pt x="277255" y="47967"/>
                  <a:pt x="267789" y="53130"/>
                  <a:pt x="258327" y="64958"/>
                </a:cubicBezTo>
                <a:lnTo>
                  <a:pt x="258327" y="48397"/>
                </a:lnTo>
                <a:lnTo>
                  <a:pt x="257037" y="47967"/>
                </a:lnTo>
                <a:cubicBezTo>
                  <a:pt x="245422" y="52483"/>
                  <a:pt x="237893" y="55279"/>
                  <a:pt x="226061" y="58936"/>
                </a:cubicBezTo>
                <a:lnTo>
                  <a:pt x="226061" y="62378"/>
                </a:lnTo>
                <a:cubicBezTo>
                  <a:pt x="227998" y="62162"/>
                  <a:pt x="229288" y="62162"/>
                  <a:pt x="231441" y="62162"/>
                </a:cubicBezTo>
                <a:cubicBezTo>
                  <a:pt x="238753" y="62162"/>
                  <a:pt x="240259" y="64315"/>
                  <a:pt x="240259" y="74423"/>
                </a:cubicBezTo>
                <a:lnTo>
                  <a:pt x="240259" y="175087"/>
                </a:lnTo>
                <a:cubicBezTo>
                  <a:pt x="240259" y="186485"/>
                  <a:pt x="237893" y="188638"/>
                  <a:pt x="225202" y="189928"/>
                </a:cubicBezTo>
                <a:lnTo>
                  <a:pt x="225202" y="193584"/>
                </a:lnTo>
                <a:moveTo>
                  <a:pt x="258327" y="75067"/>
                </a:moveTo>
                <a:cubicBezTo>
                  <a:pt x="258327" y="68614"/>
                  <a:pt x="270372" y="60872"/>
                  <a:pt x="280264" y="60872"/>
                </a:cubicBezTo>
                <a:cubicBezTo>
                  <a:pt x="296182" y="60872"/>
                  <a:pt x="306721" y="77220"/>
                  <a:pt x="306721" y="102386"/>
                </a:cubicBezTo>
                <a:cubicBezTo>
                  <a:pt x="306721" y="126043"/>
                  <a:pt x="296182" y="142178"/>
                  <a:pt x="280697" y="142178"/>
                </a:cubicBezTo>
                <a:cubicBezTo>
                  <a:pt x="270586" y="142178"/>
                  <a:pt x="258327" y="134432"/>
                  <a:pt x="258327" y="127980"/>
                </a:cubicBezTo>
                <a:lnTo>
                  <a:pt x="258327" y="75067"/>
                </a:lnTo>
                <a:close/>
                <a:moveTo>
                  <a:pt x="360063" y="48180"/>
                </a:moveTo>
                <a:cubicBezTo>
                  <a:pt x="353611" y="48180"/>
                  <a:pt x="348235" y="53560"/>
                  <a:pt x="348235" y="60442"/>
                </a:cubicBezTo>
                <a:cubicBezTo>
                  <a:pt x="348235" y="66681"/>
                  <a:pt x="353611" y="72057"/>
                  <a:pt x="359850" y="72057"/>
                </a:cubicBezTo>
                <a:cubicBezTo>
                  <a:pt x="366516" y="72057"/>
                  <a:pt x="372108" y="66894"/>
                  <a:pt x="372108" y="60442"/>
                </a:cubicBezTo>
                <a:cubicBezTo>
                  <a:pt x="372108" y="53773"/>
                  <a:pt x="366516" y="48180"/>
                  <a:pt x="360063" y="48180"/>
                </a:cubicBezTo>
                <a:moveTo>
                  <a:pt x="360063" y="125400"/>
                </a:moveTo>
                <a:cubicBezTo>
                  <a:pt x="353611" y="125400"/>
                  <a:pt x="348235" y="130776"/>
                  <a:pt x="348235" y="137659"/>
                </a:cubicBezTo>
                <a:cubicBezTo>
                  <a:pt x="348235" y="143898"/>
                  <a:pt x="353611" y="149274"/>
                  <a:pt x="359850" y="149274"/>
                </a:cubicBezTo>
                <a:cubicBezTo>
                  <a:pt x="366516" y="149274"/>
                  <a:pt x="372108" y="144114"/>
                  <a:pt x="372108" y="137659"/>
                </a:cubicBezTo>
                <a:cubicBezTo>
                  <a:pt x="372108" y="130993"/>
                  <a:pt x="366516" y="125400"/>
                  <a:pt x="360063" y="125400"/>
                </a:cubicBezTo>
                <a:close/>
                <a:moveTo>
                  <a:pt x="452983" y="1506"/>
                </a:moveTo>
                <a:lnTo>
                  <a:pt x="438572" y="1506"/>
                </a:lnTo>
                <a:lnTo>
                  <a:pt x="389318" y="149920"/>
                </a:lnTo>
                <a:lnTo>
                  <a:pt x="403943" y="149920"/>
                </a:lnTo>
                <a:lnTo>
                  <a:pt x="452983" y="1506"/>
                </a:lnTo>
                <a:close/>
                <a:moveTo>
                  <a:pt x="511918" y="1506"/>
                </a:moveTo>
                <a:lnTo>
                  <a:pt x="497507" y="1506"/>
                </a:lnTo>
                <a:lnTo>
                  <a:pt x="448253" y="149920"/>
                </a:lnTo>
                <a:lnTo>
                  <a:pt x="462878" y="149920"/>
                </a:lnTo>
                <a:lnTo>
                  <a:pt x="511918" y="1506"/>
                </a:lnTo>
                <a:close/>
                <a:moveTo>
                  <a:pt x="633448" y="50117"/>
                </a:moveTo>
                <a:lnTo>
                  <a:pt x="633448" y="53343"/>
                </a:lnTo>
                <a:cubicBezTo>
                  <a:pt x="640760" y="54849"/>
                  <a:pt x="642910" y="56356"/>
                  <a:pt x="642910" y="60012"/>
                </a:cubicBezTo>
                <a:cubicBezTo>
                  <a:pt x="642910" y="63238"/>
                  <a:pt x="641620" y="68401"/>
                  <a:pt x="639254" y="74207"/>
                </a:cubicBezTo>
                <a:lnTo>
                  <a:pt x="619896" y="121957"/>
                </a:lnTo>
                <a:lnTo>
                  <a:pt x="601829" y="73777"/>
                </a:lnTo>
                <a:cubicBezTo>
                  <a:pt x="598172" y="63885"/>
                  <a:pt x="598172" y="63885"/>
                  <a:pt x="598172" y="61089"/>
                </a:cubicBezTo>
                <a:cubicBezTo>
                  <a:pt x="598172" y="56356"/>
                  <a:pt x="600539" y="54849"/>
                  <a:pt x="610647" y="53343"/>
                </a:cubicBezTo>
                <a:lnTo>
                  <a:pt x="610647" y="50117"/>
                </a:lnTo>
                <a:lnTo>
                  <a:pt x="566983" y="50117"/>
                </a:lnTo>
                <a:lnTo>
                  <a:pt x="566983" y="53343"/>
                </a:lnTo>
                <a:cubicBezTo>
                  <a:pt x="574942" y="54203"/>
                  <a:pt x="577522" y="56786"/>
                  <a:pt x="581825" y="68184"/>
                </a:cubicBezTo>
                <a:cubicBezTo>
                  <a:pt x="582901" y="71197"/>
                  <a:pt x="584834" y="76573"/>
                  <a:pt x="586127" y="80229"/>
                </a:cubicBezTo>
                <a:lnTo>
                  <a:pt x="566553" y="123034"/>
                </a:lnTo>
                <a:lnTo>
                  <a:pt x="545259" y="66894"/>
                </a:lnTo>
                <a:cubicBezTo>
                  <a:pt x="544400" y="64745"/>
                  <a:pt x="543970" y="62592"/>
                  <a:pt x="543970" y="60442"/>
                </a:cubicBezTo>
                <a:cubicBezTo>
                  <a:pt x="543970" y="55926"/>
                  <a:pt x="546333" y="54203"/>
                  <a:pt x="553862" y="53343"/>
                </a:cubicBezTo>
                <a:lnTo>
                  <a:pt x="553862" y="50117"/>
                </a:lnTo>
                <a:lnTo>
                  <a:pt x="515147" y="50117"/>
                </a:lnTo>
                <a:lnTo>
                  <a:pt x="515147" y="53343"/>
                </a:lnTo>
                <a:cubicBezTo>
                  <a:pt x="520093" y="53773"/>
                  <a:pt x="521813" y="55926"/>
                  <a:pt x="526545" y="66894"/>
                </a:cubicBezTo>
                <a:lnTo>
                  <a:pt x="555585" y="140455"/>
                </a:lnTo>
                <a:cubicBezTo>
                  <a:pt x="558164" y="147124"/>
                  <a:pt x="559884" y="149920"/>
                  <a:pt x="561174" y="149920"/>
                </a:cubicBezTo>
                <a:cubicBezTo>
                  <a:pt x="562251" y="149920"/>
                  <a:pt x="563970" y="147341"/>
                  <a:pt x="566553" y="141531"/>
                </a:cubicBezTo>
                <a:lnTo>
                  <a:pt x="590643" y="89908"/>
                </a:lnTo>
                <a:lnTo>
                  <a:pt x="610217" y="140671"/>
                </a:lnTo>
                <a:cubicBezTo>
                  <a:pt x="613444" y="148844"/>
                  <a:pt x="613874" y="149920"/>
                  <a:pt x="615380" y="149920"/>
                </a:cubicBezTo>
                <a:cubicBezTo>
                  <a:pt x="616883" y="149920"/>
                  <a:pt x="617960" y="147984"/>
                  <a:pt x="621403" y="139382"/>
                </a:cubicBezTo>
                <a:lnTo>
                  <a:pt x="651085" y="64958"/>
                </a:lnTo>
                <a:cubicBezTo>
                  <a:pt x="654955" y="55926"/>
                  <a:pt x="655602" y="54849"/>
                  <a:pt x="659904" y="53343"/>
                </a:cubicBezTo>
                <a:lnTo>
                  <a:pt x="659904" y="50117"/>
                </a:lnTo>
                <a:lnTo>
                  <a:pt x="633448" y="50117"/>
                </a:lnTo>
                <a:close/>
                <a:moveTo>
                  <a:pt x="752821" y="111635"/>
                </a:moveTo>
                <a:cubicBezTo>
                  <a:pt x="742499" y="127980"/>
                  <a:pt x="733247" y="134219"/>
                  <a:pt x="719482" y="134219"/>
                </a:cubicBezTo>
                <a:cubicBezTo>
                  <a:pt x="707224" y="134219"/>
                  <a:pt x="697975" y="127980"/>
                  <a:pt x="691736" y="115721"/>
                </a:cubicBezTo>
                <a:cubicBezTo>
                  <a:pt x="687863" y="107546"/>
                  <a:pt x="686360" y="100663"/>
                  <a:pt x="685930" y="87328"/>
                </a:cubicBezTo>
                <a:lnTo>
                  <a:pt x="752178" y="87328"/>
                </a:lnTo>
                <a:cubicBezTo>
                  <a:pt x="750455" y="73347"/>
                  <a:pt x="748305" y="67111"/>
                  <a:pt x="742929" y="60225"/>
                </a:cubicBezTo>
                <a:cubicBezTo>
                  <a:pt x="736473" y="52483"/>
                  <a:pt x="726581" y="47967"/>
                  <a:pt x="715396" y="47967"/>
                </a:cubicBezTo>
                <a:cubicBezTo>
                  <a:pt x="704641" y="47967"/>
                  <a:pt x="694532" y="51840"/>
                  <a:pt x="686360" y="59152"/>
                </a:cubicBezTo>
                <a:cubicBezTo>
                  <a:pt x="676248" y="67971"/>
                  <a:pt x="670442" y="83242"/>
                  <a:pt x="670442" y="100880"/>
                </a:cubicBezTo>
                <a:cubicBezTo>
                  <a:pt x="670442" y="130563"/>
                  <a:pt x="685930" y="149060"/>
                  <a:pt x="710663" y="149060"/>
                </a:cubicBezTo>
                <a:cubicBezTo>
                  <a:pt x="731097" y="149060"/>
                  <a:pt x="747228" y="136369"/>
                  <a:pt x="756264" y="113138"/>
                </a:cubicBezTo>
                <a:lnTo>
                  <a:pt x="752821" y="111635"/>
                </a:lnTo>
                <a:moveTo>
                  <a:pt x="686360" y="80446"/>
                </a:moveTo>
                <a:cubicBezTo>
                  <a:pt x="688723" y="63668"/>
                  <a:pt x="696039" y="55709"/>
                  <a:pt x="709157" y="55709"/>
                </a:cubicBezTo>
                <a:cubicBezTo>
                  <a:pt x="722278" y="55709"/>
                  <a:pt x="727441" y="61732"/>
                  <a:pt x="730237" y="80446"/>
                </a:cubicBezTo>
                <a:lnTo>
                  <a:pt x="686360" y="80446"/>
                </a:lnTo>
                <a:close/>
                <a:moveTo>
                  <a:pt x="793476" y="430"/>
                </a:moveTo>
                <a:lnTo>
                  <a:pt x="792399" y="0"/>
                </a:lnTo>
                <a:cubicBezTo>
                  <a:pt x="783580" y="3013"/>
                  <a:pt x="777771" y="4949"/>
                  <a:pt x="767449" y="7746"/>
                </a:cubicBezTo>
                <a:lnTo>
                  <a:pt x="761210" y="9465"/>
                </a:lnTo>
                <a:lnTo>
                  <a:pt x="761210" y="12905"/>
                </a:lnTo>
                <a:cubicBezTo>
                  <a:pt x="762500" y="12692"/>
                  <a:pt x="763146" y="12692"/>
                  <a:pt x="764866" y="12692"/>
                </a:cubicBezTo>
                <a:cubicBezTo>
                  <a:pt x="773472" y="12692"/>
                  <a:pt x="775405" y="14628"/>
                  <a:pt x="775405" y="23660"/>
                </a:cubicBezTo>
                <a:lnTo>
                  <a:pt x="775405" y="135295"/>
                </a:lnTo>
                <a:cubicBezTo>
                  <a:pt x="775405" y="141961"/>
                  <a:pt x="793476" y="149060"/>
                  <a:pt x="810897" y="149060"/>
                </a:cubicBezTo>
                <a:cubicBezTo>
                  <a:pt x="839290" y="149060"/>
                  <a:pt x="861227" y="125400"/>
                  <a:pt x="861227" y="94641"/>
                </a:cubicBezTo>
                <a:cubicBezTo>
                  <a:pt x="861227" y="67971"/>
                  <a:pt x="844882" y="47967"/>
                  <a:pt x="823372" y="47967"/>
                </a:cubicBezTo>
                <a:cubicBezTo>
                  <a:pt x="810250" y="47967"/>
                  <a:pt x="797775" y="55496"/>
                  <a:pt x="793476" y="66248"/>
                </a:cubicBezTo>
                <a:lnTo>
                  <a:pt x="793476" y="430"/>
                </a:lnTo>
                <a:moveTo>
                  <a:pt x="793476" y="77650"/>
                </a:moveTo>
                <a:cubicBezTo>
                  <a:pt x="793476" y="69261"/>
                  <a:pt x="803584" y="61519"/>
                  <a:pt x="814770" y="61519"/>
                </a:cubicBezTo>
                <a:cubicBezTo>
                  <a:pt x="820792" y="61519"/>
                  <a:pt x="826168" y="63668"/>
                  <a:pt x="830684" y="67754"/>
                </a:cubicBezTo>
                <a:cubicBezTo>
                  <a:pt x="837567" y="74423"/>
                  <a:pt x="842299" y="89048"/>
                  <a:pt x="842299" y="104536"/>
                </a:cubicBezTo>
                <a:cubicBezTo>
                  <a:pt x="842299" y="128410"/>
                  <a:pt x="831974" y="142178"/>
                  <a:pt x="814340" y="142178"/>
                </a:cubicBezTo>
                <a:cubicBezTo>
                  <a:pt x="803154" y="142178"/>
                  <a:pt x="793476" y="137445"/>
                  <a:pt x="793476" y="131853"/>
                </a:cubicBezTo>
                <a:lnTo>
                  <a:pt x="793476" y="77650"/>
                </a:lnTo>
                <a:close/>
                <a:moveTo>
                  <a:pt x="935003" y="79370"/>
                </a:moveTo>
                <a:lnTo>
                  <a:pt x="934143" y="49903"/>
                </a:lnTo>
                <a:lnTo>
                  <a:pt x="931777" y="49903"/>
                </a:lnTo>
                <a:cubicBezTo>
                  <a:pt x="930704" y="51623"/>
                  <a:pt x="929627" y="52270"/>
                  <a:pt x="928337" y="52270"/>
                </a:cubicBezTo>
                <a:cubicBezTo>
                  <a:pt x="927048" y="52270"/>
                  <a:pt x="924895" y="51840"/>
                  <a:pt x="922528" y="50763"/>
                </a:cubicBezTo>
                <a:cubicBezTo>
                  <a:pt x="917582" y="49043"/>
                  <a:pt x="912636" y="47967"/>
                  <a:pt x="907473" y="47967"/>
                </a:cubicBezTo>
                <a:cubicBezTo>
                  <a:pt x="890479" y="47967"/>
                  <a:pt x="878221" y="59152"/>
                  <a:pt x="878221" y="74637"/>
                </a:cubicBezTo>
                <a:cubicBezTo>
                  <a:pt x="878221" y="86682"/>
                  <a:pt x="885103" y="95287"/>
                  <a:pt x="903387" y="105613"/>
                </a:cubicBezTo>
                <a:lnTo>
                  <a:pt x="915862" y="112708"/>
                </a:lnTo>
                <a:cubicBezTo>
                  <a:pt x="923388" y="117011"/>
                  <a:pt x="927048" y="122174"/>
                  <a:pt x="927048" y="128840"/>
                </a:cubicBezTo>
                <a:cubicBezTo>
                  <a:pt x="927048" y="138305"/>
                  <a:pt x="920162" y="144328"/>
                  <a:pt x="909193" y="144328"/>
                </a:cubicBezTo>
                <a:cubicBezTo>
                  <a:pt x="894352" y="144328"/>
                  <a:pt x="886823" y="136155"/>
                  <a:pt x="881877" y="114215"/>
                </a:cubicBezTo>
                <a:lnTo>
                  <a:pt x="878434" y="114215"/>
                </a:lnTo>
                <a:lnTo>
                  <a:pt x="878434" y="147770"/>
                </a:lnTo>
                <a:lnTo>
                  <a:pt x="881230" y="147770"/>
                </a:lnTo>
                <a:cubicBezTo>
                  <a:pt x="882737" y="145617"/>
                  <a:pt x="883597" y="145188"/>
                  <a:pt x="886180" y="145188"/>
                </a:cubicBezTo>
                <a:cubicBezTo>
                  <a:pt x="888546" y="145188"/>
                  <a:pt x="891126" y="145617"/>
                  <a:pt x="896072" y="146907"/>
                </a:cubicBezTo>
                <a:cubicBezTo>
                  <a:pt x="901881" y="148200"/>
                  <a:pt x="907473" y="149060"/>
                  <a:pt x="911773" y="149060"/>
                </a:cubicBezTo>
                <a:cubicBezTo>
                  <a:pt x="928551" y="149060"/>
                  <a:pt x="942102" y="136585"/>
                  <a:pt x="942102" y="121527"/>
                </a:cubicBezTo>
                <a:cubicBezTo>
                  <a:pt x="942102" y="110772"/>
                  <a:pt x="936940" y="103676"/>
                  <a:pt x="924035" y="95931"/>
                </a:cubicBezTo>
                <a:lnTo>
                  <a:pt x="900804" y="82166"/>
                </a:lnTo>
                <a:cubicBezTo>
                  <a:pt x="894782" y="78510"/>
                  <a:pt x="891556" y="73347"/>
                  <a:pt x="891556" y="67541"/>
                </a:cubicBezTo>
                <a:cubicBezTo>
                  <a:pt x="891556" y="58722"/>
                  <a:pt x="898225" y="52913"/>
                  <a:pt x="908117" y="52913"/>
                </a:cubicBezTo>
                <a:cubicBezTo>
                  <a:pt x="920378" y="52913"/>
                  <a:pt x="926831" y="60012"/>
                  <a:pt x="931777" y="79370"/>
                </a:cubicBezTo>
                <a:lnTo>
                  <a:pt x="935003" y="79370"/>
                </a:lnTo>
                <a:close/>
                <a:moveTo>
                  <a:pt x="955008" y="146907"/>
                </a:moveTo>
                <a:lnTo>
                  <a:pt x="1005984" y="146907"/>
                </a:lnTo>
                <a:lnTo>
                  <a:pt x="1005984" y="143681"/>
                </a:lnTo>
                <a:cubicBezTo>
                  <a:pt x="991789" y="142608"/>
                  <a:pt x="990283" y="140671"/>
                  <a:pt x="990066" y="124970"/>
                </a:cubicBezTo>
                <a:lnTo>
                  <a:pt x="990066" y="48610"/>
                </a:lnTo>
                <a:lnTo>
                  <a:pt x="989206" y="47967"/>
                </a:lnTo>
                <a:lnTo>
                  <a:pt x="955868" y="59795"/>
                </a:lnTo>
                <a:lnTo>
                  <a:pt x="955868" y="63022"/>
                </a:lnTo>
                <a:lnTo>
                  <a:pt x="957591" y="62808"/>
                </a:lnTo>
                <a:cubicBezTo>
                  <a:pt x="960170" y="62378"/>
                  <a:pt x="962750" y="62162"/>
                  <a:pt x="964903" y="62162"/>
                </a:cubicBezTo>
                <a:cubicBezTo>
                  <a:pt x="970066" y="62162"/>
                  <a:pt x="971999" y="65605"/>
                  <a:pt x="971999" y="75067"/>
                </a:cubicBezTo>
                <a:lnTo>
                  <a:pt x="971999" y="124970"/>
                </a:lnTo>
                <a:cubicBezTo>
                  <a:pt x="971569" y="140885"/>
                  <a:pt x="969636" y="143038"/>
                  <a:pt x="955008" y="143681"/>
                </a:cubicBezTo>
                <a:lnTo>
                  <a:pt x="955008" y="146907"/>
                </a:lnTo>
                <a:moveTo>
                  <a:pt x="979098" y="0"/>
                </a:moveTo>
                <a:cubicBezTo>
                  <a:pt x="973292" y="0"/>
                  <a:pt x="968343" y="4949"/>
                  <a:pt x="968343" y="10972"/>
                </a:cubicBezTo>
                <a:cubicBezTo>
                  <a:pt x="968343" y="17208"/>
                  <a:pt x="973075" y="21940"/>
                  <a:pt x="979098" y="21940"/>
                </a:cubicBezTo>
                <a:cubicBezTo>
                  <a:pt x="985550" y="21940"/>
                  <a:pt x="990283" y="17208"/>
                  <a:pt x="990283" y="10972"/>
                </a:cubicBezTo>
                <a:cubicBezTo>
                  <a:pt x="990283" y="4733"/>
                  <a:pt x="985337" y="0"/>
                  <a:pt x="979098" y="0"/>
                </a:cubicBezTo>
                <a:close/>
                <a:moveTo>
                  <a:pt x="1065349" y="50117"/>
                </a:moveTo>
                <a:lnTo>
                  <a:pt x="1043625" y="50117"/>
                </a:lnTo>
                <a:lnTo>
                  <a:pt x="1043625" y="25167"/>
                </a:lnTo>
                <a:cubicBezTo>
                  <a:pt x="1043625" y="23017"/>
                  <a:pt x="1043195" y="22370"/>
                  <a:pt x="1042119" y="22370"/>
                </a:cubicBezTo>
                <a:cubicBezTo>
                  <a:pt x="1029644" y="40438"/>
                  <a:pt x="1023191" y="47750"/>
                  <a:pt x="1016955" y="51407"/>
                </a:cubicBezTo>
                <a:cubicBezTo>
                  <a:pt x="1014589" y="52913"/>
                  <a:pt x="1013296" y="54203"/>
                  <a:pt x="1013296" y="55496"/>
                </a:cubicBezTo>
                <a:cubicBezTo>
                  <a:pt x="1013296" y="56139"/>
                  <a:pt x="1013512" y="56569"/>
                  <a:pt x="1014159" y="56999"/>
                </a:cubicBezTo>
                <a:lnTo>
                  <a:pt x="1025558" y="56999"/>
                </a:lnTo>
                <a:lnTo>
                  <a:pt x="1025558" y="121744"/>
                </a:lnTo>
                <a:cubicBezTo>
                  <a:pt x="1025558" y="139812"/>
                  <a:pt x="1032010" y="149060"/>
                  <a:pt x="1044702" y="149060"/>
                </a:cubicBezTo>
                <a:cubicBezTo>
                  <a:pt x="1055240" y="149060"/>
                  <a:pt x="1063413" y="143898"/>
                  <a:pt x="1070512" y="132712"/>
                </a:cubicBezTo>
                <a:lnTo>
                  <a:pt x="1067715" y="130346"/>
                </a:lnTo>
                <a:cubicBezTo>
                  <a:pt x="1062983" y="135939"/>
                  <a:pt x="1059543" y="137875"/>
                  <a:pt x="1054810" y="137875"/>
                </a:cubicBezTo>
                <a:cubicBezTo>
                  <a:pt x="1046851" y="137875"/>
                  <a:pt x="1043625" y="132069"/>
                  <a:pt x="1043625" y="118518"/>
                </a:cubicBezTo>
                <a:lnTo>
                  <a:pt x="1043625" y="56999"/>
                </a:lnTo>
                <a:lnTo>
                  <a:pt x="1065349" y="56999"/>
                </a:lnTo>
                <a:lnTo>
                  <a:pt x="1065349" y="50117"/>
                </a:lnTo>
                <a:close/>
                <a:moveTo>
                  <a:pt x="1157193" y="111635"/>
                </a:moveTo>
                <a:cubicBezTo>
                  <a:pt x="1146871" y="127980"/>
                  <a:pt x="1137619" y="134219"/>
                  <a:pt x="1123854" y="134219"/>
                </a:cubicBezTo>
                <a:cubicBezTo>
                  <a:pt x="1111596" y="134219"/>
                  <a:pt x="1102347" y="127980"/>
                  <a:pt x="1096108" y="115721"/>
                </a:cubicBezTo>
                <a:cubicBezTo>
                  <a:pt x="1092235" y="107546"/>
                  <a:pt x="1090732" y="100663"/>
                  <a:pt x="1090302" y="87328"/>
                </a:cubicBezTo>
                <a:lnTo>
                  <a:pt x="1156550" y="87328"/>
                </a:lnTo>
                <a:cubicBezTo>
                  <a:pt x="1154827" y="73347"/>
                  <a:pt x="1152677" y="67111"/>
                  <a:pt x="1147301" y="60225"/>
                </a:cubicBezTo>
                <a:cubicBezTo>
                  <a:pt x="1140845" y="52483"/>
                  <a:pt x="1130953" y="47967"/>
                  <a:pt x="1119768" y="47967"/>
                </a:cubicBezTo>
                <a:cubicBezTo>
                  <a:pt x="1109013" y="47967"/>
                  <a:pt x="1098904" y="51840"/>
                  <a:pt x="1090732" y="59152"/>
                </a:cubicBezTo>
                <a:cubicBezTo>
                  <a:pt x="1080620" y="67971"/>
                  <a:pt x="1074814" y="83242"/>
                  <a:pt x="1074814" y="100880"/>
                </a:cubicBezTo>
                <a:cubicBezTo>
                  <a:pt x="1074814" y="130563"/>
                  <a:pt x="1090302" y="149060"/>
                  <a:pt x="1115035" y="149060"/>
                </a:cubicBezTo>
                <a:cubicBezTo>
                  <a:pt x="1135469" y="149060"/>
                  <a:pt x="1151600" y="136369"/>
                  <a:pt x="1160636" y="113138"/>
                </a:cubicBezTo>
                <a:lnTo>
                  <a:pt x="1157193" y="111635"/>
                </a:lnTo>
                <a:moveTo>
                  <a:pt x="1090732" y="80446"/>
                </a:moveTo>
                <a:cubicBezTo>
                  <a:pt x="1093095" y="63668"/>
                  <a:pt x="1100411" y="55709"/>
                  <a:pt x="1113529" y="55709"/>
                </a:cubicBezTo>
                <a:cubicBezTo>
                  <a:pt x="1126650" y="55709"/>
                  <a:pt x="1131813" y="61732"/>
                  <a:pt x="1134609" y="80446"/>
                </a:cubicBezTo>
                <a:lnTo>
                  <a:pt x="1090732" y="80446"/>
                </a:lnTo>
                <a:close/>
                <a:moveTo>
                  <a:pt x="1226667" y="1506"/>
                </a:moveTo>
                <a:lnTo>
                  <a:pt x="1212256" y="1506"/>
                </a:lnTo>
                <a:lnTo>
                  <a:pt x="1163002" y="149920"/>
                </a:lnTo>
                <a:lnTo>
                  <a:pt x="1177627" y="149920"/>
                </a:lnTo>
                <a:lnTo>
                  <a:pt x="1226667" y="15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user-a">
            <a:extLst xmlns:a="http://schemas.openxmlformats.org/drawingml/2006/main">
              <a:ext uri="{FF2B5EF4-FFF2-40B4-BE49-F238E27FC236}">
                <a16:creationId xmlns:a16="http://schemas.microsoft.com/office/drawing/2014/main" id="{D8699FCF-616F-4533-8484-8BB747AA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21" y="424728"/>
            <a:ext cx="566176" cy="104750"/>
          </a:xfrm>
          <a:custGeom xmlns:a="http://schemas.openxmlformats.org/drawingml/2006/main">
            <a:pathLst>
              <a:path w="566176" h="104750">
                <a:moveTo>
                  <a:pt x="112062" y="92488"/>
                </a:moveTo>
                <a:cubicBezTo>
                  <a:pt x="102813" y="92058"/>
                  <a:pt x="100233" y="89262"/>
                  <a:pt x="100017" y="80013"/>
                </a:cubicBezTo>
                <a:lnTo>
                  <a:pt x="100017" y="2580"/>
                </a:lnTo>
                <a:lnTo>
                  <a:pt x="56786" y="2580"/>
                </a:lnTo>
                <a:lnTo>
                  <a:pt x="56786" y="7742"/>
                </a:lnTo>
                <a:cubicBezTo>
                  <a:pt x="67324" y="8389"/>
                  <a:pt x="69904" y="10969"/>
                  <a:pt x="70121" y="20434"/>
                </a:cubicBezTo>
                <a:lnTo>
                  <a:pt x="70121" y="81306"/>
                </a:lnTo>
                <a:cubicBezTo>
                  <a:pt x="63022" y="88402"/>
                  <a:pt x="58719" y="90768"/>
                  <a:pt x="52483" y="90768"/>
                </a:cubicBezTo>
                <a:cubicBezTo>
                  <a:pt x="43664" y="90768"/>
                  <a:pt x="40438" y="86465"/>
                  <a:pt x="40438" y="75497"/>
                </a:cubicBezTo>
                <a:lnTo>
                  <a:pt x="40438" y="2580"/>
                </a:lnTo>
                <a:lnTo>
                  <a:pt x="0" y="2580"/>
                </a:lnTo>
                <a:lnTo>
                  <a:pt x="0" y="7742"/>
                </a:lnTo>
                <a:cubicBezTo>
                  <a:pt x="8819" y="9462"/>
                  <a:pt x="10325" y="11399"/>
                  <a:pt x="10539" y="20434"/>
                </a:cubicBezTo>
                <a:lnTo>
                  <a:pt x="10539" y="74637"/>
                </a:lnTo>
                <a:cubicBezTo>
                  <a:pt x="10539" y="93564"/>
                  <a:pt x="21294" y="104750"/>
                  <a:pt x="39148" y="104750"/>
                </a:cubicBezTo>
                <a:cubicBezTo>
                  <a:pt x="50333" y="104750"/>
                  <a:pt x="57859" y="101307"/>
                  <a:pt x="70334" y="90555"/>
                </a:cubicBezTo>
                <a:lnTo>
                  <a:pt x="70334" y="104533"/>
                </a:lnTo>
                <a:cubicBezTo>
                  <a:pt x="79583" y="101307"/>
                  <a:pt x="84745" y="100447"/>
                  <a:pt x="98727" y="98944"/>
                </a:cubicBezTo>
                <a:lnTo>
                  <a:pt x="112062" y="97437"/>
                </a:lnTo>
                <a:lnTo>
                  <a:pt x="112062" y="92488"/>
                </a:lnTo>
                <a:close/>
                <a:moveTo>
                  <a:pt x="189282" y="31619"/>
                </a:moveTo>
                <a:lnTo>
                  <a:pt x="189282" y="430"/>
                </a:lnTo>
                <a:lnTo>
                  <a:pt x="184549" y="430"/>
                </a:lnTo>
                <a:cubicBezTo>
                  <a:pt x="183259" y="3656"/>
                  <a:pt x="181969" y="4733"/>
                  <a:pt x="179173" y="4733"/>
                </a:cubicBezTo>
                <a:cubicBezTo>
                  <a:pt x="177880" y="4733"/>
                  <a:pt x="175947" y="4303"/>
                  <a:pt x="172504" y="3226"/>
                </a:cubicBezTo>
                <a:cubicBezTo>
                  <a:pt x="165622" y="860"/>
                  <a:pt x="160672" y="0"/>
                  <a:pt x="155726" y="0"/>
                </a:cubicBezTo>
                <a:cubicBezTo>
                  <a:pt x="136152" y="0"/>
                  <a:pt x="121957" y="13335"/>
                  <a:pt x="121957" y="31403"/>
                </a:cubicBezTo>
                <a:cubicBezTo>
                  <a:pt x="121957" y="45601"/>
                  <a:pt x="130776" y="55493"/>
                  <a:pt x="152500" y="64741"/>
                </a:cubicBezTo>
                <a:cubicBezTo>
                  <a:pt x="167341" y="71194"/>
                  <a:pt x="173151" y="76573"/>
                  <a:pt x="173151" y="83456"/>
                </a:cubicBezTo>
                <a:cubicBezTo>
                  <a:pt x="173151" y="91845"/>
                  <a:pt x="166695" y="97437"/>
                  <a:pt x="157016" y="97437"/>
                </a:cubicBezTo>
                <a:cubicBezTo>
                  <a:pt x="141961" y="97437"/>
                  <a:pt x="132066" y="87758"/>
                  <a:pt x="127550" y="69044"/>
                </a:cubicBezTo>
                <a:lnTo>
                  <a:pt x="121527" y="69044"/>
                </a:lnTo>
                <a:lnTo>
                  <a:pt x="121527" y="104533"/>
                </a:lnTo>
                <a:lnTo>
                  <a:pt x="126903" y="104533"/>
                </a:lnTo>
                <a:cubicBezTo>
                  <a:pt x="129270" y="99803"/>
                  <a:pt x="130560" y="98510"/>
                  <a:pt x="132496" y="98510"/>
                </a:cubicBezTo>
                <a:cubicBezTo>
                  <a:pt x="133572" y="98510"/>
                  <a:pt x="135292" y="98944"/>
                  <a:pt x="137445" y="99803"/>
                </a:cubicBezTo>
                <a:cubicBezTo>
                  <a:pt x="143681" y="102383"/>
                  <a:pt x="154436" y="104750"/>
                  <a:pt x="160672" y="104750"/>
                </a:cubicBezTo>
                <a:cubicBezTo>
                  <a:pt x="180246" y="104750"/>
                  <a:pt x="193798" y="91415"/>
                  <a:pt x="193798" y="72057"/>
                </a:cubicBezTo>
                <a:cubicBezTo>
                  <a:pt x="193798" y="56783"/>
                  <a:pt x="185626" y="47534"/>
                  <a:pt x="164115" y="38502"/>
                </a:cubicBezTo>
                <a:cubicBezTo>
                  <a:pt x="149490" y="32262"/>
                  <a:pt x="143468" y="26886"/>
                  <a:pt x="143468" y="19574"/>
                </a:cubicBezTo>
                <a:cubicBezTo>
                  <a:pt x="143468" y="12475"/>
                  <a:pt x="149490" y="7099"/>
                  <a:pt x="157663" y="7099"/>
                </a:cubicBezTo>
                <a:cubicBezTo>
                  <a:pt x="163469" y="7099"/>
                  <a:pt x="169061" y="9462"/>
                  <a:pt x="173794" y="13981"/>
                </a:cubicBezTo>
                <a:cubicBezTo>
                  <a:pt x="178310" y="18281"/>
                  <a:pt x="180676" y="22154"/>
                  <a:pt x="183902" y="31619"/>
                </a:cubicBezTo>
                <a:lnTo>
                  <a:pt x="189282" y="31619"/>
                </a:lnTo>
                <a:close/>
                <a:moveTo>
                  <a:pt x="285212" y="74850"/>
                </a:moveTo>
                <a:cubicBezTo>
                  <a:pt x="276393" y="85392"/>
                  <a:pt x="269941" y="89262"/>
                  <a:pt x="260692" y="89262"/>
                </a:cubicBezTo>
                <a:cubicBezTo>
                  <a:pt x="252303" y="89262"/>
                  <a:pt x="246064" y="85392"/>
                  <a:pt x="241548" y="77863"/>
                </a:cubicBezTo>
                <a:cubicBezTo>
                  <a:pt x="237678" y="70981"/>
                  <a:pt x="235955" y="63882"/>
                  <a:pt x="235095" y="49040"/>
                </a:cubicBezTo>
                <a:lnTo>
                  <a:pt x="289298" y="49040"/>
                </a:lnTo>
                <a:cubicBezTo>
                  <a:pt x="288008" y="30973"/>
                  <a:pt x="284782" y="20864"/>
                  <a:pt x="277899" y="12692"/>
                </a:cubicBezTo>
                <a:cubicBezTo>
                  <a:pt x="271017" y="4303"/>
                  <a:pt x="260905" y="0"/>
                  <a:pt x="248860" y="0"/>
                </a:cubicBezTo>
                <a:cubicBezTo>
                  <a:pt x="222190" y="0"/>
                  <a:pt x="204123" y="21294"/>
                  <a:pt x="204123" y="52696"/>
                </a:cubicBezTo>
                <a:cubicBezTo>
                  <a:pt x="204123" y="84102"/>
                  <a:pt x="221760" y="104750"/>
                  <a:pt x="248430" y="104750"/>
                </a:cubicBezTo>
                <a:cubicBezTo>
                  <a:pt x="265854" y="104750"/>
                  <a:pt x="276393" y="98080"/>
                  <a:pt x="290374" y="77863"/>
                </a:cubicBezTo>
                <a:lnTo>
                  <a:pt x="285212" y="74850"/>
                </a:lnTo>
                <a:moveTo>
                  <a:pt x="234019" y="41081"/>
                </a:moveTo>
                <a:cubicBezTo>
                  <a:pt x="234665" y="15271"/>
                  <a:pt x="238538" y="6669"/>
                  <a:pt x="249077" y="6669"/>
                </a:cubicBezTo>
                <a:cubicBezTo>
                  <a:pt x="259185" y="6669"/>
                  <a:pt x="262412" y="13981"/>
                  <a:pt x="262841" y="37855"/>
                </a:cubicBezTo>
                <a:lnTo>
                  <a:pt x="262841" y="41081"/>
                </a:lnTo>
                <a:lnTo>
                  <a:pt x="234019" y="41081"/>
                </a:lnTo>
                <a:close/>
                <a:moveTo>
                  <a:pt x="357699" y="96577"/>
                </a:moveTo>
                <a:cubicBezTo>
                  <a:pt x="344577" y="95931"/>
                  <a:pt x="342211" y="93134"/>
                  <a:pt x="341998" y="79583"/>
                </a:cubicBezTo>
                <a:lnTo>
                  <a:pt x="341998" y="38932"/>
                </a:lnTo>
                <a:cubicBezTo>
                  <a:pt x="341998" y="27746"/>
                  <a:pt x="348020" y="18498"/>
                  <a:pt x="355116" y="18498"/>
                </a:cubicBezTo>
                <a:cubicBezTo>
                  <a:pt x="356839" y="18498"/>
                  <a:pt x="358772" y="20004"/>
                  <a:pt x="361139" y="23444"/>
                </a:cubicBezTo>
                <a:cubicBezTo>
                  <a:pt x="365225" y="29253"/>
                  <a:pt x="368451" y="31189"/>
                  <a:pt x="374044" y="31189"/>
                </a:cubicBezTo>
                <a:cubicBezTo>
                  <a:pt x="382002" y="31189"/>
                  <a:pt x="387595" y="25167"/>
                  <a:pt x="387595" y="16991"/>
                </a:cubicBezTo>
                <a:cubicBezTo>
                  <a:pt x="387595" y="7099"/>
                  <a:pt x="380283" y="0"/>
                  <a:pt x="370174" y="0"/>
                </a:cubicBezTo>
                <a:cubicBezTo>
                  <a:pt x="359419" y="0"/>
                  <a:pt x="351246" y="5593"/>
                  <a:pt x="341135" y="20217"/>
                </a:cubicBezTo>
                <a:lnTo>
                  <a:pt x="341135" y="2580"/>
                </a:lnTo>
                <a:lnTo>
                  <a:pt x="300483" y="2580"/>
                </a:lnTo>
                <a:lnTo>
                  <a:pt x="300483" y="7742"/>
                </a:lnTo>
                <a:cubicBezTo>
                  <a:pt x="309519" y="8819"/>
                  <a:pt x="311882" y="11399"/>
                  <a:pt x="312098" y="20434"/>
                </a:cubicBezTo>
                <a:lnTo>
                  <a:pt x="312098" y="83669"/>
                </a:lnTo>
                <a:cubicBezTo>
                  <a:pt x="311882" y="92704"/>
                  <a:pt x="309732" y="95071"/>
                  <a:pt x="300483" y="96577"/>
                </a:cubicBezTo>
                <a:lnTo>
                  <a:pt x="300483" y="101737"/>
                </a:lnTo>
                <a:lnTo>
                  <a:pt x="357699" y="101737"/>
                </a:lnTo>
                <a:lnTo>
                  <a:pt x="357699" y="96577"/>
                </a:lnTo>
                <a:close/>
                <a:moveTo>
                  <a:pt x="451245" y="40008"/>
                </a:moveTo>
                <a:lnTo>
                  <a:pt x="398978" y="40008"/>
                </a:lnTo>
                <a:lnTo>
                  <a:pt x="398978" y="64958"/>
                </a:lnTo>
                <a:lnTo>
                  <a:pt x="451245" y="64958"/>
                </a:lnTo>
                <a:lnTo>
                  <a:pt x="451245" y="40008"/>
                </a:lnTo>
                <a:close/>
                <a:moveTo>
                  <a:pt x="562950" y="87972"/>
                </a:moveTo>
                <a:lnTo>
                  <a:pt x="560800" y="90125"/>
                </a:lnTo>
                <a:cubicBezTo>
                  <a:pt x="560154" y="90768"/>
                  <a:pt x="559510" y="90985"/>
                  <a:pt x="558434" y="90985"/>
                </a:cubicBezTo>
                <a:cubicBezTo>
                  <a:pt x="555421" y="90985"/>
                  <a:pt x="553918" y="89262"/>
                  <a:pt x="553918" y="85605"/>
                </a:cubicBezTo>
                <a:lnTo>
                  <a:pt x="553918" y="29466"/>
                </a:lnTo>
                <a:cubicBezTo>
                  <a:pt x="553918" y="11185"/>
                  <a:pt x="537570" y="0"/>
                  <a:pt x="511327" y="0"/>
                </a:cubicBezTo>
                <a:cubicBezTo>
                  <a:pt x="487023" y="0"/>
                  <a:pt x="470675" y="10969"/>
                  <a:pt x="470675" y="27100"/>
                </a:cubicBezTo>
                <a:cubicBezTo>
                  <a:pt x="470675" y="36135"/>
                  <a:pt x="475838" y="41298"/>
                  <a:pt x="484657" y="41298"/>
                </a:cubicBezTo>
                <a:cubicBezTo>
                  <a:pt x="493259" y="41298"/>
                  <a:pt x="499282" y="36135"/>
                  <a:pt x="499282" y="28823"/>
                </a:cubicBezTo>
                <a:cubicBezTo>
                  <a:pt x="499282" y="25810"/>
                  <a:pt x="498208" y="23014"/>
                  <a:pt x="495412" y="19574"/>
                </a:cubicBezTo>
                <a:cubicBezTo>
                  <a:pt x="493476" y="17421"/>
                  <a:pt x="492829" y="16131"/>
                  <a:pt x="492829" y="14841"/>
                </a:cubicBezTo>
                <a:cubicBezTo>
                  <a:pt x="492829" y="10325"/>
                  <a:pt x="498638" y="6882"/>
                  <a:pt x="506381" y="6882"/>
                </a:cubicBezTo>
                <a:cubicBezTo>
                  <a:pt x="519072" y="6882"/>
                  <a:pt x="524448" y="12692"/>
                  <a:pt x="524448" y="25810"/>
                </a:cubicBezTo>
                <a:lnTo>
                  <a:pt x="524448" y="41511"/>
                </a:lnTo>
                <a:cubicBezTo>
                  <a:pt x="498852" y="49257"/>
                  <a:pt x="488313" y="53343"/>
                  <a:pt x="480354" y="58936"/>
                </a:cubicBezTo>
                <a:cubicBezTo>
                  <a:pt x="470892" y="65388"/>
                  <a:pt x="466589" y="72700"/>
                  <a:pt x="466589" y="81949"/>
                </a:cubicBezTo>
                <a:cubicBezTo>
                  <a:pt x="466589" y="95071"/>
                  <a:pt x="476485" y="104750"/>
                  <a:pt x="490463" y="104750"/>
                </a:cubicBezTo>
                <a:cubicBezTo>
                  <a:pt x="502725" y="104750"/>
                  <a:pt x="512620" y="100447"/>
                  <a:pt x="524448" y="89692"/>
                </a:cubicBezTo>
                <a:cubicBezTo>
                  <a:pt x="526815" y="100663"/>
                  <a:pt x="531547" y="104750"/>
                  <a:pt x="542086" y="104750"/>
                </a:cubicBezTo>
                <a:cubicBezTo>
                  <a:pt x="551335" y="104750"/>
                  <a:pt x="558004" y="101307"/>
                  <a:pt x="566176" y="92488"/>
                </a:cubicBezTo>
                <a:lnTo>
                  <a:pt x="562950" y="87972"/>
                </a:lnTo>
                <a:moveTo>
                  <a:pt x="524235" y="80229"/>
                </a:moveTo>
                <a:cubicBezTo>
                  <a:pt x="518426" y="86899"/>
                  <a:pt x="514123" y="89478"/>
                  <a:pt x="508964" y="89478"/>
                </a:cubicBezTo>
                <a:cubicBezTo>
                  <a:pt x="502508" y="89478"/>
                  <a:pt x="497992" y="83669"/>
                  <a:pt x="497992" y="75067"/>
                </a:cubicBezTo>
                <a:cubicBezTo>
                  <a:pt x="497992" y="62592"/>
                  <a:pt x="507027" y="53556"/>
                  <a:pt x="524235" y="49040"/>
                </a:cubicBezTo>
                <a:lnTo>
                  <a:pt x="524235" y="80229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.php?op=delete">
            <a:extLst xmlns:a="http://schemas.openxmlformats.org/drawingml/2006/main">
              <a:ext uri="{FF2B5EF4-FFF2-40B4-BE49-F238E27FC236}">
                <a16:creationId xmlns:a16="http://schemas.microsoft.com/office/drawing/2014/main" id="{77704955-8D84-46CC-A71D-A8C633C4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182" y="379558"/>
            <a:ext cx="1298301" cy="193584"/>
          </a:xfrm>
          <a:custGeom xmlns:a="http://schemas.openxmlformats.org/drawingml/2006/main">
            <a:pathLst>
              <a:path w="1298301" h="193584">
                <a:moveTo>
                  <a:pt x="11832" y="125400"/>
                </a:moveTo>
                <a:cubicBezTo>
                  <a:pt x="5376" y="125400"/>
                  <a:pt x="0" y="130776"/>
                  <a:pt x="0" y="137659"/>
                </a:cubicBezTo>
                <a:cubicBezTo>
                  <a:pt x="0" y="143898"/>
                  <a:pt x="5376" y="149274"/>
                  <a:pt x="11615" y="149274"/>
                </a:cubicBezTo>
                <a:cubicBezTo>
                  <a:pt x="18284" y="149274"/>
                  <a:pt x="23877" y="144114"/>
                  <a:pt x="23877" y="137659"/>
                </a:cubicBezTo>
                <a:cubicBezTo>
                  <a:pt x="23877" y="130993"/>
                  <a:pt x="18284" y="125400"/>
                  <a:pt x="11832" y="125400"/>
                </a:cubicBezTo>
                <a:close/>
                <a:moveTo>
                  <a:pt x="39791" y="193584"/>
                </a:moveTo>
                <a:lnTo>
                  <a:pt x="91845" y="193584"/>
                </a:lnTo>
                <a:lnTo>
                  <a:pt x="91845" y="189712"/>
                </a:lnTo>
                <a:cubicBezTo>
                  <a:pt x="75713" y="189498"/>
                  <a:pt x="73130" y="187345"/>
                  <a:pt x="72917" y="173580"/>
                </a:cubicBezTo>
                <a:lnTo>
                  <a:pt x="72917" y="139812"/>
                </a:lnTo>
                <a:cubicBezTo>
                  <a:pt x="80659" y="146907"/>
                  <a:pt x="85605" y="149060"/>
                  <a:pt x="94641" y="149060"/>
                </a:cubicBezTo>
                <a:cubicBezTo>
                  <a:pt x="120238" y="149060"/>
                  <a:pt x="139808" y="124970"/>
                  <a:pt x="139808" y="93781"/>
                </a:cubicBezTo>
                <a:cubicBezTo>
                  <a:pt x="139808" y="67111"/>
                  <a:pt x="124754" y="47967"/>
                  <a:pt x="103890" y="47967"/>
                </a:cubicBezTo>
                <a:cubicBezTo>
                  <a:pt x="91845" y="47967"/>
                  <a:pt x="82379" y="53130"/>
                  <a:pt x="72917" y="64958"/>
                </a:cubicBezTo>
                <a:lnTo>
                  <a:pt x="72917" y="48397"/>
                </a:lnTo>
                <a:lnTo>
                  <a:pt x="71627" y="47967"/>
                </a:lnTo>
                <a:cubicBezTo>
                  <a:pt x="60012" y="52483"/>
                  <a:pt x="52483" y="55279"/>
                  <a:pt x="40651" y="58936"/>
                </a:cubicBezTo>
                <a:lnTo>
                  <a:pt x="40651" y="62378"/>
                </a:lnTo>
                <a:cubicBezTo>
                  <a:pt x="42588" y="62162"/>
                  <a:pt x="43878" y="62162"/>
                  <a:pt x="46031" y="62162"/>
                </a:cubicBezTo>
                <a:cubicBezTo>
                  <a:pt x="53343" y="62162"/>
                  <a:pt x="54849" y="64315"/>
                  <a:pt x="54849" y="74423"/>
                </a:cubicBezTo>
                <a:lnTo>
                  <a:pt x="54849" y="175087"/>
                </a:lnTo>
                <a:cubicBezTo>
                  <a:pt x="54849" y="186485"/>
                  <a:pt x="52483" y="188638"/>
                  <a:pt x="39791" y="189928"/>
                </a:cubicBezTo>
                <a:lnTo>
                  <a:pt x="39791" y="193584"/>
                </a:lnTo>
                <a:moveTo>
                  <a:pt x="72917" y="75067"/>
                </a:moveTo>
                <a:cubicBezTo>
                  <a:pt x="72917" y="68614"/>
                  <a:pt x="84962" y="60872"/>
                  <a:pt x="94854" y="60872"/>
                </a:cubicBezTo>
                <a:cubicBezTo>
                  <a:pt x="110772" y="60872"/>
                  <a:pt x="121311" y="77220"/>
                  <a:pt x="121311" y="102386"/>
                </a:cubicBezTo>
                <a:cubicBezTo>
                  <a:pt x="121311" y="126043"/>
                  <a:pt x="110772" y="142178"/>
                  <a:pt x="95287" y="142178"/>
                </a:cubicBezTo>
                <a:cubicBezTo>
                  <a:pt x="85176" y="142178"/>
                  <a:pt x="72917" y="134432"/>
                  <a:pt x="72917" y="127980"/>
                </a:cubicBezTo>
                <a:lnTo>
                  <a:pt x="72917" y="75067"/>
                </a:lnTo>
                <a:close/>
                <a:moveTo>
                  <a:pt x="249723" y="143681"/>
                </a:moveTo>
                <a:cubicBezTo>
                  <a:pt x="238108" y="141748"/>
                  <a:pt x="237031" y="140241"/>
                  <a:pt x="236815" y="124970"/>
                </a:cubicBezTo>
                <a:lnTo>
                  <a:pt x="236815" y="82166"/>
                </a:lnTo>
                <a:cubicBezTo>
                  <a:pt x="236815" y="59582"/>
                  <a:pt x="227996" y="47967"/>
                  <a:pt x="210358" y="47967"/>
                </a:cubicBezTo>
                <a:cubicBezTo>
                  <a:pt x="197670" y="47967"/>
                  <a:pt x="188634" y="53130"/>
                  <a:pt x="178742" y="66035"/>
                </a:cubicBezTo>
                <a:lnTo>
                  <a:pt x="178742" y="647"/>
                </a:lnTo>
                <a:lnTo>
                  <a:pt x="177666" y="0"/>
                </a:lnTo>
                <a:cubicBezTo>
                  <a:pt x="170137" y="2583"/>
                  <a:pt x="164761" y="4303"/>
                  <a:pt x="152929" y="7746"/>
                </a:cubicBezTo>
                <a:lnTo>
                  <a:pt x="147123" y="9465"/>
                </a:lnTo>
                <a:lnTo>
                  <a:pt x="147123" y="12905"/>
                </a:lnTo>
                <a:cubicBezTo>
                  <a:pt x="147983" y="12692"/>
                  <a:pt x="148413" y="12692"/>
                  <a:pt x="149703" y="12692"/>
                </a:cubicBezTo>
                <a:cubicBezTo>
                  <a:pt x="158952" y="12692"/>
                  <a:pt x="160675" y="14411"/>
                  <a:pt x="160675" y="23660"/>
                </a:cubicBezTo>
                <a:lnTo>
                  <a:pt x="160675" y="124970"/>
                </a:lnTo>
                <a:cubicBezTo>
                  <a:pt x="160245" y="140455"/>
                  <a:pt x="159168" y="142178"/>
                  <a:pt x="146907" y="143681"/>
                </a:cubicBezTo>
                <a:lnTo>
                  <a:pt x="146907" y="146907"/>
                </a:lnTo>
                <a:lnTo>
                  <a:pt x="193367" y="146907"/>
                </a:lnTo>
                <a:lnTo>
                  <a:pt x="193367" y="143681"/>
                </a:lnTo>
                <a:cubicBezTo>
                  <a:pt x="180892" y="142608"/>
                  <a:pt x="179172" y="140241"/>
                  <a:pt x="178742" y="124970"/>
                </a:cubicBezTo>
                <a:lnTo>
                  <a:pt x="178742" y="73134"/>
                </a:lnTo>
                <a:cubicBezTo>
                  <a:pt x="187775" y="63238"/>
                  <a:pt x="194227" y="59582"/>
                  <a:pt x="202833" y="59582"/>
                </a:cubicBezTo>
                <a:cubicBezTo>
                  <a:pt x="213371" y="59582"/>
                  <a:pt x="218747" y="67324"/>
                  <a:pt x="218747" y="82382"/>
                </a:cubicBezTo>
                <a:lnTo>
                  <a:pt x="218747" y="124970"/>
                </a:lnTo>
                <a:cubicBezTo>
                  <a:pt x="218317" y="140241"/>
                  <a:pt x="216381" y="142608"/>
                  <a:pt x="204122" y="143681"/>
                </a:cubicBezTo>
                <a:lnTo>
                  <a:pt x="204122" y="146907"/>
                </a:lnTo>
                <a:lnTo>
                  <a:pt x="249723" y="146907"/>
                </a:lnTo>
                <a:lnTo>
                  <a:pt x="249723" y="143681"/>
                </a:lnTo>
                <a:close/>
                <a:moveTo>
                  <a:pt x="254238" y="193584"/>
                </a:moveTo>
                <a:lnTo>
                  <a:pt x="306291" y="193584"/>
                </a:lnTo>
                <a:lnTo>
                  <a:pt x="306291" y="189712"/>
                </a:lnTo>
                <a:cubicBezTo>
                  <a:pt x="290160" y="189498"/>
                  <a:pt x="287577" y="187345"/>
                  <a:pt x="287363" y="173580"/>
                </a:cubicBezTo>
                <a:lnTo>
                  <a:pt x="287363" y="139812"/>
                </a:lnTo>
                <a:cubicBezTo>
                  <a:pt x="295106" y="146907"/>
                  <a:pt x="300052" y="149060"/>
                  <a:pt x="309087" y="149060"/>
                </a:cubicBezTo>
                <a:cubicBezTo>
                  <a:pt x="334684" y="149060"/>
                  <a:pt x="354255" y="124970"/>
                  <a:pt x="354255" y="93781"/>
                </a:cubicBezTo>
                <a:cubicBezTo>
                  <a:pt x="354255" y="67111"/>
                  <a:pt x="339200" y="47967"/>
                  <a:pt x="318336" y="47967"/>
                </a:cubicBezTo>
                <a:cubicBezTo>
                  <a:pt x="306291" y="47967"/>
                  <a:pt x="296825" y="53130"/>
                  <a:pt x="287363" y="64958"/>
                </a:cubicBezTo>
                <a:lnTo>
                  <a:pt x="287363" y="48397"/>
                </a:lnTo>
                <a:lnTo>
                  <a:pt x="286074" y="47967"/>
                </a:lnTo>
                <a:cubicBezTo>
                  <a:pt x="274458" y="52483"/>
                  <a:pt x="266929" y="55279"/>
                  <a:pt x="255098" y="58936"/>
                </a:cubicBezTo>
                <a:lnTo>
                  <a:pt x="255098" y="62378"/>
                </a:lnTo>
                <a:cubicBezTo>
                  <a:pt x="257034" y="62162"/>
                  <a:pt x="258324" y="62162"/>
                  <a:pt x="260477" y="62162"/>
                </a:cubicBezTo>
                <a:cubicBezTo>
                  <a:pt x="267789" y="62162"/>
                  <a:pt x="269296" y="64315"/>
                  <a:pt x="269296" y="74423"/>
                </a:cubicBezTo>
                <a:lnTo>
                  <a:pt x="269296" y="175087"/>
                </a:lnTo>
                <a:cubicBezTo>
                  <a:pt x="269296" y="186485"/>
                  <a:pt x="266929" y="188638"/>
                  <a:pt x="254238" y="189928"/>
                </a:cubicBezTo>
                <a:lnTo>
                  <a:pt x="254238" y="193584"/>
                </a:lnTo>
                <a:moveTo>
                  <a:pt x="287363" y="75067"/>
                </a:moveTo>
                <a:cubicBezTo>
                  <a:pt x="287363" y="68614"/>
                  <a:pt x="299408" y="60872"/>
                  <a:pt x="309301" y="60872"/>
                </a:cubicBezTo>
                <a:cubicBezTo>
                  <a:pt x="325218" y="60872"/>
                  <a:pt x="335757" y="77220"/>
                  <a:pt x="335757" y="102386"/>
                </a:cubicBezTo>
                <a:cubicBezTo>
                  <a:pt x="335757" y="126043"/>
                  <a:pt x="325218" y="142178"/>
                  <a:pt x="309734" y="142178"/>
                </a:cubicBezTo>
                <a:cubicBezTo>
                  <a:pt x="299622" y="142178"/>
                  <a:pt x="287363" y="134432"/>
                  <a:pt x="287363" y="127980"/>
                </a:cubicBezTo>
                <a:lnTo>
                  <a:pt x="287363" y="75067"/>
                </a:lnTo>
                <a:close/>
                <a:moveTo>
                  <a:pt x="412330" y="111635"/>
                </a:moveTo>
                <a:cubicBezTo>
                  <a:pt x="414696" y="97007"/>
                  <a:pt x="418352" y="88405"/>
                  <a:pt x="426311" y="78510"/>
                </a:cubicBezTo>
                <a:cubicBezTo>
                  <a:pt x="436206" y="66465"/>
                  <a:pt x="436206" y="66465"/>
                  <a:pt x="439216" y="61948"/>
                </a:cubicBezTo>
                <a:cubicBezTo>
                  <a:pt x="446099" y="51407"/>
                  <a:pt x="448895" y="43664"/>
                  <a:pt x="448895" y="34845"/>
                </a:cubicBezTo>
                <a:cubicBezTo>
                  <a:pt x="448895" y="26673"/>
                  <a:pt x="446099" y="18931"/>
                  <a:pt x="441153" y="13981"/>
                </a:cubicBezTo>
                <a:cubicBezTo>
                  <a:pt x="433840" y="6452"/>
                  <a:pt x="421148" y="1506"/>
                  <a:pt x="409320" y="1506"/>
                </a:cubicBezTo>
                <a:cubicBezTo>
                  <a:pt x="389529" y="1506"/>
                  <a:pt x="374475" y="14841"/>
                  <a:pt x="374475" y="32696"/>
                </a:cubicBezTo>
                <a:cubicBezTo>
                  <a:pt x="374475" y="41514"/>
                  <a:pt x="377917" y="46031"/>
                  <a:pt x="384800" y="46031"/>
                </a:cubicBezTo>
                <a:cubicBezTo>
                  <a:pt x="390176" y="46031"/>
                  <a:pt x="393619" y="42588"/>
                  <a:pt x="393619" y="37212"/>
                </a:cubicBezTo>
                <a:cubicBezTo>
                  <a:pt x="393619" y="34202"/>
                  <a:pt x="392326" y="31619"/>
                  <a:pt x="389099" y="27963"/>
                </a:cubicBezTo>
                <a:cubicBezTo>
                  <a:pt x="386303" y="24953"/>
                  <a:pt x="385443" y="23230"/>
                  <a:pt x="385443" y="21294"/>
                </a:cubicBezTo>
                <a:cubicBezTo>
                  <a:pt x="385443" y="14411"/>
                  <a:pt x="395339" y="7959"/>
                  <a:pt x="405664" y="7959"/>
                </a:cubicBezTo>
                <a:cubicBezTo>
                  <a:pt x="418782" y="7959"/>
                  <a:pt x="429107" y="19361"/>
                  <a:pt x="429107" y="33769"/>
                </a:cubicBezTo>
                <a:cubicBezTo>
                  <a:pt x="429107" y="43664"/>
                  <a:pt x="426311" y="55496"/>
                  <a:pt x="421148" y="67324"/>
                </a:cubicBezTo>
                <a:lnTo>
                  <a:pt x="415126" y="81089"/>
                </a:lnTo>
                <a:cubicBezTo>
                  <a:pt x="411040" y="91631"/>
                  <a:pt x="408890" y="102170"/>
                  <a:pt x="408673" y="111635"/>
                </a:cubicBezTo>
                <a:lnTo>
                  <a:pt x="412330" y="111635"/>
                </a:lnTo>
                <a:moveTo>
                  <a:pt x="410826" y="126043"/>
                </a:moveTo>
                <a:cubicBezTo>
                  <a:pt x="404371" y="126043"/>
                  <a:pt x="399425" y="131206"/>
                  <a:pt x="399425" y="137875"/>
                </a:cubicBezTo>
                <a:cubicBezTo>
                  <a:pt x="399425" y="144114"/>
                  <a:pt x="404157" y="148630"/>
                  <a:pt x="410826" y="148630"/>
                </a:cubicBezTo>
                <a:cubicBezTo>
                  <a:pt x="417709" y="148630"/>
                  <a:pt x="422655" y="144114"/>
                  <a:pt x="422655" y="137659"/>
                </a:cubicBezTo>
                <a:cubicBezTo>
                  <a:pt x="422655" y="131206"/>
                  <a:pt x="417279" y="126043"/>
                  <a:pt x="410826" y="126043"/>
                </a:cubicBezTo>
                <a:close/>
                <a:moveTo>
                  <a:pt x="509346" y="47967"/>
                </a:moveTo>
                <a:cubicBezTo>
                  <a:pt x="481166" y="47967"/>
                  <a:pt x="461809" y="68614"/>
                  <a:pt x="461809" y="98297"/>
                </a:cubicBezTo>
                <a:cubicBezTo>
                  <a:pt x="461809" y="127550"/>
                  <a:pt x="481813" y="149060"/>
                  <a:pt x="508913" y="149060"/>
                </a:cubicBezTo>
                <a:cubicBezTo>
                  <a:pt x="536016" y="149060"/>
                  <a:pt x="556663" y="126477"/>
                  <a:pt x="556663" y="96577"/>
                </a:cubicBezTo>
                <a:cubicBezTo>
                  <a:pt x="556663" y="68184"/>
                  <a:pt x="536876" y="47967"/>
                  <a:pt x="509346" y="47967"/>
                </a:cubicBezTo>
                <a:moveTo>
                  <a:pt x="506550" y="53990"/>
                </a:moveTo>
                <a:cubicBezTo>
                  <a:pt x="524617" y="53990"/>
                  <a:pt x="537306" y="74637"/>
                  <a:pt x="537306" y="104106"/>
                </a:cubicBezTo>
                <a:cubicBezTo>
                  <a:pt x="537306" y="128626"/>
                  <a:pt x="527627" y="143038"/>
                  <a:pt x="511496" y="143038"/>
                </a:cubicBezTo>
                <a:cubicBezTo>
                  <a:pt x="503107" y="143038"/>
                  <a:pt x="495148" y="137875"/>
                  <a:pt x="490632" y="129273"/>
                </a:cubicBezTo>
                <a:cubicBezTo>
                  <a:pt x="484609" y="118088"/>
                  <a:pt x="481166" y="103030"/>
                  <a:pt x="481166" y="87758"/>
                </a:cubicBezTo>
                <a:cubicBezTo>
                  <a:pt x="481166" y="67324"/>
                  <a:pt x="491062" y="53990"/>
                  <a:pt x="506550" y="53990"/>
                </a:cubicBezTo>
                <a:close/>
                <a:moveTo>
                  <a:pt x="563332" y="193584"/>
                </a:moveTo>
                <a:lnTo>
                  <a:pt x="615385" y="193584"/>
                </a:lnTo>
                <a:lnTo>
                  <a:pt x="615385" y="189712"/>
                </a:lnTo>
                <a:cubicBezTo>
                  <a:pt x="599254" y="189498"/>
                  <a:pt x="596671" y="187345"/>
                  <a:pt x="596457" y="173580"/>
                </a:cubicBezTo>
                <a:lnTo>
                  <a:pt x="596457" y="139812"/>
                </a:lnTo>
                <a:cubicBezTo>
                  <a:pt x="604200" y="146907"/>
                  <a:pt x="609146" y="149060"/>
                  <a:pt x="618181" y="149060"/>
                </a:cubicBezTo>
                <a:cubicBezTo>
                  <a:pt x="643778" y="149060"/>
                  <a:pt x="663349" y="124970"/>
                  <a:pt x="663349" y="93781"/>
                </a:cubicBezTo>
                <a:cubicBezTo>
                  <a:pt x="663349" y="67111"/>
                  <a:pt x="648294" y="47967"/>
                  <a:pt x="627430" y="47967"/>
                </a:cubicBezTo>
                <a:cubicBezTo>
                  <a:pt x="615385" y="47967"/>
                  <a:pt x="605920" y="53130"/>
                  <a:pt x="596457" y="64958"/>
                </a:cubicBezTo>
                <a:lnTo>
                  <a:pt x="596457" y="48397"/>
                </a:lnTo>
                <a:lnTo>
                  <a:pt x="595168" y="47967"/>
                </a:lnTo>
                <a:cubicBezTo>
                  <a:pt x="583552" y="52483"/>
                  <a:pt x="576023" y="55279"/>
                  <a:pt x="564192" y="58936"/>
                </a:cubicBezTo>
                <a:lnTo>
                  <a:pt x="564192" y="62378"/>
                </a:lnTo>
                <a:cubicBezTo>
                  <a:pt x="566128" y="62162"/>
                  <a:pt x="567418" y="62162"/>
                  <a:pt x="569571" y="62162"/>
                </a:cubicBezTo>
                <a:cubicBezTo>
                  <a:pt x="576883" y="62162"/>
                  <a:pt x="578390" y="64315"/>
                  <a:pt x="578390" y="74423"/>
                </a:cubicBezTo>
                <a:lnTo>
                  <a:pt x="578390" y="175087"/>
                </a:lnTo>
                <a:cubicBezTo>
                  <a:pt x="578390" y="186485"/>
                  <a:pt x="576023" y="188638"/>
                  <a:pt x="563332" y="189928"/>
                </a:cubicBezTo>
                <a:lnTo>
                  <a:pt x="563332" y="193584"/>
                </a:lnTo>
                <a:moveTo>
                  <a:pt x="596457" y="75067"/>
                </a:moveTo>
                <a:cubicBezTo>
                  <a:pt x="596457" y="68614"/>
                  <a:pt x="608503" y="60872"/>
                  <a:pt x="618395" y="60872"/>
                </a:cubicBezTo>
                <a:cubicBezTo>
                  <a:pt x="634312" y="60872"/>
                  <a:pt x="644851" y="77220"/>
                  <a:pt x="644851" y="102386"/>
                </a:cubicBezTo>
                <a:cubicBezTo>
                  <a:pt x="644851" y="126043"/>
                  <a:pt x="634312" y="142178"/>
                  <a:pt x="618828" y="142178"/>
                </a:cubicBezTo>
                <a:cubicBezTo>
                  <a:pt x="608716" y="142178"/>
                  <a:pt x="596457" y="134432"/>
                  <a:pt x="596457" y="127980"/>
                </a:cubicBezTo>
                <a:lnTo>
                  <a:pt x="596457" y="75067"/>
                </a:lnTo>
                <a:close/>
                <a:moveTo>
                  <a:pt x="785308" y="63885"/>
                </a:moveTo>
                <a:lnTo>
                  <a:pt x="676903" y="63885"/>
                </a:lnTo>
                <a:lnTo>
                  <a:pt x="676903" y="78080"/>
                </a:lnTo>
                <a:lnTo>
                  <a:pt x="785308" y="78080"/>
                </a:lnTo>
                <a:lnTo>
                  <a:pt x="785308" y="63885"/>
                </a:lnTo>
                <a:moveTo>
                  <a:pt x="785308" y="106903"/>
                </a:moveTo>
                <a:lnTo>
                  <a:pt x="676903" y="106903"/>
                </a:lnTo>
                <a:lnTo>
                  <a:pt x="676903" y="121097"/>
                </a:lnTo>
                <a:lnTo>
                  <a:pt x="785308" y="121097"/>
                </a:lnTo>
                <a:lnTo>
                  <a:pt x="785308" y="106903"/>
                </a:lnTo>
                <a:close/>
                <a:moveTo>
                  <a:pt x="895650" y="134432"/>
                </a:moveTo>
                <a:cubicBezTo>
                  <a:pt x="892854" y="134649"/>
                  <a:pt x="891564" y="134649"/>
                  <a:pt x="890701" y="134649"/>
                </a:cubicBezTo>
                <a:cubicBezTo>
                  <a:pt x="883175" y="134649"/>
                  <a:pt x="881238" y="132283"/>
                  <a:pt x="881238" y="122387"/>
                </a:cubicBezTo>
                <a:lnTo>
                  <a:pt x="881238" y="430"/>
                </a:lnTo>
                <a:lnTo>
                  <a:pt x="880162" y="0"/>
                </a:lnTo>
                <a:cubicBezTo>
                  <a:pt x="870053" y="3443"/>
                  <a:pt x="862741" y="5809"/>
                  <a:pt x="848543" y="9465"/>
                </a:cubicBezTo>
                <a:lnTo>
                  <a:pt x="848543" y="12905"/>
                </a:lnTo>
                <a:cubicBezTo>
                  <a:pt x="850266" y="12692"/>
                  <a:pt x="851339" y="12692"/>
                  <a:pt x="853276" y="12692"/>
                </a:cubicBezTo>
                <a:cubicBezTo>
                  <a:pt x="861234" y="12692"/>
                  <a:pt x="863171" y="14841"/>
                  <a:pt x="863171" y="23660"/>
                </a:cubicBezTo>
                <a:lnTo>
                  <a:pt x="863171" y="57216"/>
                </a:lnTo>
                <a:cubicBezTo>
                  <a:pt x="854995" y="50333"/>
                  <a:pt x="849189" y="47967"/>
                  <a:pt x="840584" y="47967"/>
                </a:cubicBezTo>
                <a:cubicBezTo>
                  <a:pt x="815850" y="47967"/>
                  <a:pt x="795846" y="72270"/>
                  <a:pt x="795846" y="102816"/>
                </a:cubicBezTo>
                <a:cubicBezTo>
                  <a:pt x="795846" y="130346"/>
                  <a:pt x="811764" y="149060"/>
                  <a:pt x="835638" y="149060"/>
                </a:cubicBezTo>
                <a:cubicBezTo>
                  <a:pt x="847683" y="149060"/>
                  <a:pt x="855858" y="144758"/>
                  <a:pt x="863171" y="134649"/>
                </a:cubicBezTo>
                <a:lnTo>
                  <a:pt x="863171" y="148414"/>
                </a:lnTo>
                <a:lnTo>
                  <a:pt x="864031" y="149060"/>
                </a:lnTo>
                <a:lnTo>
                  <a:pt x="895650" y="137875"/>
                </a:lnTo>
                <a:lnTo>
                  <a:pt x="895650" y="134432"/>
                </a:lnTo>
                <a:moveTo>
                  <a:pt x="863171" y="124970"/>
                </a:moveTo>
                <a:cubicBezTo>
                  <a:pt x="863171" y="126477"/>
                  <a:pt x="861664" y="129056"/>
                  <a:pt x="859515" y="131423"/>
                </a:cubicBezTo>
                <a:cubicBezTo>
                  <a:pt x="855858" y="135725"/>
                  <a:pt x="850266" y="137875"/>
                  <a:pt x="844027" y="137875"/>
                </a:cubicBezTo>
                <a:cubicBezTo>
                  <a:pt x="825959" y="137875"/>
                  <a:pt x="814344" y="120667"/>
                  <a:pt x="814344" y="93998"/>
                </a:cubicBezTo>
                <a:cubicBezTo>
                  <a:pt x="814344" y="69907"/>
                  <a:pt x="824883" y="53990"/>
                  <a:pt x="841230" y="53990"/>
                </a:cubicBezTo>
                <a:cubicBezTo>
                  <a:pt x="852846" y="53990"/>
                  <a:pt x="863171" y="64098"/>
                  <a:pt x="863171" y="75500"/>
                </a:cubicBezTo>
                <a:lnTo>
                  <a:pt x="863171" y="124970"/>
                </a:lnTo>
                <a:close/>
                <a:moveTo>
                  <a:pt x="985987" y="111635"/>
                </a:moveTo>
                <a:cubicBezTo>
                  <a:pt x="975665" y="127980"/>
                  <a:pt x="966413" y="134219"/>
                  <a:pt x="952648" y="134219"/>
                </a:cubicBezTo>
                <a:cubicBezTo>
                  <a:pt x="940390" y="134219"/>
                  <a:pt x="931141" y="127980"/>
                  <a:pt x="924902" y="115721"/>
                </a:cubicBezTo>
                <a:cubicBezTo>
                  <a:pt x="921029" y="107546"/>
                  <a:pt x="919526" y="100663"/>
                  <a:pt x="919096" y="87328"/>
                </a:cubicBezTo>
                <a:lnTo>
                  <a:pt x="985344" y="87328"/>
                </a:lnTo>
                <a:cubicBezTo>
                  <a:pt x="983621" y="73347"/>
                  <a:pt x="981471" y="67111"/>
                  <a:pt x="976095" y="60225"/>
                </a:cubicBezTo>
                <a:cubicBezTo>
                  <a:pt x="969639" y="52483"/>
                  <a:pt x="959747" y="47967"/>
                  <a:pt x="948562" y="47967"/>
                </a:cubicBezTo>
                <a:cubicBezTo>
                  <a:pt x="937807" y="47967"/>
                  <a:pt x="927698" y="51840"/>
                  <a:pt x="919526" y="59152"/>
                </a:cubicBezTo>
                <a:cubicBezTo>
                  <a:pt x="909414" y="67971"/>
                  <a:pt x="903608" y="83242"/>
                  <a:pt x="903608" y="100880"/>
                </a:cubicBezTo>
                <a:cubicBezTo>
                  <a:pt x="903608" y="130563"/>
                  <a:pt x="919096" y="149060"/>
                  <a:pt x="943829" y="149060"/>
                </a:cubicBezTo>
                <a:cubicBezTo>
                  <a:pt x="964263" y="149060"/>
                  <a:pt x="980395" y="136369"/>
                  <a:pt x="989430" y="113138"/>
                </a:cubicBezTo>
                <a:lnTo>
                  <a:pt x="985987" y="111635"/>
                </a:lnTo>
                <a:moveTo>
                  <a:pt x="919526" y="80446"/>
                </a:moveTo>
                <a:cubicBezTo>
                  <a:pt x="921889" y="63668"/>
                  <a:pt x="929205" y="55709"/>
                  <a:pt x="942323" y="55709"/>
                </a:cubicBezTo>
                <a:cubicBezTo>
                  <a:pt x="955444" y="55709"/>
                  <a:pt x="960607" y="61732"/>
                  <a:pt x="963403" y="80446"/>
                </a:cubicBezTo>
                <a:lnTo>
                  <a:pt x="919526" y="80446"/>
                </a:lnTo>
                <a:close/>
                <a:moveTo>
                  <a:pt x="998249" y="146907"/>
                </a:moveTo>
                <a:lnTo>
                  <a:pt x="1049009" y="146907"/>
                </a:lnTo>
                <a:lnTo>
                  <a:pt x="1049009" y="143681"/>
                </a:lnTo>
                <a:cubicBezTo>
                  <a:pt x="1035460" y="143038"/>
                  <a:pt x="1033094" y="140885"/>
                  <a:pt x="1032877" y="128840"/>
                </a:cubicBezTo>
                <a:lnTo>
                  <a:pt x="1032877" y="430"/>
                </a:lnTo>
                <a:lnTo>
                  <a:pt x="1032017" y="0"/>
                </a:lnTo>
                <a:cubicBezTo>
                  <a:pt x="1021049" y="3443"/>
                  <a:pt x="1013090" y="5809"/>
                  <a:pt x="997819" y="9465"/>
                </a:cubicBezTo>
                <a:lnTo>
                  <a:pt x="997819" y="12905"/>
                </a:lnTo>
                <a:lnTo>
                  <a:pt x="999108" y="12905"/>
                </a:lnTo>
                <a:cubicBezTo>
                  <a:pt x="1001475" y="12692"/>
                  <a:pt x="1004055" y="12475"/>
                  <a:pt x="1005778" y="12475"/>
                </a:cubicBezTo>
                <a:cubicBezTo>
                  <a:pt x="1012660" y="12475"/>
                  <a:pt x="1014810" y="15488"/>
                  <a:pt x="1014810" y="25597"/>
                </a:cubicBezTo>
                <a:lnTo>
                  <a:pt x="1014810" y="128196"/>
                </a:lnTo>
                <a:cubicBezTo>
                  <a:pt x="1014596" y="139812"/>
                  <a:pt x="1011584" y="142821"/>
                  <a:pt x="998249" y="143681"/>
                </a:cubicBezTo>
                <a:lnTo>
                  <a:pt x="998249" y="146907"/>
                </a:lnTo>
                <a:close/>
                <a:moveTo>
                  <a:pt x="1140423" y="111635"/>
                </a:moveTo>
                <a:cubicBezTo>
                  <a:pt x="1130101" y="127980"/>
                  <a:pt x="1120849" y="134219"/>
                  <a:pt x="1107084" y="134219"/>
                </a:cubicBezTo>
                <a:cubicBezTo>
                  <a:pt x="1094825" y="134219"/>
                  <a:pt x="1085577" y="127980"/>
                  <a:pt x="1079337" y="115721"/>
                </a:cubicBezTo>
                <a:cubicBezTo>
                  <a:pt x="1075465" y="107546"/>
                  <a:pt x="1073961" y="100663"/>
                  <a:pt x="1073532" y="87328"/>
                </a:cubicBezTo>
                <a:lnTo>
                  <a:pt x="1139779" y="87328"/>
                </a:lnTo>
                <a:cubicBezTo>
                  <a:pt x="1138056" y="73347"/>
                  <a:pt x="1135907" y="67111"/>
                  <a:pt x="1130531" y="60225"/>
                </a:cubicBezTo>
                <a:cubicBezTo>
                  <a:pt x="1124075" y="52483"/>
                  <a:pt x="1114183" y="47967"/>
                  <a:pt x="1102998" y="47967"/>
                </a:cubicBezTo>
                <a:cubicBezTo>
                  <a:pt x="1092242" y="47967"/>
                  <a:pt x="1082134" y="51840"/>
                  <a:pt x="1073961" y="59152"/>
                </a:cubicBezTo>
                <a:cubicBezTo>
                  <a:pt x="1063850" y="67971"/>
                  <a:pt x="1058044" y="83242"/>
                  <a:pt x="1058044" y="100880"/>
                </a:cubicBezTo>
                <a:cubicBezTo>
                  <a:pt x="1058044" y="130563"/>
                  <a:pt x="1073532" y="149060"/>
                  <a:pt x="1098265" y="149060"/>
                </a:cubicBezTo>
                <a:cubicBezTo>
                  <a:pt x="1118699" y="149060"/>
                  <a:pt x="1134830" y="136369"/>
                  <a:pt x="1143866" y="113138"/>
                </a:cubicBezTo>
                <a:lnTo>
                  <a:pt x="1140423" y="111635"/>
                </a:lnTo>
                <a:moveTo>
                  <a:pt x="1073961" y="80446"/>
                </a:moveTo>
                <a:cubicBezTo>
                  <a:pt x="1076325" y="63668"/>
                  <a:pt x="1083640" y="55709"/>
                  <a:pt x="1096758" y="55709"/>
                </a:cubicBezTo>
                <a:cubicBezTo>
                  <a:pt x="1109880" y="55709"/>
                  <a:pt x="1115043" y="61732"/>
                  <a:pt x="1117839" y="80446"/>
                </a:cubicBezTo>
                <a:lnTo>
                  <a:pt x="1073961" y="80446"/>
                </a:lnTo>
                <a:close/>
                <a:moveTo>
                  <a:pt x="1203014" y="50117"/>
                </a:moveTo>
                <a:lnTo>
                  <a:pt x="1181290" y="50117"/>
                </a:lnTo>
                <a:lnTo>
                  <a:pt x="1181290" y="25167"/>
                </a:lnTo>
                <a:cubicBezTo>
                  <a:pt x="1181290" y="23017"/>
                  <a:pt x="1180860" y="22370"/>
                  <a:pt x="1179784" y="22370"/>
                </a:cubicBezTo>
                <a:cubicBezTo>
                  <a:pt x="1167309" y="40438"/>
                  <a:pt x="1160856" y="47750"/>
                  <a:pt x="1154621" y="51407"/>
                </a:cubicBezTo>
                <a:cubicBezTo>
                  <a:pt x="1152254" y="52913"/>
                  <a:pt x="1150961" y="54203"/>
                  <a:pt x="1150961" y="55496"/>
                </a:cubicBezTo>
                <a:cubicBezTo>
                  <a:pt x="1150961" y="56139"/>
                  <a:pt x="1151178" y="56569"/>
                  <a:pt x="1151824" y="56999"/>
                </a:cubicBezTo>
                <a:lnTo>
                  <a:pt x="1163223" y="56999"/>
                </a:lnTo>
                <a:lnTo>
                  <a:pt x="1163223" y="121744"/>
                </a:lnTo>
                <a:cubicBezTo>
                  <a:pt x="1163223" y="139812"/>
                  <a:pt x="1169675" y="149060"/>
                  <a:pt x="1182367" y="149060"/>
                </a:cubicBezTo>
                <a:cubicBezTo>
                  <a:pt x="1192906" y="149060"/>
                  <a:pt x="1201078" y="143898"/>
                  <a:pt x="1208177" y="132712"/>
                </a:cubicBezTo>
                <a:lnTo>
                  <a:pt x="1205381" y="130346"/>
                </a:lnTo>
                <a:cubicBezTo>
                  <a:pt x="1200648" y="135939"/>
                  <a:pt x="1197208" y="137875"/>
                  <a:pt x="1192476" y="137875"/>
                </a:cubicBezTo>
                <a:cubicBezTo>
                  <a:pt x="1184517" y="137875"/>
                  <a:pt x="1181290" y="132069"/>
                  <a:pt x="1181290" y="118518"/>
                </a:cubicBezTo>
                <a:lnTo>
                  <a:pt x="1181290" y="56999"/>
                </a:lnTo>
                <a:lnTo>
                  <a:pt x="1203014" y="56999"/>
                </a:lnTo>
                <a:lnTo>
                  <a:pt x="1203014" y="50117"/>
                </a:lnTo>
                <a:close/>
                <a:moveTo>
                  <a:pt x="1294859" y="111635"/>
                </a:moveTo>
                <a:cubicBezTo>
                  <a:pt x="1284537" y="127980"/>
                  <a:pt x="1275285" y="134219"/>
                  <a:pt x="1261520" y="134219"/>
                </a:cubicBezTo>
                <a:cubicBezTo>
                  <a:pt x="1249261" y="134219"/>
                  <a:pt x="1240012" y="127980"/>
                  <a:pt x="1233773" y="115721"/>
                </a:cubicBezTo>
                <a:cubicBezTo>
                  <a:pt x="1229901" y="107546"/>
                  <a:pt x="1228397" y="100663"/>
                  <a:pt x="1227967" y="87328"/>
                </a:cubicBezTo>
                <a:lnTo>
                  <a:pt x="1294215" y="87328"/>
                </a:lnTo>
                <a:cubicBezTo>
                  <a:pt x="1292492" y="73347"/>
                  <a:pt x="1290343" y="67111"/>
                  <a:pt x="1284967" y="60225"/>
                </a:cubicBezTo>
                <a:cubicBezTo>
                  <a:pt x="1278511" y="52483"/>
                  <a:pt x="1268619" y="47967"/>
                  <a:pt x="1257434" y="47967"/>
                </a:cubicBezTo>
                <a:cubicBezTo>
                  <a:pt x="1246678" y="47967"/>
                  <a:pt x="1236570" y="51840"/>
                  <a:pt x="1228397" y="59152"/>
                </a:cubicBezTo>
                <a:cubicBezTo>
                  <a:pt x="1218285" y="67971"/>
                  <a:pt x="1212479" y="83242"/>
                  <a:pt x="1212479" y="100880"/>
                </a:cubicBezTo>
                <a:cubicBezTo>
                  <a:pt x="1212479" y="130563"/>
                  <a:pt x="1227967" y="149060"/>
                  <a:pt x="1252701" y="149060"/>
                </a:cubicBezTo>
                <a:cubicBezTo>
                  <a:pt x="1273135" y="149060"/>
                  <a:pt x="1289266" y="136369"/>
                  <a:pt x="1298301" y="113138"/>
                </a:cubicBezTo>
                <a:lnTo>
                  <a:pt x="1294859" y="111635"/>
                </a:lnTo>
                <a:moveTo>
                  <a:pt x="1228397" y="80446"/>
                </a:moveTo>
                <a:cubicBezTo>
                  <a:pt x="1230760" y="63668"/>
                  <a:pt x="1238076" y="55709"/>
                  <a:pt x="1251194" y="55709"/>
                </a:cubicBezTo>
                <a:cubicBezTo>
                  <a:pt x="1264316" y="55709"/>
                  <a:pt x="1269479" y="61732"/>
                  <a:pt x="1272275" y="80446"/>
                </a:cubicBezTo>
                <a:lnTo>
                  <a:pt x="1228397" y="804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BA8AFC-E5AA-43CF-B75A-83DAFE54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906" y="1290776"/>
            <a:ext cx="1181288" cy="460884"/>
          </a:xfrm>
          <a:custGeom xmlns:a="http://schemas.openxmlformats.org/drawingml/2006/main">
            <a:pathLst>
              <a:path w="1181288" h="460884">
                <a:moveTo>
                  <a:pt x="29338" y="308742"/>
                </a:moveTo>
                <a:lnTo>
                  <a:pt x="47492" y="376518"/>
                </a:lnTo>
                <a:cubicBezTo>
                  <a:pt x="52777" y="366284"/>
                  <a:pt x="57296" y="359421"/>
                  <a:pt x="61065" y="355912"/>
                </a:cubicBezTo>
                <a:cubicBezTo>
                  <a:pt x="64819" y="352419"/>
                  <a:pt x="68894" y="350075"/>
                  <a:pt x="73275" y="348896"/>
                </a:cubicBezTo>
                <a:cubicBezTo>
                  <a:pt x="78530" y="347486"/>
                  <a:pt x="83448" y="347731"/>
                  <a:pt x="87998" y="349616"/>
                </a:cubicBezTo>
                <a:cubicBezTo>
                  <a:pt x="92548" y="351500"/>
                  <a:pt x="96561" y="355315"/>
                  <a:pt x="100054" y="361029"/>
                </a:cubicBezTo>
                <a:cubicBezTo>
                  <a:pt x="102490" y="364997"/>
                  <a:pt x="105248" y="372718"/>
                  <a:pt x="108312" y="384178"/>
                </a:cubicBezTo>
                <a:lnTo>
                  <a:pt x="117090" y="416947"/>
                </a:lnTo>
                <a:cubicBezTo>
                  <a:pt x="118668" y="422814"/>
                  <a:pt x="120215" y="426706"/>
                  <a:pt x="121732" y="428605"/>
                </a:cubicBezTo>
                <a:cubicBezTo>
                  <a:pt x="122850" y="430045"/>
                  <a:pt x="124336" y="431026"/>
                  <a:pt x="126205" y="431531"/>
                </a:cubicBezTo>
                <a:cubicBezTo>
                  <a:pt x="128074" y="432052"/>
                  <a:pt x="131169" y="431715"/>
                  <a:pt x="135489" y="430566"/>
                </a:cubicBezTo>
                <a:lnTo>
                  <a:pt x="136470" y="434212"/>
                </a:lnTo>
                <a:lnTo>
                  <a:pt x="90939" y="446407"/>
                </a:lnTo>
                <a:lnTo>
                  <a:pt x="89974" y="442761"/>
                </a:lnTo>
                <a:lnTo>
                  <a:pt x="92088" y="442194"/>
                </a:lnTo>
                <a:cubicBezTo>
                  <a:pt x="96408" y="441030"/>
                  <a:pt x="99227" y="439574"/>
                  <a:pt x="100575" y="437813"/>
                </a:cubicBezTo>
                <a:cubicBezTo>
                  <a:pt x="101908" y="436035"/>
                  <a:pt x="102567" y="433783"/>
                  <a:pt x="102552" y="431041"/>
                </a:cubicBezTo>
                <a:cubicBezTo>
                  <a:pt x="102460" y="429907"/>
                  <a:pt x="101709" y="426721"/>
                  <a:pt x="100299" y="421451"/>
                </a:cubicBezTo>
                <a:lnTo>
                  <a:pt x="91521" y="388682"/>
                </a:lnTo>
                <a:cubicBezTo>
                  <a:pt x="88810" y="378570"/>
                  <a:pt x="86512" y="372059"/>
                  <a:pt x="84612" y="369164"/>
                </a:cubicBezTo>
                <a:cubicBezTo>
                  <a:pt x="82728" y="366284"/>
                  <a:pt x="80414" y="364354"/>
                  <a:pt x="77703" y="363388"/>
                </a:cubicBezTo>
                <a:cubicBezTo>
                  <a:pt x="74976" y="362408"/>
                  <a:pt x="72004" y="362362"/>
                  <a:pt x="68771" y="363220"/>
                </a:cubicBezTo>
                <a:cubicBezTo>
                  <a:pt x="65462" y="364108"/>
                  <a:pt x="62260" y="365916"/>
                  <a:pt x="59150" y="368628"/>
                </a:cubicBezTo>
                <a:cubicBezTo>
                  <a:pt x="56056" y="371339"/>
                  <a:pt x="52716" y="376027"/>
                  <a:pt x="49146" y="382691"/>
                </a:cubicBezTo>
                <a:lnTo>
                  <a:pt x="62275" y="431639"/>
                </a:lnTo>
                <a:cubicBezTo>
                  <a:pt x="63976" y="437981"/>
                  <a:pt x="65385" y="441842"/>
                  <a:pt x="66504" y="443190"/>
                </a:cubicBezTo>
                <a:cubicBezTo>
                  <a:pt x="67622" y="444553"/>
                  <a:pt x="69292" y="445503"/>
                  <a:pt x="71498" y="446039"/>
                </a:cubicBezTo>
                <a:cubicBezTo>
                  <a:pt x="73689" y="446560"/>
                  <a:pt x="77151" y="446193"/>
                  <a:pt x="81870" y="444936"/>
                </a:cubicBezTo>
                <a:lnTo>
                  <a:pt x="82850" y="448567"/>
                </a:lnTo>
                <a:lnTo>
                  <a:pt x="36921" y="460884"/>
                </a:lnTo>
                <a:lnTo>
                  <a:pt x="35956" y="457238"/>
                </a:lnTo>
                <a:cubicBezTo>
                  <a:pt x="40062" y="456135"/>
                  <a:pt x="43126" y="454634"/>
                  <a:pt x="45148" y="452719"/>
                </a:cubicBezTo>
                <a:cubicBezTo>
                  <a:pt x="46312" y="451677"/>
                  <a:pt x="47047" y="450099"/>
                  <a:pt x="47354" y="448000"/>
                </a:cubicBezTo>
                <a:cubicBezTo>
                  <a:pt x="47660" y="445901"/>
                  <a:pt x="47032" y="441949"/>
                  <a:pt x="45485" y="436143"/>
                </a:cubicBezTo>
                <a:lnTo>
                  <a:pt x="23011" y="352281"/>
                </a:lnTo>
                <a:cubicBezTo>
                  <a:pt x="20176" y="341695"/>
                  <a:pt x="18169" y="335261"/>
                  <a:pt x="17020" y="332963"/>
                </a:cubicBezTo>
                <a:cubicBezTo>
                  <a:pt x="15856" y="330680"/>
                  <a:pt x="14646" y="329225"/>
                  <a:pt x="13359" y="328627"/>
                </a:cubicBezTo>
                <a:cubicBezTo>
                  <a:pt x="12087" y="328030"/>
                  <a:pt x="10571" y="327969"/>
                  <a:pt x="8809" y="328444"/>
                </a:cubicBezTo>
                <a:cubicBezTo>
                  <a:pt x="7400" y="328827"/>
                  <a:pt x="5255" y="329976"/>
                  <a:pt x="2375" y="331906"/>
                </a:cubicBezTo>
                <a:lnTo>
                  <a:pt x="0" y="328750"/>
                </a:lnTo>
                <a:lnTo>
                  <a:pt x="24680" y="309983"/>
                </a:lnTo>
                <a:lnTo>
                  <a:pt x="29338" y="308742"/>
                </a:lnTo>
                <a:close/>
                <a:moveTo>
                  <a:pt x="137588" y="301956"/>
                </a:moveTo>
                <a:lnTo>
                  <a:pt x="145738" y="332412"/>
                </a:lnTo>
                <a:lnTo>
                  <a:pt x="167385" y="326605"/>
                </a:lnTo>
                <a:lnTo>
                  <a:pt x="169285" y="333683"/>
                </a:lnTo>
                <a:lnTo>
                  <a:pt x="147638" y="339489"/>
                </a:lnTo>
                <a:lnTo>
                  <a:pt x="163739" y="399574"/>
                </a:lnTo>
                <a:cubicBezTo>
                  <a:pt x="165348" y="405579"/>
                  <a:pt x="167293" y="409394"/>
                  <a:pt x="169576" y="411018"/>
                </a:cubicBezTo>
                <a:cubicBezTo>
                  <a:pt x="171859" y="412657"/>
                  <a:pt x="174341" y="413102"/>
                  <a:pt x="177037" y="412381"/>
                </a:cubicBezTo>
                <a:cubicBezTo>
                  <a:pt x="179258" y="411784"/>
                  <a:pt x="181235" y="410512"/>
                  <a:pt x="182950" y="408582"/>
                </a:cubicBezTo>
                <a:cubicBezTo>
                  <a:pt x="184682" y="406636"/>
                  <a:pt x="185754" y="404155"/>
                  <a:pt x="186168" y="401152"/>
                </a:cubicBezTo>
                <a:lnTo>
                  <a:pt x="190120" y="400095"/>
                </a:lnTo>
                <a:cubicBezTo>
                  <a:pt x="189523" y="407341"/>
                  <a:pt x="187516" y="413209"/>
                  <a:pt x="184099" y="417697"/>
                </a:cubicBezTo>
                <a:cubicBezTo>
                  <a:pt x="180683" y="422202"/>
                  <a:pt x="176669" y="425066"/>
                  <a:pt x="172089" y="426292"/>
                </a:cubicBezTo>
                <a:cubicBezTo>
                  <a:pt x="168994" y="427119"/>
                  <a:pt x="165716" y="427073"/>
                  <a:pt x="162299" y="426154"/>
                </a:cubicBezTo>
                <a:cubicBezTo>
                  <a:pt x="158868" y="425220"/>
                  <a:pt x="156018" y="423351"/>
                  <a:pt x="153735" y="420532"/>
                </a:cubicBezTo>
                <a:cubicBezTo>
                  <a:pt x="151468" y="417697"/>
                  <a:pt x="149430" y="412948"/>
                  <a:pt x="147653" y="406269"/>
                </a:cubicBezTo>
                <a:lnTo>
                  <a:pt x="130955" y="343963"/>
                </a:lnTo>
                <a:lnTo>
                  <a:pt x="116278" y="347900"/>
                </a:lnTo>
                <a:lnTo>
                  <a:pt x="115390" y="344560"/>
                </a:lnTo>
                <a:cubicBezTo>
                  <a:pt x="118699" y="342078"/>
                  <a:pt x="121824" y="338555"/>
                  <a:pt x="124750" y="333974"/>
                </a:cubicBezTo>
                <a:cubicBezTo>
                  <a:pt x="127676" y="329393"/>
                  <a:pt x="130005" y="324261"/>
                  <a:pt x="131736" y="318593"/>
                </a:cubicBezTo>
                <a:cubicBezTo>
                  <a:pt x="132609" y="315621"/>
                  <a:pt x="133513" y="310351"/>
                  <a:pt x="134448" y="302798"/>
                </a:cubicBezTo>
                <a:lnTo>
                  <a:pt x="137588" y="301956"/>
                </a:lnTo>
                <a:close/>
                <a:moveTo>
                  <a:pt x="196187" y="286253"/>
                </a:moveTo>
                <a:lnTo>
                  <a:pt x="204337" y="316709"/>
                </a:lnTo>
                <a:lnTo>
                  <a:pt x="225938" y="310902"/>
                </a:lnTo>
                <a:lnTo>
                  <a:pt x="227930" y="317995"/>
                </a:lnTo>
                <a:lnTo>
                  <a:pt x="206237" y="323786"/>
                </a:lnTo>
                <a:lnTo>
                  <a:pt x="222415" y="383871"/>
                </a:lnTo>
                <a:cubicBezTo>
                  <a:pt x="223947" y="389877"/>
                  <a:pt x="225938" y="393691"/>
                  <a:pt x="228236" y="395330"/>
                </a:cubicBezTo>
                <a:cubicBezTo>
                  <a:pt x="230381" y="396954"/>
                  <a:pt x="232985" y="397414"/>
                  <a:pt x="235590" y="396679"/>
                </a:cubicBezTo>
                <a:cubicBezTo>
                  <a:pt x="237888" y="396081"/>
                  <a:pt x="239879" y="394825"/>
                  <a:pt x="241564" y="392879"/>
                </a:cubicBezTo>
                <a:cubicBezTo>
                  <a:pt x="243250" y="390934"/>
                  <a:pt x="244322" y="388452"/>
                  <a:pt x="244782" y="385449"/>
                </a:cubicBezTo>
                <a:lnTo>
                  <a:pt x="248765" y="384392"/>
                </a:lnTo>
                <a:cubicBezTo>
                  <a:pt x="248152" y="391638"/>
                  <a:pt x="246160" y="397506"/>
                  <a:pt x="242637" y="401995"/>
                </a:cubicBezTo>
                <a:cubicBezTo>
                  <a:pt x="239266" y="406499"/>
                  <a:pt x="235283" y="409363"/>
                  <a:pt x="230687" y="410589"/>
                </a:cubicBezTo>
                <a:cubicBezTo>
                  <a:pt x="227623" y="411416"/>
                  <a:pt x="224253" y="411370"/>
                  <a:pt x="220898" y="410451"/>
                </a:cubicBezTo>
                <a:cubicBezTo>
                  <a:pt x="217466" y="409517"/>
                  <a:pt x="214617" y="407648"/>
                  <a:pt x="212334" y="404829"/>
                </a:cubicBezTo>
                <a:cubicBezTo>
                  <a:pt x="210067" y="401995"/>
                  <a:pt x="208029" y="397245"/>
                  <a:pt x="206252" y="390566"/>
                </a:cubicBezTo>
                <a:lnTo>
                  <a:pt x="189553" y="328260"/>
                </a:lnTo>
                <a:lnTo>
                  <a:pt x="174877" y="332197"/>
                </a:lnTo>
                <a:lnTo>
                  <a:pt x="173988" y="328857"/>
                </a:lnTo>
                <a:cubicBezTo>
                  <a:pt x="177297" y="326375"/>
                  <a:pt x="180423" y="322852"/>
                  <a:pt x="183349" y="318271"/>
                </a:cubicBezTo>
                <a:cubicBezTo>
                  <a:pt x="186275" y="313691"/>
                  <a:pt x="188603" y="308558"/>
                  <a:pt x="190335" y="302890"/>
                </a:cubicBezTo>
                <a:cubicBezTo>
                  <a:pt x="191208" y="299918"/>
                  <a:pt x="192112" y="294648"/>
                  <a:pt x="193046" y="287095"/>
                </a:cubicBezTo>
                <a:lnTo>
                  <a:pt x="196187" y="286253"/>
                </a:lnTo>
                <a:close/>
                <a:moveTo>
                  <a:pt x="230074" y="319681"/>
                </a:moveTo>
                <a:lnTo>
                  <a:pt x="255506" y="300515"/>
                </a:lnTo>
                <a:lnTo>
                  <a:pt x="259336" y="299474"/>
                </a:lnTo>
                <a:lnTo>
                  <a:pt x="265157" y="321121"/>
                </a:lnTo>
                <a:cubicBezTo>
                  <a:pt x="267761" y="311684"/>
                  <a:pt x="270979" y="304682"/>
                  <a:pt x="274962" y="300117"/>
                </a:cubicBezTo>
                <a:cubicBezTo>
                  <a:pt x="278945" y="295552"/>
                  <a:pt x="283541" y="292564"/>
                  <a:pt x="288903" y="291140"/>
                </a:cubicBezTo>
                <a:cubicBezTo>
                  <a:pt x="298095" y="288643"/>
                  <a:pt x="306827" y="290205"/>
                  <a:pt x="315100" y="295828"/>
                </a:cubicBezTo>
                <a:cubicBezTo>
                  <a:pt x="325058" y="302691"/>
                  <a:pt x="331952" y="313262"/>
                  <a:pt x="335782" y="327555"/>
                </a:cubicBezTo>
                <a:cubicBezTo>
                  <a:pt x="340071" y="343549"/>
                  <a:pt x="338999" y="357996"/>
                  <a:pt x="332718" y="370895"/>
                </a:cubicBezTo>
                <a:cubicBezTo>
                  <a:pt x="327356" y="381481"/>
                  <a:pt x="319083" y="388314"/>
                  <a:pt x="307593" y="391393"/>
                </a:cubicBezTo>
                <a:cubicBezTo>
                  <a:pt x="302538" y="392726"/>
                  <a:pt x="298095" y="393170"/>
                  <a:pt x="294112" y="392741"/>
                </a:cubicBezTo>
                <a:cubicBezTo>
                  <a:pt x="291048" y="392450"/>
                  <a:pt x="287524" y="391240"/>
                  <a:pt x="283388" y="389111"/>
                </a:cubicBezTo>
                <a:lnTo>
                  <a:pt x="290895" y="417330"/>
                </a:lnTo>
                <a:cubicBezTo>
                  <a:pt x="292580" y="423672"/>
                  <a:pt x="294112" y="427594"/>
                  <a:pt x="295337" y="429111"/>
                </a:cubicBezTo>
                <a:cubicBezTo>
                  <a:pt x="296563" y="430612"/>
                  <a:pt x="298248" y="431623"/>
                  <a:pt x="300393" y="432114"/>
                </a:cubicBezTo>
                <a:cubicBezTo>
                  <a:pt x="302691" y="432619"/>
                  <a:pt x="306214" y="432190"/>
                  <a:pt x="311270" y="430827"/>
                </a:cubicBezTo>
                <a:lnTo>
                  <a:pt x="312342" y="434565"/>
                </a:lnTo>
                <a:lnTo>
                  <a:pt x="263778" y="447587"/>
                </a:lnTo>
                <a:lnTo>
                  <a:pt x="262706" y="443833"/>
                </a:lnTo>
                <a:lnTo>
                  <a:pt x="265310" y="443159"/>
                </a:lnTo>
                <a:cubicBezTo>
                  <a:pt x="268987" y="442240"/>
                  <a:pt x="272051" y="440677"/>
                  <a:pt x="274196" y="438487"/>
                </a:cubicBezTo>
                <a:cubicBezTo>
                  <a:pt x="275268" y="437399"/>
                  <a:pt x="276034" y="435943"/>
                  <a:pt x="276341" y="434105"/>
                </a:cubicBezTo>
                <a:cubicBezTo>
                  <a:pt x="276494" y="432251"/>
                  <a:pt x="275728" y="427962"/>
                  <a:pt x="273889" y="421221"/>
                </a:cubicBezTo>
                <a:lnTo>
                  <a:pt x="250450" y="333622"/>
                </a:lnTo>
                <a:cubicBezTo>
                  <a:pt x="248918" y="327616"/>
                  <a:pt x="247539" y="323878"/>
                  <a:pt x="246620" y="322408"/>
                </a:cubicBezTo>
                <a:cubicBezTo>
                  <a:pt x="245701" y="320937"/>
                  <a:pt x="244475" y="319941"/>
                  <a:pt x="243096" y="319451"/>
                </a:cubicBezTo>
                <a:cubicBezTo>
                  <a:pt x="241718" y="318961"/>
                  <a:pt x="239879" y="318991"/>
                  <a:pt x="237888" y="319527"/>
                </a:cubicBezTo>
                <a:cubicBezTo>
                  <a:pt x="236356" y="319956"/>
                  <a:pt x="234364" y="320983"/>
                  <a:pt x="232066" y="322591"/>
                </a:cubicBezTo>
                <a:lnTo>
                  <a:pt x="230074" y="319681"/>
                </a:lnTo>
                <a:close/>
                <a:moveTo>
                  <a:pt x="266689" y="327095"/>
                </a:moveTo>
                <a:lnTo>
                  <a:pt x="276034" y="361688"/>
                </a:lnTo>
                <a:cubicBezTo>
                  <a:pt x="278026" y="369179"/>
                  <a:pt x="279558" y="374020"/>
                  <a:pt x="280937" y="376211"/>
                </a:cubicBezTo>
                <a:cubicBezTo>
                  <a:pt x="282928" y="379873"/>
                  <a:pt x="286145" y="382691"/>
                  <a:pt x="290588" y="384683"/>
                </a:cubicBezTo>
                <a:cubicBezTo>
                  <a:pt x="295031" y="386659"/>
                  <a:pt x="300086" y="386904"/>
                  <a:pt x="305602" y="385403"/>
                </a:cubicBezTo>
                <a:cubicBezTo>
                  <a:pt x="312342" y="383595"/>
                  <a:pt x="317092" y="379505"/>
                  <a:pt x="320002" y="373117"/>
                </a:cubicBezTo>
                <a:cubicBezTo>
                  <a:pt x="323526" y="364782"/>
                  <a:pt x="323679" y="354365"/>
                  <a:pt x="320309" y="341895"/>
                </a:cubicBezTo>
                <a:cubicBezTo>
                  <a:pt x="316479" y="327724"/>
                  <a:pt x="310504" y="317674"/>
                  <a:pt x="302231" y="311714"/>
                </a:cubicBezTo>
                <a:cubicBezTo>
                  <a:pt x="296563" y="307609"/>
                  <a:pt x="290741" y="306352"/>
                  <a:pt x="284767" y="307946"/>
                </a:cubicBezTo>
                <a:cubicBezTo>
                  <a:pt x="281549" y="308804"/>
                  <a:pt x="278639" y="310473"/>
                  <a:pt x="275881" y="312940"/>
                </a:cubicBezTo>
                <a:cubicBezTo>
                  <a:pt x="273736" y="314809"/>
                  <a:pt x="270672" y="319527"/>
                  <a:pt x="266689" y="327095"/>
                </a:cubicBezTo>
                <a:close/>
                <a:moveTo>
                  <a:pt x="359221" y="272158"/>
                </a:moveTo>
                <a:cubicBezTo>
                  <a:pt x="362285" y="271331"/>
                  <a:pt x="365349" y="271714"/>
                  <a:pt x="368107" y="273323"/>
                </a:cubicBezTo>
                <a:cubicBezTo>
                  <a:pt x="370864" y="274931"/>
                  <a:pt x="372703" y="277275"/>
                  <a:pt x="373469" y="280385"/>
                </a:cubicBezTo>
                <a:cubicBezTo>
                  <a:pt x="374388" y="283480"/>
                  <a:pt x="373928" y="286421"/>
                  <a:pt x="372396" y="289209"/>
                </a:cubicBezTo>
                <a:cubicBezTo>
                  <a:pt x="370711" y="291982"/>
                  <a:pt x="368413" y="293790"/>
                  <a:pt x="365196" y="294617"/>
                </a:cubicBezTo>
                <a:cubicBezTo>
                  <a:pt x="362132" y="295445"/>
                  <a:pt x="359221" y="295062"/>
                  <a:pt x="356464" y="293453"/>
                </a:cubicBezTo>
                <a:cubicBezTo>
                  <a:pt x="353706" y="291860"/>
                  <a:pt x="351868" y="289500"/>
                  <a:pt x="351102" y="286406"/>
                </a:cubicBezTo>
                <a:cubicBezTo>
                  <a:pt x="350183" y="283296"/>
                  <a:pt x="350642" y="280354"/>
                  <a:pt x="352174" y="277582"/>
                </a:cubicBezTo>
                <a:cubicBezTo>
                  <a:pt x="353859" y="274793"/>
                  <a:pt x="356157" y="273001"/>
                  <a:pt x="359221" y="272158"/>
                </a:cubicBezTo>
                <a:close/>
                <a:moveTo>
                  <a:pt x="379290" y="347977"/>
                </a:moveTo>
                <a:cubicBezTo>
                  <a:pt x="382508" y="347134"/>
                  <a:pt x="385572" y="347532"/>
                  <a:pt x="388329" y="349171"/>
                </a:cubicBezTo>
                <a:cubicBezTo>
                  <a:pt x="391087" y="350811"/>
                  <a:pt x="392925" y="353170"/>
                  <a:pt x="393691" y="356280"/>
                </a:cubicBezTo>
                <a:cubicBezTo>
                  <a:pt x="394610" y="359375"/>
                  <a:pt x="394151" y="362331"/>
                  <a:pt x="392466" y="365120"/>
                </a:cubicBezTo>
                <a:cubicBezTo>
                  <a:pt x="390934" y="367908"/>
                  <a:pt x="388482" y="369716"/>
                  <a:pt x="385418" y="370543"/>
                </a:cubicBezTo>
                <a:cubicBezTo>
                  <a:pt x="382354" y="371370"/>
                  <a:pt x="379290" y="370987"/>
                  <a:pt x="376533" y="369378"/>
                </a:cubicBezTo>
                <a:cubicBezTo>
                  <a:pt x="373775" y="367785"/>
                  <a:pt x="371937" y="365426"/>
                  <a:pt x="371171" y="362316"/>
                </a:cubicBezTo>
                <a:cubicBezTo>
                  <a:pt x="370405" y="359221"/>
                  <a:pt x="370711" y="356265"/>
                  <a:pt x="372243" y="353446"/>
                </a:cubicBezTo>
                <a:cubicBezTo>
                  <a:pt x="373928" y="350642"/>
                  <a:pt x="376226" y="348819"/>
                  <a:pt x="379290" y="347977"/>
                </a:cubicBezTo>
                <a:close/>
                <a:moveTo>
                  <a:pt x="433676" y="200384"/>
                </a:moveTo>
                <a:lnTo>
                  <a:pt x="423412" y="360370"/>
                </a:lnTo>
                <a:lnTo>
                  <a:pt x="415292" y="362546"/>
                </a:lnTo>
                <a:lnTo>
                  <a:pt x="425710" y="202560"/>
                </a:lnTo>
                <a:lnTo>
                  <a:pt x="433676" y="200384"/>
                </a:lnTo>
                <a:close/>
                <a:moveTo>
                  <a:pt x="490513" y="185156"/>
                </a:moveTo>
                <a:lnTo>
                  <a:pt x="480249" y="345142"/>
                </a:lnTo>
                <a:lnTo>
                  <a:pt x="472129" y="347318"/>
                </a:lnTo>
                <a:lnTo>
                  <a:pt x="482393" y="187332"/>
                </a:lnTo>
                <a:lnTo>
                  <a:pt x="490513" y="185156"/>
                </a:lnTo>
                <a:close/>
                <a:moveTo>
                  <a:pt x="506139" y="235850"/>
                </a:moveTo>
                <a:lnTo>
                  <a:pt x="544899" y="225433"/>
                </a:lnTo>
                <a:lnTo>
                  <a:pt x="545971" y="229186"/>
                </a:lnTo>
                <a:cubicBezTo>
                  <a:pt x="542448" y="230412"/>
                  <a:pt x="540303" y="231683"/>
                  <a:pt x="539384" y="232985"/>
                </a:cubicBezTo>
                <a:cubicBezTo>
                  <a:pt x="538618" y="234303"/>
                  <a:pt x="538464" y="235896"/>
                  <a:pt x="538924" y="237780"/>
                </a:cubicBezTo>
                <a:cubicBezTo>
                  <a:pt x="539537" y="239879"/>
                  <a:pt x="540762" y="242254"/>
                  <a:pt x="542754" y="244904"/>
                </a:cubicBezTo>
                <a:lnTo>
                  <a:pt x="576764" y="292901"/>
                </a:lnTo>
                <a:lnTo>
                  <a:pt x="585037" y="244169"/>
                </a:lnTo>
                <a:lnTo>
                  <a:pt x="576151" y="231928"/>
                </a:lnTo>
                <a:cubicBezTo>
                  <a:pt x="573547" y="228313"/>
                  <a:pt x="570636" y="226076"/>
                  <a:pt x="567572" y="225233"/>
                </a:cubicBezTo>
                <a:cubicBezTo>
                  <a:pt x="565887" y="224697"/>
                  <a:pt x="562976" y="224850"/>
                  <a:pt x="558840" y="225739"/>
                </a:cubicBezTo>
                <a:lnTo>
                  <a:pt x="557767" y="222001"/>
                </a:lnTo>
                <a:lnTo>
                  <a:pt x="601889" y="210174"/>
                </a:lnTo>
                <a:lnTo>
                  <a:pt x="602961" y="213927"/>
                </a:lnTo>
                <a:cubicBezTo>
                  <a:pt x="598059" y="215429"/>
                  <a:pt x="594842" y="217221"/>
                  <a:pt x="593310" y="219320"/>
                </a:cubicBezTo>
                <a:cubicBezTo>
                  <a:pt x="592237" y="220760"/>
                  <a:pt x="592084" y="222660"/>
                  <a:pt x="592697" y="225019"/>
                </a:cubicBezTo>
                <a:cubicBezTo>
                  <a:pt x="593003" y="226367"/>
                  <a:pt x="593616" y="227669"/>
                  <a:pt x="594535" y="228941"/>
                </a:cubicBezTo>
                <a:lnTo>
                  <a:pt x="629924" y="276524"/>
                </a:lnTo>
                <a:lnTo>
                  <a:pt x="635593" y="219994"/>
                </a:lnTo>
                <a:cubicBezTo>
                  <a:pt x="636052" y="215995"/>
                  <a:pt x="635899" y="212916"/>
                  <a:pt x="635286" y="210756"/>
                </a:cubicBezTo>
                <a:cubicBezTo>
                  <a:pt x="634980" y="209485"/>
                  <a:pt x="634061" y="208504"/>
                  <a:pt x="632529" y="207845"/>
                </a:cubicBezTo>
                <a:cubicBezTo>
                  <a:pt x="630843" y="207187"/>
                  <a:pt x="628086" y="207309"/>
                  <a:pt x="624256" y="208198"/>
                </a:cubicBezTo>
                <a:lnTo>
                  <a:pt x="623183" y="204460"/>
                </a:lnTo>
                <a:lnTo>
                  <a:pt x="652445" y="196631"/>
                </a:lnTo>
                <a:lnTo>
                  <a:pt x="653517" y="200369"/>
                </a:lnTo>
                <a:cubicBezTo>
                  <a:pt x="647849" y="202820"/>
                  <a:pt x="644631" y="207953"/>
                  <a:pt x="643712" y="215781"/>
                </a:cubicBezTo>
                <a:lnTo>
                  <a:pt x="634214" y="303886"/>
                </a:lnTo>
                <a:lnTo>
                  <a:pt x="630077" y="304989"/>
                </a:lnTo>
                <a:lnTo>
                  <a:pt x="591012" y="252028"/>
                </a:lnTo>
                <a:lnTo>
                  <a:pt x="579828" y="318440"/>
                </a:lnTo>
                <a:lnTo>
                  <a:pt x="576151" y="319436"/>
                </a:lnTo>
                <a:lnTo>
                  <a:pt x="525442" y="249515"/>
                </a:lnTo>
                <a:cubicBezTo>
                  <a:pt x="522225" y="245119"/>
                  <a:pt x="519468" y="242315"/>
                  <a:pt x="517016" y="241105"/>
                </a:cubicBezTo>
                <a:cubicBezTo>
                  <a:pt x="514718" y="239879"/>
                  <a:pt x="511348" y="239389"/>
                  <a:pt x="507059" y="239588"/>
                </a:cubicBezTo>
                <a:lnTo>
                  <a:pt x="506139" y="235850"/>
                </a:lnTo>
                <a:close/>
                <a:moveTo>
                  <a:pt x="685382" y="225218"/>
                </a:moveTo>
                <a:cubicBezTo>
                  <a:pt x="689059" y="238991"/>
                  <a:pt x="695187" y="248887"/>
                  <a:pt x="704073" y="254908"/>
                </a:cubicBezTo>
                <a:cubicBezTo>
                  <a:pt x="712958" y="260929"/>
                  <a:pt x="721844" y="262706"/>
                  <a:pt x="731036" y="260270"/>
                </a:cubicBezTo>
                <a:cubicBezTo>
                  <a:pt x="737010" y="258646"/>
                  <a:pt x="741913" y="255567"/>
                  <a:pt x="745436" y="251017"/>
                </a:cubicBezTo>
                <a:cubicBezTo>
                  <a:pt x="749113" y="246482"/>
                  <a:pt x="751258" y="239757"/>
                  <a:pt x="752177" y="230856"/>
                </a:cubicBezTo>
                <a:lnTo>
                  <a:pt x="755854" y="232035"/>
                </a:lnTo>
                <a:cubicBezTo>
                  <a:pt x="756926" y="241656"/>
                  <a:pt x="755088" y="251170"/>
                  <a:pt x="750186" y="260592"/>
                </a:cubicBezTo>
                <a:cubicBezTo>
                  <a:pt x="745436" y="269998"/>
                  <a:pt x="737930" y="276080"/>
                  <a:pt x="727665" y="278822"/>
                </a:cubicBezTo>
                <a:cubicBezTo>
                  <a:pt x="716635" y="281810"/>
                  <a:pt x="705911" y="280017"/>
                  <a:pt x="695647" y="273476"/>
                </a:cubicBezTo>
                <a:cubicBezTo>
                  <a:pt x="685382" y="266934"/>
                  <a:pt x="678335" y="256348"/>
                  <a:pt x="674352" y="241718"/>
                </a:cubicBezTo>
                <a:cubicBezTo>
                  <a:pt x="670216" y="225862"/>
                  <a:pt x="670828" y="212426"/>
                  <a:pt x="676650" y="201380"/>
                </a:cubicBezTo>
                <a:cubicBezTo>
                  <a:pt x="682472" y="190335"/>
                  <a:pt x="691357" y="183165"/>
                  <a:pt x="703613" y="179871"/>
                </a:cubicBezTo>
                <a:cubicBezTo>
                  <a:pt x="714031" y="177098"/>
                  <a:pt x="723529" y="178232"/>
                  <a:pt x="731955" y="183287"/>
                </a:cubicBezTo>
                <a:cubicBezTo>
                  <a:pt x="740534" y="188343"/>
                  <a:pt x="746356" y="196600"/>
                  <a:pt x="749420" y="208060"/>
                </a:cubicBezTo>
                <a:lnTo>
                  <a:pt x="685382" y="225218"/>
                </a:lnTo>
                <a:close/>
                <a:moveTo>
                  <a:pt x="683850" y="219351"/>
                </a:moveTo>
                <a:lnTo>
                  <a:pt x="726746" y="207861"/>
                </a:lnTo>
                <a:cubicBezTo>
                  <a:pt x="724755" y="202024"/>
                  <a:pt x="722916" y="198025"/>
                  <a:pt x="721231" y="195896"/>
                </a:cubicBezTo>
                <a:cubicBezTo>
                  <a:pt x="718473" y="192556"/>
                  <a:pt x="715256" y="190273"/>
                  <a:pt x="711273" y="189002"/>
                </a:cubicBezTo>
                <a:cubicBezTo>
                  <a:pt x="707290" y="187746"/>
                  <a:pt x="703613" y="187592"/>
                  <a:pt x="699936" y="188573"/>
                </a:cubicBezTo>
                <a:cubicBezTo>
                  <a:pt x="694421" y="190074"/>
                  <a:pt x="689978" y="193598"/>
                  <a:pt x="686608" y="199128"/>
                </a:cubicBezTo>
                <a:cubicBezTo>
                  <a:pt x="683391" y="204659"/>
                  <a:pt x="682472" y="211400"/>
                  <a:pt x="683850" y="219351"/>
                </a:cubicBezTo>
                <a:close/>
                <a:moveTo>
                  <a:pt x="782511" y="178937"/>
                </a:moveTo>
                <a:cubicBezTo>
                  <a:pt x="788026" y="164076"/>
                  <a:pt x="796145" y="155191"/>
                  <a:pt x="806410" y="152433"/>
                </a:cubicBezTo>
                <a:cubicBezTo>
                  <a:pt x="815908" y="149829"/>
                  <a:pt x="825406" y="151667"/>
                  <a:pt x="834598" y="157948"/>
                </a:cubicBezTo>
                <a:cubicBezTo>
                  <a:pt x="843943" y="164229"/>
                  <a:pt x="850378" y="174341"/>
                  <a:pt x="854208" y="188450"/>
                </a:cubicBezTo>
                <a:cubicBezTo>
                  <a:pt x="858651" y="204904"/>
                  <a:pt x="856659" y="219611"/>
                  <a:pt x="848386" y="232587"/>
                </a:cubicBezTo>
                <a:cubicBezTo>
                  <a:pt x="841339" y="243740"/>
                  <a:pt x="832147" y="250848"/>
                  <a:pt x="820504" y="253943"/>
                </a:cubicBezTo>
                <a:cubicBezTo>
                  <a:pt x="815142" y="255383"/>
                  <a:pt x="809474" y="255873"/>
                  <a:pt x="803346" y="255414"/>
                </a:cubicBezTo>
                <a:cubicBezTo>
                  <a:pt x="797218" y="254954"/>
                  <a:pt x="790783" y="253545"/>
                  <a:pt x="783889" y="251185"/>
                </a:cubicBezTo>
                <a:lnTo>
                  <a:pt x="758152" y="155191"/>
                </a:lnTo>
                <a:cubicBezTo>
                  <a:pt x="755394" y="144620"/>
                  <a:pt x="753403" y="138186"/>
                  <a:pt x="752177" y="136041"/>
                </a:cubicBezTo>
                <a:cubicBezTo>
                  <a:pt x="751105" y="133743"/>
                  <a:pt x="749879" y="132211"/>
                  <a:pt x="748500" y="131598"/>
                </a:cubicBezTo>
                <a:cubicBezTo>
                  <a:pt x="747275" y="130985"/>
                  <a:pt x="745743" y="130985"/>
                  <a:pt x="744058" y="131445"/>
                </a:cubicBezTo>
                <a:cubicBezTo>
                  <a:pt x="742219" y="131904"/>
                  <a:pt x="740074" y="133130"/>
                  <a:pt x="737470" y="134968"/>
                </a:cubicBezTo>
                <a:lnTo>
                  <a:pt x="735172" y="131751"/>
                </a:lnTo>
                <a:lnTo>
                  <a:pt x="759837" y="113061"/>
                </a:lnTo>
                <a:lnTo>
                  <a:pt x="764433" y="111835"/>
                </a:lnTo>
                <a:lnTo>
                  <a:pt x="782511" y="178937"/>
                </a:lnTo>
                <a:close/>
                <a:moveTo>
                  <a:pt x="784196" y="185402"/>
                </a:moveTo>
                <a:lnTo>
                  <a:pt x="799056" y="240844"/>
                </a:lnTo>
                <a:cubicBezTo>
                  <a:pt x="803346" y="243296"/>
                  <a:pt x="807635" y="244889"/>
                  <a:pt x="811772" y="245624"/>
                </a:cubicBezTo>
                <a:cubicBezTo>
                  <a:pt x="815908" y="246360"/>
                  <a:pt x="819891" y="246206"/>
                  <a:pt x="823721" y="245180"/>
                </a:cubicBezTo>
                <a:cubicBezTo>
                  <a:pt x="829849" y="243525"/>
                  <a:pt x="834752" y="238623"/>
                  <a:pt x="838122" y="230473"/>
                </a:cubicBezTo>
                <a:cubicBezTo>
                  <a:pt x="841645" y="222307"/>
                  <a:pt x="841645" y="211783"/>
                  <a:pt x="838275" y="198898"/>
                </a:cubicBezTo>
                <a:cubicBezTo>
                  <a:pt x="835058" y="187041"/>
                  <a:pt x="830002" y="178615"/>
                  <a:pt x="822955" y="173728"/>
                </a:cubicBezTo>
                <a:cubicBezTo>
                  <a:pt x="815908" y="168672"/>
                  <a:pt x="809014" y="167140"/>
                  <a:pt x="802273" y="168979"/>
                </a:cubicBezTo>
                <a:cubicBezTo>
                  <a:pt x="798750" y="169898"/>
                  <a:pt x="795379" y="171736"/>
                  <a:pt x="792315" y="174494"/>
                </a:cubicBezTo>
                <a:cubicBezTo>
                  <a:pt x="790017" y="176639"/>
                  <a:pt x="787260" y="180239"/>
                  <a:pt x="784196" y="185402"/>
                </a:cubicBezTo>
                <a:close/>
                <a:moveTo>
                  <a:pt x="914875" y="123325"/>
                </a:moveTo>
                <a:lnTo>
                  <a:pt x="923454" y="154884"/>
                </a:lnTo>
                <a:lnTo>
                  <a:pt x="920083" y="155804"/>
                </a:lnTo>
                <a:cubicBezTo>
                  <a:pt x="914875" y="146612"/>
                  <a:pt x="909666" y="140790"/>
                  <a:pt x="904764" y="138186"/>
                </a:cubicBezTo>
                <a:cubicBezTo>
                  <a:pt x="899861" y="135734"/>
                  <a:pt x="894193" y="135275"/>
                  <a:pt x="888065" y="136960"/>
                </a:cubicBezTo>
                <a:cubicBezTo>
                  <a:pt x="883316" y="138186"/>
                  <a:pt x="879792" y="140484"/>
                  <a:pt x="877494" y="143854"/>
                </a:cubicBezTo>
                <a:cubicBezTo>
                  <a:pt x="875349" y="147071"/>
                  <a:pt x="874583" y="150288"/>
                  <a:pt x="875502" y="153199"/>
                </a:cubicBezTo>
                <a:cubicBezTo>
                  <a:pt x="876422" y="157029"/>
                  <a:pt x="878413" y="159940"/>
                  <a:pt x="881324" y="162085"/>
                </a:cubicBezTo>
                <a:cubicBezTo>
                  <a:pt x="884082" y="164383"/>
                  <a:pt x="889137" y="166068"/>
                  <a:pt x="896338" y="167447"/>
                </a:cubicBezTo>
                <a:lnTo>
                  <a:pt x="913036" y="170664"/>
                </a:lnTo>
                <a:cubicBezTo>
                  <a:pt x="928509" y="173728"/>
                  <a:pt x="937701" y="180683"/>
                  <a:pt x="940612" y="191606"/>
                </a:cubicBezTo>
                <a:cubicBezTo>
                  <a:pt x="942910" y="200047"/>
                  <a:pt x="941531" y="207692"/>
                  <a:pt x="936629" y="214555"/>
                </a:cubicBezTo>
                <a:cubicBezTo>
                  <a:pt x="931573" y="221419"/>
                  <a:pt x="925139" y="225907"/>
                  <a:pt x="917326" y="228022"/>
                </a:cubicBezTo>
                <a:cubicBezTo>
                  <a:pt x="911657" y="229538"/>
                  <a:pt x="904917" y="230274"/>
                  <a:pt x="897104" y="230197"/>
                </a:cubicBezTo>
                <a:cubicBezTo>
                  <a:pt x="894652" y="230120"/>
                  <a:pt x="892661" y="230274"/>
                  <a:pt x="891282" y="230657"/>
                </a:cubicBezTo>
                <a:cubicBezTo>
                  <a:pt x="889750" y="231070"/>
                  <a:pt x="888831" y="232265"/>
                  <a:pt x="888371" y="234257"/>
                </a:cubicBezTo>
                <a:lnTo>
                  <a:pt x="885001" y="235145"/>
                </a:lnTo>
                <a:lnTo>
                  <a:pt x="876115" y="202070"/>
                </a:lnTo>
                <a:lnTo>
                  <a:pt x="879486" y="201181"/>
                </a:lnTo>
                <a:cubicBezTo>
                  <a:pt x="883928" y="210113"/>
                  <a:pt x="889444" y="216256"/>
                  <a:pt x="896031" y="219626"/>
                </a:cubicBezTo>
                <a:cubicBezTo>
                  <a:pt x="902619" y="222981"/>
                  <a:pt x="909206" y="223778"/>
                  <a:pt x="915947" y="222001"/>
                </a:cubicBezTo>
                <a:cubicBezTo>
                  <a:pt x="920543" y="220760"/>
                  <a:pt x="923913" y="218370"/>
                  <a:pt x="926211" y="214862"/>
                </a:cubicBezTo>
                <a:cubicBezTo>
                  <a:pt x="928356" y="211338"/>
                  <a:pt x="928969" y="207661"/>
                  <a:pt x="927897" y="203816"/>
                </a:cubicBezTo>
                <a:cubicBezTo>
                  <a:pt x="926671" y="199159"/>
                  <a:pt x="923913" y="195697"/>
                  <a:pt x="919930" y="193399"/>
                </a:cubicBezTo>
                <a:cubicBezTo>
                  <a:pt x="915794" y="191101"/>
                  <a:pt x="908134" y="188833"/>
                  <a:pt x="897104" y="186612"/>
                </a:cubicBezTo>
                <a:cubicBezTo>
                  <a:pt x="885920" y="184375"/>
                  <a:pt x="878413" y="181710"/>
                  <a:pt x="874277" y="178600"/>
                </a:cubicBezTo>
                <a:cubicBezTo>
                  <a:pt x="870294" y="175566"/>
                  <a:pt x="867383" y="171123"/>
                  <a:pt x="865851" y="165302"/>
                </a:cubicBezTo>
                <a:cubicBezTo>
                  <a:pt x="863859" y="157642"/>
                  <a:pt x="864779" y="150595"/>
                  <a:pt x="868609" y="144007"/>
                </a:cubicBezTo>
                <a:cubicBezTo>
                  <a:pt x="872439" y="137573"/>
                  <a:pt x="878566" y="133130"/>
                  <a:pt x="886839" y="130985"/>
                </a:cubicBezTo>
                <a:cubicBezTo>
                  <a:pt x="890516" y="129913"/>
                  <a:pt x="895112" y="129606"/>
                  <a:pt x="900627" y="129760"/>
                </a:cubicBezTo>
                <a:cubicBezTo>
                  <a:pt x="904457" y="129760"/>
                  <a:pt x="906755" y="129606"/>
                  <a:pt x="907981" y="129300"/>
                </a:cubicBezTo>
                <a:cubicBezTo>
                  <a:pt x="909053" y="129147"/>
                  <a:pt x="909819" y="128687"/>
                  <a:pt x="910279" y="127921"/>
                </a:cubicBezTo>
                <a:cubicBezTo>
                  <a:pt x="910738" y="127308"/>
                  <a:pt x="911198" y="126083"/>
                  <a:pt x="911657" y="124245"/>
                </a:cubicBezTo>
                <a:lnTo>
                  <a:pt x="914875" y="123325"/>
                </a:lnTo>
                <a:close/>
                <a:moveTo>
                  <a:pt x="947353" y="62812"/>
                </a:moveTo>
                <a:cubicBezTo>
                  <a:pt x="950110" y="62046"/>
                  <a:pt x="952868" y="62352"/>
                  <a:pt x="955319" y="63884"/>
                </a:cubicBezTo>
                <a:cubicBezTo>
                  <a:pt x="957924" y="65263"/>
                  <a:pt x="959456" y="67408"/>
                  <a:pt x="960222" y="70318"/>
                </a:cubicBezTo>
                <a:cubicBezTo>
                  <a:pt x="960988" y="73076"/>
                  <a:pt x="960681" y="75834"/>
                  <a:pt x="959302" y="78285"/>
                </a:cubicBezTo>
                <a:cubicBezTo>
                  <a:pt x="957770" y="80889"/>
                  <a:pt x="955626" y="82574"/>
                  <a:pt x="952868" y="83340"/>
                </a:cubicBezTo>
                <a:cubicBezTo>
                  <a:pt x="949957" y="84106"/>
                  <a:pt x="947353" y="83647"/>
                  <a:pt x="944749" y="82268"/>
                </a:cubicBezTo>
                <a:cubicBezTo>
                  <a:pt x="942144" y="80736"/>
                  <a:pt x="940459" y="78591"/>
                  <a:pt x="939693" y="75680"/>
                </a:cubicBezTo>
                <a:cubicBezTo>
                  <a:pt x="938927" y="72923"/>
                  <a:pt x="939387" y="70318"/>
                  <a:pt x="940765" y="67714"/>
                </a:cubicBezTo>
                <a:cubicBezTo>
                  <a:pt x="942297" y="65263"/>
                  <a:pt x="944442" y="63578"/>
                  <a:pt x="947353" y="62812"/>
                </a:cubicBezTo>
                <a:close/>
                <a:moveTo>
                  <a:pt x="968648" y="108925"/>
                </a:moveTo>
                <a:lnTo>
                  <a:pt x="988563" y="183425"/>
                </a:lnTo>
                <a:cubicBezTo>
                  <a:pt x="990249" y="189232"/>
                  <a:pt x="991627" y="192970"/>
                  <a:pt x="993006" y="194670"/>
                </a:cubicBezTo>
                <a:cubicBezTo>
                  <a:pt x="994385" y="196371"/>
                  <a:pt x="996070" y="197458"/>
                  <a:pt x="997909" y="197964"/>
                </a:cubicBezTo>
                <a:cubicBezTo>
                  <a:pt x="999747" y="198469"/>
                  <a:pt x="1002964" y="198132"/>
                  <a:pt x="1007407" y="196953"/>
                </a:cubicBezTo>
                <a:lnTo>
                  <a:pt x="1008326" y="200599"/>
                </a:lnTo>
                <a:lnTo>
                  <a:pt x="963286" y="212656"/>
                </a:lnTo>
                <a:lnTo>
                  <a:pt x="962366" y="209025"/>
                </a:lnTo>
                <a:cubicBezTo>
                  <a:pt x="966809" y="207799"/>
                  <a:pt x="969720" y="206558"/>
                  <a:pt x="971099" y="205256"/>
                </a:cubicBezTo>
                <a:cubicBezTo>
                  <a:pt x="972324" y="203969"/>
                  <a:pt x="973244" y="202192"/>
                  <a:pt x="973550" y="199925"/>
                </a:cubicBezTo>
                <a:cubicBezTo>
                  <a:pt x="974010" y="197658"/>
                  <a:pt x="973397" y="193659"/>
                  <a:pt x="971865" y="187929"/>
                </a:cubicBezTo>
                <a:lnTo>
                  <a:pt x="962213" y="152280"/>
                </a:lnTo>
                <a:cubicBezTo>
                  <a:pt x="959609" y="142169"/>
                  <a:pt x="957464" y="135734"/>
                  <a:pt x="956085" y="132977"/>
                </a:cubicBezTo>
                <a:cubicBezTo>
                  <a:pt x="955013" y="130832"/>
                  <a:pt x="953940" y="129606"/>
                  <a:pt x="952715" y="128994"/>
                </a:cubicBezTo>
                <a:cubicBezTo>
                  <a:pt x="951489" y="128534"/>
                  <a:pt x="949957" y="128381"/>
                  <a:pt x="948272" y="128840"/>
                </a:cubicBezTo>
                <a:cubicBezTo>
                  <a:pt x="946280" y="129453"/>
                  <a:pt x="944136" y="130526"/>
                  <a:pt x="941685" y="132211"/>
                </a:cubicBezTo>
                <a:lnTo>
                  <a:pt x="939387" y="128994"/>
                </a:lnTo>
                <a:lnTo>
                  <a:pt x="964205" y="110150"/>
                </a:lnTo>
                <a:lnTo>
                  <a:pt x="968648" y="108925"/>
                </a:lnTo>
                <a:close/>
                <a:moveTo>
                  <a:pt x="1013075" y="67408"/>
                </a:moveTo>
                <a:lnTo>
                  <a:pt x="1021195" y="97894"/>
                </a:lnTo>
                <a:lnTo>
                  <a:pt x="1042796" y="92073"/>
                </a:lnTo>
                <a:lnTo>
                  <a:pt x="1044788" y="99120"/>
                </a:lnTo>
                <a:lnTo>
                  <a:pt x="1023033" y="104941"/>
                </a:lnTo>
                <a:lnTo>
                  <a:pt x="1039119" y="164995"/>
                </a:lnTo>
                <a:cubicBezTo>
                  <a:pt x="1040804" y="170970"/>
                  <a:pt x="1042796" y="174800"/>
                  <a:pt x="1044941" y="176485"/>
                </a:cubicBezTo>
                <a:cubicBezTo>
                  <a:pt x="1047239" y="178079"/>
                  <a:pt x="1049843" y="178538"/>
                  <a:pt x="1052448" y="177864"/>
                </a:cubicBezTo>
                <a:cubicBezTo>
                  <a:pt x="1054745" y="177251"/>
                  <a:pt x="1056737" y="175873"/>
                  <a:pt x="1058422" y="174034"/>
                </a:cubicBezTo>
                <a:cubicBezTo>
                  <a:pt x="1060107" y="172043"/>
                  <a:pt x="1061180" y="169591"/>
                  <a:pt x="1061639" y="166527"/>
                </a:cubicBezTo>
                <a:lnTo>
                  <a:pt x="1065623" y="165455"/>
                </a:lnTo>
                <a:cubicBezTo>
                  <a:pt x="1065010" y="172809"/>
                  <a:pt x="1063018" y="178630"/>
                  <a:pt x="1059495" y="183134"/>
                </a:cubicBezTo>
                <a:cubicBezTo>
                  <a:pt x="1056124" y="187623"/>
                  <a:pt x="1052141" y="190488"/>
                  <a:pt x="1047545" y="191713"/>
                </a:cubicBezTo>
                <a:cubicBezTo>
                  <a:pt x="1044481" y="192541"/>
                  <a:pt x="1041111" y="192495"/>
                  <a:pt x="1037740" y="191576"/>
                </a:cubicBezTo>
                <a:cubicBezTo>
                  <a:pt x="1034370" y="190656"/>
                  <a:pt x="1031459" y="188772"/>
                  <a:pt x="1029161" y="185953"/>
                </a:cubicBezTo>
                <a:cubicBezTo>
                  <a:pt x="1026863" y="183134"/>
                  <a:pt x="1024872" y="178370"/>
                  <a:pt x="1023033" y="171736"/>
                </a:cubicBezTo>
                <a:lnTo>
                  <a:pt x="1006335" y="109384"/>
                </a:lnTo>
                <a:lnTo>
                  <a:pt x="991781" y="113367"/>
                </a:lnTo>
                <a:lnTo>
                  <a:pt x="990861" y="109997"/>
                </a:lnTo>
                <a:cubicBezTo>
                  <a:pt x="994079" y="107546"/>
                  <a:pt x="997296" y="104022"/>
                  <a:pt x="1000207" y="99426"/>
                </a:cubicBezTo>
                <a:cubicBezTo>
                  <a:pt x="1003117" y="94830"/>
                  <a:pt x="1005415" y="89622"/>
                  <a:pt x="1007254" y="83953"/>
                </a:cubicBezTo>
                <a:cubicBezTo>
                  <a:pt x="1008020" y="81042"/>
                  <a:pt x="1008939" y="75834"/>
                  <a:pt x="1009858" y="68174"/>
                </a:cubicBezTo>
                <a:lnTo>
                  <a:pt x="1013075" y="67408"/>
                </a:lnTo>
                <a:close/>
                <a:moveTo>
                  <a:pt x="1076040" y="120568"/>
                </a:moveTo>
                <a:cubicBezTo>
                  <a:pt x="1079717" y="134356"/>
                  <a:pt x="1085845" y="144160"/>
                  <a:pt x="1094730" y="150288"/>
                </a:cubicBezTo>
                <a:cubicBezTo>
                  <a:pt x="1103616" y="156263"/>
                  <a:pt x="1112502" y="158102"/>
                  <a:pt x="1121694" y="155650"/>
                </a:cubicBezTo>
                <a:cubicBezTo>
                  <a:pt x="1127668" y="153965"/>
                  <a:pt x="1132571" y="150901"/>
                  <a:pt x="1136094" y="146305"/>
                </a:cubicBezTo>
                <a:cubicBezTo>
                  <a:pt x="1139771" y="141862"/>
                  <a:pt x="1141916" y="135122"/>
                  <a:pt x="1142835" y="126236"/>
                </a:cubicBezTo>
                <a:lnTo>
                  <a:pt x="1146512" y="127308"/>
                </a:lnTo>
                <a:cubicBezTo>
                  <a:pt x="1147584" y="136960"/>
                  <a:pt x="1145746" y="146458"/>
                  <a:pt x="1140843" y="155957"/>
                </a:cubicBezTo>
                <a:cubicBezTo>
                  <a:pt x="1136094" y="165302"/>
                  <a:pt x="1128587" y="171430"/>
                  <a:pt x="1118323" y="174187"/>
                </a:cubicBezTo>
                <a:cubicBezTo>
                  <a:pt x="1107293" y="177098"/>
                  <a:pt x="1096569" y="175413"/>
                  <a:pt x="1086305" y="168825"/>
                </a:cubicBezTo>
                <a:cubicBezTo>
                  <a:pt x="1076040" y="162238"/>
                  <a:pt x="1068993" y="151667"/>
                  <a:pt x="1065010" y="137113"/>
                </a:cubicBezTo>
                <a:cubicBezTo>
                  <a:pt x="1060873" y="121181"/>
                  <a:pt x="1061486" y="107699"/>
                  <a:pt x="1067308" y="96669"/>
                </a:cubicBezTo>
                <a:cubicBezTo>
                  <a:pt x="1073129" y="85638"/>
                  <a:pt x="1082015" y="78438"/>
                  <a:pt x="1094271" y="75221"/>
                </a:cubicBezTo>
                <a:cubicBezTo>
                  <a:pt x="1104688" y="72463"/>
                  <a:pt x="1114187" y="73536"/>
                  <a:pt x="1122766" y="78591"/>
                </a:cubicBezTo>
                <a:cubicBezTo>
                  <a:pt x="1131192" y="83647"/>
                  <a:pt x="1137013" y="91919"/>
                  <a:pt x="1140077" y="103409"/>
                </a:cubicBezTo>
                <a:lnTo>
                  <a:pt x="1076040" y="120568"/>
                </a:lnTo>
                <a:close/>
                <a:moveTo>
                  <a:pt x="1074508" y="114746"/>
                </a:moveTo>
                <a:lnTo>
                  <a:pt x="1117404" y="103256"/>
                </a:lnTo>
                <a:cubicBezTo>
                  <a:pt x="1115412" y="97281"/>
                  <a:pt x="1113574" y="93298"/>
                  <a:pt x="1111889" y="91153"/>
                </a:cubicBezTo>
                <a:cubicBezTo>
                  <a:pt x="1109131" y="87936"/>
                  <a:pt x="1105914" y="85638"/>
                  <a:pt x="1101931" y="84260"/>
                </a:cubicBezTo>
                <a:cubicBezTo>
                  <a:pt x="1098101" y="83034"/>
                  <a:pt x="1094271" y="82881"/>
                  <a:pt x="1090594" y="83953"/>
                </a:cubicBezTo>
                <a:cubicBezTo>
                  <a:pt x="1085079" y="85332"/>
                  <a:pt x="1080636" y="88856"/>
                  <a:pt x="1077266" y="94371"/>
                </a:cubicBezTo>
                <a:cubicBezTo>
                  <a:pt x="1074049" y="100039"/>
                  <a:pt x="1073129" y="106780"/>
                  <a:pt x="1074508" y="114746"/>
                </a:cubicBezTo>
                <a:close/>
                <a:moveTo>
                  <a:pt x="1181288" y="0"/>
                </a:moveTo>
                <a:lnTo>
                  <a:pt x="1171024" y="160093"/>
                </a:lnTo>
                <a:lnTo>
                  <a:pt x="1162904" y="162238"/>
                </a:lnTo>
                <a:lnTo>
                  <a:pt x="1173168" y="2298"/>
                </a:lnTo>
                <a:lnTo>
                  <a:pt x="118128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C2A48-356E-4E48-9B98-18D542C2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497" y="1238841"/>
            <a:ext cx="374112" cy="189201"/>
          </a:xfrm>
          <a:custGeom xmlns:a="http://schemas.openxmlformats.org/drawingml/2006/main">
            <a:pathLst>
              <a:path w="374112" h="189201">
                <a:moveTo>
                  <a:pt x="91919" y="75068"/>
                </a:moveTo>
                <a:lnTo>
                  <a:pt x="111835" y="149063"/>
                </a:lnTo>
                <a:cubicBezTo>
                  <a:pt x="113674" y="156263"/>
                  <a:pt x="115665" y="160553"/>
                  <a:pt x="117504" y="162085"/>
                </a:cubicBezTo>
                <a:cubicBezTo>
                  <a:pt x="119189" y="163463"/>
                  <a:pt x="122253" y="163770"/>
                  <a:pt x="126542" y="163157"/>
                </a:cubicBezTo>
                <a:lnTo>
                  <a:pt x="127462" y="166834"/>
                </a:lnTo>
                <a:lnTo>
                  <a:pt x="89009" y="177098"/>
                </a:lnTo>
                <a:lnTo>
                  <a:pt x="85638" y="164536"/>
                </a:lnTo>
                <a:cubicBezTo>
                  <a:pt x="82574" y="171123"/>
                  <a:pt x="79051" y="176332"/>
                  <a:pt x="75221" y="180009"/>
                </a:cubicBezTo>
                <a:cubicBezTo>
                  <a:pt x="71391" y="183686"/>
                  <a:pt x="66642" y="186137"/>
                  <a:pt x="60973" y="187669"/>
                </a:cubicBezTo>
                <a:cubicBezTo>
                  <a:pt x="55611" y="189201"/>
                  <a:pt x="50556" y="188741"/>
                  <a:pt x="45500" y="186597"/>
                </a:cubicBezTo>
                <a:cubicBezTo>
                  <a:pt x="40445" y="184452"/>
                  <a:pt x="36615" y="181388"/>
                  <a:pt x="34010" y="177405"/>
                </a:cubicBezTo>
                <a:cubicBezTo>
                  <a:pt x="31406" y="173421"/>
                  <a:pt x="28648" y="165915"/>
                  <a:pt x="25737" y="155038"/>
                </a:cubicBezTo>
                <a:lnTo>
                  <a:pt x="15780" y="117504"/>
                </a:lnTo>
                <a:cubicBezTo>
                  <a:pt x="13788" y="110303"/>
                  <a:pt x="11950" y="106014"/>
                  <a:pt x="10111" y="104635"/>
                </a:cubicBezTo>
                <a:cubicBezTo>
                  <a:pt x="8426" y="103256"/>
                  <a:pt x="5362" y="102797"/>
                  <a:pt x="1072" y="103409"/>
                </a:cubicBezTo>
                <a:lnTo>
                  <a:pt x="0" y="99579"/>
                </a:lnTo>
                <a:lnTo>
                  <a:pt x="38606" y="89315"/>
                </a:lnTo>
                <a:lnTo>
                  <a:pt x="55918" y="153965"/>
                </a:lnTo>
                <a:cubicBezTo>
                  <a:pt x="57603" y="160706"/>
                  <a:pt x="59135" y="164995"/>
                  <a:pt x="60360" y="166681"/>
                </a:cubicBezTo>
                <a:cubicBezTo>
                  <a:pt x="61433" y="168519"/>
                  <a:pt x="62965" y="169745"/>
                  <a:pt x="64497" y="170357"/>
                </a:cubicBezTo>
                <a:cubicBezTo>
                  <a:pt x="66182" y="170970"/>
                  <a:pt x="67867" y="171123"/>
                  <a:pt x="69706" y="170664"/>
                </a:cubicBezTo>
                <a:cubicBezTo>
                  <a:pt x="72157" y="169898"/>
                  <a:pt x="74148" y="168672"/>
                  <a:pt x="75834" y="166987"/>
                </a:cubicBezTo>
                <a:cubicBezTo>
                  <a:pt x="77978" y="164383"/>
                  <a:pt x="80276" y="160093"/>
                  <a:pt x="82728" y="153659"/>
                </a:cubicBezTo>
                <a:lnTo>
                  <a:pt x="69093" y="103103"/>
                </a:lnTo>
                <a:cubicBezTo>
                  <a:pt x="67254" y="95903"/>
                  <a:pt x="65416" y="91766"/>
                  <a:pt x="63578" y="90234"/>
                </a:cubicBezTo>
                <a:cubicBezTo>
                  <a:pt x="61739" y="88856"/>
                  <a:pt x="58675" y="88549"/>
                  <a:pt x="54386" y="89009"/>
                </a:cubicBezTo>
                <a:lnTo>
                  <a:pt x="53467" y="85332"/>
                </a:lnTo>
                <a:lnTo>
                  <a:pt x="91919" y="75068"/>
                </a:lnTo>
                <a:close/>
                <a:moveTo>
                  <a:pt x="175107" y="49943"/>
                </a:moveTo>
                <a:lnTo>
                  <a:pt x="185218" y="81808"/>
                </a:lnTo>
                <a:lnTo>
                  <a:pt x="181847" y="82728"/>
                </a:lnTo>
                <a:cubicBezTo>
                  <a:pt x="175107" y="74148"/>
                  <a:pt x="169132" y="68786"/>
                  <a:pt x="163770" y="66488"/>
                </a:cubicBezTo>
                <a:cubicBezTo>
                  <a:pt x="158408" y="64190"/>
                  <a:pt x="153506" y="63578"/>
                  <a:pt x="149216" y="64803"/>
                </a:cubicBezTo>
                <a:cubicBezTo>
                  <a:pt x="146458" y="65569"/>
                  <a:pt x="144314" y="67101"/>
                  <a:pt x="142782" y="69399"/>
                </a:cubicBezTo>
                <a:cubicBezTo>
                  <a:pt x="141403" y="71850"/>
                  <a:pt x="140943" y="74302"/>
                  <a:pt x="141556" y="76600"/>
                </a:cubicBezTo>
                <a:cubicBezTo>
                  <a:pt x="142169" y="78438"/>
                  <a:pt x="143241" y="80123"/>
                  <a:pt x="145080" y="81349"/>
                </a:cubicBezTo>
                <a:cubicBezTo>
                  <a:pt x="147990" y="83494"/>
                  <a:pt x="155191" y="86711"/>
                  <a:pt x="166987" y="90694"/>
                </a:cubicBezTo>
                <a:cubicBezTo>
                  <a:pt x="178630" y="94830"/>
                  <a:pt x="186750" y="98660"/>
                  <a:pt x="191193" y="102643"/>
                </a:cubicBezTo>
                <a:cubicBezTo>
                  <a:pt x="195482" y="106473"/>
                  <a:pt x="198546" y="111223"/>
                  <a:pt x="200078" y="117044"/>
                </a:cubicBezTo>
                <a:cubicBezTo>
                  <a:pt x="201457" y="122253"/>
                  <a:pt x="201457" y="127768"/>
                  <a:pt x="200231" y="133590"/>
                </a:cubicBezTo>
                <a:cubicBezTo>
                  <a:pt x="199006" y="139411"/>
                  <a:pt x="196248" y="144160"/>
                  <a:pt x="192265" y="148144"/>
                </a:cubicBezTo>
                <a:cubicBezTo>
                  <a:pt x="188129" y="152127"/>
                  <a:pt x="183226" y="154884"/>
                  <a:pt x="177405" y="156570"/>
                </a:cubicBezTo>
                <a:cubicBezTo>
                  <a:pt x="172962" y="157642"/>
                  <a:pt x="166527" y="157948"/>
                  <a:pt x="158255" y="157182"/>
                </a:cubicBezTo>
                <a:cubicBezTo>
                  <a:pt x="155957" y="156876"/>
                  <a:pt x="154425" y="156876"/>
                  <a:pt x="153812" y="157029"/>
                </a:cubicBezTo>
                <a:cubicBezTo>
                  <a:pt x="151514" y="157642"/>
                  <a:pt x="150135" y="159940"/>
                  <a:pt x="149522" y="163617"/>
                </a:cubicBezTo>
                <a:lnTo>
                  <a:pt x="146152" y="164536"/>
                </a:lnTo>
                <a:lnTo>
                  <a:pt x="135428" y="130985"/>
                </a:lnTo>
                <a:lnTo>
                  <a:pt x="138952" y="130066"/>
                </a:lnTo>
                <a:cubicBezTo>
                  <a:pt x="144314" y="138186"/>
                  <a:pt x="150288" y="143701"/>
                  <a:pt x="156723" y="146765"/>
                </a:cubicBezTo>
                <a:cubicBezTo>
                  <a:pt x="163310" y="149829"/>
                  <a:pt x="168825" y="150595"/>
                  <a:pt x="173575" y="149369"/>
                </a:cubicBezTo>
                <a:cubicBezTo>
                  <a:pt x="176792" y="148603"/>
                  <a:pt x="179243" y="146765"/>
                  <a:pt x="180775" y="144314"/>
                </a:cubicBezTo>
                <a:cubicBezTo>
                  <a:pt x="182307" y="141709"/>
                  <a:pt x="182613" y="139105"/>
                  <a:pt x="181847" y="136194"/>
                </a:cubicBezTo>
                <a:cubicBezTo>
                  <a:pt x="180928" y="132977"/>
                  <a:pt x="179243" y="130526"/>
                  <a:pt x="176639" y="128687"/>
                </a:cubicBezTo>
                <a:cubicBezTo>
                  <a:pt x="173881" y="126849"/>
                  <a:pt x="168519" y="124398"/>
                  <a:pt x="160093" y="121487"/>
                </a:cubicBezTo>
                <a:cubicBezTo>
                  <a:pt x="147990" y="117197"/>
                  <a:pt x="139718" y="113521"/>
                  <a:pt x="135734" y="110610"/>
                </a:cubicBezTo>
                <a:cubicBezTo>
                  <a:pt x="129760" y="106167"/>
                  <a:pt x="125930" y="100652"/>
                  <a:pt x="124091" y="94064"/>
                </a:cubicBezTo>
                <a:cubicBezTo>
                  <a:pt x="122253" y="86711"/>
                  <a:pt x="123019" y="79510"/>
                  <a:pt x="126389" y="72157"/>
                </a:cubicBezTo>
                <a:cubicBezTo>
                  <a:pt x="129760" y="64956"/>
                  <a:pt x="136347" y="60054"/>
                  <a:pt x="145846" y="57603"/>
                </a:cubicBezTo>
                <a:cubicBezTo>
                  <a:pt x="150901" y="56224"/>
                  <a:pt x="156263" y="56071"/>
                  <a:pt x="161625" y="57296"/>
                </a:cubicBezTo>
                <a:cubicBezTo>
                  <a:pt x="163770" y="57756"/>
                  <a:pt x="165455" y="57909"/>
                  <a:pt x="166527" y="57603"/>
                </a:cubicBezTo>
                <a:cubicBezTo>
                  <a:pt x="167753" y="57296"/>
                  <a:pt x="168672" y="56837"/>
                  <a:pt x="169285" y="56071"/>
                </a:cubicBezTo>
                <a:cubicBezTo>
                  <a:pt x="169898" y="55305"/>
                  <a:pt x="170664" y="53620"/>
                  <a:pt x="171736" y="50862"/>
                </a:cubicBezTo>
                <a:lnTo>
                  <a:pt x="175107" y="49943"/>
                </a:lnTo>
                <a:close/>
                <a:moveTo>
                  <a:pt x="287861" y="69552"/>
                </a:moveTo>
                <a:lnTo>
                  <a:pt x="235927" y="83494"/>
                </a:lnTo>
                <a:cubicBezTo>
                  <a:pt x="239910" y="95903"/>
                  <a:pt x="245885" y="104941"/>
                  <a:pt x="253851" y="110610"/>
                </a:cubicBezTo>
                <a:cubicBezTo>
                  <a:pt x="260132" y="114899"/>
                  <a:pt x="266413" y="116125"/>
                  <a:pt x="273001" y="114440"/>
                </a:cubicBezTo>
                <a:cubicBezTo>
                  <a:pt x="276984" y="113367"/>
                  <a:pt x="280354" y="111223"/>
                  <a:pt x="283112" y="108159"/>
                </a:cubicBezTo>
                <a:cubicBezTo>
                  <a:pt x="285716" y="104941"/>
                  <a:pt x="288168" y="99886"/>
                  <a:pt x="290466" y="92992"/>
                </a:cubicBezTo>
                <a:lnTo>
                  <a:pt x="294449" y="94371"/>
                </a:lnTo>
                <a:cubicBezTo>
                  <a:pt x="292151" y="106167"/>
                  <a:pt x="288474" y="115053"/>
                  <a:pt x="283418" y="121181"/>
                </a:cubicBezTo>
                <a:cubicBezTo>
                  <a:pt x="278363" y="127155"/>
                  <a:pt x="271775" y="131292"/>
                  <a:pt x="263656" y="133436"/>
                </a:cubicBezTo>
                <a:cubicBezTo>
                  <a:pt x="249561" y="137113"/>
                  <a:pt x="237459" y="134662"/>
                  <a:pt x="227348" y="125777"/>
                </a:cubicBezTo>
                <a:cubicBezTo>
                  <a:pt x="219228" y="118576"/>
                  <a:pt x="213560" y="108618"/>
                  <a:pt x="210036" y="95749"/>
                </a:cubicBezTo>
                <a:cubicBezTo>
                  <a:pt x="205746" y="79970"/>
                  <a:pt x="206666" y="66182"/>
                  <a:pt x="212794" y="54539"/>
                </a:cubicBezTo>
                <a:cubicBezTo>
                  <a:pt x="218768" y="43049"/>
                  <a:pt x="227501" y="35695"/>
                  <a:pt x="238991" y="32631"/>
                </a:cubicBezTo>
                <a:cubicBezTo>
                  <a:pt x="248489" y="30027"/>
                  <a:pt x="257987" y="31712"/>
                  <a:pt x="267026" y="37687"/>
                </a:cubicBezTo>
                <a:cubicBezTo>
                  <a:pt x="276218" y="43662"/>
                  <a:pt x="283112" y="54232"/>
                  <a:pt x="287861" y="69552"/>
                </a:cubicBezTo>
                <a:close/>
                <a:moveTo>
                  <a:pt x="261051" y="69399"/>
                </a:moveTo>
                <a:cubicBezTo>
                  <a:pt x="258141" y="58675"/>
                  <a:pt x="255689" y="51322"/>
                  <a:pt x="253391" y="47645"/>
                </a:cubicBezTo>
                <a:cubicBezTo>
                  <a:pt x="251093" y="43815"/>
                  <a:pt x="248489" y="41211"/>
                  <a:pt x="245425" y="39832"/>
                </a:cubicBezTo>
                <a:cubicBezTo>
                  <a:pt x="243587" y="39066"/>
                  <a:pt x="241595" y="38913"/>
                  <a:pt x="239297" y="39525"/>
                </a:cubicBezTo>
                <a:cubicBezTo>
                  <a:pt x="235773" y="40445"/>
                  <a:pt x="233322" y="43049"/>
                  <a:pt x="231944" y="47032"/>
                </a:cubicBezTo>
                <a:cubicBezTo>
                  <a:pt x="229646" y="54079"/>
                  <a:pt x="229799" y="62812"/>
                  <a:pt x="232710" y="73229"/>
                </a:cubicBezTo>
                <a:lnTo>
                  <a:pt x="233629" y="76906"/>
                </a:lnTo>
                <a:lnTo>
                  <a:pt x="261051" y="69399"/>
                </a:lnTo>
                <a:close/>
                <a:moveTo>
                  <a:pt x="327540" y="11950"/>
                </a:moveTo>
                <a:lnTo>
                  <a:pt x="333208" y="33397"/>
                </a:lnTo>
                <a:cubicBezTo>
                  <a:pt x="336885" y="21907"/>
                  <a:pt x="340715" y="13941"/>
                  <a:pt x="344545" y="9498"/>
                </a:cubicBezTo>
                <a:cubicBezTo>
                  <a:pt x="348375" y="4902"/>
                  <a:pt x="352511" y="2145"/>
                  <a:pt x="356954" y="919"/>
                </a:cubicBezTo>
                <a:cubicBezTo>
                  <a:pt x="360631" y="0"/>
                  <a:pt x="364001" y="306"/>
                  <a:pt x="366912" y="1992"/>
                </a:cubicBezTo>
                <a:cubicBezTo>
                  <a:pt x="369823" y="3830"/>
                  <a:pt x="371814" y="6741"/>
                  <a:pt x="372887" y="11030"/>
                </a:cubicBezTo>
                <a:cubicBezTo>
                  <a:pt x="374112" y="15473"/>
                  <a:pt x="373959" y="19303"/>
                  <a:pt x="372427" y="22367"/>
                </a:cubicBezTo>
                <a:cubicBezTo>
                  <a:pt x="370895" y="25431"/>
                  <a:pt x="368597" y="27423"/>
                  <a:pt x="365533" y="28189"/>
                </a:cubicBezTo>
                <a:cubicBezTo>
                  <a:pt x="362010" y="29261"/>
                  <a:pt x="358486" y="28955"/>
                  <a:pt x="355269" y="27269"/>
                </a:cubicBezTo>
                <a:cubicBezTo>
                  <a:pt x="352052" y="25737"/>
                  <a:pt x="350213" y="24818"/>
                  <a:pt x="349600" y="24665"/>
                </a:cubicBezTo>
                <a:cubicBezTo>
                  <a:pt x="348834" y="24512"/>
                  <a:pt x="348068" y="24512"/>
                  <a:pt x="347149" y="24665"/>
                </a:cubicBezTo>
                <a:cubicBezTo>
                  <a:pt x="345158" y="25278"/>
                  <a:pt x="343472" y="26503"/>
                  <a:pt x="342094" y="28495"/>
                </a:cubicBezTo>
                <a:cubicBezTo>
                  <a:pt x="339949" y="31559"/>
                  <a:pt x="338723" y="35389"/>
                  <a:pt x="338570" y="39985"/>
                </a:cubicBezTo>
                <a:cubicBezTo>
                  <a:pt x="338111" y="47032"/>
                  <a:pt x="339030" y="54539"/>
                  <a:pt x="341021" y="62505"/>
                </a:cubicBezTo>
                <a:lnTo>
                  <a:pt x="346843" y="84260"/>
                </a:lnTo>
                <a:lnTo>
                  <a:pt x="348528" y="89775"/>
                </a:lnTo>
                <a:cubicBezTo>
                  <a:pt x="349600" y="93758"/>
                  <a:pt x="350520" y="96056"/>
                  <a:pt x="351286" y="96975"/>
                </a:cubicBezTo>
                <a:cubicBezTo>
                  <a:pt x="352511" y="98660"/>
                  <a:pt x="354043" y="99579"/>
                  <a:pt x="355882" y="100039"/>
                </a:cubicBezTo>
                <a:cubicBezTo>
                  <a:pt x="357720" y="100499"/>
                  <a:pt x="360478" y="100345"/>
                  <a:pt x="364308" y="99426"/>
                </a:cubicBezTo>
                <a:lnTo>
                  <a:pt x="365380" y="103103"/>
                </a:lnTo>
                <a:lnTo>
                  <a:pt x="314211" y="116738"/>
                </a:lnTo>
                <a:lnTo>
                  <a:pt x="313292" y="113214"/>
                </a:lnTo>
                <a:cubicBezTo>
                  <a:pt x="317275" y="111682"/>
                  <a:pt x="319727" y="109844"/>
                  <a:pt x="320646" y="107546"/>
                </a:cubicBezTo>
                <a:cubicBezTo>
                  <a:pt x="321565" y="105248"/>
                  <a:pt x="320952" y="100039"/>
                  <a:pt x="318807" y="91766"/>
                </a:cubicBezTo>
                <a:lnTo>
                  <a:pt x="304713" y="39372"/>
                </a:lnTo>
                <a:cubicBezTo>
                  <a:pt x="303334" y="34010"/>
                  <a:pt x="302109" y="30640"/>
                  <a:pt x="301190" y="29414"/>
                </a:cubicBezTo>
                <a:cubicBezTo>
                  <a:pt x="299964" y="27576"/>
                  <a:pt x="298738" y="26503"/>
                  <a:pt x="297206" y="26044"/>
                </a:cubicBezTo>
                <a:cubicBezTo>
                  <a:pt x="295674" y="25431"/>
                  <a:pt x="293223" y="25431"/>
                  <a:pt x="289853" y="26044"/>
                </a:cubicBezTo>
                <a:lnTo>
                  <a:pt x="288934" y="22214"/>
                </a:lnTo>
                <a:lnTo>
                  <a:pt x="327540" y="1195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A7EC6-D5DB-47B1-A5EA-DFA44E9F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704" y="1257838"/>
            <a:ext cx="64650" cy="36768"/>
          </a:xfrm>
          <a:custGeom xmlns:a="http://schemas.openxmlformats.org/drawingml/2006/main">
            <a:pathLst>
              <a:path w="64650" h="36768">
                <a:moveTo>
                  <a:pt x="64650" y="20835"/>
                </a:moveTo>
                <a:lnTo>
                  <a:pt x="5668" y="36768"/>
                </a:lnTo>
                <a:lnTo>
                  <a:pt x="0" y="15780"/>
                </a:lnTo>
                <a:lnTo>
                  <a:pt x="58982" y="0"/>
                </a:lnTo>
                <a:lnTo>
                  <a:pt x="64650" y="20835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F455DB-1C75-4438-81BD-BFC8EE93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5482" y="1200082"/>
            <a:ext cx="105401" cy="109691"/>
          </a:xfrm>
          <a:custGeom xmlns:a="http://schemas.openxmlformats.org/drawingml/2006/main">
            <a:pathLst>
              <a:path w="105401" h="109691">
                <a:moveTo>
                  <a:pt x="64190" y="84566"/>
                </a:moveTo>
                <a:cubicBezTo>
                  <a:pt x="55305" y="97894"/>
                  <a:pt x="46419" y="105707"/>
                  <a:pt x="37227" y="108159"/>
                </a:cubicBezTo>
                <a:cubicBezTo>
                  <a:pt x="31865" y="109691"/>
                  <a:pt x="26810" y="109078"/>
                  <a:pt x="22367" y="106473"/>
                </a:cubicBezTo>
                <a:cubicBezTo>
                  <a:pt x="17771" y="103869"/>
                  <a:pt x="14860" y="100039"/>
                  <a:pt x="13328" y="94677"/>
                </a:cubicBezTo>
                <a:cubicBezTo>
                  <a:pt x="11490" y="87477"/>
                  <a:pt x="12869" y="80123"/>
                  <a:pt x="17465" y="72616"/>
                </a:cubicBezTo>
                <a:cubicBezTo>
                  <a:pt x="22061" y="65263"/>
                  <a:pt x="33551" y="53926"/>
                  <a:pt x="51935" y="38759"/>
                </a:cubicBezTo>
                <a:lnTo>
                  <a:pt x="49330" y="29261"/>
                </a:lnTo>
                <a:cubicBezTo>
                  <a:pt x="47339" y="22214"/>
                  <a:pt x="45807" y="17771"/>
                  <a:pt x="44581" y="16086"/>
                </a:cubicBezTo>
                <a:cubicBezTo>
                  <a:pt x="43202" y="14401"/>
                  <a:pt x="41364" y="13175"/>
                  <a:pt x="38913" y="12409"/>
                </a:cubicBezTo>
                <a:cubicBezTo>
                  <a:pt x="36308" y="11643"/>
                  <a:pt x="33704" y="11643"/>
                  <a:pt x="30946" y="12256"/>
                </a:cubicBezTo>
                <a:cubicBezTo>
                  <a:pt x="26657" y="13482"/>
                  <a:pt x="23286" y="15473"/>
                  <a:pt x="20988" y="18077"/>
                </a:cubicBezTo>
                <a:cubicBezTo>
                  <a:pt x="19609" y="19763"/>
                  <a:pt x="18997" y="21448"/>
                  <a:pt x="19456" y="23133"/>
                </a:cubicBezTo>
                <a:cubicBezTo>
                  <a:pt x="19916" y="24512"/>
                  <a:pt x="21295" y="26044"/>
                  <a:pt x="23746" y="27576"/>
                </a:cubicBezTo>
                <a:cubicBezTo>
                  <a:pt x="27116" y="29874"/>
                  <a:pt x="29108" y="32325"/>
                  <a:pt x="29874" y="34929"/>
                </a:cubicBezTo>
                <a:cubicBezTo>
                  <a:pt x="30640" y="38300"/>
                  <a:pt x="30180" y="41364"/>
                  <a:pt x="28342" y="44428"/>
                </a:cubicBezTo>
                <a:cubicBezTo>
                  <a:pt x="26503" y="47339"/>
                  <a:pt x="23593" y="49483"/>
                  <a:pt x="19609" y="50403"/>
                </a:cubicBezTo>
                <a:cubicBezTo>
                  <a:pt x="15473" y="51628"/>
                  <a:pt x="11490" y="51322"/>
                  <a:pt x="7966" y="49483"/>
                </a:cubicBezTo>
                <a:cubicBezTo>
                  <a:pt x="4443" y="47645"/>
                  <a:pt x="2145" y="45041"/>
                  <a:pt x="1226" y="41670"/>
                </a:cubicBezTo>
                <a:cubicBezTo>
                  <a:pt x="0" y="36768"/>
                  <a:pt x="613" y="31712"/>
                  <a:pt x="3217" y="26197"/>
                </a:cubicBezTo>
                <a:cubicBezTo>
                  <a:pt x="5975" y="20682"/>
                  <a:pt x="10418" y="15933"/>
                  <a:pt x="16699" y="11643"/>
                </a:cubicBezTo>
                <a:cubicBezTo>
                  <a:pt x="22827" y="7507"/>
                  <a:pt x="29721" y="4443"/>
                  <a:pt x="37074" y="2451"/>
                </a:cubicBezTo>
                <a:cubicBezTo>
                  <a:pt x="46113" y="0"/>
                  <a:pt x="53773" y="0"/>
                  <a:pt x="59901" y="2451"/>
                </a:cubicBezTo>
                <a:cubicBezTo>
                  <a:pt x="66182" y="4902"/>
                  <a:pt x="70778" y="8120"/>
                  <a:pt x="73382" y="12103"/>
                </a:cubicBezTo>
                <a:cubicBezTo>
                  <a:pt x="75221" y="14707"/>
                  <a:pt x="77366" y="21141"/>
                  <a:pt x="80123" y="31253"/>
                </a:cubicBezTo>
                <a:lnTo>
                  <a:pt x="89928" y="68020"/>
                </a:lnTo>
                <a:cubicBezTo>
                  <a:pt x="91153" y="72310"/>
                  <a:pt x="91919" y="74914"/>
                  <a:pt x="92685" y="75987"/>
                </a:cubicBezTo>
                <a:cubicBezTo>
                  <a:pt x="93298" y="77059"/>
                  <a:pt x="93911" y="77672"/>
                  <a:pt x="94830" y="77978"/>
                </a:cubicBezTo>
                <a:cubicBezTo>
                  <a:pt x="95596" y="78438"/>
                  <a:pt x="96515" y="78438"/>
                  <a:pt x="97281" y="78285"/>
                </a:cubicBezTo>
                <a:cubicBezTo>
                  <a:pt x="99120" y="77825"/>
                  <a:pt x="100499" y="75987"/>
                  <a:pt x="101724" y="73076"/>
                </a:cubicBezTo>
                <a:lnTo>
                  <a:pt x="105401" y="74608"/>
                </a:lnTo>
                <a:cubicBezTo>
                  <a:pt x="103409" y="80583"/>
                  <a:pt x="100805" y="85179"/>
                  <a:pt x="97894" y="88396"/>
                </a:cubicBezTo>
                <a:cubicBezTo>
                  <a:pt x="94830" y="91613"/>
                  <a:pt x="91000" y="93758"/>
                  <a:pt x="86404" y="94983"/>
                </a:cubicBezTo>
                <a:cubicBezTo>
                  <a:pt x="81042" y="96515"/>
                  <a:pt x="76446" y="96362"/>
                  <a:pt x="72770" y="94677"/>
                </a:cubicBezTo>
                <a:cubicBezTo>
                  <a:pt x="69093" y="92839"/>
                  <a:pt x="66182" y="89622"/>
                  <a:pt x="64190" y="84566"/>
                </a:cubicBezTo>
                <a:close/>
                <a:moveTo>
                  <a:pt x="62199" y="77212"/>
                </a:moveTo>
                <a:lnTo>
                  <a:pt x="53620" y="45653"/>
                </a:lnTo>
                <a:cubicBezTo>
                  <a:pt x="46879" y="52547"/>
                  <a:pt x="42130" y="59288"/>
                  <a:pt x="39525" y="65876"/>
                </a:cubicBezTo>
                <a:cubicBezTo>
                  <a:pt x="37993" y="70165"/>
                  <a:pt x="37687" y="74148"/>
                  <a:pt x="38606" y="77978"/>
                </a:cubicBezTo>
                <a:cubicBezTo>
                  <a:pt x="39372" y="81042"/>
                  <a:pt x="41211" y="83494"/>
                  <a:pt x="44121" y="85179"/>
                </a:cubicBezTo>
                <a:cubicBezTo>
                  <a:pt x="46266" y="86558"/>
                  <a:pt x="48871" y="86864"/>
                  <a:pt x="51935" y="86098"/>
                </a:cubicBezTo>
                <a:cubicBezTo>
                  <a:pt x="55305" y="85179"/>
                  <a:pt x="58675" y="82268"/>
                  <a:pt x="62199" y="77212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1DE4A-CCBF-403A-8C8E-6755EC20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420" y="1033401"/>
            <a:ext cx="406744" cy="284031"/>
          </a:xfrm>
          <a:custGeom xmlns:a="http://schemas.openxmlformats.org/drawingml/2006/main">
            <a:pathLst>
              <a:path w="406744" h="284031">
                <a:moveTo>
                  <a:pt x="9039" y="226888"/>
                </a:moveTo>
                <a:cubicBezTo>
                  <a:pt x="12103" y="225969"/>
                  <a:pt x="15167" y="226275"/>
                  <a:pt x="17924" y="227960"/>
                </a:cubicBezTo>
                <a:cubicBezTo>
                  <a:pt x="20682" y="229646"/>
                  <a:pt x="22367" y="231944"/>
                  <a:pt x="23286" y="235007"/>
                </a:cubicBezTo>
                <a:cubicBezTo>
                  <a:pt x="24052" y="238071"/>
                  <a:pt x="23746" y="241135"/>
                  <a:pt x="22061" y="243893"/>
                </a:cubicBezTo>
                <a:cubicBezTo>
                  <a:pt x="20529" y="246651"/>
                  <a:pt x="18077" y="248489"/>
                  <a:pt x="15014" y="249255"/>
                </a:cubicBezTo>
                <a:cubicBezTo>
                  <a:pt x="11950" y="250174"/>
                  <a:pt x="9039" y="249715"/>
                  <a:pt x="6128" y="248183"/>
                </a:cubicBezTo>
                <a:cubicBezTo>
                  <a:pt x="3370" y="246497"/>
                  <a:pt x="1685" y="244199"/>
                  <a:pt x="766" y="240982"/>
                </a:cubicBezTo>
                <a:cubicBezTo>
                  <a:pt x="0" y="237918"/>
                  <a:pt x="306" y="234854"/>
                  <a:pt x="1992" y="232250"/>
                </a:cubicBezTo>
                <a:cubicBezTo>
                  <a:pt x="3524" y="229492"/>
                  <a:pt x="5822" y="227654"/>
                  <a:pt x="9039" y="226888"/>
                </a:cubicBezTo>
                <a:close/>
                <a:moveTo>
                  <a:pt x="17312" y="156110"/>
                </a:moveTo>
                <a:lnTo>
                  <a:pt x="42743" y="136960"/>
                </a:lnTo>
                <a:lnTo>
                  <a:pt x="46573" y="136041"/>
                </a:lnTo>
                <a:lnTo>
                  <a:pt x="52394" y="157642"/>
                </a:lnTo>
                <a:cubicBezTo>
                  <a:pt x="54998" y="148144"/>
                  <a:pt x="58216" y="141250"/>
                  <a:pt x="62199" y="136654"/>
                </a:cubicBezTo>
                <a:cubicBezTo>
                  <a:pt x="66182" y="132058"/>
                  <a:pt x="70778" y="128994"/>
                  <a:pt x="76140" y="127615"/>
                </a:cubicBezTo>
                <a:cubicBezTo>
                  <a:pt x="85485" y="125164"/>
                  <a:pt x="94217" y="126696"/>
                  <a:pt x="102337" y="132364"/>
                </a:cubicBezTo>
                <a:cubicBezTo>
                  <a:pt x="112295" y="139105"/>
                  <a:pt x="119189" y="149829"/>
                  <a:pt x="123019" y="164076"/>
                </a:cubicBezTo>
                <a:cubicBezTo>
                  <a:pt x="127308" y="180009"/>
                  <a:pt x="126236" y="194410"/>
                  <a:pt x="119955" y="207432"/>
                </a:cubicBezTo>
                <a:cubicBezTo>
                  <a:pt x="114593" y="218002"/>
                  <a:pt x="106320" y="224743"/>
                  <a:pt x="94830" y="227807"/>
                </a:cubicBezTo>
                <a:cubicBezTo>
                  <a:pt x="89775" y="229186"/>
                  <a:pt x="85332" y="229646"/>
                  <a:pt x="81349" y="229186"/>
                </a:cubicBezTo>
                <a:cubicBezTo>
                  <a:pt x="78285" y="228880"/>
                  <a:pt x="74761" y="227654"/>
                  <a:pt x="70625" y="225662"/>
                </a:cubicBezTo>
                <a:lnTo>
                  <a:pt x="78132" y="253851"/>
                </a:lnTo>
                <a:cubicBezTo>
                  <a:pt x="79817" y="260132"/>
                  <a:pt x="81349" y="264115"/>
                  <a:pt x="82574" y="265647"/>
                </a:cubicBezTo>
                <a:cubicBezTo>
                  <a:pt x="83800" y="267179"/>
                  <a:pt x="85485" y="268099"/>
                  <a:pt x="87630" y="268558"/>
                </a:cubicBezTo>
                <a:cubicBezTo>
                  <a:pt x="89928" y="269171"/>
                  <a:pt x="93451" y="268711"/>
                  <a:pt x="98507" y="267333"/>
                </a:cubicBezTo>
                <a:lnTo>
                  <a:pt x="99579" y="271009"/>
                </a:lnTo>
                <a:lnTo>
                  <a:pt x="51015" y="284031"/>
                </a:lnTo>
                <a:lnTo>
                  <a:pt x="49943" y="280354"/>
                </a:lnTo>
                <a:lnTo>
                  <a:pt x="52547" y="279588"/>
                </a:lnTo>
                <a:cubicBezTo>
                  <a:pt x="56224" y="278669"/>
                  <a:pt x="59288" y="277137"/>
                  <a:pt x="61433" y="274992"/>
                </a:cubicBezTo>
                <a:cubicBezTo>
                  <a:pt x="62505" y="273920"/>
                  <a:pt x="63271" y="272388"/>
                  <a:pt x="63578" y="270550"/>
                </a:cubicBezTo>
                <a:cubicBezTo>
                  <a:pt x="63731" y="268711"/>
                  <a:pt x="62965" y="264422"/>
                  <a:pt x="61126" y="257681"/>
                </a:cubicBezTo>
                <a:lnTo>
                  <a:pt x="37687" y="170051"/>
                </a:lnTo>
                <a:cubicBezTo>
                  <a:pt x="36155" y="164076"/>
                  <a:pt x="34776" y="160400"/>
                  <a:pt x="33857" y="158868"/>
                </a:cubicBezTo>
                <a:cubicBezTo>
                  <a:pt x="32938" y="157489"/>
                  <a:pt x="31712" y="156416"/>
                  <a:pt x="30333" y="155957"/>
                </a:cubicBezTo>
                <a:cubicBezTo>
                  <a:pt x="28955" y="155497"/>
                  <a:pt x="27116" y="155497"/>
                  <a:pt x="25125" y="155957"/>
                </a:cubicBezTo>
                <a:cubicBezTo>
                  <a:pt x="23593" y="156416"/>
                  <a:pt x="21601" y="157489"/>
                  <a:pt x="19303" y="159021"/>
                </a:cubicBezTo>
                <a:lnTo>
                  <a:pt x="17312" y="156110"/>
                </a:lnTo>
                <a:close/>
                <a:moveTo>
                  <a:pt x="53926" y="163617"/>
                </a:moveTo>
                <a:lnTo>
                  <a:pt x="63271" y="198240"/>
                </a:lnTo>
                <a:cubicBezTo>
                  <a:pt x="65263" y="205593"/>
                  <a:pt x="66795" y="210496"/>
                  <a:pt x="68174" y="212640"/>
                </a:cubicBezTo>
                <a:cubicBezTo>
                  <a:pt x="70165" y="216317"/>
                  <a:pt x="73382" y="219228"/>
                  <a:pt x="77825" y="221220"/>
                </a:cubicBezTo>
                <a:cubicBezTo>
                  <a:pt x="82268" y="223211"/>
                  <a:pt x="87324" y="223364"/>
                  <a:pt x="92839" y="221832"/>
                </a:cubicBezTo>
                <a:cubicBezTo>
                  <a:pt x="99579" y="220147"/>
                  <a:pt x="104482" y="216011"/>
                  <a:pt x="107239" y="209576"/>
                </a:cubicBezTo>
                <a:cubicBezTo>
                  <a:pt x="110763" y="201304"/>
                  <a:pt x="110916" y="190886"/>
                  <a:pt x="107546" y="178324"/>
                </a:cubicBezTo>
                <a:cubicBezTo>
                  <a:pt x="103869" y="164229"/>
                  <a:pt x="97741" y="154118"/>
                  <a:pt x="89468" y="148144"/>
                </a:cubicBezTo>
                <a:cubicBezTo>
                  <a:pt x="83800" y="144160"/>
                  <a:pt x="77978" y="142782"/>
                  <a:pt x="72004" y="144467"/>
                </a:cubicBezTo>
                <a:cubicBezTo>
                  <a:pt x="68786" y="145233"/>
                  <a:pt x="65876" y="146918"/>
                  <a:pt x="63118" y="149369"/>
                </a:cubicBezTo>
                <a:cubicBezTo>
                  <a:pt x="60973" y="151361"/>
                  <a:pt x="57909" y="155957"/>
                  <a:pt x="53926" y="163617"/>
                </a:cubicBezTo>
                <a:close/>
                <a:moveTo>
                  <a:pt x="138032" y="59135"/>
                </a:moveTo>
                <a:lnTo>
                  <a:pt x="156110" y="126849"/>
                </a:lnTo>
                <a:cubicBezTo>
                  <a:pt x="161472" y="116585"/>
                  <a:pt x="165915" y="109844"/>
                  <a:pt x="169745" y="106320"/>
                </a:cubicBezTo>
                <a:cubicBezTo>
                  <a:pt x="173421" y="102797"/>
                  <a:pt x="177558" y="100499"/>
                  <a:pt x="182001" y="99273"/>
                </a:cubicBezTo>
                <a:cubicBezTo>
                  <a:pt x="187209" y="97894"/>
                  <a:pt x="192112" y="98047"/>
                  <a:pt x="196708" y="100039"/>
                </a:cubicBezTo>
                <a:cubicBezTo>
                  <a:pt x="201150" y="101877"/>
                  <a:pt x="205287" y="105707"/>
                  <a:pt x="208657" y="111376"/>
                </a:cubicBezTo>
                <a:cubicBezTo>
                  <a:pt x="211108" y="115359"/>
                  <a:pt x="213866" y="123019"/>
                  <a:pt x="216930" y="134509"/>
                </a:cubicBezTo>
                <a:lnTo>
                  <a:pt x="225816" y="167293"/>
                </a:lnTo>
                <a:cubicBezTo>
                  <a:pt x="227348" y="173115"/>
                  <a:pt x="228880" y="177098"/>
                  <a:pt x="230412" y="178937"/>
                </a:cubicBezTo>
                <a:cubicBezTo>
                  <a:pt x="231484" y="180469"/>
                  <a:pt x="233016" y="181388"/>
                  <a:pt x="234854" y="181847"/>
                </a:cubicBezTo>
                <a:cubicBezTo>
                  <a:pt x="236693" y="182460"/>
                  <a:pt x="239757" y="182154"/>
                  <a:pt x="244199" y="180928"/>
                </a:cubicBezTo>
                <a:lnTo>
                  <a:pt x="245119" y="184605"/>
                </a:lnTo>
                <a:lnTo>
                  <a:pt x="199618" y="196708"/>
                </a:lnTo>
                <a:lnTo>
                  <a:pt x="198699" y="193184"/>
                </a:lnTo>
                <a:lnTo>
                  <a:pt x="200691" y="192571"/>
                </a:lnTo>
                <a:cubicBezTo>
                  <a:pt x="205134" y="191346"/>
                  <a:pt x="207891" y="189967"/>
                  <a:pt x="209270" y="188129"/>
                </a:cubicBezTo>
                <a:cubicBezTo>
                  <a:pt x="210496" y="186443"/>
                  <a:pt x="211262" y="184145"/>
                  <a:pt x="211262" y="181388"/>
                </a:cubicBezTo>
                <a:cubicBezTo>
                  <a:pt x="211108" y="180315"/>
                  <a:pt x="210342" y="177098"/>
                  <a:pt x="208964" y="171889"/>
                </a:cubicBezTo>
                <a:lnTo>
                  <a:pt x="200231" y="139105"/>
                </a:lnTo>
                <a:cubicBezTo>
                  <a:pt x="197474" y="128994"/>
                  <a:pt x="195176" y="122406"/>
                  <a:pt x="193337" y="119495"/>
                </a:cubicBezTo>
                <a:cubicBezTo>
                  <a:pt x="191346" y="116585"/>
                  <a:pt x="189048" y="114746"/>
                  <a:pt x="186290" y="113827"/>
                </a:cubicBezTo>
                <a:cubicBezTo>
                  <a:pt x="183686" y="112755"/>
                  <a:pt x="180622" y="112755"/>
                  <a:pt x="177405" y="113521"/>
                </a:cubicBezTo>
                <a:cubicBezTo>
                  <a:pt x="174187" y="114440"/>
                  <a:pt x="170970" y="116278"/>
                  <a:pt x="167753" y="119036"/>
                </a:cubicBezTo>
                <a:cubicBezTo>
                  <a:pt x="164689" y="121640"/>
                  <a:pt x="161319" y="126389"/>
                  <a:pt x="157795" y="133130"/>
                </a:cubicBezTo>
                <a:lnTo>
                  <a:pt x="170970" y="182001"/>
                </a:lnTo>
                <a:cubicBezTo>
                  <a:pt x="172655" y="188282"/>
                  <a:pt x="174034" y="192265"/>
                  <a:pt x="175107" y="193491"/>
                </a:cubicBezTo>
                <a:cubicBezTo>
                  <a:pt x="176332" y="194869"/>
                  <a:pt x="178017" y="195942"/>
                  <a:pt x="180162" y="196401"/>
                </a:cubicBezTo>
                <a:cubicBezTo>
                  <a:pt x="182307" y="196861"/>
                  <a:pt x="185831" y="196555"/>
                  <a:pt x="190580" y="195329"/>
                </a:cubicBezTo>
                <a:lnTo>
                  <a:pt x="191499" y="199006"/>
                </a:lnTo>
                <a:lnTo>
                  <a:pt x="145539" y="211262"/>
                </a:lnTo>
                <a:lnTo>
                  <a:pt x="144620" y="207585"/>
                </a:lnTo>
                <a:cubicBezTo>
                  <a:pt x="148756" y="206512"/>
                  <a:pt x="151820" y="204980"/>
                  <a:pt x="153812" y="203142"/>
                </a:cubicBezTo>
                <a:cubicBezTo>
                  <a:pt x="155038" y="202070"/>
                  <a:pt x="155650" y="200538"/>
                  <a:pt x="155957" y="198393"/>
                </a:cubicBezTo>
                <a:cubicBezTo>
                  <a:pt x="156263" y="196248"/>
                  <a:pt x="155650" y="192265"/>
                  <a:pt x="154118" y="186443"/>
                </a:cubicBezTo>
                <a:lnTo>
                  <a:pt x="131598" y="102643"/>
                </a:lnTo>
                <a:cubicBezTo>
                  <a:pt x="128840" y="92073"/>
                  <a:pt x="126849" y="85638"/>
                  <a:pt x="125623" y="83340"/>
                </a:cubicBezTo>
                <a:cubicBezTo>
                  <a:pt x="124551" y="81042"/>
                  <a:pt x="123325" y="79664"/>
                  <a:pt x="121947" y="79051"/>
                </a:cubicBezTo>
                <a:cubicBezTo>
                  <a:pt x="120721" y="78438"/>
                  <a:pt x="119189" y="78285"/>
                  <a:pt x="117504" y="78744"/>
                </a:cubicBezTo>
                <a:cubicBezTo>
                  <a:pt x="116125" y="79204"/>
                  <a:pt x="113980" y="80276"/>
                  <a:pt x="111069" y="82268"/>
                </a:cubicBezTo>
                <a:lnTo>
                  <a:pt x="108618" y="79051"/>
                </a:lnTo>
                <a:lnTo>
                  <a:pt x="133283" y="60360"/>
                </a:lnTo>
                <a:lnTo>
                  <a:pt x="138032" y="59135"/>
                </a:lnTo>
                <a:close/>
                <a:moveTo>
                  <a:pt x="225050" y="100499"/>
                </a:moveTo>
                <a:lnTo>
                  <a:pt x="250481" y="81349"/>
                </a:lnTo>
                <a:lnTo>
                  <a:pt x="254311" y="80276"/>
                </a:lnTo>
                <a:lnTo>
                  <a:pt x="260132" y="101877"/>
                </a:lnTo>
                <a:cubicBezTo>
                  <a:pt x="262737" y="92532"/>
                  <a:pt x="265954" y="85485"/>
                  <a:pt x="269937" y="80889"/>
                </a:cubicBezTo>
                <a:cubicBezTo>
                  <a:pt x="273920" y="76446"/>
                  <a:pt x="278516" y="73382"/>
                  <a:pt x="283878" y="72004"/>
                </a:cubicBezTo>
                <a:cubicBezTo>
                  <a:pt x="293223" y="69399"/>
                  <a:pt x="301956" y="71084"/>
                  <a:pt x="310075" y="76600"/>
                </a:cubicBezTo>
                <a:cubicBezTo>
                  <a:pt x="320033" y="83494"/>
                  <a:pt x="326927" y="94064"/>
                  <a:pt x="330757" y="108312"/>
                </a:cubicBezTo>
                <a:cubicBezTo>
                  <a:pt x="335047" y="124398"/>
                  <a:pt x="334127" y="138798"/>
                  <a:pt x="327693" y="151667"/>
                </a:cubicBezTo>
                <a:cubicBezTo>
                  <a:pt x="322484" y="162238"/>
                  <a:pt x="314058" y="169132"/>
                  <a:pt x="302568" y="172196"/>
                </a:cubicBezTo>
                <a:cubicBezTo>
                  <a:pt x="297666" y="173575"/>
                  <a:pt x="293070" y="174034"/>
                  <a:pt x="289087" y="173575"/>
                </a:cubicBezTo>
                <a:cubicBezTo>
                  <a:pt x="286176" y="173268"/>
                  <a:pt x="282499" y="172043"/>
                  <a:pt x="278363" y="169898"/>
                </a:cubicBezTo>
                <a:lnTo>
                  <a:pt x="285870" y="198086"/>
                </a:lnTo>
                <a:cubicBezTo>
                  <a:pt x="287555" y="204521"/>
                  <a:pt x="289087" y="208351"/>
                  <a:pt x="290312" y="209883"/>
                </a:cubicBezTo>
                <a:cubicBezTo>
                  <a:pt x="291538" y="211415"/>
                  <a:pt x="293223" y="212487"/>
                  <a:pt x="295521" y="212947"/>
                </a:cubicBezTo>
                <a:cubicBezTo>
                  <a:pt x="297666" y="213406"/>
                  <a:pt x="301343" y="212947"/>
                  <a:pt x="306398" y="211721"/>
                </a:cubicBezTo>
                <a:lnTo>
                  <a:pt x="307317" y="215398"/>
                </a:lnTo>
                <a:lnTo>
                  <a:pt x="258753" y="228420"/>
                </a:lnTo>
                <a:lnTo>
                  <a:pt x="257834" y="224590"/>
                </a:lnTo>
                <a:lnTo>
                  <a:pt x="260285" y="223977"/>
                </a:lnTo>
                <a:cubicBezTo>
                  <a:pt x="263962" y="223058"/>
                  <a:pt x="267026" y="221526"/>
                  <a:pt x="269324" y="219381"/>
                </a:cubicBezTo>
                <a:cubicBezTo>
                  <a:pt x="270396" y="218156"/>
                  <a:pt x="271009" y="216777"/>
                  <a:pt x="271316" y="214938"/>
                </a:cubicBezTo>
                <a:cubicBezTo>
                  <a:pt x="271469" y="213100"/>
                  <a:pt x="270703" y="208810"/>
                  <a:pt x="269018" y="202070"/>
                </a:cubicBezTo>
                <a:lnTo>
                  <a:pt x="245425" y="114440"/>
                </a:lnTo>
                <a:cubicBezTo>
                  <a:pt x="243893" y="108465"/>
                  <a:pt x="242514" y="104635"/>
                  <a:pt x="241595" y="103256"/>
                </a:cubicBezTo>
                <a:cubicBezTo>
                  <a:pt x="240676" y="101724"/>
                  <a:pt x="239450" y="100805"/>
                  <a:pt x="238071" y="100345"/>
                </a:cubicBezTo>
                <a:cubicBezTo>
                  <a:pt x="236693" y="99733"/>
                  <a:pt x="235007" y="99733"/>
                  <a:pt x="232863" y="100345"/>
                </a:cubicBezTo>
                <a:cubicBezTo>
                  <a:pt x="231331" y="100805"/>
                  <a:pt x="229339" y="101877"/>
                  <a:pt x="227194" y="103409"/>
                </a:cubicBezTo>
                <a:lnTo>
                  <a:pt x="225050" y="100499"/>
                </a:lnTo>
                <a:close/>
                <a:moveTo>
                  <a:pt x="261664" y="107852"/>
                </a:moveTo>
                <a:lnTo>
                  <a:pt x="271009" y="142475"/>
                </a:lnTo>
                <a:cubicBezTo>
                  <a:pt x="273001" y="149982"/>
                  <a:pt x="274686" y="154884"/>
                  <a:pt x="275912" y="157029"/>
                </a:cubicBezTo>
                <a:cubicBezTo>
                  <a:pt x="277903" y="160706"/>
                  <a:pt x="281120" y="163463"/>
                  <a:pt x="285563" y="165455"/>
                </a:cubicBezTo>
                <a:cubicBezTo>
                  <a:pt x="290006" y="167447"/>
                  <a:pt x="295062" y="167753"/>
                  <a:pt x="300730" y="166221"/>
                </a:cubicBezTo>
                <a:cubicBezTo>
                  <a:pt x="307471" y="164383"/>
                  <a:pt x="312220" y="160246"/>
                  <a:pt x="314977" y="153965"/>
                </a:cubicBezTo>
                <a:cubicBezTo>
                  <a:pt x="318501" y="145539"/>
                  <a:pt x="318654" y="135122"/>
                  <a:pt x="315284" y="122713"/>
                </a:cubicBezTo>
                <a:cubicBezTo>
                  <a:pt x="311607" y="108618"/>
                  <a:pt x="305479" y="98507"/>
                  <a:pt x="297360" y="92532"/>
                </a:cubicBezTo>
                <a:cubicBezTo>
                  <a:pt x="291538" y="88396"/>
                  <a:pt x="285716" y="87170"/>
                  <a:pt x="279742" y="88702"/>
                </a:cubicBezTo>
                <a:cubicBezTo>
                  <a:pt x="276524" y="89622"/>
                  <a:pt x="273614" y="91307"/>
                  <a:pt x="270856" y="93758"/>
                </a:cubicBezTo>
                <a:cubicBezTo>
                  <a:pt x="268711" y="95596"/>
                  <a:pt x="265647" y="100345"/>
                  <a:pt x="261664" y="107852"/>
                </a:cubicBezTo>
                <a:close/>
                <a:moveTo>
                  <a:pt x="387900" y="111682"/>
                </a:moveTo>
                <a:lnTo>
                  <a:pt x="383764" y="112755"/>
                </a:lnTo>
                <a:cubicBezTo>
                  <a:pt x="381925" y="104175"/>
                  <a:pt x="381159" y="96822"/>
                  <a:pt x="381313" y="90847"/>
                </a:cubicBezTo>
                <a:cubicBezTo>
                  <a:pt x="381466" y="84719"/>
                  <a:pt x="382691" y="76140"/>
                  <a:pt x="385296" y="64803"/>
                </a:cubicBezTo>
                <a:cubicBezTo>
                  <a:pt x="387287" y="56071"/>
                  <a:pt x="388360" y="49637"/>
                  <a:pt x="388513" y="45194"/>
                </a:cubicBezTo>
                <a:cubicBezTo>
                  <a:pt x="388666" y="40751"/>
                  <a:pt x="388053" y="36461"/>
                  <a:pt x="386981" y="32325"/>
                </a:cubicBezTo>
                <a:cubicBezTo>
                  <a:pt x="384683" y="23746"/>
                  <a:pt x="380547" y="17465"/>
                  <a:pt x="374725" y="13635"/>
                </a:cubicBezTo>
                <a:cubicBezTo>
                  <a:pt x="368750" y="9805"/>
                  <a:pt x="362469" y="8886"/>
                  <a:pt x="355882" y="10571"/>
                </a:cubicBezTo>
                <a:cubicBezTo>
                  <a:pt x="350060" y="12103"/>
                  <a:pt x="345770" y="14707"/>
                  <a:pt x="343166" y="18384"/>
                </a:cubicBezTo>
                <a:cubicBezTo>
                  <a:pt x="340562" y="22061"/>
                  <a:pt x="339643" y="25584"/>
                  <a:pt x="340562" y="28801"/>
                </a:cubicBezTo>
                <a:cubicBezTo>
                  <a:pt x="341175" y="31253"/>
                  <a:pt x="343013" y="34163"/>
                  <a:pt x="346077" y="37227"/>
                </a:cubicBezTo>
                <a:cubicBezTo>
                  <a:pt x="348988" y="40291"/>
                  <a:pt x="350826" y="42743"/>
                  <a:pt x="351286" y="44734"/>
                </a:cubicBezTo>
                <a:cubicBezTo>
                  <a:pt x="351898" y="47032"/>
                  <a:pt x="351745" y="49330"/>
                  <a:pt x="350520" y="51475"/>
                </a:cubicBezTo>
                <a:cubicBezTo>
                  <a:pt x="349447" y="53467"/>
                  <a:pt x="347762" y="54845"/>
                  <a:pt x="345617" y="55458"/>
                </a:cubicBezTo>
                <a:cubicBezTo>
                  <a:pt x="342706" y="56224"/>
                  <a:pt x="339796" y="55458"/>
                  <a:pt x="336732" y="53313"/>
                </a:cubicBezTo>
                <a:cubicBezTo>
                  <a:pt x="333668" y="51169"/>
                  <a:pt x="331370" y="47492"/>
                  <a:pt x="330144" y="42589"/>
                </a:cubicBezTo>
                <a:cubicBezTo>
                  <a:pt x="327999" y="34929"/>
                  <a:pt x="329531" y="27269"/>
                  <a:pt x="334434" y="19609"/>
                </a:cubicBezTo>
                <a:cubicBezTo>
                  <a:pt x="339489" y="12103"/>
                  <a:pt x="347609" y="6741"/>
                  <a:pt x="358792" y="3830"/>
                </a:cubicBezTo>
                <a:cubicBezTo>
                  <a:pt x="372580" y="0"/>
                  <a:pt x="383917" y="1379"/>
                  <a:pt x="392649" y="7660"/>
                </a:cubicBezTo>
                <a:cubicBezTo>
                  <a:pt x="399084" y="12256"/>
                  <a:pt x="403220" y="18231"/>
                  <a:pt x="405212" y="25431"/>
                </a:cubicBezTo>
                <a:cubicBezTo>
                  <a:pt x="406591" y="30333"/>
                  <a:pt x="406744" y="35695"/>
                  <a:pt x="405978" y="41517"/>
                </a:cubicBezTo>
                <a:cubicBezTo>
                  <a:pt x="405212" y="47339"/>
                  <a:pt x="402607" y="54539"/>
                  <a:pt x="398471" y="63118"/>
                </a:cubicBezTo>
                <a:cubicBezTo>
                  <a:pt x="391577" y="76906"/>
                  <a:pt x="387747" y="86251"/>
                  <a:pt x="386828" y="91460"/>
                </a:cubicBezTo>
                <a:cubicBezTo>
                  <a:pt x="385755" y="96669"/>
                  <a:pt x="386215" y="103409"/>
                  <a:pt x="387900" y="111682"/>
                </a:cubicBezTo>
                <a:close/>
                <a:moveTo>
                  <a:pt x="389739" y="124551"/>
                </a:moveTo>
                <a:cubicBezTo>
                  <a:pt x="392956" y="123632"/>
                  <a:pt x="396020" y="124091"/>
                  <a:pt x="398777" y="125623"/>
                </a:cubicBezTo>
                <a:cubicBezTo>
                  <a:pt x="401535" y="127308"/>
                  <a:pt x="403373" y="129606"/>
                  <a:pt x="404139" y="132824"/>
                </a:cubicBezTo>
                <a:cubicBezTo>
                  <a:pt x="405059" y="135888"/>
                  <a:pt x="404599" y="138952"/>
                  <a:pt x="402914" y="141709"/>
                </a:cubicBezTo>
                <a:cubicBezTo>
                  <a:pt x="401382" y="144467"/>
                  <a:pt x="398931" y="146305"/>
                  <a:pt x="395867" y="147071"/>
                </a:cubicBezTo>
                <a:cubicBezTo>
                  <a:pt x="392803" y="147990"/>
                  <a:pt x="389739" y="147531"/>
                  <a:pt x="386981" y="145999"/>
                </a:cubicBezTo>
                <a:cubicBezTo>
                  <a:pt x="384223" y="144314"/>
                  <a:pt x="382385" y="142016"/>
                  <a:pt x="381619" y="138952"/>
                </a:cubicBezTo>
                <a:cubicBezTo>
                  <a:pt x="380700" y="135734"/>
                  <a:pt x="381159" y="132824"/>
                  <a:pt x="382691" y="129913"/>
                </a:cubicBezTo>
                <a:cubicBezTo>
                  <a:pt x="384377" y="127155"/>
                  <a:pt x="386675" y="125317"/>
                  <a:pt x="389739" y="1245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CB77A0-D675-434E-9932-C570312A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659" y="853545"/>
            <a:ext cx="811955" cy="328306"/>
          </a:xfrm>
          <a:custGeom xmlns:a="http://schemas.openxmlformats.org/drawingml/2006/main">
            <a:pathLst>
              <a:path w="811955" h="328306">
                <a:moveTo>
                  <a:pt x="33857" y="202223"/>
                </a:moveTo>
                <a:cubicBezTo>
                  <a:pt x="47951" y="198393"/>
                  <a:pt x="60514" y="200691"/>
                  <a:pt x="71850" y="209117"/>
                </a:cubicBezTo>
                <a:cubicBezTo>
                  <a:pt x="81502" y="216317"/>
                  <a:pt x="87936" y="225816"/>
                  <a:pt x="91153" y="237612"/>
                </a:cubicBezTo>
                <a:cubicBezTo>
                  <a:pt x="93298" y="245885"/>
                  <a:pt x="93605" y="254770"/>
                  <a:pt x="91919" y="264422"/>
                </a:cubicBezTo>
                <a:cubicBezTo>
                  <a:pt x="90234" y="273920"/>
                  <a:pt x="86404" y="281733"/>
                  <a:pt x="80583" y="288014"/>
                </a:cubicBezTo>
                <a:cubicBezTo>
                  <a:pt x="74761" y="294142"/>
                  <a:pt x="67561" y="298432"/>
                  <a:pt x="58982" y="300730"/>
                </a:cubicBezTo>
                <a:cubicBezTo>
                  <a:pt x="45041" y="304407"/>
                  <a:pt x="32478" y="301802"/>
                  <a:pt x="21295" y="292917"/>
                </a:cubicBezTo>
                <a:cubicBezTo>
                  <a:pt x="11796" y="285410"/>
                  <a:pt x="5515" y="275758"/>
                  <a:pt x="2451" y="264115"/>
                </a:cubicBezTo>
                <a:cubicBezTo>
                  <a:pt x="153" y="255689"/>
                  <a:pt x="0" y="246651"/>
                  <a:pt x="1992" y="237152"/>
                </a:cubicBezTo>
                <a:cubicBezTo>
                  <a:pt x="3983" y="227654"/>
                  <a:pt x="7813" y="219841"/>
                  <a:pt x="13635" y="214019"/>
                </a:cubicBezTo>
                <a:cubicBezTo>
                  <a:pt x="19456" y="208198"/>
                  <a:pt x="26197" y="204214"/>
                  <a:pt x="33857" y="202223"/>
                </a:cubicBezTo>
                <a:close/>
                <a:moveTo>
                  <a:pt x="32478" y="209576"/>
                </a:moveTo>
                <a:cubicBezTo>
                  <a:pt x="28955" y="210496"/>
                  <a:pt x="25584" y="212640"/>
                  <a:pt x="22520" y="215704"/>
                </a:cubicBezTo>
                <a:cubicBezTo>
                  <a:pt x="19456" y="218768"/>
                  <a:pt x="17618" y="223211"/>
                  <a:pt x="16852" y="229186"/>
                </a:cubicBezTo>
                <a:cubicBezTo>
                  <a:pt x="15933" y="235161"/>
                  <a:pt x="16699" y="242208"/>
                  <a:pt x="18997" y="250634"/>
                </a:cubicBezTo>
                <a:cubicBezTo>
                  <a:pt x="22520" y="264115"/>
                  <a:pt x="28342" y="274992"/>
                  <a:pt x="36308" y="283418"/>
                </a:cubicBezTo>
                <a:cubicBezTo>
                  <a:pt x="44275" y="291691"/>
                  <a:pt x="52701" y="294755"/>
                  <a:pt x="61433" y="292304"/>
                </a:cubicBezTo>
                <a:cubicBezTo>
                  <a:pt x="68020" y="290619"/>
                  <a:pt x="72770" y="286482"/>
                  <a:pt x="75527" y="279895"/>
                </a:cubicBezTo>
                <a:cubicBezTo>
                  <a:pt x="78285" y="273460"/>
                  <a:pt x="77978" y="263503"/>
                  <a:pt x="74455" y="250327"/>
                </a:cubicBezTo>
                <a:cubicBezTo>
                  <a:pt x="70012" y="233935"/>
                  <a:pt x="62965" y="221986"/>
                  <a:pt x="53313" y="214326"/>
                </a:cubicBezTo>
                <a:cubicBezTo>
                  <a:pt x="46879" y="209270"/>
                  <a:pt x="39832" y="207585"/>
                  <a:pt x="32478" y="209576"/>
                </a:cubicBezTo>
                <a:close/>
                <a:moveTo>
                  <a:pt x="88090" y="200384"/>
                </a:moveTo>
                <a:lnTo>
                  <a:pt x="113521" y="181235"/>
                </a:lnTo>
                <a:lnTo>
                  <a:pt x="117351" y="180315"/>
                </a:lnTo>
                <a:lnTo>
                  <a:pt x="123172" y="201916"/>
                </a:lnTo>
                <a:cubicBezTo>
                  <a:pt x="125777" y="192418"/>
                  <a:pt x="128994" y="185524"/>
                  <a:pt x="132977" y="180928"/>
                </a:cubicBezTo>
                <a:cubicBezTo>
                  <a:pt x="136960" y="176332"/>
                  <a:pt x="141556" y="173268"/>
                  <a:pt x="146918" y="171889"/>
                </a:cubicBezTo>
                <a:cubicBezTo>
                  <a:pt x="156110" y="169438"/>
                  <a:pt x="164842" y="170970"/>
                  <a:pt x="173115" y="176639"/>
                </a:cubicBezTo>
                <a:cubicBezTo>
                  <a:pt x="183073" y="183379"/>
                  <a:pt x="189967" y="194103"/>
                  <a:pt x="193797" y="208351"/>
                </a:cubicBezTo>
                <a:cubicBezTo>
                  <a:pt x="198086" y="224284"/>
                  <a:pt x="197014" y="238684"/>
                  <a:pt x="190733" y="251706"/>
                </a:cubicBezTo>
                <a:cubicBezTo>
                  <a:pt x="185371" y="262277"/>
                  <a:pt x="177098" y="269018"/>
                  <a:pt x="165608" y="272082"/>
                </a:cubicBezTo>
                <a:cubicBezTo>
                  <a:pt x="160553" y="273460"/>
                  <a:pt x="156110" y="273920"/>
                  <a:pt x="152127" y="273460"/>
                </a:cubicBezTo>
                <a:cubicBezTo>
                  <a:pt x="149063" y="273154"/>
                  <a:pt x="145539" y="271928"/>
                  <a:pt x="141403" y="269937"/>
                </a:cubicBezTo>
                <a:lnTo>
                  <a:pt x="148910" y="298126"/>
                </a:lnTo>
                <a:cubicBezTo>
                  <a:pt x="150595" y="304407"/>
                  <a:pt x="152127" y="308390"/>
                  <a:pt x="153352" y="309922"/>
                </a:cubicBezTo>
                <a:cubicBezTo>
                  <a:pt x="154578" y="311454"/>
                  <a:pt x="156263" y="312373"/>
                  <a:pt x="158408" y="312833"/>
                </a:cubicBezTo>
                <a:cubicBezTo>
                  <a:pt x="160706" y="313445"/>
                  <a:pt x="164229" y="312986"/>
                  <a:pt x="169285" y="311607"/>
                </a:cubicBezTo>
                <a:lnTo>
                  <a:pt x="170357" y="315284"/>
                </a:lnTo>
                <a:lnTo>
                  <a:pt x="121793" y="328306"/>
                </a:lnTo>
                <a:lnTo>
                  <a:pt x="120721" y="324629"/>
                </a:lnTo>
                <a:lnTo>
                  <a:pt x="123325" y="323863"/>
                </a:lnTo>
                <a:cubicBezTo>
                  <a:pt x="127002" y="322944"/>
                  <a:pt x="130066" y="321412"/>
                  <a:pt x="132211" y="319267"/>
                </a:cubicBezTo>
                <a:cubicBezTo>
                  <a:pt x="133283" y="318195"/>
                  <a:pt x="134049" y="316663"/>
                  <a:pt x="134202" y="314824"/>
                </a:cubicBezTo>
                <a:cubicBezTo>
                  <a:pt x="134509" y="312986"/>
                  <a:pt x="133743" y="308696"/>
                  <a:pt x="131904" y="301956"/>
                </a:cubicBezTo>
                <a:lnTo>
                  <a:pt x="108465" y="214326"/>
                </a:lnTo>
                <a:cubicBezTo>
                  <a:pt x="106933" y="208351"/>
                  <a:pt x="105554" y="204674"/>
                  <a:pt x="104635" y="203142"/>
                </a:cubicBezTo>
                <a:cubicBezTo>
                  <a:pt x="103563" y="201763"/>
                  <a:pt x="102490" y="200691"/>
                  <a:pt x="101111" y="200231"/>
                </a:cubicBezTo>
                <a:cubicBezTo>
                  <a:pt x="99579" y="199772"/>
                  <a:pt x="97894" y="199772"/>
                  <a:pt x="95903" y="200231"/>
                </a:cubicBezTo>
                <a:cubicBezTo>
                  <a:pt x="94371" y="200691"/>
                  <a:pt x="92379" y="201763"/>
                  <a:pt x="90081" y="203295"/>
                </a:cubicBezTo>
                <a:lnTo>
                  <a:pt x="88090" y="200384"/>
                </a:lnTo>
                <a:close/>
                <a:moveTo>
                  <a:pt x="124704" y="207891"/>
                </a:moveTo>
                <a:lnTo>
                  <a:pt x="134049" y="242514"/>
                </a:lnTo>
                <a:cubicBezTo>
                  <a:pt x="136041" y="249868"/>
                  <a:pt x="137573" y="254770"/>
                  <a:pt x="138798" y="256915"/>
                </a:cubicBezTo>
                <a:cubicBezTo>
                  <a:pt x="140790" y="260592"/>
                  <a:pt x="144160" y="263503"/>
                  <a:pt x="148603" y="265494"/>
                </a:cubicBezTo>
                <a:cubicBezTo>
                  <a:pt x="153046" y="267486"/>
                  <a:pt x="158102" y="267639"/>
                  <a:pt x="163617" y="266107"/>
                </a:cubicBezTo>
                <a:cubicBezTo>
                  <a:pt x="170357" y="264422"/>
                  <a:pt x="175107" y="260285"/>
                  <a:pt x="177864" y="253851"/>
                </a:cubicBezTo>
                <a:cubicBezTo>
                  <a:pt x="181541" y="245578"/>
                  <a:pt x="181694" y="235161"/>
                  <a:pt x="178324" y="222598"/>
                </a:cubicBezTo>
                <a:cubicBezTo>
                  <a:pt x="174494" y="208504"/>
                  <a:pt x="168519" y="198393"/>
                  <a:pt x="160246" y="192418"/>
                </a:cubicBezTo>
                <a:cubicBezTo>
                  <a:pt x="154578" y="188435"/>
                  <a:pt x="148756" y="187056"/>
                  <a:pt x="142782" y="188741"/>
                </a:cubicBezTo>
                <a:cubicBezTo>
                  <a:pt x="139564" y="189507"/>
                  <a:pt x="136500" y="191193"/>
                  <a:pt x="133896" y="193644"/>
                </a:cubicBezTo>
                <a:cubicBezTo>
                  <a:pt x="131751" y="195635"/>
                  <a:pt x="128687" y="200231"/>
                  <a:pt x="124704" y="207891"/>
                </a:cubicBezTo>
                <a:close/>
                <a:moveTo>
                  <a:pt x="195176" y="165455"/>
                </a:moveTo>
                <a:lnTo>
                  <a:pt x="304407" y="136194"/>
                </a:lnTo>
                <a:lnTo>
                  <a:pt x="306551" y="144467"/>
                </a:lnTo>
                <a:lnTo>
                  <a:pt x="197474" y="173728"/>
                </a:lnTo>
                <a:lnTo>
                  <a:pt x="195176" y="165455"/>
                </a:lnTo>
                <a:close/>
                <a:moveTo>
                  <a:pt x="204061" y="198393"/>
                </a:moveTo>
                <a:lnTo>
                  <a:pt x="313139" y="169132"/>
                </a:lnTo>
                <a:lnTo>
                  <a:pt x="315437" y="177405"/>
                </a:lnTo>
                <a:lnTo>
                  <a:pt x="206206" y="206666"/>
                </a:lnTo>
                <a:lnTo>
                  <a:pt x="204061" y="198393"/>
                </a:lnTo>
                <a:close/>
                <a:moveTo>
                  <a:pt x="400003" y="195176"/>
                </a:moveTo>
                <a:cubicBezTo>
                  <a:pt x="396633" y="201150"/>
                  <a:pt x="393109" y="205593"/>
                  <a:pt x="389432" y="208810"/>
                </a:cubicBezTo>
                <a:cubicBezTo>
                  <a:pt x="385602" y="212028"/>
                  <a:pt x="381313" y="214326"/>
                  <a:pt x="376257" y="215704"/>
                </a:cubicBezTo>
                <a:cubicBezTo>
                  <a:pt x="366146" y="218462"/>
                  <a:pt x="356188" y="216624"/>
                  <a:pt x="346383" y="210036"/>
                </a:cubicBezTo>
                <a:cubicBezTo>
                  <a:pt x="336579" y="203602"/>
                  <a:pt x="329838" y="193797"/>
                  <a:pt x="326314" y="180469"/>
                </a:cubicBezTo>
                <a:cubicBezTo>
                  <a:pt x="322791" y="167293"/>
                  <a:pt x="323710" y="153965"/>
                  <a:pt x="329072" y="140637"/>
                </a:cubicBezTo>
                <a:cubicBezTo>
                  <a:pt x="334434" y="127462"/>
                  <a:pt x="343779" y="119036"/>
                  <a:pt x="356954" y="115512"/>
                </a:cubicBezTo>
                <a:cubicBezTo>
                  <a:pt x="365074" y="113367"/>
                  <a:pt x="372580" y="114133"/>
                  <a:pt x="379168" y="117810"/>
                </a:cubicBezTo>
                <a:lnTo>
                  <a:pt x="374572" y="100805"/>
                </a:lnTo>
                <a:cubicBezTo>
                  <a:pt x="371814" y="90234"/>
                  <a:pt x="369823" y="83800"/>
                  <a:pt x="368597" y="81502"/>
                </a:cubicBezTo>
                <a:cubicBezTo>
                  <a:pt x="367525" y="79204"/>
                  <a:pt x="366299" y="77672"/>
                  <a:pt x="364920" y="77212"/>
                </a:cubicBezTo>
                <a:cubicBezTo>
                  <a:pt x="363695" y="76600"/>
                  <a:pt x="362163" y="76446"/>
                  <a:pt x="360478" y="76906"/>
                </a:cubicBezTo>
                <a:cubicBezTo>
                  <a:pt x="358792" y="77366"/>
                  <a:pt x="356648" y="78591"/>
                  <a:pt x="354043" y="80430"/>
                </a:cubicBezTo>
                <a:lnTo>
                  <a:pt x="351745" y="77212"/>
                </a:lnTo>
                <a:lnTo>
                  <a:pt x="376257" y="58522"/>
                </a:lnTo>
                <a:lnTo>
                  <a:pt x="380853" y="57296"/>
                </a:lnTo>
                <a:lnTo>
                  <a:pt x="409655" y="164383"/>
                </a:lnTo>
                <a:cubicBezTo>
                  <a:pt x="412565" y="175260"/>
                  <a:pt x="414557" y="181847"/>
                  <a:pt x="415629" y="183992"/>
                </a:cubicBezTo>
                <a:cubicBezTo>
                  <a:pt x="416855" y="186290"/>
                  <a:pt x="418080" y="187822"/>
                  <a:pt x="419459" y="188435"/>
                </a:cubicBezTo>
                <a:cubicBezTo>
                  <a:pt x="420838" y="189048"/>
                  <a:pt x="422217" y="189201"/>
                  <a:pt x="423749" y="188741"/>
                </a:cubicBezTo>
                <a:cubicBezTo>
                  <a:pt x="425587" y="188282"/>
                  <a:pt x="427732" y="187056"/>
                  <a:pt x="430490" y="185065"/>
                </a:cubicBezTo>
                <a:lnTo>
                  <a:pt x="432634" y="188435"/>
                </a:lnTo>
                <a:lnTo>
                  <a:pt x="408123" y="207125"/>
                </a:lnTo>
                <a:lnTo>
                  <a:pt x="403527" y="208351"/>
                </a:lnTo>
                <a:lnTo>
                  <a:pt x="400003" y="195176"/>
                </a:lnTo>
                <a:close/>
                <a:moveTo>
                  <a:pt x="398011" y="188129"/>
                </a:moveTo>
                <a:lnTo>
                  <a:pt x="385296" y="140330"/>
                </a:lnTo>
                <a:cubicBezTo>
                  <a:pt x="383611" y="135888"/>
                  <a:pt x="381313" y="132058"/>
                  <a:pt x="378249" y="128840"/>
                </a:cubicBezTo>
                <a:cubicBezTo>
                  <a:pt x="375185" y="125470"/>
                  <a:pt x="371814" y="123325"/>
                  <a:pt x="367984" y="122406"/>
                </a:cubicBezTo>
                <a:cubicBezTo>
                  <a:pt x="364001" y="121334"/>
                  <a:pt x="360478" y="121181"/>
                  <a:pt x="357414" y="122100"/>
                </a:cubicBezTo>
                <a:cubicBezTo>
                  <a:pt x="351439" y="123632"/>
                  <a:pt x="346843" y="127768"/>
                  <a:pt x="343626" y="134356"/>
                </a:cubicBezTo>
                <a:cubicBezTo>
                  <a:pt x="339336" y="142935"/>
                  <a:pt x="339030" y="154118"/>
                  <a:pt x="342706" y="167600"/>
                </a:cubicBezTo>
                <a:cubicBezTo>
                  <a:pt x="346383" y="181235"/>
                  <a:pt x="352052" y="190886"/>
                  <a:pt x="360018" y="196555"/>
                </a:cubicBezTo>
                <a:cubicBezTo>
                  <a:pt x="367831" y="202223"/>
                  <a:pt x="375491" y="204061"/>
                  <a:pt x="382691" y="202070"/>
                </a:cubicBezTo>
                <a:cubicBezTo>
                  <a:pt x="388819" y="200384"/>
                  <a:pt x="393875" y="195789"/>
                  <a:pt x="398011" y="188129"/>
                </a:cubicBezTo>
                <a:close/>
                <a:moveTo>
                  <a:pt x="442133" y="133130"/>
                </a:moveTo>
                <a:cubicBezTo>
                  <a:pt x="445810" y="146918"/>
                  <a:pt x="451937" y="156723"/>
                  <a:pt x="460823" y="162851"/>
                </a:cubicBezTo>
                <a:cubicBezTo>
                  <a:pt x="469709" y="168825"/>
                  <a:pt x="478594" y="170664"/>
                  <a:pt x="487786" y="168213"/>
                </a:cubicBezTo>
                <a:cubicBezTo>
                  <a:pt x="493761" y="166527"/>
                  <a:pt x="498663" y="163463"/>
                  <a:pt x="502187" y="158868"/>
                </a:cubicBezTo>
                <a:cubicBezTo>
                  <a:pt x="505864" y="154425"/>
                  <a:pt x="508008" y="147684"/>
                  <a:pt x="508928" y="138798"/>
                </a:cubicBezTo>
                <a:lnTo>
                  <a:pt x="512604" y="139871"/>
                </a:lnTo>
                <a:cubicBezTo>
                  <a:pt x="513677" y="149522"/>
                  <a:pt x="511838" y="159021"/>
                  <a:pt x="507089" y="168519"/>
                </a:cubicBezTo>
                <a:cubicBezTo>
                  <a:pt x="502187" y="177864"/>
                  <a:pt x="494680" y="183992"/>
                  <a:pt x="484416" y="186750"/>
                </a:cubicBezTo>
                <a:cubicBezTo>
                  <a:pt x="473385" y="189661"/>
                  <a:pt x="462661" y="187975"/>
                  <a:pt x="452397" y="181388"/>
                </a:cubicBezTo>
                <a:cubicBezTo>
                  <a:pt x="442133" y="174800"/>
                  <a:pt x="435086" y="164229"/>
                  <a:pt x="431102" y="149676"/>
                </a:cubicBezTo>
                <a:cubicBezTo>
                  <a:pt x="426966" y="133743"/>
                  <a:pt x="427732" y="120261"/>
                  <a:pt x="433400" y="109231"/>
                </a:cubicBezTo>
                <a:cubicBezTo>
                  <a:pt x="439222" y="98201"/>
                  <a:pt x="448261" y="91000"/>
                  <a:pt x="460517" y="87783"/>
                </a:cubicBezTo>
                <a:cubicBezTo>
                  <a:pt x="470781" y="85026"/>
                  <a:pt x="480279" y="86098"/>
                  <a:pt x="488858" y="91153"/>
                </a:cubicBezTo>
                <a:cubicBezTo>
                  <a:pt x="497284" y="96209"/>
                  <a:pt x="503106" y="104482"/>
                  <a:pt x="506170" y="115972"/>
                </a:cubicBezTo>
                <a:lnTo>
                  <a:pt x="442133" y="133130"/>
                </a:lnTo>
                <a:close/>
                <a:moveTo>
                  <a:pt x="440601" y="127308"/>
                </a:moveTo>
                <a:lnTo>
                  <a:pt x="483497" y="115819"/>
                </a:lnTo>
                <a:cubicBezTo>
                  <a:pt x="481505" y="109844"/>
                  <a:pt x="479667" y="105861"/>
                  <a:pt x="477981" y="103716"/>
                </a:cubicBezTo>
                <a:cubicBezTo>
                  <a:pt x="475224" y="100499"/>
                  <a:pt x="472007" y="98201"/>
                  <a:pt x="468023" y="96822"/>
                </a:cubicBezTo>
                <a:cubicBezTo>
                  <a:pt x="464193" y="95596"/>
                  <a:pt x="460363" y="95443"/>
                  <a:pt x="456687" y="96515"/>
                </a:cubicBezTo>
                <a:cubicBezTo>
                  <a:pt x="451171" y="97894"/>
                  <a:pt x="446729" y="101418"/>
                  <a:pt x="443512" y="107086"/>
                </a:cubicBezTo>
                <a:cubicBezTo>
                  <a:pt x="440141" y="112601"/>
                  <a:pt x="439222" y="119342"/>
                  <a:pt x="440601" y="127308"/>
                </a:cubicBezTo>
                <a:close/>
                <a:moveTo>
                  <a:pt x="527771" y="17924"/>
                </a:moveTo>
                <a:lnTo>
                  <a:pt x="560709" y="140790"/>
                </a:lnTo>
                <a:cubicBezTo>
                  <a:pt x="562241" y="146612"/>
                  <a:pt x="563620" y="150288"/>
                  <a:pt x="564998" y="151974"/>
                </a:cubicBezTo>
                <a:cubicBezTo>
                  <a:pt x="566377" y="153659"/>
                  <a:pt x="568062" y="154731"/>
                  <a:pt x="570054" y="155344"/>
                </a:cubicBezTo>
                <a:cubicBezTo>
                  <a:pt x="572046" y="155804"/>
                  <a:pt x="575416" y="155344"/>
                  <a:pt x="580318" y="154118"/>
                </a:cubicBezTo>
                <a:lnTo>
                  <a:pt x="581238" y="157795"/>
                </a:lnTo>
                <a:lnTo>
                  <a:pt x="535737" y="169898"/>
                </a:lnTo>
                <a:lnTo>
                  <a:pt x="534818" y="166221"/>
                </a:lnTo>
                <a:cubicBezTo>
                  <a:pt x="539108" y="165149"/>
                  <a:pt x="541865" y="163923"/>
                  <a:pt x="543244" y="162697"/>
                </a:cubicBezTo>
                <a:cubicBezTo>
                  <a:pt x="544470" y="161319"/>
                  <a:pt x="545389" y="159634"/>
                  <a:pt x="545695" y="157336"/>
                </a:cubicBezTo>
                <a:cubicBezTo>
                  <a:pt x="546002" y="155038"/>
                  <a:pt x="545389" y="151054"/>
                  <a:pt x="543857" y="145386"/>
                </a:cubicBezTo>
                <a:lnTo>
                  <a:pt x="521337" y="61126"/>
                </a:lnTo>
                <a:cubicBezTo>
                  <a:pt x="518426" y="50709"/>
                  <a:pt x="516588" y="44275"/>
                  <a:pt x="515362" y="42130"/>
                </a:cubicBezTo>
                <a:cubicBezTo>
                  <a:pt x="514290" y="39832"/>
                  <a:pt x="513064" y="38453"/>
                  <a:pt x="511838" y="37840"/>
                </a:cubicBezTo>
                <a:cubicBezTo>
                  <a:pt x="510613" y="37227"/>
                  <a:pt x="509081" y="37074"/>
                  <a:pt x="507549" y="37534"/>
                </a:cubicBezTo>
                <a:cubicBezTo>
                  <a:pt x="505710" y="37993"/>
                  <a:pt x="503719" y="39219"/>
                  <a:pt x="501268" y="40904"/>
                </a:cubicBezTo>
                <a:lnTo>
                  <a:pt x="498510" y="37840"/>
                </a:lnTo>
                <a:lnTo>
                  <a:pt x="523175" y="19150"/>
                </a:lnTo>
                <a:lnTo>
                  <a:pt x="527771" y="17924"/>
                </a:lnTo>
                <a:close/>
                <a:moveTo>
                  <a:pt x="591349" y="93145"/>
                </a:moveTo>
                <a:cubicBezTo>
                  <a:pt x="594872" y="106933"/>
                  <a:pt x="601153" y="116738"/>
                  <a:pt x="610039" y="122866"/>
                </a:cubicBezTo>
                <a:cubicBezTo>
                  <a:pt x="618771" y="128840"/>
                  <a:pt x="627810" y="130679"/>
                  <a:pt x="636849" y="128228"/>
                </a:cubicBezTo>
                <a:cubicBezTo>
                  <a:pt x="642977" y="126542"/>
                  <a:pt x="647879" y="123479"/>
                  <a:pt x="651403" y="118883"/>
                </a:cubicBezTo>
                <a:cubicBezTo>
                  <a:pt x="654926" y="114440"/>
                  <a:pt x="657224" y="107699"/>
                  <a:pt x="658144" y="98813"/>
                </a:cubicBezTo>
                <a:lnTo>
                  <a:pt x="661820" y="99886"/>
                </a:lnTo>
                <a:cubicBezTo>
                  <a:pt x="662893" y="109537"/>
                  <a:pt x="660901" y="119036"/>
                  <a:pt x="656152" y="128534"/>
                </a:cubicBezTo>
                <a:cubicBezTo>
                  <a:pt x="651403" y="137879"/>
                  <a:pt x="643896" y="144007"/>
                  <a:pt x="633632" y="146765"/>
                </a:cubicBezTo>
                <a:cubicBezTo>
                  <a:pt x="622448" y="149676"/>
                  <a:pt x="611877" y="147990"/>
                  <a:pt x="601613" y="141403"/>
                </a:cubicBezTo>
                <a:cubicBezTo>
                  <a:pt x="591349" y="134815"/>
                  <a:pt x="584302" y="124245"/>
                  <a:pt x="580318" y="109691"/>
                </a:cubicBezTo>
                <a:cubicBezTo>
                  <a:pt x="576029" y="93758"/>
                  <a:pt x="576795" y="80276"/>
                  <a:pt x="582616" y="69246"/>
                </a:cubicBezTo>
                <a:cubicBezTo>
                  <a:pt x="588285" y="58216"/>
                  <a:pt x="597323" y="51015"/>
                  <a:pt x="609579" y="47798"/>
                </a:cubicBezTo>
                <a:cubicBezTo>
                  <a:pt x="619997" y="45041"/>
                  <a:pt x="629495" y="46113"/>
                  <a:pt x="637921" y="51169"/>
                </a:cubicBezTo>
                <a:cubicBezTo>
                  <a:pt x="646500" y="56224"/>
                  <a:pt x="652322" y="64497"/>
                  <a:pt x="655386" y="75987"/>
                </a:cubicBezTo>
                <a:lnTo>
                  <a:pt x="591349" y="93145"/>
                </a:lnTo>
                <a:close/>
                <a:moveTo>
                  <a:pt x="589817" y="87324"/>
                </a:moveTo>
                <a:lnTo>
                  <a:pt x="632559" y="75834"/>
                </a:lnTo>
                <a:cubicBezTo>
                  <a:pt x="630721" y="70012"/>
                  <a:pt x="628883" y="65876"/>
                  <a:pt x="627197" y="63884"/>
                </a:cubicBezTo>
                <a:cubicBezTo>
                  <a:pt x="624440" y="60514"/>
                  <a:pt x="621069" y="58216"/>
                  <a:pt x="617239" y="56990"/>
                </a:cubicBezTo>
                <a:cubicBezTo>
                  <a:pt x="613256" y="55611"/>
                  <a:pt x="609579" y="55458"/>
                  <a:pt x="605903" y="56530"/>
                </a:cubicBezTo>
                <a:cubicBezTo>
                  <a:pt x="600234" y="58062"/>
                  <a:pt x="595791" y="61586"/>
                  <a:pt x="592574" y="67101"/>
                </a:cubicBezTo>
                <a:cubicBezTo>
                  <a:pt x="589357" y="72616"/>
                  <a:pt x="588438" y="79357"/>
                  <a:pt x="589817" y="87324"/>
                </a:cubicBezTo>
                <a:close/>
                <a:moveTo>
                  <a:pt x="677447" y="0"/>
                </a:moveTo>
                <a:lnTo>
                  <a:pt x="685566" y="30487"/>
                </a:lnTo>
                <a:lnTo>
                  <a:pt x="707320" y="24665"/>
                </a:lnTo>
                <a:lnTo>
                  <a:pt x="709159" y="31712"/>
                </a:lnTo>
                <a:lnTo>
                  <a:pt x="687558" y="37534"/>
                </a:lnTo>
                <a:lnTo>
                  <a:pt x="703644" y="97588"/>
                </a:lnTo>
                <a:cubicBezTo>
                  <a:pt x="705176" y="103563"/>
                  <a:pt x="707167" y="107393"/>
                  <a:pt x="709465" y="109078"/>
                </a:cubicBezTo>
                <a:cubicBezTo>
                  <a:pt x="711763" y="110763"/>
                  <a:pt x="714214" y="111223"/>
                  <a:pt x="716972" y="110457"/>
                </a:cubicBezTo>
                <a:cubicBezTo>
                  <a:pt x="719117" y="109844"/>
                  <a:pt x="721108" y="108618"/>
                  <a:pt x="722794" y="106627"/>
                </a:cubicBezTo>
                <a:cubicBezTo>
                  <a:pt x="724632" y="104635"/>
                  <a:pt x="725704" y="102184"/>
                  <a:pt x="726011" y="99273"/>
                </a:cubicBezTo>
                <a:lnTo>
                  <a:pt x="729994" y="98201"/>
                </a:lnTo>
                <a:cubicBezTo>
                  <a:pt x="729381" y="105401"/>
                  <a:pt x="727390" y="111223"/>
                  <a:pt x="724019" y="115819"/>
                </a:cubicBezTo>
                <a:cubicBezTo>
                  <a:pt x="720496" y="120261"/>
                  <a:pt x="716512" y="123172"/>
                  <a:pt x="711916" y="124398"/>
                </a:cubicBezTo>
                <a:cubicBezTo>
                  <a:pt x="708852" y="125164"/>
                  <a:pt x="705635" y="125164"/>
                  <a:pt x="702112" y="124245"/>
                </a:cubicBezTo>
                <a:cubicBezTo>
                  <a:pt x="698741" y="123325"/>
                  <a:pt x="695831" y="121334"/>
                  <a:pt x="693686" y="118576"/>
                </a:cubicBezTo>
                <a:cubicBezTo>
                  <a:pt x="691388" y="115819"/>
                  <a:pt x="689396" y="111069"/>
                  <a:pt x="687558" y="104329"/>
                </a:cubicBezTo>
                <a:lnTo>
                  <a:pt x="670859" y="41977"/>
                </a:lnTo>
                <a:lnTo>
                  <a:pt x="656152" y="45960"/>
                </a:lnTo>
                <a:lnTo>
                  <a:pt x="655233" y="42589"/>
                </a:lnTo>
                <a:cubicBezTo>
                  <a:pt x="658603" y="40138"/>
                  <a:pt x="661667" y="36615"/>
                  <a:pt x="664578" y="32019"/>
                </a:cubicBezTo>
                <a:cubicBezTo>
                  <a:pt x="667489" y="27423"/>
                  <a:pt x="669940" y="22367"/>
                  <a:pt x="671625" y="16699"/>
                </a:cubicBezTo>
                <a:cubicBezTo>
                  <a:pt x="672544" y="13635"/>
                  <a:pt x="673463" y="8426"/>
                  <a:pt x="674383" y="919"/>
                </a:cubicBezTo>
                <a:lnTo>
                  <a:pt x="677447" y="0"/>
                </a:lnTo>
                <a:close/>
                <a:moveTo>
                  <a:pt x="740411" y="53160"/>
                </a:moveTo>
                <a:cubicBezTo>
                  <a:pt x="744088" y="66948"/>
                  <a:pt x="750369" y="76906"/>
                  <a:pt x="759102" y="82881"/>
                </a:cubicBezTo>
                <a:cubicBezTo>
                  <a:pt x="767987" y="88856"/>
                  <a:pt x="777026" y="90694"/>
                  <a:pt x="786065" y="88243"/>
                </a:cubicBezTo>
                <a:cubicBezTo>
                  <a:pt x="792193" y="86558"/>
                  <a:pt x="796942" y="83494"/>
                  <a:pt x="800619" y="79051"/>
                </a:cubicBezTo>
                <a:cubicBezTo>
                  <a:pt x="804142" y="74455"/>
                  <a:pt x="806440" y="67714"/>
                  <a:pt x="807206" y="58828"/>
                </a:cubicBezTo>
                <a:lnTo>
                  <a:pt x="810883" y="60054"/>
                </a:lnTo>
                <a:cubicBezTo>
                  <a:pt x="811955" y="69552"/>
                  <a:pt x="810117" y="79051"/>
                  <a:pt x="805368" y="88549"/>
                </a:cubicBezTo>
                <a:cubicBezTo>
                  <a:pt x="800619" y="97894"/>
                  <a:pt x="793112" y="104022"/>
                  <a:pt x="782848" y="106780"/>
                </a:cubicBezTo>
                <a:cubicBezTo>
                  <a:pt x="771664" y="109691"/>
                  <a:pt x="760940" y="108005"/>
                  <a:pt x="750676" y="101418"/>
                </a:cubicBezTo>
                <a:cubicBezTo>
                  <a:pt x="740565" y="94830"/>
                  <a:pt x="733364" y="84260"/>
                  <a:pt x="729534" y="69706"/>
                </a:cubicBezTo>
                <a:cubicBezTo>
                  <a:pt x="725245" y="53773"/>
                  <a:pt x="726011" y="40445"/>
                  <a:pt x="731679" y="29261"/>
                </a:cubicBezTo>
                <a:cubicBezTo>
                  <a:pt x="737501" y="18231"/>
                  <a:pt x="746539" y="11184"/>
                  <a:pt x="758795" y="7813"/>
                </a:cubicBezTo>
                <a:cubicBezTo>
                  <a:pt x="769213" y="5056"/>
                  <a:pt x="778558" y="6128"/>
                  <a:pt x="787137" y="11184"/>
                </a:cubicBezTo>
                <a:cubicBezTo>
                  <a:pt x="795716" y="16239"/>
                  <a:pt x="801385" y="24512"/>
                  <a:pt x="804449" y="36002"/>
                </a:cubicBezTo>
                <a:lnTo>
                  <a:pt x="740411" y="53160"/>
                </a:lnTo>
                <a:close/>
                <a:moveTo>
                  <a:pt x="738879" y="47339"/>
                </a:moveTo>
                <a:lnTo>
                  <a:pt x="781775" y="35849"/>
                </a:lnTo>
                <a:cubicBezTo>
                  <a:pt x="779937" y="30027"/>
                  <a:pt x="778098" y="26044"/>
                  <a:pt x="776260" y="23899"/>
                </a:cubicBezTo>
                <a:cubicBezTo>
                  <a:pt x="773656" y="20529"/>
                  <a:pt x="770285" y="18231"/>
                  <a:pt x="766455" y="17005"/>
                </a:cubicBezTo>
                <a:cubicBezTo>
                  <a:pt x="762472" y="15626"/>
                  <a:pt x="758642" y="15473"/>
                  <a:pt x="755119" y="16546"/>
                </a:cubicBezTo>
                <a:cubicBezTo>
                  <a:pt x="749450" y="18077"/>
                  <a:pt x="745007" y="21601"/>
                  <a:pt x="741790" y="27116"/>
                </a:cubicBezTo>
                <a:cubicBezTo>
                  <a:pt x="738573" y="32631"/>
                  <a:pt x="737501" y="39372"/>
                  <a:pt x="738879" y="47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493FE6-7F1B-4D3A-8A91-D577FEFD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446" y="1322947"/>
            <a:ext cx="578940" cy="325518"/>
          </a:xfrm>
          <a:custGeom xmlns:a="http://schemas.openxmlformats.org/drawingml/2006/main">
            <a:pathLst>
              <a:path w="578940" h="325518">
                <a:moveTo>
                  <a:pt x="135122" y="201748"/>
                </a:moveTo>
                <a:cubicBezTo>
                  <a:pt x="152893" y="201166"/>
                  <a:pt x="165915" y="202744"/>
                  <a:pt x="174034" y="206482"/>
                </a:cubicBezTo>
                <a:cubicBezTo>
                  <a:pt x="185984" y="211767"/>
                  <a:pt x="193491" y="220699"/>
                  <a:pt x="196861" y="233276"/>
                </a:cubicBezTo>
                <a:cubicBezTo>
                  <a:pt x="200384" y="246543"/>
                  <a:pt x="198086" y="258937"/>
                  <a:pt x="189661" y="270473"/>
                </a:cubicBezTo>
                <a:cubicBezTo>
                  <a:pt x="179396" y="284460"/>
                  <a:pt x="161778" y="294816"/>
                  <a:pt x="136807" y="301496"/>
                </a:cubicBezTo>
                <a:lnTo>
                  <a:pt x="47185" y="325518"/>
                </a:lnTo>
                <a:lnTo>
                  <a:pt x="45960" y="320707"/>
                </a:lnTo>
                <a:cubicBezTo>
                  <a:pt x="54079" y="318516"/>
                  <a:pt x="59441" y="316280"/>
                  <a:pt x="61892" y="313982"/>
                </a:cubicBezTo>
                <a:cubicBezTo>
                  <a:pt x="64344" y="311684"/>
                  <a:pt x="65876" y="309171"/>
                  <a:pt x="66488" y="306429"/>
                </a:cubicBezTo>
                <a:cubicBezTo>
                  <a:pt x="66948" y="303687"/>
                  <a:pt x="65876" y="297543"/>
                  <a:pt x="63424" y="288014"/>
                </a:cubicBezTo>
                <a:lnTo>
                  <a:pt x="32785" y="173559"/>
                </a:lnTo>
                <a:cubicBezTo>
                  <a:pt x="30180" y="164015"/>
                  <a:pt x="28035" y="158163"/>
                  <a:pt x="26197" y="156018"/>
                </a:cubicBezTo>
                <a:cubicBezTo>
                  <a:pt x="24359" y="153858"/>
                  <a:pt x="21754" y="152433"/>
                  <a:pt x="18384" y="151744"/>
                </a:cubicBezTo>
                <a:cubicBezTo>
                  <a:pt x="15014" y="151070"/>
                  <a:pt x="9345" y="151805"/>
                  <a:pt x="1226" y="153965"/>
                </a:cubicBezTo>
                <a:lnTo>
                  <a:pt x="0" y="149155"/>
                </a:lnTo>
                <a:lnTo>
                  <a:pt x="84566" y="126542"/>
                </a:lnTo>
                <a:cubicBezTo>
                  <a:pt x="104635" y="121027"/>
                  <a:pt x="119495" y="119036"/>
                  <a:pt x="128840" y="120415"/>
                </a:cubicBezTo>
                <a:cubicBezTo>
                  <a:pt x="138186" y="121793"/>
                  <a:pt x="146305" y="125317"/>
                  <a:pt x="153046" y="131138"/>
                </a:cubicBezTo>
                <a:cubicBezTo>
                  <a:pt x="159940" y="137113"/>
                  <a:pt x="164383" y="144007"/>
                  <a:pt x="166527" y="152065"/>
                </a:cubicBezTo>
                <a:cubicBezTo>
                  <a:pt x="168825" y="160568"/>
                  <a:pt x="167753" y="168948"/>
                  <a:pt x="163310" y="177236"/>
                </a:cubicBezTo>
                <a:cubicBezTo>
                  <a:pt x="159021" y="185524"/>
                  <a:pt x="149522" y="193690"/>
                  <a:pt x="135122" y="201748"/>
                </a:cubicBezTo>
                <a:close/>
                <a:moveTo>
                  <a:pt x="86711" y="210925"/>
                </a:moveTo>
                <a:cubicBezTo>
                  <a:pt x="99120" y="207631"/>
                  <a:pt x="107852" y="203801"/>
                  <a:pt x="112908" y="199465"/>
                </a:cubicBezTo>
                <a:cubicBezTo>
                  <a:pt x="117963" y="195114"/>
                  <a:pt x="121487" y="190013"/>
                  <a:pt x="123172" y="184145"/>
                </a:cubicBezTo>
                <a:cubicBezTo>
                  <a:pt x="125011" y="178278"/>
                  <a:pt x="124857" y="171445"/>
                  <a:pt x="122713" y="163647"/>
                </a:cubicBezTo>
                <a:cubicBezTo>
                  <a:pt x="120721" y="155849"/>
                  <a:pt x="117351" y="149859"/>
                  <a:pt x="113061" y="145692"/>
                </a:cubicBezTo>
                <a:cubicBezTo>
                  <a:pt x="108618" y="141556"/>
                  <a:pt x="103103" y="138952"/>
                  <a:pt x="96822" y="137879"/>
                </a:cubicBezTo>
                <a:cubicBezTo>
                  <a:pt x="90387" y="136807"/>
                  <a:pt x="80736" y="138032"/>
                  <a:pt x="68174" y="141403"/>
                </a:cubicBezTo>
                <a:lnTo>
                  <a:pt x="86711" y="210925"/>
                </a:lnTo>
                <a:close/>
                <a:moveTo>
                  <a:pt x="89468" y="221066"/>
                </a:moveTo>
                <a:lnTo>
                  <a:pt x="104635" y="277643"/>
                </a:lnTo>
                <a:lnTo>
                  <a:pt x="106320" y="284184"/>
                </a:lnTo>
                <a:cubicBezTo>
                  <a:pt x="107546" y="288872"/>
                  <a:pt x="109691" y="292074"/>
                  <a:pt x="112755" y="293821"/>
                </a:cubicBezTo>
                <a:cubicBezTo>
                  <a:pt x="115665" y="295567"/>
                  <a:pt x="119495" y="295812"/>
                  <a:pt x="124245" y="294556"/>
                </a:cubicBezTo>
                <a:cubicBezTo>
                  <a:pt x="131138" y="292702"/>
                  <a:pt x="137113" y="289454"/>
                  <a:pt x="142169" y="284797"/>
                </a:cubicBezTo>
                <a:cubicBezTo>
                  <a:pt x="147224" y="280155"/>
                  <a:pt x="150442" y="274487"/>
                  <a:pt x="152127" y="267807"/>
                </a:cubicBezTo>
                <a:cubicBezTo>
                  <a:pt x="153659" y="261113"/>
                  <a:pt x="153352" y="254173"/>
                  <a:pt x="151514" y="246972"/>
                </a:cubicBezTo>
                <a:cubicBezTo>
                  <a:pt x="149216" y="238730"/>
                  <a:pt x="145386" y="231852"/>
                  <a:pt x="139871" y="226336"/>
                </a:cubicBezTo>
                <a:cubicBezTo>
                  <a:pt x="134202" y="220806"/>
                  <a:pt x="127768" y="217635"/>
                  <a:pt x="120415" y="216823"/>
                </a:cubicBezTo>
                <a:cubicBezTo>
                  <a:pt x="113061" y="216011"/>
                  <a:pt x="102797" y="217420"/>
                  <a:pt x="89468" y="221066"/>
                </a:cubicBezTo>
                <a:close/>
                <a:moveTo>
                  <a:pt x="316509" y="199542"/>
                </a:moveTo>
                <a:lnTo>
                  <a:pt x="254311" y="216225"/>
                </a:lnTo>
                <a:lnTo>
                  <a:pt x="251400" y="235390"/>
                </a:lnTo>
                <a:cubicBezTo>
                  <a:pt x="250634" y="241764"/>
                  <a:pt x="250634" y="246804"/>
                  <a:pt x="251553" y="250542"/>
                </a:cubicBezTo>
                <a:cubicBezTo>
                  <a:pt x="252932" y="255475"/>
                  <a:pt x="255843" y="258585"/>
                  <a:pt x="260592" y="259856"/>
                </a:cubicBezTo>
                <a:cubicBezTo>
                  <a:pt x="263196" y="260622"/>
                  <a:pt x="269324" y="260117"/>
                  <a:pt x="278669" y="258340"/>
                </a:cubicBezTo>
                <a:lnTo>
                  <a:pt x="279895" y="263150"/>
                </a:lnTo>
                <a:lnTo>
                  <a:pt x="221220" y="278868"/>
                </a:lnTo>
                <a:lnTo>
                  <a:pt x="219994" y="274058"/>
                </a:lnTo>
                <a:cubicBezTo>
                  <a:pt x="226122" y="271408"/>
                  <a:pt x="230565" y="267394"/>
                  <a:pt x="233476" y="262017"/>
                </a:cubicBezTo>
                <a:cubicBezTo>
                  <a:pt x="236386" y="256624"/>
                  <a:pt x="239144" y="246406"/>
                  <a:pt x="241442" y="231377"/>
                </a:cubicBezTo>
                <a:lnTo>
                  <a:pt x="266873" y="73689"/>
                </a:lnTo>
                <a:lnTo>
                  <a:pt x="269324" y="73076"/>
                </a:lnTo>
                <a:lnTo>
                  <a:pt x="371661" y="200660"/>
                </a:lnTo>
                <a:cubicBezTo>
                  <a:pt x="381466" y="212748"/>
                  <a:pt x="388666" y="220025"/>
                  <a:pt x="393569" y="222537"/>
                </a:cubicBezTo>
                <a:cubicBezTo>
                  <a:pt x="397245" y="224437"/>
                  <a:pt x="401841" y="224881"/>
                  <a:pt x="407357" y="223885"/>
                </a:cubicBezTo>
                <a:lnTo>
                  <a:pt x="408582" y="228696"/>
                </a:lnTo>
                <a:lnTo>
                  <a:pt x="323250" y="251553"/>
                </a:lnTo>
                <a:lnTo>
                  <a:pt x="322025" y="246743"/>
                </a:lnTo>
                <a:lnTo>
                  <a:pt x="325548" y="245793"/>
                </a:lnTo>
                <a:cubicBezTo>
                  <a:pt x="332289" y="243970"/>
                  <a:pt x="336885" y="241718"/>
                  <a:pt x="339183" y="239067"/>
                </a:cubicBezTo>
                <a:cubicBezTo>
                  <a:pt x="340715" y="237168"/>
                  <a:pt x="341175" y="234916"/>
                  <a:pt x="340409" y="232311"/>
                </a:cubicBezTo>
                <a:cubicBezTo>
                  <a:pt x="339949" y="230764"/>
                  <a:pt x="339336" y="229217"/>
                  <a:pt x="338264" y="227715"/>
                </a:cubicBezTo>
                <a:cubicBezTo>
                  <a:pt x="337957" y="226980"/>
                  <a:pt x="335813" y="224084"/>
                  <a:pt x="331829" y="219014"/>
                </a:cubicBezTo>
                <a:lnTo>
                  <a:pt x="316509" y="199542"/>
                </a:lnTo>
                <a:close/>
                <a:moveTo>
                  <a:pt x="309615" y="191101"/>
                </a:moveTo>
                <a:lnTo>
                  <a:pt x="267026" y="137420"/>
                </a:lnTo>
                <a:lnTo>
                  <a:pt x="256302" y="205379"/>
                </a:lnTo>
                <a:lnTo>
                  <a:pt x="309615" y="191101"/>
                </a:lnTo>
                <a:close/>
                <a:moveTo>
                  <a:pt x="540487" y="0"/>
                </a:moveTo>
                <a:lnTo>
                  <a:pt x="556879" y="61126"/>
                </a:lnTo>
                <a:lnTo>
                  <a:pt x="551823" y="62505"/>
                </a:lnTo>
                <a:cubicBezTo>
                  <a:pt x="543704" y="47492"/>
                  <a:pt x="533286" y="37227"/>
                  <a:pt x="520571" y="31559"/>
                </a:cubicBezTo>
                <a:cubicBezTo>
                  <a:pt x="507855" y="25891"/>
                  <a:pt x="494986" y="24665"/>
                  <a:pt x="481811" y="28342"/>
                </a:cubicBezTo>
                <a:cubicBezTo>
                  <a:pt x="470781" y="31253"/>
                  <a:pt x="461589" y="37074"/>
                  <a:pt x="454082" y="45960"/>
                </a:cubicBezTo>
                <a:cubicBezTo>
                  <a:pt x="446576" y="54692"/>
                  <a:pt x="441980" y="64803"/>
                  <a:pt x="440601" y="76140"/>
                </a:cubicBezTo>
                <a:cubicBezTo>
                  <a:pt x="438609" y="90694"/>
                  <a:pt x="439682" y="106014"/>
                  <a:pt x="444124" y="121947"/>
                </a:cubicBezTo>
                <a:cubicBezTo>
                  <a:pt x="448261" y="137879"/>
                  <a:pt x="454082" y="151637"/>
                  <a:pt x="461589" y="163540"/>
                </a:cubicBezTo>
                <a:cubicBezTo>
                  <a:pt x="469096" y="175428"/>
                  <a:pt x="477981" y="183548"/>
                  <a:pt x="488246" y="187914"/>
                </a:cubicBezTo>
                <a:cubicBezTo>
                  <a:pt x="498510" y="192265"/>
                  <a:pt x="510306" y="192633"/>
                  <a:pt x="523941" y="189002"/>
                </a:cubicBezTo>
                <a:cubicBezTo>
                  <a:pt x="534971" y="186030"/>
                  <a:pt x="544470" y="180882"/>
                  <a:pt x="552436" y="173559"/>
                </a:cubicBezTo>
                <a:cubicBezTo>
                  <a:pt x="560402" y="166221"/>
                  <a:pt x="567909" y="155252"/>
                  <a:pt x="574956" y="140637"/>
                </a:cubicBezTo>
                <a:lnTo>
                  <a:pt x="578940" y="155849"/>
                </a:lnTo>
                <a:cubicBezTo>
                  <a:pt x="571892" y="168810"/>
                  <a:pt x="563620" y="179044"/>
                  <a:pt x="554121" y="186551"/>
                </a:cubicBezTo>
                <a:cubicBezTo>
                  <a:pt x="544623" y="194057"/>
                  <a:pt x="532827" y="199741"/>
                  <a:pt x="518426" y="203571"/>
                </a:cubicBezTo>
                <a:cubicBezTo>
                  <a:pt x="499582" y="208611"/>
                  <a:pt x="481965" y="209316"/>
                  <a:pt x="465266" y="205685"/>
                </a:cubicBezTo>
                <a:cubicBezTo>
                  <a:pt x="448720" y="202054"/>
                  <a:pt x="434473" y="194241"/>
                  <a:pt x="422830" y="182230"/>
                </a:cubicBezTo>
                <a:cubicBezTo>
                  <a:pt x="411033" y="170220"/>
                  <a:pt x="403067" y="156248"/>
                  <a:pt x="398777" y="140330"/>
                </a:cubicBezTo>
                <a:cubicBezTo>
                  <a:pt x="394181" y="123479"/>
                  <a:pt x="394335" y="106320"/>
                  <a:pt x="399084" y="88856"/>
                </a:cubicBezTo>
                <a:cubicBezTo>
                  <a:pt x="403833" y="71391"/>
                  <a:pt x="412565" y="56530"/>
                  <a:pt x="425434" y="44275"/>
                </a:cubicBezTo>
                <a:cubicBezTo>
                  <a:pt x="438150" y="31865"/>
                  <a:pt x="452857" y="23439"/>
                  <a:pt x="469709" y="18997"/>
                </a:cubicBezTo>
                <a:cubicBezTo>
                  <a:pt x="482118" y="15626"/>
                  <a:pt x="495906" y="14860"/>
                  <a:pt x="511072" y="16546"/>
                </a:cubicBezTo>
                <a:cubicBezTo>
                  <a:pt x="519958" y="17465"/>
                  <a:pt x="525473" y="17618"/>
                  <a:pt x="527618" y="17158"/>
                </a:cubicBezTo>
                <a:cubicBezTo>
                  <a:pt x="530375" y="16392"/>
                  <a:pt x="532520" y="14707"/>
                  <a:pt x="534052" y="12103"/>
                </a:cubicBezTo>
                <a:cubicBezTo>
                  <a:pt x="535431" y="9498"/>
                  <a:pt x="535891" y="5975"/>
                  <a:pt x="535431" y="1379"/>
                </a:cubicBezTo>
                <a:lnTo>
                  <a:pt x="540487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97F9AA-35DE-411E-AE8A-C48B1201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910" y="200917"/>
            <a:ext cx="1981325" cy="2431914"/>
          </a:xfrm>
          <a:custGeom xmlns:a="http://schemas.openxmlformats.org/drawingml/2006/main">
            <a:pathLst>
              <a:path w="1981325" h="2431914">
                <a:moveTo>
                  <a:pt x="217236" y="2431914"/>
                </a:moveTo>
                <a:cubicBezTo>
                  <a:pt x="97281" y="2431914"/>
                  <a:pt x="0" y="2334694"/>
                  <a:pt x="0" y="2214769"/>
                </a:cubicBezTo>
                <a:lnTo>
                  <a:pt x="0" y="217083"/>
                </a:lnTo>
                <a:cubicBezTo>
                  <a:pt x="0" y="97281"/>
                  <a:pt x="97281" y="0"/>
                  <a:pt x="217236" y="0"/>
                </a:cubicBezTo>
                <a:lnTo>
                  <a:pt x="1764088" y="0"/>
                </a:lnTo>
                <a:cubicBezTo>
                  <a:pt x="1884043" y="0"/>
                  <a:pt x="1981325" y="97281"/>
                  <a:pt x="1981325" y="217083"/>
                </a:cubicBezTo>
                <a:lnTo>
                  <a:pt x="1981325" y="2214769"/>
                </a:lnTo>
                <a:cubicBezTo>
                  <a:pt x="1981325" y="2334694"/>
                  <a:pt x="1884043" y="2431914"/>
                  <a:pt x="1764088" y="2431914"/>
                </a:cubicBezTo>
                <a:lnTo>
                  <a:pt x="217236" y="24319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C08FAB-4EB5-4C61-963E-0B856BC4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910" y="200917"/>
            <a:ext cx="1981325" cy="2431914"/>
          </a:xfrm>
          <a:custGeom xmlns:a="http://schemas.openxmlformats.org/drawingml/2006/main">
            <a:pathLst>
              <a:path w="1981325" h="2431914" fill="none">
                <a:moveTo>
                  <a:pt x="217236" y="2431914"/>
                </a:moveTo>
                <a:lnTo>
                  <a:pt x="1764088" y="2431914"/>
                </a:lnTo>
                <a:cubicBezTo>
                  <a:pt x="1884043" y="2431914"/>
                  <a:pt x="1981325" y="2334694"/>
                  <a:pt x="1981325" y="2214769"/>
                </a:cubicBezTo>
                <a:lnTo>
                  <a:pt x="1981325" y="217083"/>
                </a:lnTo>
                <a:cubicBezTo>
                  <a:pt x="1981325" y="97281"/>
                  <a:pt x="1884043" y="0"/>
                  <a:pt x="1764088" y="0"/>
                </a:cubicBezTo>
                <a:lnTo>
                  <a:pt x="217236" y="0"/>
                </a:lnTo>
                <a:cubicBezTo>
                  <a:pt x="97281" y="0"/>
                  <a:pt x="0" y="97281"/>
                  <a:pt x="0" y="217083"/>
                </a:cubicBezTo>
                <a:lnTo>
                  <a:pt x="0" y="2214769"/>
                </a:lnTo>
                <a:cubicBezTo>
                  <a:pt x="0" y="2334694"/>
                  <a:pt x="97281" y="2431914"/>
                  <a:pt x="217236" y="243191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980" cap="rnd">
            <a:solidFill>
              <a:srgbClr val="000000"/>
            </a:solidFill>
            <a:round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21D26F-E99E-4425-910D-7AD98415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991" y="461509"/>
            <a:ext cx="1982244" cy="10"/>
          </a:xfrm>
          <a:custGeom xmlns:a="http://schemas.openxmlformats.org/drawingml/2006/main">
            <a:pathLst>
              <a:path w="1982244" h="1" fill="none">
                <a:moveTo>
                  <a:pt x="0" y="0"/>
                </a:moveTo>
                <a:lnTo>
                  <a:pt x="19822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980" cap="rnd">
            <a:solidFill>
              <a:srgbClr val="000000"/>
            </a:solidFill>
            <a:round/>
          </a:ln>
        </p:spPr>
      </p:sp>
      <p:sp>
        <p:nvSpPr>
          <p:cNvPr id="17" name="Text UserA'sinfo">
            <a:extLst xmlns:a="http://schemas.openxmlformats.org/drawingml/2006/main">
              <a:ext uri="{FF2B5EF4-FFF2-40B4-BE49-F238E27FC236}">
                <a16:creationId xmlns:a16="http://schemas.microsoft.com/office/drawing/2014/main" id="{3B6C796B-AE2D-4DCF-A9DF-AB1E8E28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2154" y="594372"/>
            <a:ext cx="1148518" cy="152500"/>
          </a:xfrm>
          <a:custGeom xmlns:a="http://schemas.openxmlformats.org/drawingml/2006/main">
            <a:pathLst>
              <a:path w="1148518" h="152500">
                <a:moveTo>
                  <a:pt x="147337" y="3010"/>
                </a:moveTo>
                <a:lnTo>
                  <a:pt x="100017" y="3010"/>
                </a:lnTo>
                <a:lnTo>
                  <a:pt x="100017" y="8386"/>
                </a:lnTo>
                <a:cubicBezTo>
                  <a:pt x="116581" y="9462"/>
                  <a:pt x="121097" y="13978"/>
                  <a:pt x="121097" y="29683"/>
                </a:cubicBezTo>
                <a:lnTo>
                  <a:pt x="121097" y="95284"/>
                </a:lnTo>
                <a:cubicBezTo>
                  <a:pt x="121097" y="127117"/>
                  <a:pt x="109052" y="141958"/>
                  <a:pt x="83456" y="141958"/>
                </a:cubicBezTo>
                <a:cubicBezTo>
                  <a:pt x="61302" y="141958"/>
                  <a:pt x="51837" y="129270"/>
                  <a:pt x="51837" y="100017"/>
                </a:cubicBezTo>
                <a:lnTo>
                  <a:pt x="51837" y="28176"/>
                </a:lnTo>
                <a:cubicBezTo>
                  <a:pt x="52266" y="11615"/>
                  <a:pt x="55279" y="8819"/>
                  <a:pt x="72700" y="8386"/>
                </a:cubicBezTo>
                <a:lnTo>
                  <a:pt x="72700" y="3010"/>
                </a:lnTo>
                <a:lnTo>
                  <a:pt x="0" y="3010"/>
                </a:lnTo>
                <a:lnTo>
                  <a:pt x="0" y="8386"/>
                </a:lnTo>
                <a:cubicBezTo>
                  <a:pt x="14841" y="9679"/>
                  <a:pt x="17208" y="12475"/>
                  <a:pt x="17638" y="28176"/>
                </a:cubicBezTo>
                <a:lnTo>
                  <a:pt x="17638" y="100017"/>
                </a:lnTo>
                <a:cubicBezTo>
                  <a:pt x="17638" y="121094"/>
                  <a:pt x="22154" y="131636"/>
                  <a:pt x="35275" y="141098"/>
                </a:cubicBezTo>
                <a:cubicBezTo>
                  <a:pt x="45601" y="148627"/>
                  <a:pt x="59365" y="152500"/>
                  <a:pt x="75067" y="152500"/>
                </a:cubicBezTo>
                <a:cubicBezTo>
                  <a:pt x="90985" y="152500"/>
                  <a:pt x="106039" y="147767"/>
                  <a:pt x="115288" y="139808"/>
                </a:cubicBezTo>
                <a:cubicBezTo>
                  <a:pt x="124970" y="131636"/>
                  <a:pt x="130563" y="115288"/>
                  <a:pt x="130563" y="95284"/>
                </a:cubicBezTo>
                <a:lnTo>
                  <a:pt x="130563" y="26670"/>
                </a:lnTo>
                <a:cubicBezTo>
                  <a:pt x="130776" y="13765"/>
                  <a:pt x="133789" y="10322"/>
                  <a:pt x="147337" y="8386"/>
                </a:cubicBezTo>
                <a:lnTo>
                  <a:pt x="147337" y="3010"/>
                </a:lnTo>
                <a:close/>
                <a:moveTo>
                  <a:pt x="224127" y="78293"/>
                </a:moveTo>
                <a:lnTo>
                  <a:pt x="224127" y="47104"/>
                </a:lnTo>
                <a:lnTo>
                  <a:pt x="219394" y="47104"/>
                </a:lnTo>
                <a:cubicBezTo>
                  <a:pt x="218104" y="50330"/>
                  <a:pt x="216814" y="51407"/>
                  <a:pt x="214018" y="51407"/>
                </a:cubicBezTo>
                <a:cubicBezTo>
                  <a:pt x="212725" y="51407"/>
                  <a:pt x="210792" y="50977"/>
                  <a:pt x="207349" y="49900"/>
                </a:cubicBezTo>
                <a:cubicBezTo>
                  <a:pt x="200466" y="47534"/>
                  <a:pt x="195517" y="46674"/>
                  <a:pt x="190571" y="46674"/>
                </a:cubicBezTo>
                <a:cubicBezTo>
                  <a:pt x="170997" y="46674"/>
                  <a:pt x="156802" y="60009"/>
                  <a:pt x="156802" y="78076"/>
                </a:cubicBezTo>
                <a:cubicBezTo>
                  <a:pt x="156802" y="92274"/>
                  <a:pt x="165621" y="102167"/>
                  <a:pt x="187345" y="111415"/>
                </a:cubicBezTo>
                <a:cubicBezTo>
                  <a:pt x="202186" y="117868"/>
                  <a:pt x="207995" y="123247"/>
                  <a:pt x="207995" y="130130"/>
                </a:cubicBezTo>
                <a:cubicBezTo>
                  <a:pt x="207995" y="138518"/>
                  <a:pt x="201540" y="144111"/>
                  <a:pt x="191861" y="144111"/>
                </a:cubicBezTo>
                <a:cubicBezTo>
                  <a:pt x="176806" y="144111"/>
                  <a:pt x="166911" y="134432"/>
                  <a:pt x="162395" y="115718"/>
                </a:cubicBezTo>
                <a:lnTo>
                  <a:pt x="156372" y="115718"/>
                </a:lnTo>
                <a:lnTo>
                  <a:pt x="156372" y="151207"/>
                </a:lnTo>
                <a:lnTo>
                  <a:pt x="161748" y="151207"/>
                </a:lnTo>
                <a:cubicBezTo>
                  <a:pt x="164115" y="146477"/>
                  <a:pt x="165404" y="145184"/>
                  <a:pt x="167341" y="145184"/>
                </a:cubicBezTo>
                <a:cubicBezTo>
                  <a:pt x="168417" y="145184"/>
                  <a:pt x="170137" y="145617"/>
                  <a:pt x="172290" y="146477"/>
                </a:cubicBezTo>
                <a:cubicBezTo>
                  <a:pt x="178526" y="149057"/>
                  <a:pt x="189281" y="151423"/>
                  <a:pt x="195517" y="151423"/>
                </a:cubicBezTo>
                <a:cubicBezTo>
                  <a:pt x="215091" y="151423"/>
                  <a:pt x="228643" y="138088"/>
                  <a:pt x="228643" y="118731"/>
                </a:cubicBezTo>
                <a:cubicBezTo>
                  <a:pt x="228643" y="103456"/>
                  <a:pt x="220470" y="94208"/>
                  <a:pt x="198960" y="85175"/>
                </a:cubicBezTo>
                <a:cubicBezTo>
                  <a:pt x="184335" y="78936"/>
                  <a:pt x="178313" y="73560"/>
                  <a:pt x="178313" y="66248"/>
                </a:cubicBezTo>
                <a:cubicBezTo>
                  <a:pt x="178313" y="59149"/>
                  <a:pt x="184335" y="53773"/>
                  <a:pt x="192508" y="53773"/>
                </a:cubicBezTo>
                <a:cubicBezTo>
                  <a:pt x="198313" y="53773"/>
                  <a:pt x="203906" y="56136"/>
                  <a:pt x="208639" y="60655"/>
                </a:cubicBezTo>
                <a:cubicBezTo>
                  <a:pt x="213155" y="64955"/>
                  <a:pt x="215521" y="68828"/>
                  <a:pt x="218747" y="78293"/>
                </a:cubicBezTo>
                <a:lnTo>
                  <a:pt x="224127" y="78293"/>
                </a:lnTo>
                <a:close/>
                <a:moveTo>
                  <a:pt x="321777" y="121524"/>
                </a:moveTo>
                <a:cubicBezTo>
                  <a:pt x="312958" y="132066"/>
                  <a:pt x="306506" y="135935"/>
                  <a:pt x="297257" y="135935"/>
                </a:cubicBezTo>
                <a:cubicBezTo>
                  <a:pt x="288868" y="135935"/>
                  <a:pt x="282629" y="132066"/>
                  <a:pt x="278113" y="124537"/>
                </a:cubicBezTo>
                <a:cubicBezTo>
                  <a:pt x="274244" y="117654"/>
                  <a:pt x="272520" y="110555"/>
                  <a:pt x="271661" y="95714"/>
                </a:cubicBezTo>
                <a:lnTo>
                  <a:pt x="325863" y="95714"/>
                </a:lnTo>
                <a:cubicBezTo>
                  <a:pt x="324574" y="77646"/>
                  <a:pt x="321347" y="67538"/>
                  <a:pt x="314465" y="59366"/>
                </a:cubicBezTo>
                <a:cubicBezTo>
                  <a:pt x="307582" y="50977"/>
                  <a:pt x="297470" y="46674"/>
                  <a:pt x="285425" y="46674"/>
                </a:cubicBezTo>
                <a:cubicBezTo>
                  <a:pt x="258756" y="46674"/>
                  <a:pt x="240688" y="67968"/>
                  <a:pt x="240688" y="99370"/>
                </a:cubicBezTo>
                <a:cubicBezTo>
                  <a:pt x="240688" y="130776"/>
                  <a:pt x="258326" y="151423"/>
                  <a:pt x="284995" y="151423"/>
                </a:cubicBezTo>
                <a:cubicBezTo>
                  <a:pt x="302420" y="151423"/>
                  <a:pt x="312958" y="144754"/>
                  <a:pt x="326940" y="124537"/>
                </a:cubicBezTo>
                <a:lnTo>
                  <a:pt x="321777" y="121524"/>
                </a:lnTo>
                <a:moveTo>
                  <a:pt x="270584" y="87755"/>
                </a:moveTo>
                <a:cubicBezTo>
                  <a:pt x="271231" y="61945"/>
                  <a:pt x="275103" y="53343"/>
                  <a:pt x="285642" y="53343"/>
                </a:cubicBezTo>
                <a:cubicBezTo>
                  <a:pt x="295751" y="53343"/>
                  <a:pt x="298977" y="60655"/>
                  <a:pt x="299407" y="84529"/>
                </a:cubicBezTo>
                <a:lnTo>
                  <a:pt x="299407" y="87755"/>
                </a:lnTo>
                <a:lnTo>
                  <a:pt x="270584" y="87755"/>
                </a:lnTo>
                <a:close/>
                <a:moveTo>
                  <a:pt x="392543" y="143251"/>
                </a:moveTo>
                <a:cubicBezTo>
                  <a:pt x="379421" y="142605"/>
                  <a:pt x="377055" y="139808"/>
                  <a:pt x="376841" y="126257"/>
                </a:cubicBezTo>
                <a:lnTo>
                  <a:pt x="376841" y="85605"/>
                </a:lnTo>
                <a:cubicBezTo>
                  <a:pt x="376841" y="74420"/>
                  <a:pt x="382864" y="65171"/>
                  <a:pt x="389960" y="65171"/>
                </a:cubicBezTo>
                <a:cubicBezTo>
                  <a:pt x="391683" y="65171"/>
                  <a:pt x="393616" y="66678"/>
                  <a:pt x="395982" y="70117"/>
                </a:cubicBezTo>
                <a:cubicBezTo>
                  <a:pt x="400068" y="75927"/>
                  <a:pt x="403295" y="77863"/>
                  <a:pt x="408887" y="77863"/>
                </a:cubicBezTo>
                <a:cubicBezTo>
                  <a:pt x="416846" y="77863"/>
                  <a:pt x="422439" y="71841"/>
                  <a:pt x="422439" y="63665"/>
                </a:cubicBezTo>
                <a:cubicBezTo>
                  <a:pt x="422439" y="53773"/>
                  <a:pt x="415126" y="46674"/>
                  <a:pt x="405018" y="46674"/>
                </a:cubicBezTo>
                <a:cubicBezTo>
                  <a:pt x="394263" y="46674"/>
                  <a:pt x="386090" y="52266"/>
                  <a:pt x="375978" y="66891"/>
                </a:cubicBezTo>
                <a:lnTo>
                  <a:pt x="375978" y="49254"/>
                </a:lnTo>
                <a:lnTo>
                  <a:pt x="335327" y="49254"/>
                </a:lnTo>
                <a:lnTo>
                  <a:pt x="335327" y="54416"/>
                </a:lnTo>
                <a:cubicBezTo>
                  <a:pt x="344362" y="55493"/>
                  <a:pt x="346726" y="58072"/>
                  <a:pt x="346942" y="67108"/>
                </a:cubicBezTo>
                <a:lnTo>
                  <a:pt x="346942" y="130343"/>
                </a:lnTo>
                <a:cubicBezTo>
                  <a:pt x="346726" y="139378"/>
                  <a:pt x="344576" y="141745"/>
                  <a:pt x="335327" y="143251"/>
                </a:cubicBezTo>
                <a:lnTo>
                  <a:pt x="335327" y="148410"/>
                </a:lnTo>
                <a:lnTo>
                  <a:pt x="392543" y="148410"/>
                </a:lnTo>
                <a:lnTo>
                  <a:pt x="392543" y="143251"/>
                </a:lnTo>
                <a:close/>
                <a:moveTo>
                  <a:pt x="626562" y="143034"/>
                </a:moveTo>
                <a:cubicBezTo>
                  <a:pt x="617097" y="143034"/>
                  <a:pt x="614731" y="140025"/>
                  <a:pt x="603115" y="113138"/>
                </a:cubicBezTo>
                <a:lnTo>
                  <a:pt x="555152" y="0"/>
                </a:lnTo>
                <a:lnTo>
                  <a:pt x="549129" y="0"/>
                </a:lnTo>
                <a:lnTo>
                  <a:pt x="501379" y="117868"/>
                </a:lnTo>
                <a:cubicBezTo>
                  <a:pt x="493203" y="138088"/>
                  <a:pt x="490624" y="141098"/>
                  <a:pt x="480298" y="143034"/>
                </a:cubicBezTo>
                <a:lnTo>
                  <a:pt x="480298" y="148410"/>
                </a:lnTo>
                <a:lnTo>
                  <a:pt x="523963" y="148410"/>
                </a:lnTo>
                <a:lnTo>
                  <a:pt x="523963" y="143034"/>
                </a:lnTo>
                <a:cubicBezTo>
                  <a:pt x="511058" y="142175"/>
                  <a:pt x="506325" y="139808"/>
                  <a:pt x="506325" y="134216"/>
                </a:cubicBezTo>
                <a:cubicBezTo>
                  <a:pt x="506325" y="131419"/>
                  <a:pt x="507831" y="126257"/>
                  <a:pt x="512564" y="114642"/>
                </a:cubicBezTo>
                <a:lnTo>
                  <a:pt x="515790" y="106039"/>
                </a:lnTo>
                <a:lnTo>
                  <a:pt x="564184" y="106039"/>
                </a:lnTo>
                <a:cubicBezTo>
                  <a:pt x="571500" y="123030"/>
                  <a:pt x="574079" y="130559"/>
                  <a:pt x="574079" y="135292"/>
                </a:cubicBezTo>
                <a:cubicBezTo>
                  <a:pt x="574079" y="140025"/>
                  <a:pt x="571283" y="141958"/>
                  <a:pt x="563754" y="142388"/>
                </a:cubicBezTo>
                <a:cubicBezTo>
                  <a:pt x="562681" y="142605"/>
                  <a:pt x="559884" y="142821"/>
                  <a:pt x="556872" y="143034"/>
                </a:cubicBezTo>
                <a:lnTo>
                  <a:pt x="556872" y="148410"/>
                </a:lnTo>
                <a:lnTo>
                  <a:pt x="626562" y="148410"/>
                </a:lnTo>
                <a:lnTo>
                  <a:pt x="626562" y="143034"/>
                </a:lnTo>
                <a:moveTo>
                  <a:pt x="519017" y="97650"/>
                </a:moveTo>
                <a:lnTo>
                  <a:pt x="539234" y="45384"/>
                </a:lnTo>
                <a:lnTo>
                  <a:pt x="560958" y="97650"/>
                </a:lnTo>
                <a:lnTo>
                  <a:pt x="519017" y="97650"/>
                </a:lnTo>
                <a:close/>
                <a:moveTo>
                  <a:pt x="655746" y="55706"/>
                </a:moveTo>
                <a:cubicBezTo>
                  <a:pt x="656389" y="51837"/>
                  <a:pt x="656819" y="49040"/>
                  <a:pt x="657249" y="47104"/>
                </a:cubicBezTo>
                <a:cubicBezTo>
                  <a:pt x="660692" y="30756"/>
                  <a:pt x="662629" y="17851"/>
                  <a:pt x="662629" y="11615"/>
                </a:cubicBezTo>
                <a:cubicBezTo>
                  <a:pt x="662629" y="6882"/>
                  <a:pt x="658542" y="3010"/>
                  <a:pt x="653593" y="3010"/>
                </a:cubicBezTo>
                <a:cubicBezTo>
                  <a:pt x="648431" y="3010"/>
                  <a:pt x="644344" y="6882"/>
                  <a:pt x="644344" y="11828"/>
                </a:cubicBezTo>
                <a:cubicBezTo>
                  <a:pt x="644344" y="15485"/>
                  <a:pt x="647357" y="34842"/>
                  <a:pt x="651227" y="55706"/>
                </a:cubicBezTo>
                <a:lnTo>
                  <a:pt x="655746" y="55706"/>
                </a:lnTo>
                <a:close/>
                <a:moveTo>
                  <a:pt x="740489" y="80873"/>
                </a:moveTo>
                <a:lnTo>
                  <a:pt x="739630" y="51407"/>
                </a:lnTo>
                <a:lnTo>
                  <a:pt x="737263" y="51407"/>
                </a:lnTo>
                <a:cubicBezTo>
                  <a:pt x="736190" y="53126"/>
                  <a:pt x="735113" y="53773"/>
                  <a:pt x="733824" y="53773"/>
                </a:cubicBezTo>
                <a:cubicBezTo>
                  <a:pt x="732534" y="53773"/>
                  <a:pt x="730381" y="53343"/>
                  <a:pt x="728014" y="52266"/>
                </a:cubicBezTo>
                <a:cubicBezTo>
                  <a:pt x="723068" y="50547"/>
                  <a:pt x="718122" y="49470"/>
                  <a:pt x="712960" y="49470"/>
                </a:cubicBezTo>
                <a:cubicBezTo>
                  <a:pt x="695965" y="49470"/>
                  <a:pt x="683707" y="60655"/>
                  <a:pt x="683707" y="76140"/>
                </a:cubicBezTo>
                <a:cubicBezTo>
                  <a:pt x="683707" y="88185"/>
                  <a:pt x="690589" y="96791"/>
                  <a:pt x="708874" y="107116"/>
                </a:cubicBezTo>
                <a:lnTo>
                  <a:pt x="721349" y="114212"/>
                </a:lnTo>
                <a:cubicBezTo>
                  <a:pt x="728874" y="118514"/>
                  <a:pt x="732534" y="123677"/>
                  <a:pt x="732534" y="130343"/>
                </a:cubicBezTo>
                <a:cubicBezTo>
                  <a:pt x="732534" y="139808"/>
                  <a:pt x="725648" y="145831"/>
                  <a:pt x="714680" y="145831"/>
                </a:cubicBezTo>
                <a:cubicBezTo>
                  <a:pt x="699838" y="145831"/>
                  <a:pt x="692309" y="137659"/>
                  <a:pt x="687363" y="115718"/>
                </a:cubicBezTo>
                <a:lnTo>
                  <a:pt x="683920" y="115718"/>
                </a:lnTo>
                <a:lnTo>
                  <a:pt x="683920" y="149274"/>
                </a:lnTo>
                <a:lnTo>
                  <a:pt x="686717" y="149274"/>
                </a:lnTo>
                <a:cubicBezTo>
                  <a:pt x="688223" y="147121"/>
                  <a:pt x="689083" y="146691"/>
                  <a:pt x="691666" y="146691"/>
                </a:cubicBezTo>
                <a:cubicBezTo>
                  <a:pt x="694032" y="146691"/>
                  <a:pt x="696612" y="147121"/>
                  <a:pt x="701558" y="148410"/>
                </a:cubicBezTo>
                <a:cubicBezTo>
                  <a:pt x="707367" y="149704"/>
                  <a:pt x="712960" y="150563"/>
                  <a:pt x="717259" y="150563"/>
                </a:cubicBezTo>
                <a:cubicBezTo>
                  <a:pt x="734037" y="150563"/>
                  <a:pt x="747589" y="138088"/>
                  <a:pt x="747589" y="123030"/>
                </a:cubicBezTo>
                <a:cubicBezTo>
                  <a:pt x="747589" y="112275"/>
                  <a:pt x="742426" y="105179"/>
                  <a:pt x="729521" y="97434"/>
                </a:cubicBezTo>
                <a:lnTo>
                  <a:pt x="706291" y="83669"/>
                </a:lnTo>
                <a:cubicBezTo>
                  <a:pt x="700268" y="80013"/>
                  <a:pt x="697042" y="74850"/>
                  <a:pt x="697042" y="69044"/>
                </a:cubicBezTo>
                <a:cubicBezTo>
                  <a:pt x="697042" y="60225"/>
                  <a:pt x="703711" y="54416"/>
                  <a:pt x="713603" y="54416"/>
                </a:cubicBezTo>
                <a:cubicBezTo>
                  <a:pt x="725865" y="54416"/>
                  <a:pt x="732317" y="61515"/>
                  <a:pt x="737263" y="80873"/>
                </a:cubicBezTo>
                <a:lnTo>
                  <a:pt x="740489" y="80873"/>
                </a:lnTo>
                <a:close/>
                <a:moveTo>
                  <a:pt x="813622" y="148410"/>
                </a:moveTo>
                <a:lnTo>
                  <a:pt x="864599" y="148410"/>
                </a:lnTo>
                <a:lnTo>
                  <a:pt x="864599" y="145184"/>
                </a:lnTo>
                <a:cubicBezTo>
                  <a:pt x="850404" y="144111"/>
                  <a:pt x="848897" y="142175"/>
                  <a:pt x="848681" y="126473"/>
                </a:cubicBezTo>
                <a:lnTo>
                  <a:pt x="848681" y="50113"/>
                </a:lnTo>
                <a:lnTo>
                  <a:pt x="847821" y="49470"/>
                </a:lnTo>
                <a:lnTo>
                  <a:pt x="814482" y="61299"/>
                </a:lnTo>
                <a:lnTo>
                  <a:pt x="814482" y="64525"/>
                </a:lnTo>
                <a:lnTo>
                  <a:pt x="816205" y="64312"/>
                </a:lnTo>
                <a:cubicBezTo>
                  <a:pt x="818785" y="63882"/>
                  <a:pt x="821364" y="63665"/>
                  <a:pt x="823517" y="63665"/>
                </a:cubicBezTo>
                <a:cubicBezTo>
                  <a:pt x="828680" y="63665"/>
                  <a:pt x="830613" y="67108"/>
                  <a:pt x="830613" y="76570"/>
                </a:cubicBezTo>
                <a:lnTo>
                  <a:pt x="830613" y="126473"/>
                </a:lnTo>
                <a:cubicBezTo>
                  <a:pt x="830183" y="142388"/>
                  <a:pt x="828250" y="144541"/>
                  <a:pt x="813622" y="145184"/>
                </a:cubicBezTo>
                <a:lnTo>
                  <a:pt x="813622" y="148410"/>
                </a:lnTo>
                <a:moveTo>
                  <a:pt x="837712" y="1503"/>
                </a:moveTo>
                <a:cubicBezTo>
                  <a:pt x="831906" y="1503"/>
                  <a:pt x="826957" y="6452"/>
                  <a:pt x="826957" y="12475"/>
                </a:cubicBezTo>
                <a:cubicBezTo>
                  <a:pt x="826957" y="18711"/>
                  <a:pt x="831690" y="23444"/>
                  <a:pt x="837712" y="23444"/>
                </a:cubicBezTo>
                <a:cubicBezTo>
                  <a:pt x="844165" y="23444"/>
                  <a:pt x="848897" y="18711"/>
                  <a:pt x="848897" y="12475"/>
                </a:cubicBezTo>
                <a:cubicBezTo>
                  <a:pt x="848897" y="6236"/>
                  <a:pt x="843951" y="1503"/>
                  <a:pt x="837712" y="1503"/>
                </a:cubicBezTo>
                <a:close/>
                <a:moveTo>
                  <a:pt x="872987" y="148410"/>
                </a:moveTo>
                <a:lnTo>
                  <a:pt x="918588" y="148410"/>
                </a:lnTo>
                <a:lnTo>
                  <a:pt x="918588" y="145184"/>
                </a:lnTo>
                <a:cubicBezTo>
                  <a:pt x="907832" y="144541"/>
                  <a:pt x="904390" y="141745"/>
                  <a:pt x="904390" y="134002"/>
                </a:cubicBezTo>
                <a:lnTo>
                  <a:pt x="904390" y="73560"/>
                </a:lnTo>
                <a:cubicBezTo>
                  <a:pt x="914715" y="63882"/>
                  <a:pt x="919448" y="61299"/>
                  <a:pt x="926547" y="61299"/>
                </a:cubicBezTo>
                <a:cubicBezTo>
                  <a:pt x="937085" y="61299"/>
                  <a:pt x="942248" y="67968"/>
                  <a:pt x="942248" y="82163"/>
                </a:cubicBezTo>
                <a:lnTo>
                  <a:pt x="942248" y="127117"/>
                </a:lnTo>
                <a:cubicBezTo>
                  <a:pt x="941818" y="141098"/>
                  <a:pt x="939235" y="144541"/>
                  <a:pt x="928696" y="145184"/>
                </a:cubicBezTo>
                <a:lnTo>
                  <a:pt x="928696" y="148410"/>
                </a:lnTo>
                <a:lnTo>
                  <a:pt x="973437" y="148410"/>
                </a:lnTo>
                <a:lnTo>
                  <a:pt x="973437" y="145184"/>
                </a:lnTo>
                <a:cubicBezTo>
                  <a:pt x="962895" y="144111"/>
                  <a:pt x="960529" y="141528"/>
                  <a:pt x="960315" y="130989"/>
                </a:cubicBezTo>
                <a:lnTo>
                  <a:pt x="960315" y="81733"/>
                </a:lnTo>
                <a:cubicBezTo>
                  <a:pt x="960315" y="61515"/>
                  <a:pt x="950850" y="49470"/>
                  <a:pt x="934935" y="49470"/>
                </a:cubicBezTo>
                <a:cubicBezTo>
                  <a:pt x="925040" y="49470"/>
                  <a:pt x="918371" y="53126"/>
                  <a:pt x="903746" y="66891"/>
                </a:cubicBezTo>
                <a:lnTo>
                  <a:pt x="903746" y="49900"/>
                </a:lnTo>
                <a:lnTo>
                  <a:pt x="902240" y="49470"/>
                </a:lnTo>
                <a:cubicBezTo>
                  <a:pt x="891055" y="53556"/>
                  <a:pt x="883742" y="55923"/>
                  <a:pt x="872557" y="59149"/>
                </a:cubicBezTo>
                <a:lnTo>
                  <a:pt x="872557" y="62805"/>
                </a:lnTo>
                <a:cubicBezTo>
                  <a:pt x="874064" y="62162"/>
                  <a:pt x="876000" y="61945"/>
                  <a:pt x="878366" y="61945"/>
                </a:cubicBezTo>
                <a:cubicBezTo>
                  <a:pt x="884389" y="61945"/>
                  <a:pt x="886322" y="65171"/>
                  <a:pt x="886322" y="75710"/>
                </a:cubicBezTo>
                <a:lnTo>
                  <a:pt x="886322" y="129053"/>
                </a:lnTo>
                <a:cubicBezTo>
                  <a:pt x="886109" y="141745"/>
                  <a:pt x="883742" y="144541"/>
                  <a:pt x="872987" y="145184"/>
                </a:cubicBezTo>
                <a:lnTo>
                  <a:pt x="872987" y="148410"/>
                </a:lnTo>
                <a:close/>
                <a:moveTo>
                  <a:pt x="1042264" y="51620"/>
                </a:moveTo>
                <a:lnTo>
                  <a:pt x="1015808" y="51620"/>
                </a:lnTo>
                <a:lnTo>
                  <a:pt x="1015808" y="26670"/>
                </a:lnTo>
                <a:cubicBezTo>
                  <a:pt x="1015808" y="13978"/>
                  <a:pt x="1019894" y="7526"/>
                  <a:pt x="1028069" y="7526"/>
                </a:cubicBezTo>
                <a:cubicBezTo>
                  <a:pt x="1032802" y="7526"/>
                  <a:pt x="1035598" y="9679"/>
                  <a:pt x="1039468" y="15915"/>
                </a:cubicBezTo>
                <a:cubicBezTo>
                  <a:pt x="1042911" y="21507"/>
                  <a:pt x="1045490" y="23660"/>
                  <a:pt x="1049147" y="23660"/>
                </a:cubicBezTo>
                <a:cubicBezTo>
                  <a:pt x="1054309" y="23660"/>
                  <a:pt x="1058182" y="19787"/>
                  <a:pt x="1058182" y="14841"/>
                </a:cubicBezTo>
                <a:cubicBezTo>
                  <a:pt x="1058182" y="7096"/>
                  <a:pt x="1048717" y="1503"/>
                  <a:pt x="1035812" y="1503"/>
                </a:cubicBezTo>
                <a:cubicBezTo>
                  <a:pt x="1022260" y="1503"/>
                  <a:pt x="1011075" y="7312"/>
                  <a:pt x="1005482" y="16991"/>
                </a:cubicBezTo>
                <a:cubicBezTo>
                  <a:pt x="999893" y="26670"/>
                  <a:pt x="998170" y="34412"/>
                  <a:pt x="997957" y="51620"/>
                </a:cubicBezTo>
                <a:lnTo>
                  <a:pt x="980319" y="51620"/>
                </a:lnTo>
                <a:lnTo>
                  <a:pt x="980319" y="58502"/>
                </a:lnTo>
                <a:lnTo>
                  <a:pt x="997957" y="58502"/>
                </a:lnTo>
                <a:lnTo>
                  <a:pt x="997957" y="126043"/>
                </a:lnTo>
                <a:cubicBezTo>
                  <a:pt x="997527" y="142175"/>
                  <a:pt x="995374" y="144541"/>
                  <a:pt x="980102" y="145184"/>
                </a:cubicBezTo>
                <a:lnTo>
                  <a:pt x="980102" y="148410"/>
                </a:lnTo>
                <a:lnTo>
                  <a:pt x="1036028" y="148410"/>
                </a:lnTo>
                <a:lnTo>
                  <a:pt x="1036028" y="145184"/>
                </a:lnTo>
                <a:cubicBezTo>
                  <a:pt x="1018391" y="144541"/>
                  <a:pt x="1016024" y="142175"/>
                  <a:pt x="1016024" y="126043"/>
                </a:cubicBezTo>
                <a:lnTo>
                  <a:pt x="1016024" y="58502"/>
                </a:lnTo>
                <a:lnTo>
                  <a:pt x="1042264" y="58502"/>
                </a:lnTo>
                <a:lnTo>
                  <a:pt x="1042264" y="51620"/>
                </a:lnTo>
                <a:close/>
                <a:moveTo>
                  <a:pt x="1101201" y="49470"/>
                </a:moveTo>
                <a:cubicBezTo>
                  <a:pt x="1073021" y="49470"/>
                  <a:pt x="1053664" y="70117"/>
                  <a:pt x="1053664" y="99800"/>
                </a:cubicBezTo>
                <a:cubicBezTo>
                  <a:pt x="1053664" y="129053"/>
                  <a:pt x="1073668" y="150563"/>
                  <a:pt x="1100767" y="150563"/>
                </a:cubicBezTo>
                <a:cubicBezTo>
                  <a:pt x="1127871" y="150563"/>
                  <a:pt x="1148518" y="127980"/>
                  <a:pt x="1148518" y="98080"/>
                </a:cubicBezTo>
                <a:cubicBezTo>
                  <a:pt x="1148518" y="69688"/>
                  <a:pt x="1128730" y="49470"/>
                  <a:pt x="1101201" y="49470"/>
                </a:cubicBezTo>
                <a:moveTo>
                  <a:pt x="1098404" y="55493"/>
                </a:moveTo>
                <a:cubicBezTo>
                  <a:pt x="1116472" y="55493"/>
                  <a:pt x="1129160" y="76140"/>
                  <a:pt x="1129160" y="105609"/>
                </a:cubicBezTo>
                <a:cubicBezTo>
                  <a:pt x="1129160" y="130130"/>
                  <a:pt x="1119482" y="144541"/>
                  <a:pt x="1103350" y="144541"/>
                </a:cubicBezTo>
                <a:cubicBezTo>
                  <a:pt x="1094962" y="144541"/>
                  <a:pt x="1087003" y="139378"/>
                  <a:pt x="1082486" y="130776"/>
                </a:cubicBezTo>
                <a:cubicBezTo>
                  <a:pt x="1076464" y="119591"/>
                  <a:pt x="1073021" y="104533"/>
                  <a:pt x="1073021" y="89262"/>
                </a:cubicBezTo>
                <a:cubicBezTo>
                  <a:pt x="1073021" y="68828"/>
                  <a:pt x="1082916" y="55493"/>
                  <a:pt x="1098404" y="554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•">
            <a:extLst xmlns:a="http://schemas.openxmlformats.org/drawingml/2006/main">
              <a:ext uri="{FF2B5EF4-FFF2-40B4-BE49-F238E27FC236}">
                <a16:creationId xmlns:a16="http://schemas.microsoft.com/office/drawing/2014/main" id="{4604180B-BF4A-460B-B595-E94F8072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229" y="1001823"/>
            <a:ext cx="65618" cy="65708"/>
          </a:xfrm>
          <a:custGeom xmlns:a="http://schemas.openxmlformats.org/drawingml/2006/main">
            <a:pathLst>
              <a:path w="65618" h="65708">
                <a:moveTo>
                  <a:pt x="65618" y="32809"/>
                </a:moveTo>
                <a:cubicBezTo>
                  <a:pt x="65618" y="41918"/>
                  <a:pt x="62417" y="49679"/>
                  <a:pt x="56013" y="56092"/>
                </a:cubicBezTo>
                <a:cubicBezTo>
                  <a:pt x="49610" y="62503"/>
                  <a:pt x="41890" y="65708"/>
                  <a:pt x="32854" y="65708"/>
                </a:cubicBezTo>
                <a:cubicBezTo>
                  <a:pt x="23758" y="65708"/>
                  <a:pt x="16008" y="62503"/>
                  <a:pt x="9605" y="56092"/>
                </a:cubicBezTo>
                <a:cubicBezTo>
                  <a:pt x="3202" y="49679"/>
                  <a:pt x="0" y="41918"/>
                  <a:pt x="0" y="32809"/>
                </a:cubicBezTo>
                <a:cubicBezTo>
                  <a:pt x="0" y="23760"/>
                  <a:pt x="3202" y="16030"/>
                  <a:pt x="9605" y="9619"/>
                </a:cubicBezTo>
                <a:cubicBezTo>
                  <a:pt x="16008" y="3206"/>
                  <a:pt x="23758" y="0"/>
                  <a:pt x="32854" y="0"/>
                </a:cubicBezTo>
                <a:cubicBezTo>
                  <a:pt x="41890" y="0"/>
                  <a:pt x="49610" y="3206"/>
                  <a:pt x="56013" y="9619"/>
                </a:cubicBezTo>
                <a:cubicBezTo>
                  <a:pt x="62417" y="16030"/>
                  <a:pt x="65618" y="23760"/>
                  <a:pt x="65618" y="328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Name:Alice">
            <a:extLst xmlns:a="http://schemas.openxmlformats.org/drawingml/2006/main">
              <a:ext uri="{FF2B5EF4-FFF2-40B4-BE49-F238E27FC236}">
                <a16:creationId xmlns:a16="http://schemas.microsoft.com/office/drawing/2014/main" id="{8AD7DF3E-88A6-4367-9A1E-6434AD9E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52" y="939654"/>
            <a:ext cx="1083596" cy="149274"/>
          </a:xfrm>
          <a:custGeom xmlns:a="http://schemas.openxmlformats.org/drawingml/2006/main">
            <a:pathLst>
              <a:path w="1083596" h="149274">
                <a:moveTo>
                  <a:pt x="149490" y="4519"/>
                </a:moveTo>
                <a:lnTo>
                  <a:pt x="98944" y="4519"/>
                </a:lnTo>
                <a:lnTo>
                  <a:pt x="98944" y="8606"/>
                </a:lnTo>
                <a:cubicBezTo>
                  <a:pt x="116148" y="9679"/>
                  <a:pt x="118944" y="13338"/>
                  <a:pt x="119591" y="36135"/>
                </a:cubicBezTo>
                <a:lnTo>
                  <a:pt x="119591" y="108622"/>
                </a:lnTo>
                <a:lnTo>
                  <a:pt x="36782" y="4519"/>
                </a:lnTo>
                <a:lnTo>
                  <a:pt x="0" y="4519"/>
                </a:lnTo>
                <a:lnTo>
                  <a:pt x="0" y="8606"/>
                </a:lnTo>
                <a:cubicBezTo>
                  <a:pt x="9249" y="8606"/>
                  <a:pt x="12258" y="10325"/>
                  <a:pt x="20864" y="20434"/>
                </a:cubicBezTo>
                <a:lnTo>
                  <a:pt x="20864" y="115291"/>
                </a:lnTo>
                <a:cubicBezTo>
                  <a:pt x="20434" y="138092"/>
                  <a:pt x="17638" y="141748"/>
                  <a:pt x="0" y="142821"/>
                </a:cubicBezTo>
                <a:lnTo>
                  <a:pt x="0" y="146907"/>
                </a:lnTo>
                <a:lnTo>
                  <a:pt x="50547" y="146907"/>
                </a:lnTo>
                <a:lnTo>
                  <a:pt x="50547" y="142821"/>
                </a:lnTo>
                <a:cubicBezTo>
                  <a:pt x="33985" y="141961"/>
                  <a:pt x="30759" y="137445"/>
                  <a:pt x="30329" y="115291"/>
                </a:cubicBezTo>
                <a:lnTo>
                  <a:pt x="30329" y="30976"/>
                </a:lnTo>
                <a:lnTo>
                  <a:pt x="125397" y="149274"/>
                </a:lnTo>
                <a:lnTo>
                  <a:pt x="129056" y="149274"/>
                </a:lnTo>
                <a:lnTo>
                  <a:pt x="129056" y="36135"/>
                </a:lnTo>
                <a:cubicBezTo>
                  <a:pt x="129700" y="13768"/>
                  <a:pt x="132496" y="10112"/>
                  <a:pt x="149490" y="8606"/>
                </a:cubicBezTo>
                <a:lnTo>
                  <a:pt x="149490" y="4519"/>
                </a:lnTo>
                <a:close/>
                <a:moveTo>
                  <a:pt x="247784" y="132712"/>
                </a:moveTo>
                <a:cubicBezTo>
                  <a:pt x="244128" y="135725"/>
                  <a:pt x="241548" y="136799"/>
                  <a:pt x="238322" y="136799"/>
                </a:cubicBezTo>
                <a:cubicBezTo>
                  <a:pt x="233376" y="136799"/>
                  <a:pt x="231869" y="133789"/>
                  <a:pt x="231869" y="124324"/>
                </a:cubicBezTo>
                <a:lnTo>
                  <a:pt x="231869" y="82382"/>
                </a:lnTo>
                <a:cubicBezTo>
                  <a:pt x="231869" y="71197"/>
                  <a:pt x="230793" y="64958"/>
                  <a:pt x="227567" y="59795"/>
                </a:cubicBezTo>
                <a:cubicBezTo>
                  <a:pt x="222834" y="52053"/>
                  <a:pt x="213585" y="47967"/>
                  <a:pt x="200897" y="47967"/>
                </a:cubicBezTo>
                <a:cubicBezTo>
                  <a:pt x="180676" y="47967"/>
                  <a:pt x="164762" y="58506"/>
                  <a:pt x="164762" y="72057"/>
                </a:cubicBezTo>
                <a:cubicBezTo>
                  <a:pt x="164762" y="77003"/>
                  <a:pt x="168848" y="81306"/>
                  <a:pt x="174010" y="81306"/>
                </a:cubicBezTo>
                <a:cubicBezTo>
                  <a:pt x="179170" y="81306"/>
                  <a:pt x="183689" y="77003"/>
                  <a:pt x="183689" y="72270"/>
                </a:cubicBezTo>
                <a:cubicBezTo>
                  <a:pt x="183689" y="71411"/>
                  <a:pt x="183473" y="70337"/>
                  <a:pt x="183259" y="68831"/>
                </a:cubicBezTo>
                <a:cubicBezTo>
                  <a:pt x="182829" y="66894"/>
                  <a:pt x="182613" y="65175"/>
                  <a:pt x="182613" y="63668"/>
                </a:cubicBezTo>
                <a:cubicBezTo>
                  <a:pt x="182613" y="57862"/>
                  <a:pt x="189495" y="53130"/>
                  <a:pt x="198101" y="53130"/>
                </a:cubicBezTo>
                <a:cubicBezTo>
                  <a:pt x="208639" y="53130"/>
                  <a:pt x="214445" y="59365"/>
                  <a:pt x="214445" y="70981"/>
                </a:cubicBezTo>
                <a:lnTo>
                  <a:pt x="214445" y="84102"/>
                </a:lnTo>
                <a:cubicBezTo>
                  <a:pt x="181536" y="97224"/>
                  <a:pt x="177667" y="99157"/>
                  <a:pt x="168418" y="107332"/>
                </a:cubicBezTo>
                <a:cubicBezTo>
                  <a:pt x="163685" y="111635"/>
                  <a:pt x="160672" y="118948"/>
                  <a:pt x="160672" y="126043"/>
                </a:cubicBezTo>
                <a:cubicBezTo>
                  <a:pt x="160672" y="139595"/>
                  <a:pt x="170138" y="149060"/>
                  <a:pt x="183259" y="149060"/>
                </a:cubicBezTo>
                <a:cubicBezTo>
                  <a:pt x="192721" y="149060"/>
                  <a:pt x="201540" y="144544"/>
                  <a:pt x="214662" y="133359"/>
                </a:cubicBezTo>
                <a:cubicBezTo>
                  <a:pt x="215738" y="144758"/>
                  <a:pt x="219608" y="149060"/>
                  <a:pt x="228427" y="149060"/>
                </a:cubicBezTo>
                <a:cubicBezTo>
                  <a:pt x="235739" y="149060"/>
                  <a:pt x="240258" y="146477"/>
                  <a:pt x="247784" y="138305"/>
                </a:cubicBezTo>
                <a:lnTo>
                  <a:pt x="247784" y="132712"/>
                </a:lnTo>
                <a:moveTo>
                  <a:pt x="214445" y="120454"/>
                </a:moveTo>
                <a:cubicBezTo>
                  <a:pt x="214445" y="126907"/>
                  <a:pt x="213372" y="129273"/>
                  <a:pt x="208853" y="131853"/>
                </a:cubicBezTo>
                <a:cubicBezTo>
                  <a:pt x="203477" y="134862"/>
                  <a:pt x="197671" y="136585"/>
                  <a:pt x="193151" y="136585"/>
                </a:cubicBezTo>
                <a:cubicBezTo>
                  <a:pt x="185626" y="136585"/>
                  <a:pt x="179603" y="129273"/>
                  <a:pt x="179603" y="120021"/>
                </a:cubicBezTo>
                <a:lnTo>
                  <a:pt x="179603" y="119161"/>
                </a:lnTo>
                <a:cubicBezTo>
                  <a:pt x="179816" y="106256"/>
                  <a:pt x="189282" y="98084"/>
                  <a:pt x="214445" y="89265"/>
                </a:cubicBezTo>
                <a:lnTo>
                  <a:pt x="214445" y="120454"/>
                </a:lnTo>
                <a:close/>
                <a:moveTo>
                  <a:pt x="251657" y="146907"/>
                </a:moveTo>
                <a:lnTo>
                  <a:pt x="299407" y="146907"/>
                </a:lnTo>
                <a:lnTo>
                  <a:pt x="299407" y="143681"/>
                </a:lnTo>
                <a:cubicBezTo>
                  <a:pt x="288438" y="143468"/>
                  <a:pt x="284996" y="141101"/>
                  <a:pt x="284782" y="132499"/>
                </a:cubicBezTo>
                <a:lnTo>
                  <a:pt x="284782" y="71841"/>
                </a:lnTo>
                <a:cubicBezTo>
                  <a:pt x="284782" y="71411"/>
                  <a:pt x="286502" y="69261"/>
                  <a:pt x="288009" y="67754"/>
                </a:cubicBezTo>
                <a:cubicBezTo>
                  <a:pt x="293384" y="62808"/>
                  <a:pt x="302633" y="59152"/>
                  <a:pt x="310162" y="59152"/>
                </a:cubicBezTo>
                <a:cubicBezTo>
                  <a:pt x="319624" y="59152"/>
                  <a:pt x="324357" y="66681"/>
                  <a:pt x="324357" y="81736"/>
                </a:cubicBezTo>
                <a:lnTo>
                  <a:pt x="324357" y="128410"/>
                </a:lnTo>
                <a:cubicBezTo>
                  <a:pt x="323927" y="140671"/>
                  <a:pt x="321777" y="143038"/>
                  <a:pt x="309732" y="143681"/>
                </a:cubicBezTo>
                <a:lnTo>
                  <a:pt x="309732" y="146907"/>
                </a:lnTo>
                <a:lnTo>
                  <a:pt x="357913" y="146907"/>
                </a:lnTo>
                <a:lnTo>
                  <a:pt x="357913" y="143681"/>
                </a:lnTo>
                <a:cubicBezTo>
                  <a:pt x="345868" y="143681"/>
                  <a:pt x="342855" y="140241"/>
                  <a:pt x="342425" y="126477"/>
                </a:cubicBezTo>
                <a:lnTo>
                  <a:pt x="342425" y="72270"/>
                </a:lnTo>
                <a:cubicBezTo>
                  <a:pt x="348877" y="63022"/>
                  <a:pt x="355763" y="59152"/>
                  <a:pt x="365872" y="59152"/>
                </a:cubicBezTo>
                <a:cubicBezTo>
                  <a:pt x="378130" y="59152"/>
                  <a:pt x="382003" y="64958"/>
                  <a:pt x="382003" y="82812"/>
                </a:cubicBezTo>
                <a:lnTo>
                  <a:pt x="382003" y="128196"/>
                </a:lnTo>
                <a:cubicBezTo>
                  <a:pt x="381573" y="140885"/>
                  <a:pt x="380283" y="142391"/>
                  <a:pt x="367808" y="143681"/>
                </a:cubicBezTo>
                <a:lnTo>
                  <a:pt x="367808" y="146907"/>
                </a:lnTo>
                <a:lnTo>
                  <a:pt x="414912" y="146907"/>
                </a:lnTo>
                <a:lnTo>
                  <a:pt x="414912" y="143681"/>
                </a:lnTo>
                <a:lnTo>
                  <a:pt x="409319" y="143251"/>
                </a:lnTo>
                <a:cubicBezTo>
                  <a:pt x="402437" y="142178"/>
                  <a:pt x="400070" y="138952"/>
                  <a:pt x="400070" y="130563"/>
                </a:cubicBezTo>
                <a:lnTo>
                  <a:pt x="400070" y="86252"/>
                </a:lnTo>
                <a:cubicBezTo>
                  <a:pt x="400070" y="60872"/>
                  <a:pt x="391682" y="47967"/>
                  <a:pt x="375120" y="47967"/>
                </a:cubicBezTo>
                <a:cubicBezTo>
                  <a:pt x="362645" y="47967"/>
                  <a:pt x="351673" y="53560"/>
                  <a:pt x="340058" y="66035"/>
                </a:cubicBezTo>
                <a:cubicBezTo>
                  <a:pt x="336189" y="53773"/>
                  <a:pt x="328876" y="47967"/>
                  <a:pt x="317261" y="47967"/>
                </a:cubicBezTo>
                <a:cubicBezTo>
                  <a:pt x="307579" y="47967"/>
                  <a:pt x="301773" y="50763"/>
                  <a:pt x="283919" y="64528"/>
                </a:cubicBezTo>
                <a:lnTo>
                  <a:pt x="283919" y="48397"/>
                </a:lnTo>
                <a:lnTo>
                  <a:pt x="282416" y="47967"/>
                </a:lnTo>
                <a:cubicBezTo>
                  <a:pt x="271014" y="52053"/>
                  <a:pt x="263702" y="54419"/>
                  <a:pt x="252303" y="57646"/>
                </a:cubicBezTo>
                <a:lnTo>
                  <a:pt x="252303" y="61302"/>
                </a:lnTo>
                <a:cubicBezTo>
                  <a:pt x="254883" y="60659"/>
                  <a:pt x="256819" y="60442"/>
                  <a:pt x="259186" y="60442"/>
                </a:cubicBezTo>
                <a:cubicBezTo>
                  <a:pt x="264778" y="60442"/>
                  <a:pt x="266715" y="63885"/>
                  <a:pt x="266715" y="74207"/>
                </a:cubicBezTo>
                <a:lnTo>
                  <a:pt x="266715" y="128626"/>
                </a:lnTo>
                <a:cubicBezTo>
                  <a:pt x="266285" y="140671"/>
                  <a:pt x="263488" y="143681"/>
                  <a:pt x="251657" y="143681"/>
                </a:cubicBezTo>
                <a:lnTo>
                  <a:pt x="251657" y="146907"/>
                </a:lnTo>
                <a:close/>
                <a:moveTo>
                  <a:pt x="503313" y="111635"/>
                </a:moveTo>
                <a:cubicBezTo>
                  <a:pt x="492991" y="127980"/>
                  <a:pt x="483739" y="134219"/>
                  <a:pt x="469974" y="134219"/>
                </a:cubicBezTo>
                <a:cubicBezTo>
                  <a:pt x="457716" y="134219"/>
                  <a:pt x="448467" y="127980"/>
                  <a:pt x="442228" y="115721"/>
                </a:cubicBezTo>
                <a:cubicBezTo>
                  <a:pt x="438355" y="107546"/>
                  <a:pt x="436852" y="100663"/>
                  <a:pt x="436422" y="87328"/>
                </a:cubicBezTo>
                <a:lnTo>
                  <a:pt x="502670" y="87328"/>
                </a:lnTo>
                <a:cubicBezTo>
                  <a:pt x="500947" y="73347"/>
                  <a:pt x="498797" y="67111"/>
                  <a:pt x="493421" y="60225"/>
                </a:cubicBezTo>
                <a:cubicBezTo>
                  <a:pt x="486965" y="52483"/>
                  <a:pt x="477073" y="47967"/>
                  <a:pt x="465888" y="47967"/>
                </a:cubicBezTo>
                <a:cubicBezTo>
                  <a:pt x="455133" y="47967"/>
                  <a:pt x="445024" y="51840"/>
                  <a:pt x="436852" y="59152"/>
                </a:cubicBezTo>
                <a:cubicBezTo>
                  <a:pt x="426740" y="67971"/>
                  <a:pt x="420934" y="83242"/>
                  <a:pt x="420934" y="100880"/>
                </a:cubicBezTo>
                <a:cubicBezTo>
                  <a:pt x="420934" y="130563"/>
                  <a:pt x="436422" y="149060"/>
                  <a:pt x="461155" y="149060"/>
                </a:cubicBezTo>
                <a:cubicBezTo>
                  <a:pt x="481589" y="149060"/>
                  <a:pt x="497721" y="136369"/>
                  <a:pt x="506756" y="113138"/>
                </a:cubicBezTo>
                <a:lnTo>
                  <a:pt x="503313" y="111635"/>
                </a:lnTo>
                <a:moveTo>
                  <a:pt x="436852" y="80446"/>
                </a:moveTo>
                <a:cubicBezTo>
                  <a:pt x="439215" y="63668"/>
                  <a:pt x="446531" y="55709"/>
                  <a:pt x="459649" y="55709"/>
                </a:cubicBezTo>
                <a:cubicBezTo>
                  <a:pt x="472770" y="55709"/>
                  <a:pt x="477933" y="61732"/>
                  <a:pt x="480729" y="80446"/>
                </a:cubicBezTo>
                <a:lnTo>
                  <a:pt x="436852" y="80446"/>
                </a:lnTo>
                <a:close/>
                <a:moveTo>
                  <a:pt x="540739" y="48180"/>
                </a:moveTo>
                <a:cubicBezTo>
                  <a:pt x="534287" y="48180"/>
                  <a:pt x="528911" y="53560"/>
                  <a:pt x="528911" y="60442"/>
                </a:cubicBezTo>
                <a:cubicBezTo>
                  <a:pt x="528911" y="66681"/>
                  <a:pt x="534287" y="72057"/>
                  <a:pt x="540526" y="72057"/>
                </a:cubicBezTo>
                <a:cubicBezTo>
                  <a:pt x="547192" y="72057"/>
                  <a:pt x="552784" y="66894"/>
                  <a:pt x="552784" y="60442"/>
                </a:cubicBezTo>
                <a:cubicBezTo>
                  <a:pt x="552784" y="53773"/>
                  <a:pt x="547192" y="48180"/>
                  <a:pt x="540739" y="48180"/>
                </a:cubicBezTo>
                <a:moveTo>
                  <a:pt x="540739" y="125400"/>
                </a:moveTo>
                <a:cubicBezTo>
                  <a:pt x="534287" y="125400"/>
                  <a:pt x="528911" y="130776"/>
                  <a:pt x="528911" y="137659"/>
                </a:cubicBezTo>
                <a:cubicBezTo>
                  <a:pt x="528911" y="143898"/>
                  <a:pt x="534287" y="149274"/>
                  <a:pt x="540526" y="149274"/>
                </a:cubicBezTo>
                <a:cubicBezTo>
                  <a:pt x="547192" y="149274"/>
                  <a:pt x="552784" y="144114"/>
                  <a:pt x="552784" y="137659"/>
                </a:cubicBezTo>
                <a:cubicBezTo>
                  <a:pt x="552784" y="130993"/>
                  <a:pt x="547192" y="125400"/>
                  <a:pt x="540739" y="125400"/>
                </a:cubicBezTo>
                <a:close/>
                <a:moveTo>
                  <a:pt x="774940" y="142821"/>
                </a:moveTo>
                <a:cubicBezTo>
                  <a:pt x="765261" y="142178"/>
                  <a:pt x="763111" y="140025"/>
                  <a:pt x="755582" y="124110"/>
                </a:cubicBezTo>
                <a:lnTo>
                  <a:pt x="702023" y="1936"/>
                </a:lnTo>
                <a:lnTo>
                  <a:pt x="697723" y="1936"/>
                </a:lnTo>
                <a:lnTo>
                  <a:pt x="652982" y="107546"/>
                </a:lnTo>
                <a:cubicBezTo>
                  <a:pt x="639217" y="138952"/>
                  <a:pt x="636634" y="142391"/>
                  <a:pt x="626312" y="142821"/>
                </a:cubicBezTo>
                <a:lnTo>
                  <a:pt x="626312" y="146907"/>
                </a:lnTo>
                <a:lnTo>
                  <a:pt x="668900" y="146907"/>
                </a:lnTo>
                <a:lnTo>
                  <a:pt x="668900" y="142821"/>
                </a:lnTo>
                <a:cubicBezTo>
                  <a:pt x="658575" y="142821"/>
                  <a:pt x="654272" y="140241"/>
                  <a:pt x="654272" y="134002"/>
                </a:cubicBezTo>
                <a:cubicBezTo>
                  <a:pt x="654272" y="131423"/>
                  <a:pt x="654919" y="128410"/>
                  <a:pt x="655995" y="125613"/>
                </a:cubicBezTo>
                <a:lnTo>
                  <a:pt x="665887" y="100450"/>
                </a:lnTo>
                <a:lnTo>
                  <a:pt x="722243" y="100450"/>
                </a:lnTo>
                <a:lnTo>
                  <a:pt x="731062" y="121097"/>
                </a:lnTo>
                <a:cubicBezTo>
                  <a:pt x="733642" y="126907"/>
                  <a:pt x="735148" y="132499"/>
                  <a:pt x="735148" y="135509"/>
                </a:cubicBezTo>
                <a:cubicBezTo>
                  <a:pt x="735148" y="140885"/>
                  <a:pt x="731492" y="142608"/>
                  <a:pt x="720090" y="142821"/>
                </a:cubicBezTo>
                <a:lnTo>
                  <a:pt x="720090" y="146907"/>
                </a:lnTo>
                <a:lnTo>
                  <a:pt x="774940" y="146907"/>
                </a:lnTo>
                <a:lnTo>
                  <a:pt x="774940" y="142821"/>
                </a:lnTo>
                <a:moveTo>
                  <a:pt x="669543" y="91631"/>
                </a:moveTo>
                <a:lnTo>
                  <a:pt x="694280" y="32479"/>
                </a:lnTo>
                <a:lnTo>
                  <a:pt x="719230" y="91631"/>
                </a:lnTo>
                <a:lnTo>
                  <a:pt x="669543" y="91631"/>
                </a:lnTo>
                <a:close/>
                <a:moveTo>
                  <a:pt x="782038" y="146907"/>
                </a:moveTo>
                <a:lnTo>
                  <a:pt x="832798" y="146907"/>
                </a:lnTo>
                <a:lnTo>
                  <a:pt x="832798" y="143681"/>
                </a:lnTo>
                <a:cubicBezTo>
                  <a:pt x="819250" y="143038"/>
                  <a:pt x="816883" y="140885"/>
                  <a:pt x="816667" y="128840"/>
                </a:cubicBezTo>
                <a:lnTo>
                  <a:pt x="816667" y="430"/>
                </a:lnTo>
                <a:lnTo>
                  <a:pt x="815807" y="0"/>
                </a:lnTo>
                <a:cubicBezTo>
                  <a:pt x="804838" y="3443"/>
                  <a:pt x="796879" y="5809"/>
                  <a:pt x="781608" y="9465"/>
                </a:cubicBezTo>
                <a:lnTo>
                  <a:pt x="781608" y="12905"/>
                </a:lnTo>
                <a:lnTo>
                  <a:pt x="782898" y="12905"/>
                </a:lnTo>
                <a:cubicBezTo>
                  <a:pt x="785264" y="12692"/>
                  <a:pt x="787844" y="12475"/>
                  <a:pt x="789567" y="12475"/>
                </a:cubicBezTo>
                <a:cubicBezTo>
                  <a:pt x="796449" y="12475"/>
                  <a:pt x="798599" y="15488"/>
                  <a:pt x="798599" y="25597"/>
                </a:cubicBezTo>
                <a:lnTo>
                  <a:pt x="798599" y="128196"/>
                </a:lnTo>
                <a:cubicBezTo>
                  <a:pt x="798386" y="139812"/>
                  <a:pt x="795373" y="142821"/>
                  <a:pt x="782038" y="143681"/>
                </a:cubicBezTo>
                <a:lnTo>
                  <a:pt x="782038" y="146907"/>
                </a:lnTo>
                <a:close/>
                <a:moveTo>
                  <a:pt x="841402" y="146907"/>
                </a:moveTo>
                <a:lnTo>
                  <a:pt x="892378" y="146907"/>
                </a:lnTo>
                <a:lnTo>
                  <a:pt x="892378" y="143681"/>
                </a:lnTo>
                <a:cubicBezTo>
                  <a:pt x="878184" y="142608"/>
                  <a:pt x="876677" y="140671"/>
                  <a:pt x="876461" y="124970"/>
                </a:cubicBezTo>
                <a:lnTo>
                  <a:pt x="876461" y="48610"/>
                </a:lnTo>
                <a:lnTo>
                  <a:pt x="875601" y="47967"/>
                </a:lnTo>
                <a:lnTo>
                  <a:pt x="842262" y="59795"/>
                </a:lnTo>
                <a:lnTo>
                  <a:pt x="842262" y="63022"/>
                </a:lnTo>
                <a:lnTo>
                  <a:pt x="843985" y="62808"/>
                </a:lnTo>
                <a:cubicBezTo>
                  <a:pt x="846564" y="62378"/>
                  <a:pt x="849144" y="62162"/>
                  <a:pt x="851297" y="62162"/>
                </a:cubicBezTo>
                <a:cubicBezTo>
                  <a:pt x="856460" y="62162"/>
                  <a:pt x="858393" y="65605"/>
                  <a:pt x="858393" y="75067"/>
                </a:cubicBezTo>
                <a:lnTo>
                  <a:pt x="858393" y="124970"/>
                </a:lnTo>
                <a:cubicBezTo>
                  <a:pt x="857963" y="140885"/>
                  <a:pt x="856030" y="143038"/>
                  <a:pt x="841402" y="143681"/>
                </a:cubicBezTo>
                <a:lnTo>
                  <a:pt x="841402" y="146907"/>
                </a:lnTo>
                <a:moveTo>
                  <a:pt x="865492" y="0"/>
                </a:moveTo>
                <a:cubicBezTo>
                  <a:pt x="859686" y="0"/>
                  <a:pt x="854737" y="4949"/>
                  <a:pt x="854737" y="10972"/>
                </a:cubicBezTo>
                <a:cubicBezTo>
                  <a:pt x="854737" y="17208"/>
                  <a:pt x="859469" y="21940"/>
                  <a:pt x="865492" y="21940"/>
                </a:cubicBezTo>
                <a:cubicBezTo>
                  <a:pt x="871944" y="21940"/>
                  <a:pt x="876677" y="17208"/>
                  <a:pt x="876677" y="10972"/>
                </a:cubicBezTo>
                <a:cubicBezTo>
                  <a:pt x="876677" y="4733"/>
                  <a:pt x="871731" y="0"/>
                  <a:pt x="865492" y="0"/>
                </a:cubicBezTo>
                <a:close/>
                <a:moveTo>
                  <a:pt x="982503" y="113355"/>
                </a:moveTo>
                <a:cubicBezTo>
                  <a:pt x="972177" y="128410"/>
                  <a:pt x="964435" y="133572"/>
                  <a:pt x="952173" y="133572"/>
                </a:cubicBezTo>
                <a:cubicBezTo>
                  <a:pt x="932386" y="133572"/>
                  <a:pt x="918834" y="116365"/>
                  <a:pt x="918834" y="91631"/>
                </a:cubicBezTo>
                <a:cubicBezTo>
                  <a:pt x="918834" y="69261"/>
                  <a:pt x="930666" y="54203"/>
                  <a:pt x="948087" y="54203"/>
                </a:cubicBezTo>
                <a:cubicBezTo>
                  <a:pt x="955830" y="54203"/>
                  <a:pt x="958626" y="56356"/>
                  <a:pt x="960779" y="64528"/>
                </a:cubicBezTo>
                <a:lnTo>
                  <a:pt x="962069" y="69261"/>
                </a:lnTo>
                <a:cubicBezTo>
                  <a:pt x="963789" y="75500"/>
                  <a:pt x="967661" y="79156"/>
                  <a:pt x="972394" y="79156"/>
                </a:cubicBezTo>
                <a:cubicBezTo>
                  <a:pt x="977987" y="79156"/>
                  <a:pt x="982503" y="75067"/>
                  <a:pt x="982503" y="70121"/>
                </a:cubicBezTo>
                <a:cubicBezTo>
                  <a:pt x="982503" y="58076"/>
                  <a:pt x="967445" y="47967"/>
                  <a:pt x="949377" y="47967"/>
                </a:cubicBezTo>
                <a:cubicBezTo>
                  <a:pt x="938838" y="47967"/>
                  <a:pt x="927870" y="52270"/>
                  <a:pt x="919051" y="60012"/>
                </a:cubicBezTo>
                <a:cubicBezTo>
                  <a:pt x="908296" y="69474"/>
                  <a:pt x="902273" y="84102"/>
                  <a:pt x="902273" y="101310"/>
                </a:cubicBezTo>
                <a:cubicBezTo>
                  <a:pt x="902273" y="129056"/>
                  <a:pt x="919264" y="149060"/>
                  <a:pt x="943141" y="149060"/>
                </a:cubicBezTo>
                <a:cubicBezTo>
                  <a:pt x="952820" y="149060"/>
                  <a:pt x="961422" y="145617"/>
                  <a:pt x="969168" y="138952"/>
                </a:cubicBezTo>
                <a:cubicBezTo>
                  <a:pt x="974974" y="134002"/>
                  <a:pt x="979060" y="127980"/>
                  <a:pt x="985512" y="115291"/>
                </a:cubicBezTo>
                <a:lnTo>
                  <a:pt x="982503" y="113355"/>
                </a:lnTo>
                <a:close/>
                <a:moveTo>
                  <a:pt x="1080153" y="111635"/>
                </a:moveTo>
                <a:cubicBezTo>
                  <a:pt x="1069831" y="127980"/>
                  <a:pt x="1060579" y="134219"/>
                  <a:pt x="1046814" y="134219"/>
                </a:cubicBezTo>
                <a:cubicBezTo>
                  <a:pt x="1034556" y="134219"/>
                  <a:pt x="1025307" y="127980"/>
                  <a:pt x="1019068" y="115721"/>
                </a:cubicBezTo>
                <a:cubicBezTo>
                  <a:pt x="1015195" y="107546"/>
                  <a:pt x="1013692" y="100663"/>
                  <a:pt x="1013262" y="87328"/>
                </a:cubicBezTo>
                <a:lnTo>
                  <a:pt x="1079510" y="87328"/>
                </a:lnTo>
                <a:cubicBezTo>
                  <a:pt x="1077787" y="73347"/>
                  <a:pt x="1075637" y="67111"/>
                  <a:pt x="1070261" y="60225"/>
                </a:cubicBezTo>
                <a:cubicBezTo>
                  <a:pt x="1063805" y="52483"/>
                  <a:pt x="1053913" y="47967"/>
                  <a:pt x="1042728" y="47967"/>
                </a:cubicBezTo>
                <a:cubicBezTo>
                  <a:pt x="1031973" y="47967"/>
                  <a:pt x="1021864" y="51840"/>
                  <a:pt x="1013692" y="59152"/>
                </a:cubicBezTo>
                <a:cubicBezTo>
                  <a:pt x="1003580" y="67971"/>
                  <a:pt x="997774" y="83242"/>
                  <a:pt x="997774" y="100880"/>
                </a:cubicBezTo>
                <a:cubicBezTo>
                  <a:pt x="997774" y="130563"/>
                  <a:pt x="1013262" y="149060"/>
                  <a:pt x="1037995" y="149060"/>
                </a:cubicBezTo>
                <a:cubicBezTo>
                  <a:pt x="1058429" y="149060"/>
                  <a:pt x="1074560" y="136369"/>
                  <a:pt x="1083596" y="113138"/>
                </a:cubicBezTo>
                <a:lnTo>
                  <a:pt x="1080153" y="111635"/>
                </a:lnTo>
                <a:moveTo>
                  <a:pt x="1013692" y="80446"/>
                </a:moveTo>
                <a:cubicBezTo>
                  <a:pt x="1016055" y="63668"/>
                  <a:pt x="1023370" y="55709"/>
                  <a:pt x="1036489" y="55709"/>
                </a:cubicBezTo>
                <a:cubicBezTo>
                  <a:pt x="1049610" y="55709"/>
                  <a:pt x="1054773" y="61732"/>
                  <a:pt x="1057569" y="80446"/>
                </a:cubicBezTo>
                <a:lnTo>
                  <a:pt x="1013692" y="804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•">
            <a:extLst xmlns:a="http://schemas.openxmlformats.org/drawingml/2006/main">
              <a:ext uri="{FF2B5EF4-FFF2-40B4-BE49-F238E27FC236}">
                <a16:creationId xmlns:a16="http://schemas.microsoft.com/office/drawing/2014/main" id="{F1481DA7-6306-4CE9-94E8-9A76CA3B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229" y="1345142"/>
            <a:ext cx="65618" cy="65708"/>
          </a:xfrm>
          <a:custGeom xmlns:a="http://schemas.openxmlformats.org/drawingml/2006/main">
            <a:pathLst>
              <a:path w="65618" h="65708">
                <a:moveTo>
                  <a:pt x="65618" y="32809"/>
                </a:moveTo>
                <a:cubicBezTo>
                  <a:pt x="65618" y="41918"/>
                  <a:pt x="62417" y="49679"/>
                  <a:pt x="56013" y="56092"/>
                </a:cubicBezTo>
                <a:cubicBezTo>
                  <a:pt x="49610" y="62503"/>
                  <a:pt x="41890" y="65708"/>
                  <a:pt x="32854" y="65708"/>
                </a:cubicBezTo>
                <a:cubicBezTo>
                  <a:pt x="23758" y="65708"/>
                  <a:pt x="16008" y="62503"/>
                  <a:pt x="9605" y="56092"/>
                </a:cubicBezTo>
                <a:cubicBezTo>
                  <a:pt x="3202" y="49679"/>
                  <a:pt x="0" y="41918"/>
                  <a:pt x="0" y="32809"/>
                </a:cubicBezTo>
                <a:cubicBezTo>
                  <a:pt x="0" y="23760"/>
                  <a:pt x="3202" y="16030"/>
                  <a:pt x="9605" y="9619"/>
                </a:cubicBezTo>
                <a:cubicBezTo>
                  <a:pt x="16008" y="3206"/>
                  <a:pt x="23758" y="0"/>
                  <a:pt x="32854" y="0"/>
                </a:cubicBezTo>
                <a:cubicBezTo>
                  <a:pt x="41890" y="0"/>
                  <a:pt x="49610" y="3206"/>
                  <a:pt x="56013" y="9619"/>
                </a:cubicBezTo>
                <a:cubicBezTo>
                  <a:pt x="62417" y="16030"/>
                  <a:pt x="65618" y="23760"/>
                  <a:pt x="65618" y="328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Addr:US">
            <a:extLst xmlns:a="http://schemas.openxmlformats.org/drawingml/2006/main">
              <a:ext uri="{FF2B5EF4-FFF2-40B4-BE49-F238E27FC236}">
                <a16:creationId xmlns:a16="http://schemas.microsoft.com/office/drawing/2014/main" id="{DF85788C-320E-4D51-B49C-FC5F020A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698" y="1282973"/>
            <a:ext cx="814336" cy="149920"/>
          </a:xfrm>
          <a:custGeom xmlns:a="http://schemas.openxmlformats.org/drawingml/2006/main">
            <a:pathLst>
              <a:path w="814336" h="149920">
                <a:moveTo>
                  <a:pt x="148627" y="142821"/>
                </a:moveTo>
                <a:cubicBezTo>
                  <a:pt x="138948" y="142178"/>
                  <a:pt x="136799" y="140025"/>
                  <a:pt x="129270" y="124110"/>
                </a:cubicBezTo>
                <a:lnTo>
                  <a:pt x="75710" y="1936"/>
                </a:lnTo>
                <a:lnTo>
                  <a:pt x="71411" y="1936"/>
                </a:lnTo>
                <a:lnTo>
                  <a:pt x="26670" y="107546"/>
                </a:lnTo>
                <a:cubicBezTo>
                  <a:pt x="12905" y="138952"/>
                  <a:pt x="10322" y="142391"/>
                  <a:pt x="0" y="142821"/>
                </a:cubicBezTo>
                <a:lnTo>
                  <a:pt x="0" y="146907"/>
                </a:lnTo>
                <a:lnTo>
                  <a:pt x="42588" y="146907"/>
                </a:lnTo>
                <a:lnTo>
                  <a:pt x="42588" y="142821"/>
                </a:lnTo>
                <a:cubicBezTo>
                  <a:pt x="32262" y="142821"/>
                  <a:pt x="27960" y="140241"/>
                  <a:pt x="27960" y="134002"/>
                </a:cubicBezTo>
                <a:cubicBezTo>
                  <a:pt x="27960" y="131423"/>
                  <a:pt x="28606" y="128410"/>
                  <a:pt x="29683" y="125613"/>
                </a:cubicBezTo>
                <a:lnTo>
                  <a:pt x="39575" y="100450"/>
                </a:lnTo>
                <a:lnTo>
                  <a:pt x="95931" y="100450"/>
                </a:lnTo>
                <a:lnTo>
                  <a:pt x="104750" y="121097"/>
                </a:lnTo>
                <a:cubicBezTo>
                  <a:pt x="107329" y="126907"/>
                  <a:pt x="108836" y="132499"/>
                  <a:pt x="108836" y="135509"/>
                </a:cubicBezTo>
                <a:cubicBezTo>
                  <a:pt x="108836" y="140885"/>
                  <a:pt x="105179" y="142608"/>
                  <a:pt x="93778" y="142821"/>
                </a:cubicBezTo>
                <a:lnTo>
                  <a:pt x="93778" y="146907"/>
                </a:lnTo>
                <a:lnTo>
                  <a:pt x="148627" y="146907"/>
                </a:lnTo>
                <a:lnTo>
                  <a:pt x="148627" y="142821"/>
                </a:lnTo>
                <a:moveTo>
                  <a:pt x="43231" y="91631"/>
                </a:moveTo>
                <a:lnTo>
                  <a:pt x="67968" y="32479"/>
                </a:lnTo>
                <a:lnTo>
                  <a:pt x="92918" y="91631"/>
                </a:lnTo>
                <a:lnTo>
                  <a:pt x="43231" y="91631"/>
                </a:lnTo>
                <a:close/>
                <a:moveTo>
                  <a:pt x="257679" y="134432"/>
                </a:moveTo>
                <a:cubicBezTo>
                  <a:pt x="254883" y="134649"/>
                  <a:pt x="253593" y="134649"/>
                  <a:pt x="252730" y="134649"/>
                </a:cubicBezTo>
                <a:cubicBezTo>
                  <a:pt x="245204" y="134649"/>
                  <a:pt x="243268" y="132283"/>
                  <a:pt x="243268" y="122387"/>
                </a:cubicBezTo>
                <a:lnTo>
                  <a:pt x="243268" y="430"/>
                </a:lnTo>
                <a:lnTo>
                  <a:pt x="242191" y="0"/>
                </a:lnTo>
                <a:cubicBezTo>
                  <a:pt x="232083" y="3443"/>
                  <a:pt x="224770" y="5809"/>
                  <a:pt x="210572" y="9465"/>
                </a:cubicBezTo>
                <a:lnTo>
                  <a:pt x="210572" y="12905"/>
                </a:lnTo>
                <a:cubicBezTo>
                  <a:pt x="212295" y="12692"/>
                  <a:pt x="213369" y="12692"/>
                  <a:pt x="215305" y="12692"/>
                </a:cubicBezTo>
                <a:cubicBezTo>
                  <a:pt x="223264" y="12692"/>
                  <a:pt x="225200" y="14841"/>
                  <a:pt x="225200" y="23660"/>
                </a:cubicBezTo>
                <a:lnTo>
                  <a:pt x="225200" y="57216"/>
                </a:lnTo>
                <a:cubicBezTo>
                  <a:pt x="217025" y="50333"/>
                  <a:pt x="211219" y="47967"/>
                  <a:pt x="202613" y="47967"/>
                </a:cubicBezTo>
                <a:cubicBezTo>
                  <a:pt x="177880" y="47967"/>
                  <a:pt x="157876" y="72270"/>
                  <a:pt x="157876" y="102816"/>
                </a:cubicBezTo>
                <a:cubicBezTo>
                  <a:pt x="157876" y="130346"/>
                  <a:pt x="173794" y="149060"/>
                  <a:pt x="197667" y="149060"/>
                </a:cubicBezTo>
                <a:cubicBezTo>
                  <a:pt x="209712" y="149060"/>
                  <a:pt x="217888" y="144758"/>
                  <a:pt x="225200" y="134649"/>
                </a:cubicBezTo>
                <a:lnTo>
                  <a:pt x="225200" y="148414"/>
                </a:lnTo>
                <a:lnTo>
                  <a:pt x="226060" y="149060"/>
                </a:lnTo>
                <a:lnTo>
                  <a:pt x="257679" y="137875"/>
                </a:lnTo>
                <a:lnTo>
                  <a:pt x="257679" y="134432"/>
                </a:lnTo>
                <a:moveTo>
                  <a:pt x="225200" y="124970"/>
                </a:moveTo>
                <a:cubicBezTo>
                  <a:pt x="225200" y="126477"/>
                  <a:pt x="223694" y="129056"/>
                  <a:pt x="221544" y="131423"/>
                </a:cubicBezTo>
                <a:cubicBezTo>
                  <a:pt x="217888" y="135725"/>
                  <a:pt x="212295" y="137875"/>
                  <a:pt x="206056" y="137875"/>
                </a:cubicBezTo>
                <a:cubicBezTo>
                  <a:pt x="187989" y="137875"/>
                  <a:pt x="176374" y="120667"/>
                  <a:pt x="176374" y="93998"/>
                </a:cubicBezTo>
                <a:cubicBezTo>
                  <a:pt x="176374" y="69907"/>
                  <a:pt x="186912" y="53990"/>
                  <a:pt x="203260" y="53990"/>
                </a:cubicBezTo>
                <a:cubicBezTo>
                  <a:pt x="214875" y="53990"/>
                  <a:pt x="225200" y="64098"/>
                  <a:pt x="225200" y="75500"/>
                </a:cubicBezTo>
                <a:lnTo>
                  <a:pt x="225200" y="124970"/>
                </a:lnTo>
                <a:close/>
                <a:moveTo>
                  <a:pt x="365870" y="134432"/>
                </a:moveTo>
                <a:cubicBezTo>
                  <a:pt x="363074" y="134649"/>
                  <a:pt x="361784" y="134649"/>
                  <a:pt x="360921" y="134649"/>
                </a:cubicBezTo>
                <a:cubicBezTo>
                  <a:pt x="353395" y="134649"/>
                  <a:pt x="351459" y="132283"/>
                  <a:pt x="351459" y="122387"/>
                </a:cubicBezTo>
                <a:lnTo>
                  <a:pt x="351459" y="430"/>
                </a:lnTo>
                <a:lnTo>
                  <a:pt x="350382" y="0"/>
                </a:lnTo>
                <a:cubicBezTo>
                  <a:pt x="340273" y="3443"/>
                  <a:pt x="332961" y="5809"/>
                  <a:pt x="318763" y="9465"/>
                </a:cubicBezTo>
                <a:lnTo>
                  <a:pt x="318763" y="12905"/>
                </a:lnTo>
                <a:cubicBezTo>
                  <a:pt x="320486" y="12692"/>
                  <a:pt x="321559" y="12692"/>
                  <a:pt x="323496" y="12692"/>
                </a:cubicBezTo>
                <a:cubicBezTo>
                  <a:pt x="331455" y="12692"/>
                  <a:pt x="333391" y="14841"/>
                  <a:pt x="333391" y="23660"/>
                </a:cubicBezTo>
                <a:lnTo>
                  <a:pt x="333391" y="57216"/>
                </a:lnTo>
                <a:cubicBezTo>
                  <a:pt x="325215" y="50333"/>
                  <a:pt x="319410" y="47967"/>
                  <a:pt x="310804" y="47967"/>
                </a:cubicBezTo>
                <a:cubicBezTo>
                  <a:pt x="286071" y="47967"/>
                  <a:pt x="266067" y="72270"/>
                  <a:pt x="266067" y="102816"/>
                </a:cubicBezTo>
                <a:cubicBezTo>
                  <a:pt x="266067" y="130346"/>
                  <a:pt x="281984" y="149060"/>
                  <a:pt x="305858" y="149060"/>
                </a:cubicBezTo>
                <a:cubicBezTo>
                  <a:pt x="317903" y="149060"/>
                  <a:pt x="326079" y="144758"/>
                  <a:pt x="333391" y="134649"/>
                </a:cubicBezTo>
                <a:lnTo>
                  <a:pt x="333391" y="148414"/>
                </a:lnTo>
                <a:lnTo>
                  <a:pt x="334251" y="149060"/>
                </a:lnTo>
                <a:lnTo>
                  <a:pt x="365870" y="137875"/>
                </a:lnTo>
                <a:lnTo>
                  <a:pt x="365870" y="134432"/>
                </a:lnTo>
                <a:moveTo>
                  <a:pt x="333391" y="124970"/>
                </a:moveTo>
                <a:cubicBezTo>
                  <a:pt x="333391" y="126477"/>
                  <a:pt x="331885" y="129056"/>
                  <a:pt x="329735" y="131423"/>
                </a:cubicBezTo>
                <a:cubicBezTo>
                  <a:pt x="326079" y="135725"/>
                  <a:pt x="320486" y="137875"/>
                  <a:pt x="314247" y="137875"/>
                </a:cubicBezTo>
                <a:cubicBezTo>
                  <a:pt x="296179" y="137875"/>
                  <a:pt x="284564" y="120667"/>
                  <a:pt x="284564" y="93998"/>
                </a:cubicBezTo>
                <a:cubicBezTo>
                  <a:pt x="284564" y="69907"/>
                  <a:pt x="295103" y="53990"/>
                  <a:pt x="311451" y="53990"/>
                </a:cubicBezTo>
                <a:cubicBezTo>
                  <a:pt x="323066" y="53990"/>
                  <a:pt x="333391" y="64098"/>
                  <a:pt x="333391" y="75500"/>
                </a:cubicBezTo>
                <a:lnTo>
                  <a:pt x="333391" y="124970"/>
                </a:lnTo>
                <a:close/>
                <a:moveTo>
                  <a:pt x="368880" y="146907"/>
                </a:moveTo>
                <a:lnTo>
                  <a:pt x="420503" y="146907"/>
                </a:lnTo>
                <a:lnTo>
                  <a:pt x="420503" y="143681"/>
                </a:lnTo>
                <a:cubicBezTo>
                  <a:pt x="406092" y="143251"/>
                  <a:pt x="402649" y="140241"/>
                  <a:pt x="402219" y="127550"/>
                </a:cubicBezTo>
                <a:lnTo>
                  <a:pt x="402219" y="79156"/>
                </a:lnTo>
                <a:cubicBezTo>
                  <a:pt x="402219" y="72270"/>
                  <a:pt x="411254" y="61519"/>
                  <a:pt x="417277" y="61519"/>
                </a:cubicBezTo>
                <a:cubicBezTo>
                  <a:pt x="418567" y="61519"/>
                  <a:pt x="420503" y="62592"/>
                  <a:pt x="422869" y="64745"/>
                </a:cubicBezTo>
                <a:cubicBezTo>
                  <a:pt x="426096" y="67971"/>
                  <a:pt x="428675" y="69044"/>
                  <a:pt x="431472" y="69044"/>
                </a:cubicBezTo>
                <a:cubicBezTo>
                  <a:pt x="436634" y="69044"/>
                  <a:pt x="439861" y="65388"/>
                  <a:pt x="439861" y="59365"/>
                </a:cubicBezTo>
                <a:cubicBezTo>
                  <a:pt x="439861" y="52270"/>
                  <a:pt x="435344" y="47967"/>
                  <a:pt x="428032" y="47967"/>
                </a:cubicBezTo>
                <a:cubicBezTo>
                  <a:pt x="418997" y="47967"/>
                  <a:pt x="412974" y="52700"/>
                  <a:pt x="402219" y="68184"/>
                </a:cubicBezTo>
                <a:lnTo>
                  <a:pt x="402219" y="48397"/>
                </a:lnTo>
                <a:lnTo>
                  <a:pt x="401146" y="47967"/>
                </a:lnTo>
                <a:cubicBezTo>
                  <a:pt x="389101" y="52700"/>
                  <a:pt x="381355" y="55709"/>
                  <a:pt x="369310" y="59582"/>
                </a:cubicBezTo>
                <a:lnTo>
                  <a:pt x="369310" y="63022"/>
                </a:lnTo>
                <a:cubicBezTo>
                  <a:pt x="372323" y="62378"/>
                  <a:pt x="374259" y="62162"/>
                  <a:pt x="376839" y="62162"/>
                </a:cubicBezTo>
                <a:cubicBezTo>
                  <a:pt x="382215" y="62162"/>
                  <a:pt x="384151" y="65605"/>
                  <a:pt x="384151" y="75067"/>
                </a:cubicBezTo>
                <a:lnTo>
                  <a:pt x="384151" y="128840"/>
                </a:lnTo>
                <a:cubicBezTo>
                  <a:pt x="383721" y="140025"/>
                  <a:pt x="382431" y="141318"/>
                  <a:pt x="368880" y="143681"/>
                </a:cubicBezTo>
                <a:lnTo>
                  <a:pt x="368880" y="146907"/>
                </a:lnTo>
                <a:close/>
                <a:moveTo>
                  <a:pt x="468681" y="48180"/>
                </a:moveTo>
                <a:cubicBezTo>
                  <a:pt x="462229" y="48180"/>
                  <a:pt x="456853" y="53560"/>
                  <a:pt x="456853" y="60442"/>
                </a:cubicBezTo>
                <a:cubicBezTo>
                  <a:pt x="456853" y="66681"/>
                  <a:pt x="462229" y="72057"/>
                  <a:pt x="468468" y="72057"/>
                </a:cubicBezTo>
                <a:cubicBezTo>
                  <a:pt x="475134" y="72057"/>
                  <a:pt x="480726" y="66894"/>
                  <a:pt x="480726" y="60442"/>
                </a:cubicBezTo>
                <a:cubicBezTo>
                  <a:pt x="480726" y="53773"/>
                  <a:pt x="475134" y="48180"/>
                  <a:pt x="468681" y="48180"/>
                </a:cubicBezTo>
                <a:moveTo>
                  <a:pt x="468681" y="125400"/>
                </a:moveTo>
                <a:cubicBezTo>
                  <a:pt x="462229" y="125400"/>
                  <a:pt x="456853" y="130776"/>
                  <a:pt x="456853" y="137659"/>
                </a:cubicBezTo>
                <a:cubicBezTo>
                  <a:pt x="456853" y="143898"/>
                  <a:pt x="462229" y="149274"/>
                  <a:pt x="468468" y="149274"/>
                </a:cubicBezTo>
                <a:cubicBezTo>
                  <a:pt x="475134" y="149274"/>
                  <a:pt x="480726" y="144114"/>
                  <a:pt x="480726" y="137659"/>
                </a:cubicBezTo>
                <a:cubicBezTo>
                  <a:pt x="480726" y="130993"/>
                  <a:pt x="475134" y="125400"/>
                  <a:pt x="468681" y="125400"/>
                </a:cubicBezTo>
                <a:close/>
                <a:moveTo>
                  <a:pt x="703991" y="4519"/>
                </a:moveTo>
                <a:lnTo>
                  <a:pt x="654091" y="4519"/>
                </a:lnTo>
                <a:lnTo>
                  <a:pt x="654091" y="8606"/>
                </a:lnTo>
                <a:cubicBezTo>
                  <a:pt x="670652" y="9679"/>
                  <a:pt x="673879" y="13981"/>
                  <a:pt x="674309" y="36135"/>
                </a:cubicBezTo>
                <a:lnTo>
                  <a:pt x="674309" y="94211"/>
                </a:lnTo>
                <a:cubicBezTo>
                  <a:pt x="674309" y="108839"/>
                  <a:pt x="673019" y="117011"/>
                  <a:pt x="669363" y="123464"/>
                </a:cubicBezTo>
                <a:cubicBezTo>
                  <a:pt x="663557" y="133789"/>
                  <a:pt x="649788" y="140455"/>
                  <a:pt x="633657" y="140455"/>
                </a:cubicBezTo>
                <a:cubicBezTo>
                  <a:pt x="618386" y="140455"/>
                  <a:pt x="607847" y="135295"/>
                  <a:pt x="602038" y="125183"/>
                </a:cubicBezTo>
                <a:cubicBezTo>
                  <a:pt x="598169" y="118301"/>
                  <a:pt x="596662" y="110342"/>
                  <a:pt x="596662" y="96794"/>
                </a:cubicBezTo>
                <a:lnTo>
                  <a:pt x="596662" y="27963"/>
                </a:lnTo>
                <a:cubicBezTo>
                  <a:pt x="596875" y="12262"/>
                  <a:pt x="599028" y="10112"/>
                  <a:pt x="616236" y="8606"/>
                </a:cubicBezTo>
                <a:lnTo>
                  <a:pt x="616236" y="4519"/>
                </a:lnTo>
                <a:lnTo>
                  <a:pt x="555364" y="4519"/>
                </a:lnTo>
                <a:lnTo>
                  <a:pt x="555364" y="8606"/>
                </a:lnTo>
                <a:cubicBezTo>
                  <a:pt x="572355" y="9895"/>
                  <a:pt x="574508" y="12045"/>
                  <a:pt x="574722" y="27963"/>
                </a:cubicBezTo>
                <a:lnTo>
                  <a:pt x="574722" y="95071"/>
                </a:lnTo>
                <a:cubicBezTo>
                  <a:pt x="574722" y="132283"/>
                  <a:pt x="592146" y="149920"/>
                  <a:pt x="628711" y="149920"/>
                </a:cubicBezTo>
                <a:cubicBezTo>
                  <a:pt x="652155" y="149920"/>
                  <a:pt x="668286" y="142391"/>
                  <a:pt x="676675" y="127766"/>
                </a:cubicBezTo>
                <a:cubicBezTo>
                  <a:pt x="681838" y="118731"/>
                  <a:pt x="683774" y="108839"/>
                  <a:pt x="683774" y="92274"/>
                </a:cubicBezTo>
                <a:lnTo>
                  <a:pt x="683774" y="36135"/>
                </a:lnTo>
                <a:cubicBezTo>
                  <a:pt x="684204" y="13552"/>
                  <a:pt x="686570" y="10542"/>
                  <a:pt x="703991" y="8606"/>
                </a:cubicBezTo>
                <a:lnTo>
                  <a:pt x="703991" y="4519"/>
                </a:lnTo>
                <a:close/>
                <a:moveTo>
                  <a:pt x="804870" y="1506"/>
                </a:moveTo>
                <a:lnTo>
                  <a:pt x="800354" y="1506"/>
                </a:lnTo>
                <a:cubicBezTo>
                  <a:pt x="799494" y="6239"/>
                  <a:pt x="797128" y="8819"/>
                  <a:pt x="793472" y="8819"/>
                </a:cubicBezTo>
                <a:cubicBezTo>
                  <a:pt x="791319" y="8819"/>
                  <a:pt x="787663" y="7959"/>
                  <a:pt x="784007" y="6239"/>
                </a:cubicBezTo>
                <a:cubicBezTo>
                  <a:pt x="776048" y="3226"/>
                  <a:pt x="768089" y="1506"/>
                  <a:pt x="760993" y="1506"/>
                </a:cubicBezTo>
                <a:cubicBezTo>
                  <a:pt x="751957" y="1506"/>
                  <a:pt x="742495" y="5163"/>
                  <a:pt x="735396" y="11402"/>
                </a:cubicBezTo>
                <a:cubicBezTo>
                  <a:pt x="727867" y="18068"/>
                  <a:pt x="723998" y="27103"/>
                  <a:pt x="723998" y="38288"/>
                </a:cubicBezTo>
                <a:cubicBezTo>
                  <a:pt x="723998" y="55496"/>
                  <a:pt x="733460" y="67541"/>
                  <a:pt x="757550" y="80229"/>
                </a:cubicBezTo>
                <a:cubicBezTo>
                  <a:pt x="773038" y="88618"/>
                  <a:pt x="784223" y="97224"/>
                  <a:pt x="789599" y="105396"/>
                </a:cubicBezTo>
                <a:cubicBezTo>
                  <a:pt x="791536" y="108192"/>
                  <a:pt x="792612" y="112708"/>
                  <a:pt x="792612" y="118088"/>
                </a:cubicBezTo>
                <a:cubicBezTo>
                  <a:pt x="792612" y="132283"/>
                  <a:pt x="781857" y="142178"/>
                  <a:pt x="766156" y="142178"/>
                </a:cubicBezTo>
                <a:cubicBezTo>
                  <a:pt x="746795" y="142178"/>
                  <a:pt x="733460" y="130346"/>
                  <a:pt x="722705" y="104106"/>
                </a:cubicBezTo>
                <a:lnTo>
                  <a:pt x="717759" y="104106"/>
                </a:lnTo>
                <a:lnTo>
                  <a:pt x="724211" y="149704"/>
                </a:lnTo>
                <a:lnTo>
                  <a:pt x="728944" y="149704"/>
                </a:lnTo>
                <a:cubicBezTo>
                  <a:pt x="729157" y="145617"/>
                  <a:pt x="731740" y="142608"/>
                  <a:pt x="734966" y="142608"/>
                </a:cubicBezTo>
                <a:cubicBezTo>
                  <a:pt x="737333" y="142608"/>
                  <a:pt x="740989" y="143468"/>
                  <a:pt x="745075" y="144974"/>
                </a:cubicBezTo>
                <a:cubicBezTo>
                  <a:pt x="753247" y="148200"/>
                  <a:pt x="762066" y="149920"/>
                  <a:pt x="770455" y="149920"/>
                </a:cubicBezTo>
                <a:cubicBezTo>
                  <a:pt x="795408" y="149920"/>
                  <a:pt x="814336" y="132929"/>
                  <a:pt x="814336" y="110559"/>
                </a:cubicBezTo>
                <a:cubicBezTo>
                  <a:pt x="814336" y="92921"/>
                  <a:pt x="802504" y="79156"/>
                  <a:pt x="774111" y="63668"/>
                </a:cubicBezTo>
                <a:cubicBezTo>
                  <a:pt x="751528" y="51407"/>
                  <a:pt x="742495" y="41944"/>
                  <a:pt x="742495" y="30113"/>
                </a:cubicBezTo>
                <a:cubicBezTo>
                  <a:pt x="742495" y="18284"/>
                  <a:pt x="751528" y="10325"/>
                  <a:pt x="764862" y="10325"/>
                </a:cubicBezTo>
                <a:cubicBezTo>
                  <a:pt x="774544" y="10325"/>
                  <a:pt x="783577" y="14411"/>
                  <a:pt x="791106" y="22157"/>
                </a:cubicBezTo>
                <a:cubicBezTo>
                  <a:pt x="797771" y="29039"/>
                  <a:pt x="800784" y="34632"/>
                  <a:pt x="804227" y="47320"/>
                </a:cubicBezTo>
                <a:lnTo>
                  <a:pt x="809603" y="47320"/>
                </a:lnTo>
                <a:lnTo>
                  <a:pt x="804870" y="15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59B6D-18B0-47AE-B899-2479B725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910" y="1558568"/>
            <a:ext cx="1981325" cy="5959"/>
          </a:xfrm>
          <a:custGeom xmlns:a="http://schemas.openxmlformats.org/drawingml/2006/main">
            <a:pathLst>
              <a:path w="1981325" h="5959" fill="none">
                <a:moveTo>
                  <a:pt x="0" y="0"/>
                </a:moveTo>
                <a:lnTo>
                  <a:pt x="1981325" y="5959"/>
                </a:lnTo>
              </a:path>
            </a:pathLst>
          </a:custGeom>
          <a:noFill xmlns:a="http://schemas.openxmlformats.org/drawingml/2006/main"/>
          <a:ln xmlns:a="http://schemas.openxmlformats.org/drawingml/2006/main" w="22980" cap="rnd">
            <a:solidFill>
              <a:srgbClr val="000000"/>
            </a:solidFill>
            <a:round/>
          </a:ln>
        </p:spPr>
      </p:sp>
      <p:sp>
        <p:nvSpPr>
          <p:cNvPr id="23" name="Text UserB'sinfo">
            <a:extLst xmlns:a="http://schemas.openxmlformats.org/drawingml/2006/main">
              <a:ext uri="{FF2B5EF4-FFF2-40B4-BE49-F238E27FC236}">
                <a16:creationId xmlns:a16="http://schemas.microsoft.com/office/drawing/2014/main" id="{E1028F1A-65EA-4E8B-9C43-A289F7DA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2154" y="1682302"/>
            <a:ext cx="1136722" cy="150997"/>
          </a:xfrm>
          <a:custGeom xmlns:a="http://schemas.openxmlformats.org/drawingml/2006/main">
            <a:pathLst>
              <a:path w="1136722" h="150997">
                <a:moveTo>
                  <a:pt x="147337" y="1506"/>
                </a:moveTo>
                <a:lnTo>
                  <a:pt x="100017" y="1506"/>
                </a:lnTo>
                <a:lnTo>
                  <a:pt x="100017" y="6882"/>
                </a:lnTo>
                <a:cubicBezTo>
                  <a:pt x="116581" y="7959"/>
                  <a:pt x="121097" y="12475"/>
                  <a:pt x="121097" y="28180"/>
                </a:cubicBezTo>
                <a:lnTo>
                  <a:pt x="121097" y="93781"/>
                </a:lnTo>
                <a:cubicBezTo>
                  <a:pt x="121097" y="125613"/>
                  <a:pt x="109052" y="140455"/>
                  <a:pt x="83456" y="140455"/>
                </a:cubicBezTo>
                <a:cubicBezTo>
                  <a:pt x="61302" y="140455"/>
                  <a:pt x="51837" y="127766"/>
                  <a:pt x="51837" y="98514"/>
                </a:cubicBezTo>
                <a:lnTo>
                  <a:pt x="51837" y="26673"/>
                </a:lnTo>
                <a:cubicBezTo>
                  <a:pt x="52266" y="10112"/>
                  <a:pt x="55279" y="7316"/>
                  <a:pt x="72700" y="6882"/>
                </a:cubicBezTo>
                <a:lnTo>
                  <a:pt x="72700" y="1506"/>
                </a:lnTo>
                <a:lnTo>
                  <a:pt x="0" y="1506"/>
                </a:lnTo>
                <a:lnTo>
                  <a:pt x="0" y="6882"/>
                </a:lnTo>
                <a:cubicBezTo>
                  <a:pt x="14841" y="8176"/>
                  <a:pt x="17208" y="10972"/>
                  <a:pt x="17638" y="26673"/>
                </a:cubicBezTo>
                <a:lnTo>
                  <a:pt x="17638" y="98514"/>
                </a:lnTo>
                <a:cubicBezTo>
                  <a:pt x="17638" y="119591"/>
                  <a:pt x="22154" y="130133"/>
                  <a:pt x="35275" y="139595"/>
                </a:cubicBezTo>
                <a:cubicBezTo>
                  <a:pt x="45601" y="147124"/>
                  <a:pt x="59365" y="150997"/>
                  <a:pt x="75067" y="150997"/>
                </a:cubicBezTo>
                <a:cubicBezTo>
                  <a:pt x="90985" y="150997"/>
                  <a:pt x="106039" y="146264"/>
                  <a:pt x="115288" y="138305"/>
                </a:cubicBezTo>
                <a:cubicBezTo>
                  <a:pt x="124970" y="130133"/>
                  <a:pt x="130563" y="113785"/>
                  <a:pt x="130563" y="93781"/>
                </a:cubicBezTo>
                <a:lnTo>
                  <a:pt x="130563" y="25167"/>
                </a:lnTo>
                <a:cubicBezTo>
                  <a:pt x="130776" y="12262"/>
                  <a:pt x="133789" y="8819"/>
                  <a:pt x="147337" y="6882"/>
                </a:cubicBezTo>
                <a:lnTo>
                  <a:pt x="147337" y="1506"/>
                </a:lnTo>
                <a:close/>
                <a:moveTo>
                  <a:pt x="224127" y="76790"/>
                </a:moveTo>
                <a:lnTo>
                  <a:pt x="224127" y="45601"/>
                </a:lnTo>
                <a:lnTo>
                  <a:pt x="219394" y="45601"/>
                </a:lnTo>
                <a:cubicBezTo>
                  <a:pt x="218104" y="48827"/>
                  <a:pt x="216814" y="49903"/>
                  <a:pt x="214018" y="49903"/>
                </a:cubicBezTo>
                <a:cubicBezTo>
                  <a:pt x="212725" y="49903"/>
                  <a:pt x="210792" y="49473"/>
                  <a:pt x="207349" y="48397"/>
                </a:cubicBezTo>
                <a:cubicBezTo>
                  <a:pt x="200466" y="46031"/>
                  <a:pt x="195517" y="45171"/>
                  <a:pt x="190571" y="45171"/>
                </a:cubicBezTo>
                <a:cubicBezTo>
                  <a:pt x="170997" y="45171"/>
                  <a:pt x="156802" y="58506"/>
                  <a:pt x="156802" y="76573"/>
                </a:cubicBezTo>
                <a:cubicBezTo>
                  <a:pt x="156802" y="90771"/>
                  <a:pt x="165621" y="100663"/>
                  <a:pt x="187345" y="109912"/>
                </a:cubicBezTo>
                <a:cubicBezTo>
                  <a:pt x="202186" y="116365"/>
                  <a:pt x="207995" y="121744"/>
                  <a:pt x="207995" y="128626"/>
                </a:cubicBezTo>
                <a:cubicBezTo>
                  <a:pt x="207995" y="137015"/>
                  <a:pt x="201540" y="142608"/>
                  <a:pt x="191861" y="142608"/>
                </a:cubicBezTo>
                <a:cubicBezTo>
                  <a:pt x="176806" y="142608"/>
                  <a:pt x="166911" y="132929"/>
                  <a:pt x="162395" y="114215"/>
                </a:cubicBezTo>
                <a:lnTo>
                  <a:pt x="156372" y="114215"/>
                </a:lnTo>
                <a:lnTo>
                  <a:pt x="156372" y="149704"/>
                </a:lnTo>
                <a:lnTo>
                  <a:pt x="161748" y="149704"/>
                </a:lnTo>
                <a:cubicBezTo>
                  <a:pt x="164115" y="144974"/>
                  <a:pt x="165404" y="143681"/>
                  <a:pt x="167341" y="143681"/>
                </a:cubicBezTo>
                <a:cubicBezTo>
                  <a:pt x="168417" y="143681"/>
                  <a:pt x="170137" y="144114"/>
                  <a:pt x="172290" y="144974"/>
                </a:cubicBezTo>
                <a:cubicBezTo>
                  <a:pt x="178526" y="147554"/>
                  <a:pt x="189281" y="149920"/>
                  <a:pt x="195517" y="149920"/>
                </a:cubicBezTo>
                <a:cubicBezTo>
                  <a:pt x="215091" y="149920"/>
                  <a:pt x="228643" y="136585"/>
                  <a:pt x="228643" y="117228"/>
                </a:cubicBezTo>
                <a:cubicBezTo>
                  <a:pt x="228643" y="101953"/>
                  <a:pt x="220470" y="92704"/>
                  <a:pt x="198960" y="83672"/>
                </a:cubicBezTo>
                <a:cubicBezTo>
                  <a:pt x="184335" y="77433"/>
                  <a:pt x="178313" y="72057"/>
                  <a:pt x="178313" y="64745"/>
                </a:cubicBezTo>
                <a:cubicBezTo>
                  <a:pt x="178313" y="57646"/>
                  <a:pt x="184335" y="52270"/>
                  <a:pt x="192508" y="52270"/>
                </a:cubicBezTo>
                <a:cubicBezTo>
                  <a:pt x="198313" y="52270"/>
                  <a:pt x="203906" y="54633"/>
                  <a:pt x="208639" y="59152"/>
                </a:cubicBezTo>
                <a:cubicBezTo>
                  <a:pt x="213155" y="63452"/>
                  <a:pt x="215521" y="67324"/>
                  <a:pt x="218747" y="76790"/>
                </a:cubicBezTo>
                <a:lnTo>
                  <a:pt x="224127" y="76790"/>
                </a:lnTo>
                <a:close/>
                <a:moveTo>
                  <a:pt x="321777" y="120021"/>
                </a:moveTo>
                <a:cubicBezTo>
                  <a:pt x="312958" y="130563"/>
                  <a:pt x="306506" y="134432"/>
                  <a:pt x="297257" y="134432"/>
                </a:cubicBezTo>
                <a:cubicBezTo>
                  <a:pt x="288868" y="134432"/>
                  <a:pt x="282629" y="130563"/>
                  <a:pt x="278113" y="123034"/>
                </a:cubicBezTo>
                <a:cubicBezTo>
                  <a:pt x="274244" y="116151"/>
                  <a:pt x="272520" y="109052"/>
                  <a:pt x="271661" y="94211"/>
                </a:cubicBezTo>
                <a:lnTo>
                  <a:pt x="325863" y="94211"/>
                </a:lnTo>
                <a:cubicBezTo>
                  <a:pt x="324574" y="76143"/>
                  <a:pt x="321347" y="66035"/>
                  <a:pt x="314465" y="57862"/>
                </a:cubicBezTo>
                <a:cubicBezTo>
                  <a:pt x="307582" y="49473"/>
                  <a:pt x="297470" y="45171"/>
                  <a:pt x="285425" y="45171"/>
                </a:cubicBezTo>
                <a:cubicBezTo>
                  <a:pt x="258756" y="45171"/>
                  <a:pt x="240688" y="66465"/>
                  <a:pt x="240688" y="97867"/>
                </a:cubicBezTo>
                <a:cubicBezTo>
                  <a:pt x="240688" y="129273"/>
                  <a:pt x="258326" y="149920"/>
                  <a:pt x="284995" y="149920"/>
                </a:cubicBezTo>
                <a:cubicBezTo>
                  <a:pt x="302420" y="149920"/>
                  <a:pt x="312958" y="143251"/>
                  <a:pt x="326940" y="123034"/>
                </a:cubicBezTo>
                <a:lnTo>
                  <a:pt x="321777" y="120021"/>
                </a:lnTo>
                <a:moveTo>
                  <a:pt x="270584" y="86252"/>
                </a:moveTo>
                <a:cubicBezTo>
                  <a:pt x="271231" y="60442"/>
                  <a:pt x="275103" y="51840"/>
                  <a:pt x="285642" y="51840"/>
                </a:cubicBezTo>
                <a:cubicBezTo>
                  <a:pt x="295751" y="51840"/>
                  <a:pt x="298977" y="59152"/>
                  <a:pt x="299407" y="83026"/>
                </a:cubicBezTo>
                <a:lnTo>
                  <a:pt x="299407" y="86252"/>
                </a:lnTo>
                <a:lnTo>
                  <a:pt x="270584" y="86252"/>
                </a:lnTo>
                <a:close/>
                <a:moveTo>
                  <a:pt x="392543" y="141748"/>
                </a:moveTo>
                <a:cubicBezTo>
                  <a:pt x="379421" y="141101"/>
                  <a:pt x="377055" y="138305"/>
                  <a:pt x="376841" y="124754"/>
                </a:cubicBezTo>
                <a:lnTo>
                  <a:pt x="376841" y="84102"/>
                </a:lnTo>
                <a:cubicBezTo>
                  <a:pt x="376841" y="72917"/>
                  <a:pt x="382864" y="63668"/>
                  <a:pt x="389960" y="63668"/>
                </a:cubicBezTo>
                <a:cubicBezTo>
                  <a:pt x="391683" y="63668"/>
                  <a:pt x="393616" y="65175"/>
                  <a:pt x="395982" y="68614"/>
                </a:cubicBezTo>
                <a:cubicBezTo>
                  <a:pt x="400068" y="74423"/>
                  <a:pt x="403295" y="76360"/>
                  <a:pt x="408887" y="76360"/>
                </a:cubicBezTo>
                <a:cubicBezTo>
                  <a:pt x="416846" y="76360"/>
                  <a:pt x="422439" y="70337"/>
                  <a:pt x="422439" y="62162"/>
                </a:cubicBezTo>
                <a:cubicBezTo>
                  <a:pt x="422439" y="52270"/>
                  <a:pt x="415126" y="45171"/>
                  <a:pt x="405018" y="45171"/>
                </a:cubicBezTo>
                <a:cubicBezTo>
                  <a:pt x="394263" y="45171"/>
                  <a:pt x="386090" y="50763"/>
                  <a:pt x="375978" y="65388"/>
                </a:cubicBezTo>
                <a:lnTo>
                  <a:pt x="375978" y="47750"/>
                </a:lnTo>
                <a:lnTo>
                  <a:pt x="335327" y="47750"/>
                </a:lnTo>
                <a:lnTo>
                  <a:pt x="335327" y="52913"/>
                </a:lnTo>
                <a:cubicBezTo>
                  <a:pt x="344362" y="53990"/>
                  <a:pt x="346726" y="56569"/>
                  <a:pt x="346942" y="65605"/>
                </a:cubicBezTo>
                <a:lnTo>
                  <a:pt x="346942" y="128840"/>
                </a:lnTo>
                <a:cubicBezTo>
                  <a:pt x="346726" y="137875"/>
                  <a:pt x="344576" y="140241"/>
                  <a:pt x="335327" y="141748"/>
                </a:cubicBezTo>
                <a:lnTo>
                  <a:pt x="335327" y="146907"/>
                </a:lnTo>
                <a:lnTo>
                  <a:pt x="392543" y="146907"/>
                </a:lnTo>
                <a:lnTo>
                  <a:pt x="392543" y="141748"/>
                </a:lnTo>
                <a:close/>
                <a:moveTo>
                  <a:pt x="482731" y="146907"/>
                </a:moveTo>
                <a:lnTo>
                  <a:pt x="551992" y="146907"/>
                </a:lnTo>
                <a:cubicBezTo>
                  <a:pt x="588340" y="146907"/>
                  <a:pt x="612430" y="130776"/>
                  <a:pt x="612430" y="106473"/>
                </a:cubicBezTo>
                <a:cubicBezTo>
                  <a:pt x="612430" y="96577"/>
                  <a:pt x="608344" y="87975"/>
                  <a:pt x="600815" y="81306"/>
                </a:cubicBezTo>
                <a:cubicBezTo>
                  <a:pt x="593290" y="74853"/>
                  <a:pt x="585974" y="71627"/>
                  <a:pt x="570919" y="68401"/>
                </a:cubicBezTo>
                <a:cubicBezTo>
                  <a:pt x="595869" y="61089"/>
                  <a:pt x="605118" y="52270"/>
                  <a:pt x="605118" y="35922"/>
                </a:cubicBezTo>
                <a:cubicBezTo>
                  <a:pt x="605118" y="13768"/>
                  <a:pt x="585331" y="1506"/>
                  <a:pt x="549195" y="1506"/>
                </a:cubicBezTo>
                <a:lnTo>
                  <a:pt x="482731" y="1506"/>
                </a:lnTo>
                <a:lnTo>
                  <a:pt x="482731" y="6882"/>
                </a:lnTo>
                <a:cubicBezTo>
                  <a:pt x="497142" y="7529"/>
                  <a:pt x="501228" y="10755"/>
                  <a:pt x="501658" y="22157"/>
                </a:cubicBezTo>
                <a:lnTo>
                  <a:pt x="501658" y="126260"/>
                </a:lnTo>
                <a:cubicBezTo>
                  <a:pt x="501228" y="137445"/>
                  <a:pt x="498002" y="140241"/>
                  <a:pt x="482731" y="141531"/>
                </a:cubicBezTo>
                <a:lnTo>
                  <a:pt x="482731" y="146907"/>
                </a:lnTo>
                <a:moveTo>
                  <a:pt x="536074" y="73134"/>
                </a:moveTo>
                <a:lnTo>
                  <a:pt x="542526" y="73134"/>
                </a:lnTo>
                <a:cubicBezTo>
                  <a:pt x="564680" y="73134"/>
                  <a:pt x="575435" y="84749"/>
                  <a:pt x="575435" y="108409"/>
                </a:cubicBezTo>
                <a:cubicBezTo>
                  <a:pt x="575435" y="129273"/>
                  <a:pt x="566617" y="140025"/>
                  <a:pt x="549195" y="140025"/>
                </a:cubicBezTo>
                <a:cubicBezTo>
                  <a:pt x="539730" y="140025"/>
                  <a:pt x="536074" y="136369"/>
                  <a:pt x="536074" y="126907"/>
                </a:cubicBezTo>
                <a:lnTo>
                  <a:pt x="536074" y="73134"/>
                </a:lnTo>
                <a:moveTo>
                  <a:pt x="536074" y="18498"/>
                </a:moveTo>
                <a:cubicBezTo>
                  <a:pt x="536074" y="10755"/>
                  <a:pt x="539087" y="7959"/>
                  <a:pt x="547689" y="7959"/>
                </a:cubicBezTo>
                <a:cubicBezTo>
                  <a:pt x="562747" y="7959"/>
                  <a:pt x="569629" y="17208"/>
                  <a:pt x="569629" y="37428"/>
                </a:cubicBezTo>
                <a:cubicBezTo>
                  <a:pt x="569629" y="60012"/>
                  <a:pt x="562530" y="66035"/>
                  <a:pt x="536074" y="66681"/>
                </a:cubicBezTo>
                <a:lnTo>
                  <a:pt x="536074" y="18498"/>
                </a:lnTo>
                <a:close/>
                <a:moveTo>
                  <a:pt x="643950" y="54203"/>
                </a:moveTo>
                <a:cubicBezTo>
                  <a:pt x="644593" y="50333"/>
                  <a:pt x="645023" y="47537"/>
                  <a:pt x="645453" y="45601"/>
                </a:cubicBezTo>
                <a:cubicBezTo>
                  <a:pt x="648896" y="29253"/>
                  <a:pt x="650833" y="16348"/>
                  <a:pt x="650833" y="10112"/>
                </a:cubicBezTo>
                <a:cubicBezTo>
                  <a:pt x="650833" y="5379"/>
                  <a:pt x="646746" y="1506"/>
                  <a:pt x="641797" y="1506"/>
                </a:cubicBezTo>
                <a:cubicBezTo>
                  <a:pt x="636634" y="1506"/>
                  <a:pt x="632548" y="5379"/>
                  <a:pt x="632548" y="10325"/>
                </a:cubicBezTo>
                <a:cubicBezTo>
                  <a:pt x="632548" y="13981"/>
                  <a:pt x="635561" y="33339"/>
                  <a:pt x="639431" y="54203"/>
                </a:cubicBezTo>
                <a:lnTo>
                  <a:pt x="643950" y="54203"/>
                </a:lnTo>
                <a:close/>
                <a:moveTo>
                  <a:pt x="728693" y="79370"/>
                </a:moveTo>
                <a:lnTo>
                  <a:pt x="727834" y="49903"/>
                </a:lnTo>
                <a:lnTo>
                  <a:pt x="725467" y="49903"/>
                </a:lnTo>
                <a:cubicBezTo>
                  <a:pt x="724394" y="51623"/>
                  <a:pt x="723317" y="52270"/>
                  <a:pt x="722028" y="52270"/>
                </a:cubicBezTo>
                <a:cubicBezTo>
                  <a:pt x="720738" y="52270"/>
                  <a:pt x="718585" y="51840"/>
                  <a:pt x="716218" y="50763"/>
                </a:cubicBezTo>
                <a:cubicBezTo>
                  <a:pt x="711272" y="49043"/>
                  <a:pt x="706326" y="47967"/>
                  <a:pt x="701164" y="47967"/>
                </a:cubicBezTo>
                <a:cubicBezTo>
                  <a:pt x="684169" y="47967"/>
                  <a:pt x="671911" y="59152"/>
                  <a:pt x="671911" y="74637"/>
                </a:cubicBezTo>
                <a:cubicBezTo>
                  <a:pt x="671911" y="86682"/>
                  <a:pt x="678793" y="95287"/>
                  <a:pt x="697078" y="105613"/>
                </a:cubicBezTo>
                <a:lnTo>
                  <a:pt x="709553" y="112708"/>
                </a:lnTo>
                <a:cubicBezTo>
                  <a:pt x="717078" y="117011"/>
                  <a:pt x="720738" y="122174"/>
                  <a:pt x="720738" y="128840"/>
                </a:cubicBezTo>
                <a:cubicBezTo>
                  <a:pt x="720738" y="138305"/>
                  <a:pt x="713852" y="144328"/>
                  <a:pt x="702883" y="144328"/>
                </a:cubicBezTo>
                <a:cubicBezTo>
                  <a:pt x="688042" y="144328"/>
                  <a:pt x="680513" y="136155"/>
                  <a:pt x="675567" y="114215"/>
                </a:cubicBezTo>
                <a:lnTo>
                  <a:pt x="672124" y="114215"/>
                </a:lnTo>
                <a:lnTo>
                  <a:pt x="672124" y="147770"/>
                </a:lnTo>
                <a:lnTo>
                  <a:pt x="674921" y="147770"/>
                </a:lnTo>
                <a:cubicBezTo>
                  <a:pt x="676427" y="145617"/>
                  <a:pt x="677287" y="145188"/>
                  <a:pt x="679870" y="145188"/>
                </a:cubicBezTo>
                <a:cubicBezTo>
                  <a:pt x="682236" y="145188"/>
                  <a:pt x="684816" y="145617"/>
                  <a:pt x="689762" y="146907"/>
                </a:cubicBezTo>
                <a:cubicBezTo>
                  <a:pt x="695571" y="148200"/>
                  <a:pt x="701164" y="149060"/>
                  <a:pt x="705463" y="149060"/>
                </a:cubicBezTo>
                <a:cubicBezTo>
                  <a:pt x="722241" y="149060"/>
                  <a:pt x="735792" y="136585"/>
                  <a:pt x="735792" y="121527"/>
                </a:cubicBezTo>
                <a:cubicBezTo>
                  <a:pt x="735792" y="110772"/>
                  <a:pt x="730630" y="103676"/>
                  <a:pt x="717725" y="95931"/>
                </a:cubicBezTo>
                <a:lnTo>
                  <a:pt x="694495" y="82166"/>
                </a:lnTo>
                <a:cubicBezTo>
                  <a:pt x="688472" y="78510"/>
                  <a:pt x="685246" y="73347"/>
                  <a:pt x="685246" y="67541"/>
                </a:cubicBezTo>
                <a:cubicBezTo>
                  <a:pt x="685246" y="58722"/>
                  <a:pt x="691915" y="52913"/>
                  <a:pt x="701807" y="52913"/>
                </a:cubicBezTo>
                <a:cubicBezTo>
                  <a:pt x="714069" y="52913"/>
                  <a:pt x="720521" y="60012"/>
                  <a:pt x="725467" y="79370"/>
                </a:cubicBezTo>
                <a:lnTo>
                  <a:pt x="728693" y="79370"/>
                </a:lnTo>
                <a:close/>
                <a:moveTo>
                  <a:pt x="801825" y="146907"/>
                </a:moveTo>
                <a:lnTo>
                  <a:pt x="852802" y="146907"/>
                </a:lnTo>
                <a:lnTo>
                  <a:pt x="852802" y="143681"/>
                </a:lnTo>
                <a:cubicBezTo>
                  <a:pt x="838607" y="142608"/>
                  <a:pt x="837100" y="140671"/>
                  <a:pt x="836884" y="124970"/>
                </a:cubicBezTo>
                <a:lnTo>
                  <a:pt x="836884" y="48610"/>
                </a:lnTo>
                <a:lnTo>
                  <a:pt x="836024" y="47967"/>
                </a:lnTo>
                <a:lnTo>
                  <a:pt x="802685" y="59795"/>
                </a:lnTo>
                <a:lnTo>
                  <a:pt x="802685" y="63022"/>
                </a:lnTo>
                <a:lnTo>
                  <a:pt x="804408" y="62808"/>
                </a:lnTo>
                <a:cubicBezTo>
                  <a:pt x="806988" y="62378"/>
                  <a:pt x="809567" y="62162"/>
                  <a:pt x="811720" y="62162"/>
                </a:cubicBezTo>
                <a:cubicBezTo>
                  <a:pt x="816883" y="62162"/>
                  <a:pt x="818816" y="65605"/>
                  <a:pt x="818816" y="75067"/>
                </a:cubicBezTo>
                <a:lnTo>
                  <a:pt x="818816" y="124970"/>
                </a:lnTo>
                <a:cubicBezTo>
                  <a:pt x="818386" y="140885"/>
                  <a:pt x="816453" y="143038"/>
                  <a:pt x="801825" y="143681"/>
                </a:cubicBezTo>
                <a:lnTo>
                  <a:pt x="801825" y="146907"/>
                </a:lnTo>
                <a:moveTo>
                  <a:pt x="825915" y="0"/>
                </a:moveTo>
                <a:cubicBezTo>
                  <a:pt x="820109" y="0"/>
                  <a:pt x="815160" y="4949"/>
                  <a:pt x="815160" y="10972"/>
                </a:cubicBezTo>
                <a:cubicBezTo>
                  <a:pt x="815160" y="17208"/>
                  <a:pt x="819893" y="21940"/>
                  <a:pt x="825915" y="21940"/>
                </a:cubicBezTo>
                <a:cubicBezTo>
                  <a:pt x="832368" y="21940"/>
                  <a:pt x="837100" y="17208"/>
                  <a:pt x="837100" y="10972"/>
                </a:cubicBezTo>
                <a:cubicBezTo>
                  <a:pt x="837100" y="4733"/>
                  <a:pt x="832154" y="0"/>
                  <a:pt x="825915" y="0"/>
                </a:cubicBezTo>
                <a:close/>
                <a:moveTo>
                  <a:pt x="861190" y="146907"/>
                </a:moveTo>
                <a:lnTo>
                  <a:pt x="906791" y="146907"/>
                </a:lnTo>
                <a:lnTo>
                  <a:pt x="906791" y="143681"/>
                </a:lnTo>
                <a:cubicBezTo>
                  <a:pt x="896035" y="143038"/>
                  <a:pt x="892593" y="140241"/>
                  <a:pt x="892593" y="132499"/>
                </a:cubicBezTo>
                <a:lnTo>
                  <a:pt x="892593" y="72057"/>
                </a:lnTo>
                <a:cubicBezTo>
                  <a:pt x="902918" y="62378"/>
                  <a:pt x="907651" y="59795"/>
                  <a:pt x="914750" y="59795"/>
                </a:cubicBezTo>
                <a:cubicBezTo>
                  <a:pt x="925288" y="59795"/>
                  <a:pt x="930451" y="66465"/>
                  <a:pt x="930451" y="80659"/>
                </a:cubicBezTo>
                <a:lnTo>
                  <a:pt x="930451" y="125613"/>
                </a:lnTo>
                <a:cubicBezTo>
                  <a:pt x="930021" y="139595"/>
                  <a:pt x="927438" y="143038"/>
                  <a:pt x="916899" y="143681"/>
                </a:cubicBezTo>
                <a:lnTo>
                  <a:pt x="916899" y="146907"/>
                </a:lnTo>
                <a:lnTo>
                  <a:pt x="961640" y="146907"/>
                </a:lnTo>
                <a:lnTo>
                  <a:pt x="961640" y="143681"/>
                </a:lnTo>
                <a:cubicBezTo>
                  <a:pt x="951098" y="142608"/>
                  <a:pt x="948732" y="140025"/>
                  <a:pt x="948519" y="129486"/>
                </a:cubicBezTo>
                <a:lnTo>
                  <a:pt x="948519" y="80229"/>
                </a:lnTo>
                <a:cubicBezTo>
                  <a:pt x="948519" y="60012"/>
                  <a:pt x="939053" y="47967"/>
                  <a:pt x="923139" y="47967"/>
                </a:cubicBezTo>
                <a:cubicBezTo>
                  <a:pt x="913243" y="47967"/>
                  <a:pt x="906574" y="51623"/>
                  <a:pt x="891949" y="65388"/>
                </a:cubicBezTo>
                <a:lnTo>
                  <a:pt x="891949" y="48397"/>
                </a:lnTo>
                <a:lnTo>
                  <a:pt x="890443" y="47967"/>
                </a:lnTo>
                <a:cubicBezTo>
                  <a:pt x="879258" y="52053"/>
                  <a:pt x="871945" y="54419"/>
                  <a:pt x="860760" y="57646"/>
                </a:cubicBezTo>
                <a:lnTo>
                  <a:pt x="860760" y="61302"/>
                </a:lnTo>
                <a:cubicBezTo>
                  <a:pt x="862267" y="60659"/>
                  <a:pt x="864203" y="60442"/>
                  <a:pt x="866569" y="60442"/>
                </a:cubicBezTo>
                <a:cubicBezTo>
                  <a:pt x="872592" y="60442"/>
                  <a:pt x="874525" y="63668"/>
                  <a:pt x="874525" y="74207"/>
                </a:cubicBezTo>
                <a:lnTo>
                  <a:pt x="874525" y="127550"/>
                </a:lnTo>
                <a:cubicBezTo>
                  <a:pt x="874312" y="140241"/>
                  <a:pt x="871945" y="143038"/>
                  <a:pt x="861190" y="143681"/>
                </a:cubicBezTo>
                <a:lnTo>
                  <a:pt x="861190" y="146907"/>
                </a:lnTo>
                <a:close/>
                <a:moveTo>
                  <a:pt x="1030467" y="50117"/>
                </a:moveTo>
                <a:lnTo>
                  <a:pt x="1004011" y="50117"/>
                </a:lnTo>
                <a:lnTo>
                  <a:pt x="1004011" y="25167"/>
                </a:lnTo>
                <a:cubicBezTo>
                  <a:pt x="1004011" y="12475"/>
                  <a:pt x="1008097" y="6023"/>
                  <a:pt x="1016272" y="6023"/>
                </a:cubicBezTo>
                <a:cubicBezTo>
                  <a:pt x="1021005" y="6023"/>
                  <a:pt x="1023801" y="8176"/>
                  <a:pt x="1027671" y="14411"/>
                </a:cubicBezTo>
                <a:cubicBezTo>
                  <a:pt x="1031114" y="20004"/>
                  <a:pt x="1033693" y="22157"/>
                  <a:pt x="1037350" y="22157"/>
                </a:cubicBezTo>
                <a:cubicBezTo>
                  <a:pt x="1042512" y="22157"/>
                  <a:pt x="1046385" y="18284"/>
                  <a:pt x="1046385" y="13338"/>
                </a:cubicBezTo>
                <a:cubicBezTo>
                  <a:pt x="1046385" y="5593"/>
                  <a:pt x="1036920" y="0"/>
                  <a:pt x="1024015" y="0"/>
                </a:cubicBezTo>
                <a:cubicBezTo>
                  <a:pt x="1010463" y="0"/>
                  <a:pt x="999278" y="5809"/>
                  <a:pt x="993685" y="15488"/>
                </a:cubicBezTo>
                <a:cubicBezTo>
                  <a:pt x="988096" y="25167"/>
                  <a:pt x="986373" y="32909"/>
                  <a:pt x="986160" y="50117"/>
                </a:cubicBezTo>
                <a:lnTo>
                  <a:pt x="968522" y="50117"/>
                </a:lnTo>
                <a:lnTo>
                  <a:pt x="968522" y="56999"/>
                </a:lnTo>
                <a:lnTo>
                  <a:pt x="986160" y="56999"/>
                </a:lnTo>
                <a:lnTo>
                  <a:pt x="986160" y="124540"/>
                </a:lnTo>
                <a:cubicBezTo>
                  <a:pt x="985730" y="140671"/>
                  <a:pt x="983577" y="143038"/>
                  <a:pt x="968305" y="143681"/>
                </a:cubicBezTo>
                <a:lnTo>
                  <a:pt x="968305" y="146907"/>
                </a:lnTo>
                <a:lnTo>
                  <a:pt x="1024231" y="146907"/>
                </a:lnTo>
                <a:lnTo>
                  <a:pt x="1024231" y="143681"/>
                </a:lnTo>
                <a:cubicBezTo>
                  <a:pt x="1006594" y="143038"/>
                  <a:pt x="1004227" y="140671"/>
                  <a:pt x="1004227" y="124540"/>
                </a:cubicBezTo>
                <a:lnTo>
                  <a:pt x="1004227" y="56999"/>
                </a:lnTo>
                <a:lnTo>
                  <a:pt x="1030467" y="56999"/>
                </a:lnTo>
                <a:lnTo>
                  <a:pt x="1030467" y="50117"/>
                </a:lnTo>
                <a:close/>
                <a:moveTo>
                  <a:pt x="1089405" y="47967"/>
                </a:moveTo>
                <a:cubicBezTo>
                  <a:pt x="1061225" y="47967"/>
                  <a:pt x="1041868" y="68614"/>
                  <a:pt x="1041868" y="98297"/>
                </a:cubicBezTo>
                <a:cubicBezTo>
                  <a:pt x="1041868" y="127550"/>
                  <a:pt x="1061872" y="149060"/>
                  <a:pt x="1088971" y="149060"/>
                </a:cubicBezTo>
                <a:cubicBezTo>
                  <a:pt x="1116074" y="149060"/>
                  <a:pt x="1136722" y="126477"/>
                  <a:pt x="1136722" y="96577"/>
                </a:cubicBezTo>
                <a:cubicBezTo>
                  <a:pt x="1136722" y="68184"/>
                  <a:pt x="1116934" y="47967"/>
                  <a:pt x="1089405" y="47967"/>
                </a:cubicBezTo>
                <a:moveTo>
                  <a:pt x="1086608" y="53990"/>
                </a:moveTo>
                <a:cubicBezTo>
                  <a:pt x="1104676" y="53990"/>
                  <a:pt x="1117364" y="74637"/>
                  <a:pt x="1117364" y="104106"/>
                </a:cubicBezTo>
                <a:cubicBezTo>
                  <a:pt x="1117364" y="128626"/>
                  <a:pt x="1107686" y="143038"/>
                  <a:pt x="1091554" y="143038"/>
                </a:cubicBezTo>
                <a:cubicBezTo>
                  <a:pt x="1083165" y="143038"/>
                  <a:pt x="1075207" y="137875"/>
                  <a:pt x="1070690" y="129273"/>
                </a:cubicBezTo>
                <a:cubicBezTo>
                  <a:pt x="1064668" y="118088"/>
                  <a:pt x="1061225" y="103030"/>
                  <a:pt x="1061225" y="87758"/>
                </a:cubicBezTo>
                <a:cubicBezTo>
                  <a:pt x="1061225" y="67324"/>
                  <a:pt x="1071120" y="53990"/>
                  <a:pt x="1086608" y="539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•">
            <a:extLst xmlns:a="http://schemas.openxmlformats.org/drawingml/2006/main">
              <a:ext uri="{FF2B5EF4-FFF2-40B4-BE49-F238E27FC236}">
                <a16:creationId xmlns:a16="http://schemas.microsoft.com/office/drawing/2014/main" id="{D54766D5-54B9-42DA-886C-523BDA86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248" y="2087713"/>
            <a:ext cx="65750" cy="65839"/>
          </a:xfrm>
          <a:custGeom xmlns:a="http://schemas.openxmlformats.org/drawingml/2006/main">
            <a:pathLst>
              <a:path w="65750" h="65839">
                <a:moveTo>
                  <a:pt x="65750" y="32875"/>
                </a:moveTo>
                <a:cubicBezTo>
                  <a:pt x="65750" y="42002"/>
                  <a:pt x="62542" y="49779"/>
                  <a:pt x="56125" y="56204"/>
                </a:cubicBezTo>
                <a:cubicBezTo>
                  <a:pt x="49709" y="62628"/>
                  <a:pt x="41974" y="65839"/>
                  <a:pt x="32920" y="65839"/>
                </a:cubicBezTo>
                <a:cubicBezTo>
                  <a:pt x="23805" y="65839"/>
                  <a:pt x="16040" y="62628"/>
                  <a:pt x="9624" y="56204"/>
                </a:cubicBezTo>
                <a:cubicBezTo>
                  <a:pt x="3208" y="49779"/>
                  <a:pt x="0" y="42002"/>
                  <a:pt x="0" y="32875"/>
                </a:cubicBezTo>
                <a:cubicBezTo>
                  <a:pt x="0" y="23807"/>
                  <a:pt x="3208" y="16062"/>
                  <a:pt x="9624" y="9638"/>
                </a:cubicBezTo>
                <a:cubicBezTo>
                  <a:pt x="16040" y="3213"/>
                  <a:pt x="23805" y="0"/>
                  <a:pt x="32920" y="0"/>
                </a:cubicBezTo>
                <a:cubicBezTo>
                  <a:pt x="41974" y="0"/>
                  <a:pt x="49709" y="3213"/>
                  <a:pt x="56125" y="9638"/>
                </a:cubicBezTo>
                <a:cubicBezTo>
                  <a:pt x="62542" y="16062"/>
                  <a:pt x="65750" y="23807"/>
                  <a:pt x="65750" y="328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Name:Bob">
            <a:extLst xmlns:a="http://schemas.openxmlformats.org/drawingml/2006/main">
              <a:ext uri="{FF2B5EF4-FFF2-40B4-BE49-F238E27FC236}">
                <a16:creationId xmlns:a16="http://schemas.microsoft.com/office/drawing/2014/main" id="{1601B252-54F5-48A1-857A-A9916AAE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56" y="2025462"/>
            <a:ext cx="973847" cy="149529"/>
          </a:xfrm>
          <a:custGeom xmlns:a="http://schemas.openxmlformats.org/drawingml/2006/main">
            <a:pathLst>
              <a:path w="973847" h="149529">
                <a:moveTo>
                  <a:pt x="149746" y="4527"/>
                </a:moveTo>
                <a:lnTo>
                  <a:pt x="99113" y="4527"/>
                </a:lnTo>
                <a:lnTo>
                  <a:pt x="99113" y="8620"/>
                </a:lnTo>
                <a:cubicBezTo>
                  <a:pt x="116347" y="9695"/>
                  <a:pt x="119148" y="13361"/>
                  <a:pt x="119795" y="36197"/>
                </a:cubicBezTo>
                <a:lnTo>
                  <a:pt x="119795" y="108808"/>
                </a:lnTo>
                <a:lnTo>
                  <a:pt x="36845" y="4527"/>
                </a:lnTo>
                <a:lnTo>
                  <a:pt x="0" y="4527"/>
                </a:lnTo>
                <a:lnTo>
                  <a:pt x="0" y="8620"/>
                </a:lnTo>
                <a:cubicBezTo>
                  <a:pt x="9265" y="8620"/>
                  <a:pt x="12279" y="10343"/>
                  <a:pt x="20900" y="20469"/>
                </a:cubicBezTo>
                <a:lnTo>
                  <a:pt x="20900" y="115488"/>
                </a:lnTo>
                <a:cubicBezTo>
                  <a:pt x="20469" y="138328"/>
                  <a:pt x="17668" y="141990"/>
                  <a:pt x="0" y="143065"/>
                </a:cubicBezTo>
                <a:lnTo>
                  <a:pt x="0" y="147158"/>
                </a:lnTo>
                <a:lnTo>
                  <a:pt x="50633" y="147158"/>
                </a:lnTo>
                <a:lnTo>
                  <a:pt x="50633" y="143065"/>
                </a:lnTo>
                <a:cubicBezTo>
                  <a:pt x="34044" y="142204"/>
                  <a:pt x="30812" y="137680"/>
                  <a:pt x="30381" y="115488"/>
                </a:cubicBezTo>
                <a:lnTo>
                  <a:pt x="30381" y="31029"/>
                </a:lnTo>
                <a:lnTo>
                  <a:pt x="125611" y="149529"/>
                </a:lnTo>
                <a:lnTo>
                  <a:pt x="129277" y="149529"/>
                </a:lnTo>
                <a:lnTo>
                  <a:pt x="129277" y="36197"/>
                </a:lnTo>
                <a:cubicBezTo>
                  <a:pt x="129921" y="13792"/>
                  <a:pt x="132722" y="10129"/>
                  <a:pt x="149746" y="8620"/>
                </a:cubicBezTo>
                <a:lnTo>
                  <a:pt x="149746" y="4527"/>
                </a:lnTo>
                <a:close/>
                <a:moveTo>
                  <a:pt x="247346" y="132939"/>
                </a:moveTo>
                <a:cubicBezTo>
                  <a:pt x="243683" y="135957"/>
                  <a:pt x="241099" y="137032"/>
                  <a:pt x="237868" y="137032"/>
                </a:cubicBezTo>
                <a:cubicBezTo>
                  <a:pt x="232913" y="137032"/>
                  <a:pt x="231404" y="134018"/>
                  <a:pt x="231404" y="124536"/>
                </a:cubicBezTo>
                <a:lnTo>
                  <a:pt x="231404" y="82523"/>
                </a:lnTo>
                <a:cubicBezTo>
                  <a:pt x="231404" y="71319"/>
                  <a:pt x="230326" y="65069"/>
                  <a:pt x="227094" y="59898"/>
                </a:cubicBezTo>
                <a:cubicBezTo>
                  <a:pt x="222353" y="52142"/>
                  <a:pt x="213089" y="48049"/>
                  <a:pt x="200378" y="48049"/>
                </a:cubicBezTo>
                <a:cubicBezTo>
                  <a:pt x="180123" y="48049"/>
                  <a:pt x="164181" y="58606"/>
                  <a:pt x="164181" y="72180"/>
                </a:cubicBezTo>
                <a:cubicBezTo>
                  <a:pt x="164181" y="77135"/>
                  <a:pt x="168275" y="81445"/>
                  <a:pt x="173446" y="81445"/>
                </a:cubicBezTo>
                <a:cubicBezTo>
                  <a:pt x="178614" y="81445"/>
                  <a:pt x="183141" y="77135"/>
                  <a:pt x="183141" y="72394"/>
                </a:cubicBezTo>
                <a:cubicBezTo>
                  <a:pt x="183141" y="71533"/>
                  <a:pt x="182924" y="70458"/>
                  <a:pt x="182711" y="68949"/>
                </a:cubicBezTo>
                <a:cubicBezTo>
                  <a:pt x="182280" y="67009"/>
                  <a:pt x="182063" y="65286"/>
                  <a:pt x="182063" y="63777"/>
                </a:cubicBezTo>
                <a:cubicBezTo>
                  <a:pt x="182063" y="57961"/>
                  <a:pt x="188957" y="53220"/>
                  <a:pt x="197577" y="53220"/>
                </a:cubicBezTo>
                <a:cubicBezTo>
                  <a:pt x="208134" y="53220"/>
                  <a:pt x="213950" y="59467"/>
                  <a:pt x="213950" y="71102"/>
                </a:cubicBezTo>
                <a:lnTo>
                  <a:pt x="213950" y="84246"/>
                </a:lnTo>
                <a:cubicBezTo>
                  <a:pt x="180985" y="97390"/>
                  <a:pt x="177109" y="99326"/>
                  <a:pt x="167844" y="107516"/>
                </a:cubicBezTo>
                <a:cubicBezTo>
                  <a:pt x="163103" y="111826"/>
                  <a:pt x="160085" y="119151"/>
                  <a:pt x="160085" y="126259"/>
                </a:cubicBezTo>
                <a:cubicBezTo>
                  <a:pt x="160085" y="139834"/>
                  <a:pt x="169567" y="149315"/>
                  <a:pt x="182711" y="149315"/>
                </a:cubicBezTo>
                <a:cubicBezTo>
                  <a:pt x="192189" y="149315"/>
                  <a:pt x="201023" y="144791"/>
                  <a:pt x="214167" y="133587"/>
                </a:cubicBezTo>
                <a:cubicBezTo>
                  <a:pt x="215245" y="145005"/>
                  <a:pt x="219121" y="149315"/>
                  <a:pt x="227955" y="149315"/>
                </a:cubicBezTo>
                <a:cubicBezTo>
                  <a:pt x="235280" y="149315"/>
                  <a:pt x="239807" y="146728"/>
                  <a:pt x="247346" y="138541"/>
                </a:cubicBezTo>
                <a:lnTo>
                  <a:pt x="247346" y="132939"/>
                </a:lnTo>
                <a:moveTo>
                  <a:pt x="213950" y="120660"/>
                </a:moveTo>
                <a:cubicBezTo>
                  <a:pt x="213950" y="127123"/>
                  <a:pt x="212875" y="129494"/>
                  <a:pt x="208348" y="132078"/>
                </a:cubicBezTo>
                <a:cubicBezTo>
                  <a:pt x="202963" y="135093"/>
                  <a:pt x="197147" y="136819"/>
                  <a:pt x="192620" y="136819"/>
                </a:cubicBezTo>
                <a:cubicBezTo>
                  <a:pt x="185081" y="136819"/>
                  <a:pt x="179048" y="129494"/>
                  <a:pt x="179048" y="120226"/>
                </a:cubicBezTo>
                <a:lnTo>
                  <a:pt x="179048" y="119365"/>
                </a:lnTo>
                <a:cubicBezTo>
                  <a:pt x="179262" y="106438"/>
                  <a:pt x="188744" y="98251"/>
                  <a:pt x="213950" y="89417"/>
                </a:cubicBezTo>
                <a:lnTo>
                  <a:pt x="213950" y="120660"/>
                </a:lnTo>
                <a:close/>
                <a:moveTo>
                  <a:pt x="251225" y="147158"/>
                </a:moveTo>
                <a:lnTo>
                  <a:pt x="299057" y="147158"/>
                </a:lnTo>
                <a:lnTo>
                  <a:pt x="299057" y="143927"/>
                </a:lnTo>
                <a:cubicBezTo>
                  <a:pt x="288070" y="143713"/>
                  <a:pt x="284621" y="141343"/>
                  <a:pt x="284407" y="132726"/>
                </a:cubicBezTo>
                <a:lnTo>
                  <a:pt x="284407" y="71963"/>
                </a:lnTo>
                <a:cubicBezTo>
                  <a:pt x="284407" y="71533"/>
                  <a:pt x="286130" y="69379"/>
                  <a:pt x="287639" y="67870"/>
                </a:cubicBezTo>
                <a:cubicBezTo>
                  <a:pt x="293024" y="62916"/>
                  <a:pt x="302289" y="59253"/>
                  <a:pt x="309831" y="59253"/>
                </a:cubicBezTo>
                <a:cubicBezTo>
                  <a:pt x="319309" y="59253"/>
                  <a:pt x="324050" y="66795"/>
                  <a:pt x="324050" y="81876"/>
                </a:cubicBezTo>
                <a:lnTo>
                  <a:pt x="324050" y="128629"/>
                </a:lnTo>
                <a:cubicBezTo>
                  <a:pt x="323619" y="140912"/>
                  <a:pt x="321466" y="143282"/>
                  <a:pt x="309400" y="143927"/>
                </a:cubicBezTo>
                <a:lnTo>
                  <a:pt x="309400" y="147158"/>
                </a:lnTo>
                <a:lnTo>
                  <a:pt x="357663" y="147158"/>
                </a:lnTo>
                <a:lnTo>
                  <a:pt x="357663" y="143927"/>
                </a:lnTo>
                <a:cubicBezTo>
                  <a:pt x="345597" y="143927"/>
                  <a:pt x="342579" y="140481"/>
                  <a:pt x="342148" y="126693"/>
                </a:cubicBezTo>
                <a:lnTo>
                  <a:pt x="342148" y="72394"/>
                </a:lnTo>
                <a:cubicBezTo>
                  <a:pt x="348612" y="63129"/>
                  <a:pt x="355509" y="59253"/>
                  <a:pt x="365635" y="59253"/>
                </a:cubicBezTo>
                <a:cubicBezTo>
                  <a:pt x="377914" y="59253"/>
                  <a:pt x="381794" y="65069"/>
                  <a:pt x="381794" y="82954"/>
                </a:cubicBezTo>
                <a:lnTo>
                  <a:pt x="381794" y="128416"/>
                </a:lnTo>
                <a:cubicBezTo>
                  <a:pt x="381363" y="141126"/>
                  <a:pt x="380071" y="142635"/>
                  <a:pt x="367575" y="143927"/>
                </a:cubicBezTo>
                <a:lnTo>
                  <a:pt x="367575" y="147158"/>
                </a:lnTo>
                <a:lnTo>
                  <a:pt x="414759" y="147158"/>
                </a:lnTo>
                <a:lnTo>
                  <a:pt x="414759" y="143927"/>
                </a:lnTo>
                <a:lnTo>
                  <a:pt x="409157" y="143496"/>
                </a:lnTo>
                <a:cubicBezTo>
                  <a:pt x="402263" y="142421"/>
                  <a:pt x="399892" y="139189"/>
                  <a:pt x="399892" y="130786"/>
                </a:cubicBezTo>
                <a:lnTo>
                  <a:pt x="399892" y="86399"/>
                </a:lnTo>
                <a:cubicBezTo>
                  <a:pt x="399892" y="60976"/>
                  <a:pt x="391489" y="48049"/>
                  <a:pt x="374900" y="48049"/>
                </a:cubicBezTo>
                <a:cubicBezTo>
                  <a:pt x="362403" y="48049"/>
                  <a:pt x="351413" y="53651"/>
                  <a:pt x="339778" y="66147"/>
                </a:cubicBezTo>
                <a:cubicBezTo>
                  <a:pt x="335902" y="53865"/>
                  <a:pt x="328577" y="48049"/>
                  <a:pt x="316942" y="48049"/>
                </a:cubicBezTo>
                <a:cubicBezTo>
                  <a:pt x="307243" y="48049"/>
                  <a:pt x="301427" y="50850"/>
                  <a:pt x="283543" y="64638"/>
                </a:cubicBezTo>
                <a:lnTo>
                  <a:pt x="283543" y="48480"/>
                </a:lnTo>
                <a:lnTo>
                  <a:pt x="282037" y="48049"/>
                </a:lnTo>
                <a:cubicBezTo>
                  <a:pt x="270615" y="52142"/>
                  <a:pt x="263291" y="54512"/>
                  <a:pt x="251873" y="57744"/>
                </a:cubicBezTo>
                <a:lnTo>
                  <a:pt x="251873" y="61407"/>
                </a:lnTo>
                <a:cubicBezTo>
                  <a:pt x="254457" y="60762"/>
                  <a:pt x="256396" y="60545"/>
                  <a:pt x="258767" y="60545"/>
                </a:cubicBezTo>
                <a:cubicBezTo>
                  <a:pt x="264369" y="60545"/>
                  <a:pt x="266309" y="63994"/>
                  <a:pt x="266309" y="74334"/>
                </a:cubicBezTo>
                <a:lnTo>
                  <a:pt x="266309" y="128846"/>
                </a:lnTo>
                <a:cubicBezTo>
                  <a:pt x="265878" y="140912"/>
                  <a:pt x="263077" y="143927"/>
                  <a:pt x="251225" y="143927"/>
                </a:cubicBezTo>
                <a:lnTo>
                  <a:pt x="251225" y="147158"/>
                </a:lnTo>
                <a:close/>
                <a:moveTo>
                  <a:pt x="503312" y="111826"/>
                </a:moveTo>
                <a:cubicBezTo>
                  <a:pt x="492973" y="128199"/>
                  <a:pt x="483705" y="134448"/>
                  <a:pt x="469916" y="134448"/>
                </a:cubicBezTo>
                <a:cubicBezTo>
                  <a:pt x="457637" y="134448"/>
                  <a:pt x="448373" y="128199"/>
                  <a:pt x="442123" y="115919"/>
                </a:cubicBezTo>
                <a:cubicBezTo>
                  <a:pt x="438243" y="107730"/>
                  <a:pt x="436738" y="100835"/>
                  <a:pt x="436307" y="87478"/>
                </a:cubicBezTo>
                <a:lnTo>
                  <a:pt x="502668" y="87478"/>
                </a:lnTo>
                <a:cubicBezTo>
                  <a:pt x="500942" y="73472"/>
                  <a:pt x="498789" y="67226"/>
                  <a:pt x="493403" y="60328"/>
                </a:cubicBezTo>
                <a:cubicBezTo>
                  <a:pt x="486937" y="52573"/>
                  <a:pt x="477028" y="48049"/>
                  <a:pt x="465823" y="48049"/>
                </a:cubicBezTo>
                <a:cubicBezTo>
                  <a:pt x="455050" y="48049"/>
                  <a:pt x="444924" y="51928"/>
                  <a:pt x="436738" y="59253"/>
                </a:cubicBezTo>
                <a:cubicBezTo>
                  <a:pt x="426608" y="68087"/>
                  <a:pt x="420792" y="83385"/>
                  <a:pt x="420792" y="101052"/>
                </a:cubicBezTo>
                <a:cubicBezTo>
                  <a:pt x="420792" y="130786"/>
                  <a:pt x="436307" y="149315"/>
                  <a:pt x="461083" y="149315"/>
                </a:cubicBezTo>
                <a:cubicBezTo>
                  <a:pt x="481551" y="149315"/>
                  <a:pt x="497710" y="136602"/>
                  <a:pt x="506761" y="113332"/>
                </a:cubicBezTo>
                <a:lnTo>
                  <a:pt x="503312" y="111826"/>
                </a:lnTo>
                <a:moveTo>
                  <a:pt x="436738" y="80584"/>
                </a:moveTo>
                <a:cubicBezTo>
                  <a:pt x="439105" y="63777"/>
                  <a:pt x="446433" y="55805"/>
                  <a:pt x="459574" y="55805"/>
                </a:cubicBezTo>
                <a:cubicBezTo>
                  <a:pt x="472718" y="55805"/>
                  <a:pt x="477889" y="61837"/>
                  <a:pt x="480690" y="80584"/>
                </a:cubicBezTo>
                <a:lnTo>
                  <a:pt x="436738" y="80584"/>
                </a:lnTo>
                <a:close/>
                <a:moveTo>
                  <a:pt x="540370" y="48263"/>
                </a:moveTo>
                <a:cubicBezTo>
                  <a:pt x="533907" y="48263"/>
                  <a:pt x="528522" y="53651"/>
                  <a:pt x="528522" y="60545"/>
                </a:cubicBezTo>
                <a:cubicBezTo>
                  <a:pt x="528522" y="66795"/>
                  <a:pt x="533907" y="72180"/>
                  <a:pt x="540157" y="72180"/>
                </a:cubicBezTo>
                <a:cubicBezTo>
                  <a:pt x="546834" y="72180"/>
                  <a:pt x="552436" y="67009"/>
                  <a:pt x="552436" y="60545"/>
                </a:cubicBezTo>
                <a:cubicBezTo>
                  <a:pt x="552436" y="53865"/>
                  <a:pt x="546834" y="48263"/>
                  <a:pt x="540370" y="48263"/>
                </a:cubicBezTo>
                <a:moveTo>
                  <a:pt x="540370" y="125614"/>
                </a:moveTo>
                <a:cubicBezTo>
                  <a:pt x="533907" y="125614"/>
                  <a:pt x="528522" y="131000"/>
                  <a:pt x="528522" y="137894"/>
                </a:cubicBezTo>
                <a:cubicBezTo>
                  <a:pt x="528522" y="144144"/>
                  <a:pt x="533907" y="149529"/>
                  <a:pt x="540157" y="149529"/>
                </a:cubicBezTo>
                <a:cubicBezTo>
                  <a:pt x="546834" y="149529"/>
                  <a:pt x="552436" y="144361"/>
                  <a:pt x="552436" y="137894"/>
                </a:cubicBezTo>
                <a:cubicBezTo>
                  <a:pt x="552436" y="131217"/>
                  <a:pt x="546834" y="125614"/>
                  <a:pt x="540370" y="125614"/>
                </a:cubicBezTo>
                <a:close/>
                <a:moveTo>
                  <a:pt x="626744" y="8620"/>
                </a:moveTo>
                <a:cubicBezTo>
                  <a:pt x="644843" y="9695"/>
                  <a:pt x="647213" y="11852"/>
                  <a:pt x="647427" y="28011"/>
                </a:cubicBezTo>
                <a:lnTo>
                  <a:pt x="647427" y="123675"/>
                </a:lnTo>
                <a:cubicBezTo>
                  <a:pt x="647213" y="139834"/>
                  <a:pt x="644412" y="142421"/>
                  <a:pt x="626744" y="143065"/>
                </a:cubicBezTo>
                <a:lnTo>
                  <a:pt x="626744" y="147158"/>
                </a:lnTo>
                <a:lnTo>
                  <a:pt x="698708" y="147158"/>
                </a:lnTo>
                <a:cubicBezTo>
                  <a:pt x="715297" y="147158"/>
                  <a:pt x="730811" y="142635"/>
                  <a:pt x="738781" y="135310"/>
                </a:cubicBezTo>
                <a:cubicBezTo>
                  <a:pt x="746540" y="128416"/>
                  <a:pt x="750846" y="118720"/>
                  <a:pt x="750846" y="108377"/>
                </a:cubicBezTo>
                <a:cubicBezTo>
                  <a:pt x="750846" y="98896"/>
                  <a:pt x="747184" y="90279"/>
                  <a:pt x="740290" y="84029"/>
                </a:cubicBezTo>
                <a:cubicBezTo>
                  <a:pt x="733826" y="78213"/>
                  <a:pt x="728010" y="75629"/>
                  <a:pt x="714005" y="72180"/>
                </a:cubicBezTo>
                <a:cubicBezTo>
                  <a:pt x="725209" y="69379"/>
                  <a:pt x="729733" y="67226"/>
                  <a:pt x="734905" y="62699"/>
                </a:cubicBezTo>
                <a:cubicBezTo>
                  <a:pt x="740290" y="57961"/>
                  <a:pt x="743522" y="50202"/>
                  <a:pt x="743522" y="41155"/>
                </a:cubicBezTo>
                <a:cubicBezTo>
                  <a:pt x="743522" y="17023"/>
                  <a:pt x="724131" y="4527"/>
                  <a:pt x="687073" y="4527"/>
                </a:cubicBezTo>
                <a:lnTo>
                  <a:pt x="626744" y="4527"/>
                </a:lnTo>
                <a:lnTo>
                  <a:pt x="626744" y="8620"/>
                </a:lnTo>
                <a:moveTo>
                  <a:pt x="669405" y="76921"/>
                </a:moveTo>
                <a:cubicBezTo>
                  <a:pt x="690304" y="76921"/>
                  <a:pt x="700213" y="78213"/>
                  <a:pt x="707972" y="81445"/>
                </a:cubicBezTo>
                <a:cubicBezTo>
                  <a:pt x="720252" y="86399"/>
                  <a:pt x="726071" y="95233"/>
                  <a:pt x="726071" y="108594"/>
                </a:cubicBezTo>
                <a:cubicBezTo>
                  <a:pt x="726071" y="120226"/>
                  <a:pt x="721547" y="128629"/>
                  <a:pt x="712927" y="133587"/>
                </a:cubicBezTo>
                <a:cubicBezTo>
                  <a:pt x="706032" y="137463"/>
                  <a:pt x="697199" y="139189"/>
                  <a:pt x="682979" y="139189"/>
                </a:cubicBezTo>
                <a:cubicBezTo>
                  <a:pt x="672420" y="139189"/>
                  <a:pt x="669405" y="137249"/>
                  <a:pt x="669405" y="130355"/>
                </a:cubicBezTo>
                <a:lnTo>
                  <a:pt x="669405" y="76921"/>
                </a:lnTo>
                <a:moveTo>
                  <a:pt x="669405" y="68518"/>
                </a:moveTo>
                <a:lnTo>
                  <a:pt x="669405" y="18963"/>
                </a:lnTo>
                <a:cubicBezTo>
                  <a:pt x="669618" y="14222"/>
                  <a:pt x="670480" y="12927"/>
                  <a:pt x="674146" y="12713"/>
                </a:cubicBezTo>
                <a:lnTo>
                  <a:pt x="683624" y="12496"/>
                </a:lnTo>
                <a:cubicBezTo>
                  <a:pt x="707541" y="11852"/>
                  <a:pt x="721547" y="22839"/>
                  <a:pt x="721547" y="42016"/>
                </a:cubicBezTo>
                <a:cubicBezTo>
                  <a:pt x="721547" y="59036"/>
                  <a:pt x="710556" y="68087"/>
                  <a:pt x="689874" y="68301"/>
                </a:cubicBezTo>
                <a:lnTo>
                  <a:pt x="669405" y="68518"/>
                </a:lnTo>
                <a:close/>
                <a:moveTo>
                  <a:pt x="820658" y="48049"/>
                </a:moveTo>
                <a:cubicBezTo>
                  <a:pt x="792430" y="48049"/>
                  <a:pt x="773040" y="68732"/>
                  <a:pt x="773040" y="98465"/>
                </a:cubicBezTo>
                <a:cubicBezTo>
                  <a:pt x="773040" y="127768"/>
                  <a:pt x="793078" y="149315"/>
                  <a:pt x="820224" y="149315"/>
                </a:cubicBezTo>
                <a:cubicBezTo>
                  <a:pt x="847373" y="149315"/>
                  <a:pt x="868056" y="126693"/>
                  <a:pt x="868056" y="96742"/>
                </a:cubicBezTo>
                <a:cubicBezTo>
                  <a:pt x="868056" y="68301"/>
                  <a:pt x="848235" y="48049"/>
                  <a:pt x="820658" y="48049"/>
                </a:cubicBezTo>
                <a:moveTo>
                  <a:pt x="817857" y="54082"/>
                </a:moveTo>
                <a:cubicBezTo>
                  <a:pt x="835955" y="54082"/>
                  <a:pt x="848666" y="74764"/>
                  <a:pt x="848666" y="104284"/>
                </a:cubicBezTo>
                <a:cubicBezTo>
                  <a:pt x="848666" y="128846"/>
                  <a:pt x="838970" y="143282"/>
                  <a:pt x="822811" y="143282"/>
                </a:cubicBezTo>
                <a:cubicBezTo>
                  <a:pt x="814408" y="143282"/>
                  <a:pt x="806436" y="138111"/>
                  <a:pt x="801912" y="129494"/>
                </a:cubicBezTo>
                <a:cubicBezTo>
                  <a:pt x="795879" y="118290"/>
                  <a:pt x="792430" y="103206"/>
                  <a:pt x="792430" y="87908"/>
                </a:cubicBezTo>
                <a:cubicBezTo>
                  <a:pt x="792430" y="67440"/>
                  <a:pt x="802343" y="54082"/>
                  <a:pt x="817857" y="54082"/>
                </a:cubicBezTo>
                <a:close/>
                <a:moveTo>
                  <a:pt x="905980" y="431"/>
                </a:moveTo>
                <a:lnTo>
                  <a:pt x="904901" y="0"/>
                </a:lnTo>
                <a:cubicBezTo>
                  <a:pt x="896067" y="3018"/>
                  <a:pt x="890248" y="4958"/>
                  <a:pt x="879909" y="7759"/>
                </a:cubicBezTo>
                <a:lnTo>
                  <a:pt x="873659" y="9482"/>
                </a:lnTo>
                <a:lnTo>
                  <a:pt x="873659" y="12927"/>
                </a:lnTo>
                <a:cubicBezTo>
                  <a:pt x="874951" y="12713"/>
                  <a:pt x="875599" y="12713"/>
                  <a:pt x="877321" y="12713"/>
                </a:cubicBezTo>
                <a:cubicBezTo>
                  <a:pt x="885942" y="12713"/>
                  <a:pt x="887878" y="14653"/>
                  <a:pt x="887878" y="23701"/>
                </a:cubicBezTo>
                <a:lnTo>
                  <a:pt x="887878" y="135527"/>
                </a:lnTo>
                <a:cubicBezTo>
                  <a:pt x="887878" y="142204"/>
                  <a:pt x="905980" y="149315"/>
                  <a:pt x="923431" y="149315"/>
                </a:cubicBezTo>
                <a:cubicBezTo>
                  <a:pt x="951872" y="149315"/>
                  <a:pt x="973847" y="125614"/>
                  <a:pt x="973847" y="94803"/>
                </a:cubicBezTo>
                <a:cubicBezTo>
                  <a:pt x="973847" y="68087"/>
                  <a:pt x="957474" y="48049"/>
                  <a:pt x="935927" y="48049"/>
                </a:cubicBezTo>
                <a:cubicBezTo>
                  <a:pt x="922783" y="48049"/>
                  <a:pt x="910287" y="55591"/>
                  <a:pt x="905980" y="66361"/>
                </a:cubicBezTo>
                <a:lnTo>
                  <a:pt x="905980" y="431"/>
                </a:lnTo>
                <a:moveTo>
                  <a:pt x="905980" y="77782"/>
                </a:moveTo>
                <a:cubicBezTo>
                  <a:pt x="905980" y="69379"/>
                  <a:pt x="916106" y="61624"/>
                  <a:pt x="927310" y="61624"/>
                </a:cubicBezTo>
                <a:cubicBezTo>
                  <a:pt x="933343" y="61624"/>
                  <a:pt x="938728" y="63777"/>
                  <a:pt x="943252" y="67870"/>
                </a:cubicBezTo>
                <a:cubicBezTo>
                  <a:pt x="950146" y="74551"/>
                  <a:pt x="954887" y="89200"/>
                  <a:pt x="954887" y="104715"/>
                </a:cubicBezTo>
                <a:cubicBezTo>
                  <a:pt x="954887" y="128629"/>
                  <a:pt x="944544" y="142421"/>
                  <a:pt x="926879" y="142421"/>
                </a:cubicBezTo>
                <a:cubicBezTo>
                  <a:pt x="915675" y="142421"/>
                  <a:pt x="905980" y="137680"/>
                  <a:pt x="905980" y="132078"/>
                </a:cubicBezTo>
                <a:lnTo>
                  <a:pt x="905980" y="777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•">
            <a:extLst xmlns:a="http://schemas.openxmlformats.org/drawingml/2006/main">
              <a:ext uri="{FF2B5EF4-FFF2-40B4-BE49-F238E27FC236}">
                <a16:creationId xmlns:a16="http://schemas.microsoft.com/office/drawing/2014/main" id="{27444D1F-1AF9-4548-B040-0391EA4B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248" y="2431124"/>
            <a:ext cx="65750" cy="65839"/>
          </a:xfrm>
          <a:custGeom xmlns:a="http://schemas.openxmlformats.org/drawingml/2006/main">
            <a:pathLst>
              <a:path w="65750" h="65839">
                <a:moveTo>
                  <a:pt x="65750" y="32875"/>
                </a:moveTo>
                <a:cubicBezTo>
                  <a:pt x="65750" y="42002"/>
                  <a:pt x="62542" y="49779"/>
                  <a:pt x="56125" y="56204"/>
                </a:cubicBezTo>
                <a:cubicBezTo>
                  <a:pt x="49709" y="62628"/>
                  <a:pt x="41974" y="65839"/>
                  <a:pt x="32920" y="65839"/>
                </a:cubicBezTo>
                <a:cubicBezTo>
                  <a:pt x="23805" y="65839"/>
                  <a:pt x="16040" y="62628"/>
                  <a:pt x="9624" y="56204"/>
                </a:cubicBezTo>
                <a:cubicBezTo>
                  <a:pt x="3208" y="49779"/>
                  <a:pt x="0" y="42002"/>
                  <a:pt x="0" y="32875"/>
                </a:cubicBezTo>
                <a:cubicBezTo>
                  <a:pt x="0" y="23807"/>
                  <a:pt x="3208" y="16062"/>
                  <a:pt x="9624" y="9638"/>
                </a:cubicBezTo>
                <a:cubicBezTo>
                  <a:pt x="16040" y="3213"/>
                  <a:pt x="23805" y="0"/>
                  <a:pt x="32920" y="0"/>
                </a:cubicBezTo>
                <a:cubicBezTo>
                  <a:pt x="41974" y="0"/>
                  <a:pt x="49709" y="3213"/>
                  <a:pt x="56125" y="9638"/>
                </a:cubicBezTo>
                <a:cubicBezTo>
                  <a:pt x="62542" y="16062"/>
                  <a:pt x="65750" y="23807"/>
                  <a:pt x="65750" y="328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Addr:UK">
            <a:extLst xmlns:a="http://schemas.openxmlformats.org/drawingml/2006/main">
              <a:ext uri="{FF2B5EF4-FFF2-40B4-BE49-F238E27FC236}">
                <a16:creationId xmlns:a16="http://schemas.microsoft.com/office/drawing/2014/main" id="{B0AEE957-C90F-4DDE-8FFE-C7533B0C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704" y="2368873"/>
            <a:ext cx="861703" cy="150176"/>
          </a:xfrm>
          <a:custGeom xmlns:a="http://schemas.openxmlformats.org/drawingml/2006/main">
            <a:pathLst>
              <a:path w="861703" h="150176">
                <a:moveTo>
                  <a:pt x="148881" y="143065"/>
                </a:moveTo>
                <a:cubicBezTo>
                  <a:pt x="139186" y="142421"/>
                  <a:pt x="137032" y="140264"/>
                  <a:pt x="129491" y="124322"/>
                </a:cubicBezTo>
                <a:lnTo>
                  <a:pt x="75839" y="1940"/>
                </a:lnTo>
                <a:lnTo>
                  <a:pt x="71533" y="1940"/>
                </a:lnTo>
                <a:lnTo>
                  <a:pt x="26715" y="107730"/>
                </a:lnTo>
                <a:cubicBezTo>
                  <a:pt x="12927" y="139189"/>
                  <a:pt x="10340" y="142635"/>
                  <a:pt x="0" y="143065"/>
                </a:cubicBezTo>
                <a:lnTo>
                  <a:pt x="0" y="147158"/>
                </a:lnTo>
                <a:lnTo>
                  <a:pt x="42661" y="147158"/>
                </a:lnTo>
                <a:lnTo>
                  <a:pt x="42661" y="143065"/>
                </a:lnTo>
                <a:cubicBezTo>
                  <a:pt x="32318" y="143065"/>
                  <a:pt x="28007" y="140481"/>
                  <a:pt x="28007" y="134231"/>
                </a:cubicBezTo>
                <a:cubicBezTo>
                  <a:pt x="28007" y="131647"/>
                  <a:pt x="28655" y="128629"/>
                  <a:pt x="29733" y="125828"/>
                </a:cubicBezTo>
                <a:lnTo>
                  <a:pt x="39642" y="100622"/>
                </a:lnTo>
                <a:lnTo>
                  <a:pt x="96095" y="100622"/>
                </a:lnTo>
                <a:lnTo>
                  <a:pt x="104929" y="121304"/>
                </a:lnTo>
                <a:cubicBezTo>
                  <a:pt x="107513" y="127123"/>
                  <a:pt x="109022" y="132726"/>
                  <a:pt x="109022" y="135740"/>
                </a:cubicBezTo>
                <a:cubicBezTo>
                  <a:pt x="109022" y="141126"/>
                  <a:pt x="105359" y="142852"/>
                  <a:pt x="93938" y="143065"/>
                </a:cubicBezTo>
                <a:lnTo>
                  <a:pt x="93938" y="147158"/>
                </a:lnTo>
                <a:lnTo>
                  <a:pt x="148881" y="147158"/>
                </a:lnTo>
                <a:lnTo>
                  <a:pt x="148881" y="143065"/>
                </a:lnTo>
                <a:moveTo>
                  <a:pt x="43305" y="91788"/>
                </a:moveTo>
                <a:lnTo>
                  <a:pt x="68084" y="32535"/>
                </a:lnTo>
                <a:lnTo>
                  <a:pt x="93077" y="91788"/>
                </a:lnTo>
                <a:lnTo>
                  <a:pt x="43305" y="91788"/>
                </a:lnTo>
                <a:close/>
                <a:moveTo>
                  <a:pt x="257258" y="134662"/>
                </a:moveTo>
                <a:cubicBezTo>
                  <a:pt x="254457" y="134879"/>
                  <a:pt x="253165" y="134879"/>
                  <a:pt x="252300" y="134879"/>
                </a:cubicBezTo>
                <a:cubicBezTo>
                  <a:pt x="244762" y="134879"/>
                  <a:pt x="242822" y="132509"/>
                  <a:pt x="242822" y="122596"/>
                </a:cubicBezTo>
                <a:lnTo>
                  <a:pt x="242822" y="431"/>
                </a:lnTo>
                <a:lnTo>
                  <a:pt x="241744" y="0"/>
                </a:lnTo>
                <a:cubicBezTo>
                  <a:pt x="231618" y="3449"/>
                  <a:pt x="224293" y="5819"/>
                  <a:pt x="210070" y="9482"/>
                </a:cubicBezTo>
                <a:lnTo>
                  <a:pt x="210070" y="12927"/>
                </a:lnTo>
                <a:cubicBezTo>
                  <a:pt x="211796" y="12713"/>
                  <a:pt x="212872" y="12713"/>
                  <a:pt x="214811" y="12713"/>
                </a:cubicBezTo>
                <a:cubicBezTo>
                  <a:pt x="222784" y="12713"/>
                  <a:pt x="224724" y="14867"/>
                  <a:pt x="224724" y="23701"/>
                </a:cubicBezTo>
                <a:lnTo>
                  <a:pt x="224724" y="57314"/>
                </a:lnTo>
                <a:cubicBezTo>
                  <a:pt x="216534" y="50419"/>
                  <a:pt x="210718" y="48049"/>
                  <a:pt x="202098" y="48049"/>
                </a:cubicBezTo>
                <a:cubicBezTo>
                  <a:pt x="177322" y="48049"/>
                  <a:pt x="157284" y="72394"/>
                  <a:pt x="157284" y="102992"/>
                </a:cubicBezTo>
                <a:cubicBezTo>
                  <a:pt x="157284" y="130569"/>
                  <a:pt x="173229" y="149315"/>
                  <a:pt x="197143" y="149315"/>
                </a:cubicBezTo>
                <a:cubicBezTo>
                  <a:pt x="209209" y="149315"/>
                  <a:pt x="217399" y="145005"/>
                  <a:pt x="224724" y="134879"/>
                </a:cubicBezTo>
                <a:lnTo>
                  <a:pt x="224724" y="148667"/>
                </a:lnTo>
                <a:lnTo>
                  <a:pt x="225585" y="149315"/>
                </a:lnTo>
                <a:lnTo>
                  <a:pt x="257258" y="138111"/>
                </a:lnTo>
                <a:lnTo>
                  <a:pt x="257258" y="134662"/>
                </a:lnTo>
                <a:moveTo>
                  <a:pt x="224724" y="125184"/>
                </a:moveTo>
                <a:cubicBezTo>
                  <a:pt x="224724" y="126693"/>
                  <a:pt x="223214" y="129277"/>
                  <a:pt x="221061" y="131647"/>
                </a:cubicBezTo>
                <a:cubicBezTo>
                  <a:pt x="217399" y="135957"/>
                  <a:pt x="211796" y="138111"/>
                  <a:pt x="205547" y="138111"/>
                </a:cubicBezTo>
                <a:cubicBezTo>
                  <a:pt x="187448" y="138111"/>
                  <a:pt x="175813" y="120874"/>
                  <a:pt x="175813" y="94158"/>
                </a:cubicBezTo>
                <a:cubicBezTo>
                  <a:pt x="175813" y="70027"/>
                  <a:pt x="186370" y="54082"/>
                  <a:pt x="202746" y="54082"/>
                </a:cubicBezTo>
                <a:cubicBezTo>
                  <a:pt x="214381" y="54082"/>
                  <a:pt x="224724" y="64208"/>
                  <a:pt x="224724" y="75629"/>
                </a:cubicBezTo>
                <a:lnTo>
                  <a:pt x="224724" y="125184"/>
                </a:lnTo>
                <a:close/>
                <a:moveTo>
                  <a:pt x="365850" y="134662"/>
                </a:moveTo>
                <a:cubicBezTo>
                  <a:pt x="363049" y="134879"/>
                  <a:pt x="361757" y="134879"/>
                  <a:pt x="360892" y="134879"/>
                </a:cubicBezTo>
                <a:cubicBezTo>
                  <a:pt x="353353" y="134879"/>
                  <a:pt x="351414" y="132509"/>
                  <a:pt x="351414" y="122596"/>
                </a:cubicBezTo>
                <a:lnTo>
                  <a:pt x="351414" y="431"/>
                </a:lnTo>
                <a:lnTo>
                  <a:pt x="350335" y="0"/>
                </a:lnTo>
                <a:cubicBezTo>
                  <a:pt x="340209" y="3449"/>
                  <a:pt x="332884" y="5819"/>
                  <a:pt x="318662" y="9482"/>
                </a:cubicBezTo>
                <a:lnTo>
                  <a:pt x="318662" y="12927"/>
                </a:lnTo>
                <a:cubicBezTo>
                  <a:pt x="320388" y="12713"/>
                  <a:pt x="321463" y="12713"/>
                  <a:pt x="323403" y="12713"/>
                </a:cubicBezTo>
                <a:cubicBezTo>
                  <a:pt x="331375" y="12713"/>
                  <a:pt x="333315" y="14867"/>
                  <a:pt x="333315" y="23701"/>
                </a:cubicBezTo>
                <a:lnTo>
                  <a:pt x="333315" y="57314"/>
                </a:lnTo>
                <a:cubicBezTo>
                  <a:pt x="325126" y="50419"/>
                  <a:pt x="319310" y="48049"/>
                  <a:pt x="310689" y="48049"/>
                </a:cubicBezTo>
                <a:cubicBezTo>
                  <a:pt x="285914" y="48049"/>
                  <a:pt x="265876" y="72394"/>
                  <a:pt x="265876" y="102992"/>
                </a:cubicBezTo>
                <a:cubicBezTo>
                  <a:pt x="265876" y="130569"/>
                  <a:pt x="281821" y="149315"/>
                  <a:pt x="305735" y="149315"/>
                </a:cubicBezTo>
                <a:cubicBezTo>
                  <a:pt x="317801" y="149315"/>
                  <a:pt x="325990" y="145005"/>
                  <a:pt x="333315" y="134879"/>
                </a:cubicBezTo>
                <a:lnTo>
                  <a:pt x="333315" y="148667"/>
                </a:lnTo>
                <a:lnTo>
                  <a:pt x="334176" y="149315"/>
                </a:lnTo>
                <a:lnTo>
                  <a:pt x="365850" y="138111"/>
                </a:lnTo>
                <a:lnTo>
                  <a:pt x="365850" y="134662"/>
                </a:lnTo>
                <a:moveTo>
                  <a:pt x="333315" y="125184"/>
                </a:moveTo>
                <a:cubicBezTo>
                  <a:pt x="333315" y="126693"/>
                  <a:pt x="331806" y="129277"/>
                  <a:pt x="329653" y="131647"/>
                </a:cubicBezTo>
                <a:cubicBezTo>
                  <a:pt x="325990" y="135957"/>
                  <a:pt x="320388" y="138111"/>
                  <a:pt x="314138" y="138111"/>
                </a:cubicBezTo>
                <a:cubicBezTo>
                  <a:pt x="296040" y="138111"/>
                  <a:pt x="284405" y="120874"/>
                  <a:pt x="284405" y="94158"/>
                </a:cubicBezTo>
                <a:cubicBezTo>
                  <a:pt x="284405" y="70027"/>
                  <a:pt x="294961" y="54082"/>
                  <a:pt x="311337" y="54082"/>
                </a:cubicBezTo>
                <a:cubicBezTo>
                  <a:pt x="322972" y="54082"/>
                  <a:pt x="333315" y="64208"/>
                  <a:pt x="333315" y="75629"/>
                </a:cubicBezTo>
                <a:lnTo>
                  <a:pt x="333315" y="125184"/>
                </a:lnTo>
                <a:close/>
                <a:moveTo>
                  <a:pt x="368218" y="147158"/>
                </a:moveTo>
                <a:lnTo>
                  <a:pt x="419929" y="147158"/>
                </a:lnTo>
                <a:lnTo>
                  <a:pt x="419929" y="143927"/>
                </a:lnTo>
                <a:cubicBezTo>
                  <a:pt x="405493" y="143496"/>
                  <a:pt x="402044" y="140481"/>
                  <a:pt x="401614" y="127768"/>
                </a:cubicBezTo>
                <a:lnTo>
                  <a:pt x="401614" y="79291"/>
                </a:lnTo>
                <a:cubicBezTo>
                  <a:pt x="401614" y="72394"/>
                  <a:pt x="410665" y="61624"/>
                  <a:pt x="416698" y="61624"/>
                </a:cubicBezTo>
                <a:cubicBezTo>
                  <a:pt x="417990" y="61624"/>
                  <a:pt x="419929" y="62699"/>
                  <a:pt x="422300" y="64855"/>
                </a:cubicBezTo>
                <a:cubicBezTo>
                  <a:pt x="425531" y="68087"/>
                  <a:pt x="428116" y="69162"/>
                  <a:pt x="430917" y="69162"/>
                </a:cubicBezTo>
                <a:cubicBezTo>
                  <a:pt x="436088" y="69162"/>
                  <a:pt x="439320" y="65500"/>
                  <a:pt x="439320" y="59467"/>
                </a:cubicBezTo>
                <a:cubicBezTo>
                  <a:pt x="439320" y="52359"/>
                  <a:pt x="434796" y="48049"/>
                  <a:pt x="427471" y="48049"/>
                </a:cubicBezTo>
                <a:cubicBezTo>
                  <a:pt x="418420" y="48049"/>
                  <a:pt x="412387" y="52790"/>
                  <a:pt x="401614" y="68301"/>
                </a:cubicBezTo>
                <a:lnTo>
                  <a:pt x="401614" y="48480"/>
                </a:lnTo>
                <a:lnTo>
                  <a:pt x="400539" y="48049"/>
                </a:lnTo>
                <a:cubicBezTo>
                  <a:pt x="388473" y="52790"/>
                  <a:pt x="380714" y="55805"/>
                  <a:pt x="368649" y="59684"/>
                </a:cubicBezTo>
                <a:lnTo>
                  <a:pt x="368649" y="63129"/>
                </a:lnTo>
                <a:cubicBezTo>
                  <a:pt x="371667" y="62485"/>
                  <a:pt x="373606" y="62268"/>
                  <a:pt x="376190" y="62268"/>
                </a:cubicBezTo>
                <a:cubicBezTo>
                  <a:pt x="381576" y="62268"/>
                  <a:pt x="383515" y="65717"/>
                  <a:pt x="383515" y="75195"/>
                </a:cubicBezTo>
                <a:lnTo>
                  <a:pt x="383515" y="129060"/>
                </a:lnTo>
                <a:cubicBezTo>
                  <a:pt x="383085" y="140264"/>
                  <a:pt x="381793" y="141560"/>
                  <a:pt x="368218" y="143927"/>
                </a:cubicBezTo>
                <a:lnTo>
                  <a:pt x="368218" y="147158"/>
                </a:lnTo>
                <a:close/>
                <a:moveTo>
                  <a:pt x="468190" y="48263"/>
                </a:moveTo>
                <a:cubicBezTo>
                  <a:pt x="461727" y="48263"/>
                  <a:pt x="456341" y="53651"/>
                  <a:pt x="456341" y="60545"/>
                </a:cubicBezTo>
                <a:cubicBezTo>
                  <a:pt x="456341" y="66795"/>
                  <a:pt x="461727" y="72180"/>
                  <a:pt x="467976" y="72180"/>
                </a:cubicBezTo>
                <a:cubicBezTo>
                  <a:pt x="474654" y="72180"/>
                  <a:pt x="480256" y="67009"/>
                  <a:pt x="480256" y="60545"/>
                </a:cubicBezTo>
                <a:cubicBezTo>
                  <a:pt x="480256" y="53865"/>
                  <a:pt x="474654" y="48263"/>
                  <a:pt x="468190" y="48263"/>
                </a:cubicBezTo>
                <a:moveTo>
                  <a:pt x="468190" y="125614"/>
                </a:moveTo>
                <a:cubicBezTo>
                  <a:pt x="461727" y="125614"/>
                  <a:pt x="456341" y="131000"/>
                  <a:pt x="456341" y="137894"/>
                </a:cubicBezTo>
                <a:cubicBezTo>
                  <a:pt x="456341" y="144144"/>
                  <a:pt x="461727" y="149529"/>
                  <a:pt x="467976" y="149529"/>
                </a:cubicBezTo>
                <a:cubicBezTo>
                  <a:pt x="474654" y="149529"/>
                  <a:pt x="480256" y="144361"/>
                  <a:pt x="480256" y="137894"/>
                </a:cubicBezTo>
                <a:cubicBezTo>
                  <a:pt x="480256" y="131217"/>
                  <a:pt x="474654" y="125614"/>
                  <a:pt x="468190" y="125614"/>
                </a:cubicBezTo>
                <a:close/>
                <a:moveTo>
                  <a:pt x="704550" y="4527"/>
                </a:moveTo>
                <a:lnTo>
                  <a:pt x="654564" y="4527"/>
                </a:lnTo>
                <a:lnTo>
                  <a:pt x="654564" y="8620"/>
                </a:lnTo>
                <a:cubicBezTo>
                  <a:pt x="671154" y="9695"/>
                  <a:pt x="674385" y="14005"/>
                  <a:pt x="674816" y="36197"/>
                </a:cubicBezTo>
                <a:lnTo>
                  <a:pt x="674816" y="94372"/>
                </a:lnTo>
                <a:cubicBezTo>
                  <a:pt x="674816" y="109025"/>
                  <a:pt x="673524" y="117211"/>
                  <a:pt x="669862" y="123675"/>
                </a:cubicBezTo>
                <a:cubicBezTo>
                  <a:pt x="664046" y="134018"/>
                  <a:pt x="650254" y="140695"/>
                  <a:pt x="634095" y="140695"/>
                </a:cubicBezTo>
                <a:cubicBezTo>
                  <a:pt x="618798" y="140695"/>
                  <a:pt x="608241" y="135527"/>
                  <a:pt x="602422" y="125397"/>
                </a:cubicBezTo>
                <a:cubicBezTo>
                  <a:pt x="598546" y="118503"/>
                  <a:pt x="597037" y="110531"/>
                  <a:pt x="597037" y="96959"/>
                </a:cubicBezTo>
                <a:lnTo>
                  <a:pt x="597037" y="28011"/>
                </a:lnTo>
                <a:cubicBezTo>
                  <a:pt x="597251" y="12283"/>
                  <a:pt x="599407" y="10129"/>
                  <a:pt x="616644" y="8620"/>
                </a:cubicBezTo>
                <a:lnTo>
                  <a:pt x="616644" y="4527"/>
                </a:lnTo>
                <a:lnTo>
                  <a:pt x="555668" y="4527"/>
                </a:lnTo>
                <a:lnTo>
                  <a:pt x="555668" y="8620"/>
                </a:lnTo>
                <a:cubicBezTo>
                  <a:pt x="572689" y="9912"/>
                  <a:pt x="574845" y="12066"/>
                  <a:pt x="575059" y="28011"/>
                </a:cubicBezTo>
                <a:lnTo>
                  <a:pt x="575059" y="95233"/>
                </a:lnTo>
                <a:cubicBezTo>
                  <a:pt x="575059" y="132509"/>
                  <a:pt x="592513" y="150176"/>
                  <a:pt x="629141" y="150176"/>
                </a:cubicBezTo>
                <a:cubicBezTo>
                  <a:pt x="652625" y="150176"/>
                  <a:pt x="668783" y="142635"/>
                  <a:pt x="677187" y="127985"/>
                </a:cubicBezTo>
                <a:cubicBezTo>
                  <a:pt x="682358" y="118934"/>
                  <a:pt x="684298" y="109025"/>
                  <a:pt x="684298" y="92432"/>
                </a:cubicBezTo>
                <a:lnTo>
                  <a:pt x="684298" y="36197"/>
                </a:lnTo>
                <a:cubicBezTo>
                  <a:pt x="684728" y="13575"/>
                  <a:pt x="687099" y="10560"/>
                  <a:pt x="704550" y="8620"/>
                </a:cubicBezTo>
                <a:lnTo>
                  <a:pt x="704550" y="4527"/>
                </a:lnTo>
                <a:close/>
                <a:moveTo>
                  <a:pt x="794911" y="8620"/>
                </a:moveTo>
                <a:cubicBezTo>
                  <a:pt x="807838" y="9265"/>
                  <a:pt x="809561" y="10129"/>
                  <a:pt x="809561" y="15297"/>
                </a:cubicBezTo>
                <a:cubicBezTo>
                  <a:pt x="809561" y="20038"/>
                  <a:pt x="804606" y="26502"/>
                  <a:pt x="792758" y="37492"/>
                </a:cubicBezTo>
                <a:lnTo>
                  <a:pt x="754621" y="72180"/>
                </a:lnTo>
                <a:lnTo>
                  <a:pt x="754621" y="28011"/>
                </a:lnTo>
                <a:cubicBezTo>
                  <a:pt x="754835" y="11852"/>
                  <a:pt x="756991" y="9912"/>
                  <a:pt x="774442" y="8620"/>
                </a:cubicBezTo>
                <a:lnTo>
                  <a:pt x="774442" y="4527"/>
                </a:lnTo>
                <a:lnTo>
                  <a:pt x="713253" y="4527"/>
                </a:lnTo>
                <a:lnTo>
                  <a:pt x="713253" y="8620"/>
                </a:lnTo>
                <a:cubicBezTo>
                  <a:pt x="729842" y="9695"/>
                  <a:pt x="732212" y="12283"/>
                  <a:pt x="732643" y="28011"/>
                </a:cubicBezTo>
                <a:lnTo>
                  <a:pt x="732643" y="121304"/>
                </a:lnTo>
                <a:cubicBezTo>
                  <a:pt x="732426" y="139620"/>
                  <a:pt x="730059" y="141990"/>
                  <a:pt x="713253" y="143065"/>
                </a:cubicBezTo>
                <a:lnTo>
                  <a:pt x="713253" y="147158"/>
                </a:lnTo>
                <a:lnTo>
                  <a:pt x="774012" y="147158"/>
                </a:lnTo>
                <a:lnTo>
                  <a:pt x="774012" y="143065"/>
                </a:lnTo>
                <a:cubicBezTo>
                  <a:pt x="757422" y="141990"/>
                  <a:pt x="754835" y="139620"/>
                  <a:pt x="754621" y="123675"/>
                </a:cubicBezTo>
                <a:lnTo>
                  <a:pt x="754621" y="83385"/>
                </a:lnTo>
                <a:lnTo>
                  <a:pt x="760223" y="78861"/>
                </a:lnTo>
                <a:lnTo>
                  <a:pt x="783059" y="101483"/>
                </a:lnTo>
                <a:cubicBezTo>
                  <a:pt x="799652" y="118073"/>
                  <a:pt x="811070" y="132939"/>
                  <a:pt x="811070" y="138111"/>
                </a:cubicBezTo>
                <a:cubicBezTo>
                  <a:pt x="811070" y="141343"/>
                  <a:pt x="808269" y="142635"/>
                  <a:pt x="802022" y="142852"/>
                </a:cubicBezTo>
                <a:cubicBezTo>
                  <a:pt x="800944" y="142852"/>
                  <a:pt x="798574" y="142852"/>
                  <a:pt x="795990" y="143065"/>
                </a:cubicBezTo>
                <a:lnTo>
                  <a:pt x="795990" y="147158"/>
                </a:lnTo>
                <a:lnTo>
                  <a:pt x="861703" y="147158"/>
                </a:lnTo>
                <a:lnTo>
                  <a:pt x="861703" y="143065"/>
                </a:lnTo>
                <a:cubicBezTo>
                  <a:pt x="850499" y="142852"/>
                  <a:pt x="847484" y="140695"/>
                  <a:pt x="827876" y="119795"/>
                </a:cubicBezTo>
                <a:lnTo>
                  <a:pt x="777674" y="65930"/>
                </a:lnTo>
                <a:lnTo>
                  <a:pt x="818612" y="25427"/>
                </a:lnTo>
                <a:cubicBezTo>
                  <a:pt x="833262" y="11421"/>
                  <a:pt x="836710" y="9695"/>
                  <a:pt x="851360" y="8620"/>
                </a:cubicBezTo>
                <a:lnTo>
                  <a:pt x="851360" y="4527"/>
                </a:lnTo>
                <a:lnTo>
                  <a:pt x="794911" y="4527"/>
                </a:lnTo>
                <a:lnTo>
                  <a:pt x="794911" y="86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http://website/">
            <a:extLst xmlns:a="http://schemas.openxmlformats.org/drawingml/2006/main">
              <a:ext uri="{FF2B5EF4-FFF2-40B4-BE49-F238E27FC236}">
                <a16:creationId xmlns:a16="http://schemas.microsoft.com/office/drawing/2014/main" id="{9D2F4CDA-D119-42D6-88D5-5BE5C5EE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575" y="2117381"/>
            <a:ext cx="1226825" cy="193915"/>
          </a:xfrm>
          <a:custGeom xmlns:a="http://schemas.openxmlformats.org/drawingml/2006/main">
            <a:pathLst>
              <a:path w="1226825" h="193915">
                <a:moveTo>
                  <a:pt x="102992" y="143927"/>
                </a:moveTo>
                <a:cubicBezTo>
                  <a:pt x="91357" y="141990"/>
                  <a:pt x="90279" y="140481"/>
                  <a:pt x="90062" y="125184"/>
                </a:cubicBezTo>
                <a:lnTo>
                  <a:pt x="90062" y="82306"/>
                </a:lnTo>
                <a:cubicBezTo>
                  <a:pt x="90062" y="59684"/>
                  <a:pt x="81228" y="48049"/>
                  <a:pt x="63560" y="48049"/>
                </a:cubicBezTo>
                <a:cubicBezTo>
                  <a:pt x="50850" y="48049"/>
                  <a:pt x="41799" y="53220"/>
                  <a:pt x="31890" y="66147"/>
                </a:cubicBezTo>
                <a:lnTo>
                  <a:pt x="31890" y="648"/>
                </a:lnTo>
                <a:lnTo>
                  <a:pt x="30812" y="0"/>
                </a:lnTo>
                <a:cubicBezTo>
                  <a:pt x="23270" y="2587"/>
                  <a:pt x="17885" y="4310"/>
                  <a:pt x="6033" y="7759"/>
                </a:cubicBezTo>
                <a:lnTo>
                  <a:pt x="217" y="9482"/>
                </a:lnTo>
                <a:lnTo>
                  <a:pt x="217" y="12927"/>
                </a:lnTo>
                <a:cubicBezTo>
                  <a:pt x="1078" y="12713"/>
                  <a:pt x="1509" y="12713"/>
                  <a:pt x="2801" y="12713"/>
                </a:cubicBezTo>
                <a:cubicBezTo>
                  <a:pt x="12066" y="12713"/>
                  <a:pt x="13792" y="14436"/>
                  <a:pt x="13792" y="23701"/>
                </a:cubicBezTo>
                <a:lnTo>
                  <a:pt x="13792" y="125184"/>
                </a:lnTo>
                <a:cubicBezTo>
                  <a:pt x="13361" y="140695"/>
                  <a:pt x="12283" y="142421"/>
                  <a:pt x="0" y="143927"/>
                </a:cubicBezTo>
                <a:lnTo>
                  <a:pt x="0" y="147158"/>
                </a:lnTo>
                <a:lnTo>
                  <a:pt x="46540" y="147158"/>
                </a:lnTo>
                <a:lnTo>
                  <a:pt x="46540" y="143927"/>
                </a:lnTo>
                <a:cubicBezTo>
                  <a:pt x="34044" y="142852"/>
                  <a:pt x="32321" y="140481"/>
                  <a:pt x="31890" y="125184"/>
                </a:cubicBezTo>
                <a:lnTo>
                  <a:pt x="31890" y="73259"/>
                </a:lnTo>
                <a:cubicBezTo>
                  <a:pt x="40938" y="63346"/>
                  <a:pt x="47401" y="59684"/>
                  <a:pt x="56022" y="59684"/>
                </a:cubicBezTo>
                <a:cubicBezTo>
                  <a:pt x="66578" y="59684"/>
                  <a:pt x="71963" y="67440"/>
                  <a:pt x="71963" y="82523"/>
                </a:cubicBezTo>
                <a:lnTo>
                  <a:pt x="71963" y="125184"/>
                </a:lnTo>
                <a:cubicBezTo>
                  <a:pt x="71533" y="140481"/>
                  <a:pt x="69593" y="142852"/>
                  <a:pt x="57314" y="143927"/>
                </a:cubicBezTo>
                <a:lnTo>
                  <a:pt x="57314" y="147158"/>
                </a:lnTo>
                <a:lnTo>
                  <a:pt x="102992" y="147158"/>
                </a:lnTo>
                <a:lnTo>
                  <a:pt x="102992" y="143927"/>
                </a:lnTo>
                <a:close/>
                <a:moveTo>
                  <a:pt x="159656" y="50202"/>
                </a:moveTo>
                <a:lnTo>
                  <a:pt x="137895" y="50202"/>
                </a:lnTo>
                <a:lnTo>
                  <a:pt x="137895" y="25210"/>
                </a:lnTo>
                <a:cubicBezTo>
                  <a:pt x="137895" y="23056"/>
                  <a:pt x="137464" y="22409"/>
                  <a:pt x="136386" y="22409"/>
                </a:cubicBezTo>
                <a:cubicBezTo>
                  <a:pt x="123890" y="40507"/>
                  <a:pt x="117426" y="47832"/>
                  <a:pt x="111179" y="51494"/>
                </a:cubicBezTo>
                <a:cubicBezTo>
                  <a:pt x="108809" y="53003"/>
                  <a:pt x="107514" y="54296"/>
                  <a:pt x="107514" y="55591"/>
                </a:cubicBezTo>
                <a:cubicBezTo>
                  <a:pt x="107514" y="56235"/>
                  <a:pt x="107731" y="56666"/>
                  <a:pt x="108378" y="57097"/>
                </a:cubicBezTo>
                <a:lnTo>
                  <a:pt x="119796" y="57097"/>
                </a:lnTo>
                <a:lnTo>
                  <a:pt x="119796" y="121952"/>
                </a:lnTo>
                <a:cubicBezTo>
                  <a:pt x="119796" y="140051"/>
                  <a:pt x="126260" y="149315"/>
                  <a:pt x="138973" y="149315"/>
                </a:cubicBezTo>
                <a:cubicBezTo>
                  <a:pt x="149530" y="149315"/>
                  <a:pt x="157716" y="144144"/>
                  <a:pt x="164827" y="132939"/>
                </a:cubicBezTo>
                <a:lnTo>
                  <a:pt x="162026" y="130569"/>
                </a:lnTo>
                <a:cubicBezTo>
                  <a:pt x="157285" y="136171"/>
                  <a:pt x="153840" y="138111"/>
                  <a:pt x="149099" y="138111"/>
                </a:cubicBezTo>
                <a:cubicBezTo>
                  <a:pt x="141127" y="138111"/>
                  <a:pt x="137895" y="132295"/>
                  <a:pt x="137895" y="118720"/>
                </a:cubicBezTo>
                <a:lnTo>
                  <a:pt x="137895" y="57097"/>
                </a:lnTo>
                <a:lnTo>
                  <a:pt x="159656" y="57097"/>
                </a:lnTo>
                <a:lnTo>
                  <a:pt x="159656" y="50202"/>
                </a:lnTo>
                <a:close/>
                <a:moveTo>
                  <a:pt x="220200" y="50202"/>
                </a:moveTo>
                <a:lnTo>
                  <a:pt x="198439" y="50202"/>
                </a:lnTo>
                <a:lnTo>
                  <a:pt x="198439" y="25210"/>
                </a:lnTo>
                <a:cubicBezTo>
                  <a:pt x="198439" y="23056"/>
                  <a:pt x="198008" y="22409"/>
                  <a:pt x="196930" y="22409"/>
                </a:cubicBezTo>
                <a:cubicBezTo>
                  <a:pt x="184433" y="40507"/>
                  <a:pt x="177970" y="47832"/>
                  <a:pt x="171723" y="51494"/>
                </a:cubicBezTo>
                <a:cubicBezTo>
                  <a:pt x="169353" y="53003"/>
                  <a:pt x="168058" y="54296"/>
                  <a:pt x="168058" y="55591"/>
                </a:cubicBezTo>
                <a:cubicBezTo>
                  <a:pt x="168058" y="56235"/>
                  <a:pt x="168275" y="56666"/>
                  <a:pt x="168922" y="57097"/>
                </a:cubicBezTo>
                <a:lnTo>
                  <a:pt x="180340" y="57097"/>
                </a:lnTo>
                <a:lnTo>
                  <a:pt x="180340" y="121952"/>
                </a:lnTo>
                <a:cubicBezTo>
                  <a:pt x="180340" y="140051"/>
                  <a:pt x="186804" y="149315"/>
                  <a:pt x="199517" y="149315"/>
                </a:cubicBezTo>
                <a:cubicBezTo>
                  <a:pt x="210074" y="149315"/>
                  <a:pt x="218260" y="144144"/>
                  <a:pt x="225371" y="132939"/>
                </a:cubicBezTo>
                <a:lnTo>
                  <a:pt x="222570" y="130569"/>
                </a:lnTo>
                <a:cubicBezTo>
                  <a:pt x="217829" y="136171"/>
                  <a:pt x="214384" y="138111"/>
                  <a:pt x="209643" y="138111"/>
                </a:cubicBezTo>
                <a:cubicBezTo>
                  <a:pt x="201671" y="138111"/>
                  <a:pt x="198439" y="132295"/>
                  <a:pt x="198439" y="118720"/>
                </a:cubicBezTo>
                <a:lnTo>
                  <a:pt x="198439" y="57097"/>
                </a:lnTo>
                <a:lnTo>
                  <a:pt x="220200" y="57097"/>
                </a:lnTo>
                <a:lnTo>
                  <a:pt x="220200" y="50202"/>
                </a:lnTo>
                <a:close/>
                <a:moveTo>
                  <a:pt x="225155" y="193915"/>
                </a:moveTo>
                <a:lnTo>
                  <a:pt x="277297" y="193915"/>
                </a:lnTo>
                <a:lnTo>
                  <a:pt x="277297" y="190036"/>
                </a:lnTo>
                <a:cubicBezTo>
                  <a:pt x="261139" y="189822"/>
                  <a:pt x="258551" y="187666"/>
                  <a:pt x="258338" y="173877"/>
                </a:cubicBezTo>
                <a:lnTo>
                  <a:pt x="258338" y="140051"/>
                </a:lnTo>
                <a:cubicBezTo>
                  <a:pt x="266093" y="147158"/>
                  <a:pt x="271048" y="149315"/>
                  <a:pt x="280099" y="149315"/>
                </a:cubicBezTo>
                <a:cubicBezTo>
                  <a:pt x="305739" y="149315"/>
                  <a:pt x="325343" y="125184"/>
                  <a:pt x="325343" y="93941"/>
                </a:cubicBezTo>
                <a:cubicBezTo>
                  <a:pt x="325343" y="67226"/>
                  <a:pt x="310263" y="48049"/>
                  <a:pt x="289363" y="48049"/>
                </a:cubicBezTo>
                <a:cubicBezTo>
                  <a:pt x="277297" y="48049"/>
                  <a:pt x="267816" y="53220"/>
                  <a:pt x="258338" y="65069"/>
                </a:cubicBezTo>
                <a:lnTo>
                  <a:pt x="258338" y="48480"/>
                </a:lnTo>
                <a:lnTo>
                  <a:pt x="257046" y="48049"/>
                </a:lnTo>
                <a:cubicBezTo>
                  <a:pt x="245411" y="52573"/>
                  <a:pt x="237869" y="55374"/>
                  <a:pt x="226017" y="59036"/>
                </a:cubicBezTo>
                <a:lnTo>
                  <a:pt x="226017" y="62485"/>
                </a:lnTo>
                <a:cubicBezTo>
                  <a:pt x="227956" y="62268"/>
                  <a:pt x="229248" y="62268"/>
                  <a:pt x="231405" y="62268"/>
                </a:cubicBezTo>
                <a:cubicBezTo>
                  <a:pt x="238730" y="62268"/>
                  <a:pt x="240239" y="64425"/>
                  <a:pt x="240239" y="74551"/>
                </a:cubicBezTo>
                <a:lnTo>
                  <a:pt x="240239" y="175386"/>
                </a:lnTo>
                <a:cubicBezTo>
                  <a:pt x="240239" y="186804"/>
                  <a:pt x="237869" y="188961"/>
                  <a:pt x="225155" y="190253"/>
                </a:cubicBezTo>
                <a:lnTo>
                  <a:pt x="225155" y="193915"/>
                </a:lnTo>
                <a:moveTo>
                  <a:pt x="258338" y="75195"/>
                </a:moveTo>
                <a:cubicBezTo>
                  <a:pt x="258338" y="68732"/>
                  <a:pt x="270403" y="60976"/>
                  <a:pt x="280312" y="60976"/>
                </a:cubicBezTo>
                <a:cubicBezTo>
                  <a:pt x="296257" y="60976"/>
                  <a:pt x="306814" y="77352"/>
                  <a:pt x="306814" y="102561"/>
                </a:cubicBezTo>
                <a:cubicBezTo>
                  <a:pt x="306814" y="126259"/>
                  <a:pt x="296257" y="142421"/>
                  <a:pt x="280746" y="142421"/>
                </a:cubicBezTo>
                <a:cubicBezTo>
                  <a:pt x="270617" y="142421"/>
                  <a:pt x="258338" y="134662"/>
                  <a:pt x="258338" y="128199"/>
                </a:cubicBezTo>
                <a:lnTo>
                  <a:pt x="258338" y="75195"/>
                </a:lnTo>
                <a:close/>
                <a:moveTo>
                  <a:pt x="360032" y="48263"/>
                </a:moveTo>
                <a:cubicBezTo>
                  <a:pt x="353569" y="48263"/>
                  <a:pt x="348183" y="53651"/>
                  <a:pt x="348183" y="60545"/>
                </a:cubicBezTo>
                <a:cubicBezTo>
                  <a:pt x="348183" y="66795"/>
                  <a:pt x="353569" y="72180"/>
                  <a:pt x="359818" y="72180"/>
                </a:cubicBezTo>
                <a:cubicBezTo>
                  <a:pt x="366496" y="72180"/>
                  <a:pt x="372098" y="67009"/>
                  <a:pt x="372098" y="60545"/>
                </a:cubicBezTo>
                <a:cubicBezTo>
                  <a:pt x="372098" y="53865"/>
                  <a:pt x="366496" y="48263"/>
                  <a:pt x="360032" y="48263"/>
                </a:cubicBezTo>
                <a:moveTo>
                  <a:pt x="360032" y="125614"/>
                </a:moveTo>
                <a:cubicBezTo>
                  <a:pt x="353569" y="125614"/>
                  <a:pt x="348183" y="131000"/>
                  <a:pt x="348183" y="137894"/>
                </a:cubicBezTo>
                <a:cubicBezTo>
                  <a:pt x="348183" y="144144"/>
                  <a:pt x="353569" y="149529"/>
                  <a:pt x="359818" y="149529"/>
                </a:cubicBezTo>
                <a:cubicBezTo>
                  <a:pt x="366496" y="149529"/>
                  <a:pt x="372098" y="144361"/>
                  <a:pt x="372098" y="137894"/>
                </a:cubicBezTo>
                <a:cubicBezTo>
                  <a:pt x="372098" y="131217"/>
                  <a:pt x="366496" y="125614"/>
                  <a:pt x="360032" y="125614"/>
                </a:cubicBezTo>
                <a:close/>
                <a:moveTo>
                  <a:pt x="453111" y="1509"/>
                </a:moveTo>
                <a:lnTo>
                  <a:pt x="438675" y="1509"/>
                </a:lnTo>
                <a:lnTo>
                  <a:pt x="389337" y="150176"/>
                </a:lnTo>
                <a:lnTo>
                  <a:pt x="403987" y="150176"/>
                </a:lnTo>
                <a:lnTo>
                  <a:pt x="453111" y="1509"/>
                </a:lnTo>
                <a:close/>
                <a:moveTo>
                  <a:pt x="511931" y="1509"/>
                </a:moveTo>
                <a:lnTo>
                  <a:pt x="497495" y="1509"/>
                </a:lnTo>
                <a:lnTo>
                  <a:pt x="448157" y="150176"/>
                </a:lnTo>
                <a:lnTo>
                  <a:pt x="462807" y="150176"/>
                </a:lnTo>
                <a:lnTo>
                  <a:pt x="511931" y="1509"/>
                </a:lnTo>
                <a:close/>
                <a:moveTo>
                  <a:pt x="633668" y="50202"/>
                </a:moveTo>
                <a:lnTo>
                  <a:pt x="633668" y="53434"/>
                </a:lnTo>
                <a:cubicBezTo>
                  <a:pt x="640993" y="54943"/>
                  <a:pt x="643146" y="56452"/>
                  <a:pt x="643146" y="60115"/>
                </a:cubicBezTo>
                <a:cubicBezTo>
                  <a:pt x="643146" y="63346"/>
                  <a:pt x="641854" y="68518"/>
                  <a:pt x="639484" y="74334"/>
                </a:cubicBezTo>
                <a:lnTo>
                  <a:pt x="620093" y="122166"/>
                </a:lnTo>
                <a:lnTo>
                  <a:pt x="601995" y="73903"/>
                </a:lnTo>
                <a:cubicBezTo>
                  <a:pt x="598332" y="63994"/>
                  <a:pt x="598332" y="63994"/>
                  <a:pt x="598332" y="61193"/>
                </a:cubicBezTo>
                <a:cubicBezTo>
                  <a:pt x="598332" y="56452"/>
                  <a:pt x="600703" y="54943"/>
                  <a:pt x="610829" y="53434"/>
                </a:cubicBezTo>
                <a:lnTo>
                  <a:pt x="610829" y="50202"/>
                </a:lnTo>
                <a:lnTo>
                  <a:pt x="567090" y="50202"/>
                </a:lnTo>
                <a:lnTo>
                  <a:pt x="567090" y="53434"/>
                </a:lnTo>
                <a:cubicBezTo>
                  <a:pt x="575062" y="54296"/>
                  <a:pt x="577646" y="56883"/>
                  <a:pt x="581956" y="68301"/>
                </a:cubicBezTo>
                <a:cubicBezTo>
                  <a:pt x="583035" y="71319"/>
                  <a:pt x="584971" y="76704"/>
                  <a:pt x="586267" y="80367"/>
                </a:cubicBezTo>
                <a:lnTo>
                  <a:pt x="566659" y="123244"/>
                </a:lnTo>
                <a:lnTo>
                  <a:pt x="545329" y="67009"/>
                </a:lnTo>
                <a:cubicBezTo>
                  <a:pt x="544467" y="64855"/>
                  <a:pt x="544037" y="62699"/>
                  <a:pt x="544037" y="60545"/>
                </a:cubicBezTo>
                <a:cubicBezTo>
                  <a:pt x="544037" y="56022"/>
                  <a:pt x="546404" y="54296"/>
                  <a:pt x="553946" y="53434"/>
                </a:cubicBezTo>
                <a:lnTo>
                  <a:pt x="553946" y="50202"/>
                </a:lnTo>
                <a:lnTo>
                  <a:pt x="515165" y="50202"/>
                </a:lnTo>
                <a:lnTo>
                  <a:pt x="515165" y="53434"/>
                </a:lnTo>
                <a:cubicBezTo>
                  <a:pt x="520119" y="53865"/>
                  <a:pt x="521842" y="56022"/>
                  <a:pt x="526583" y="67009"/>
                </a:cubicBezTo>
                <a:lnTo>
                  <a:pt x="555672" y="140695"/>
                </a:lnTo>
                <a:cubicBezTo>
                  <a:pt x="558256" y="147375"/>
                  <a:pt x="559979" y="150176"/>
                  <a:pt x="561271" y="150176"/>
                </a:cubicBezTo>
                <a:cubicBezTo>
                  <a:pt x="562349" y="150176"/>
                  <a:pt x="564072" y="147592"/>
                  <a:pt x="566659" y="141773"/>
                </a:cubicBezTo>
                <a:lnTo>
                  <a:pt x="590790" y="90062"/>
                </a:lnTo>
                <a:lnTo>
                  <a:pt x="610398" y="140912"/>
                </a:lnTo>
                <a:cubicBezTo>
                  <a:pt x="613630" y="149098"/>
                  <a:pt x="614060" y="150176"/>
                  <a:pt x="615569" y="150176"/>
                </a:cubicBezTo>
                <a:cubicBezTo>
                  <a:pt x="617075" y="150176"/>
                  <a:pt x="618153" y="148237"/>
                  <a:pt x="621602" y="139620"/>
                </a:cubicBezTo>
                <a:lnTo>
                  <a:pt x="651336" y="65069"/>
                </a:lnTo>
                <a:cubicBezTo>
                  <a:pt x="655212" y="56022"/>
                  <a:pt x="655859" y="54943"/>
                  <a:pt x="660170" y="53434"/>
                </a:cubicBezTo>
                <a:lnTo>
                  <a:pt x="660170" y="50202"/>
                </a:lnTo>
                <a:lnTo>
                  <a:pt x="633668" y="50202"/>
                </a:lnTo>
                <a:close/>
                <a:moveTo>
                  <a:pt x="753030" y="111826"/>
                </a:moveTo>
                <a:cubicBezTo>
                  <a:pt x="742691" y="128199"/>
                  <a:pt x="733423" y="134448"/>
                  <a:pt x="719634" y="134448"/>
                </a:cubicBezTo>
                <a:cubicBezTo>
                  <a:pt x="707355" y="134448"/>
                  <a:pt x="698090" y="128199"/>
                  <a:pt x="691841" y="115919"/>
                </a:cubicBezTo>
                <a:cubicBezTo>
                  <a:pt x="687961" y="107730"/>
                  <a:pt x="686455" y="100835"/>
                  <a:pt x="686025" y="87478"/>
                </a:cubicBezTo>
                <a:lnTo>
                  <a:pt x="752386" y="87478"/>
                </a:lnTo>
                <a:cubicBezTo>
                  <a:pt x="750660" y="73472"/>
                  <a:pt x="748507" y="67226"/>
                  <a:pt x="743121" y="60328"/>
                </a:cubicBezTo>
                <a:cubicBezTo>
                  <a:pt x="736655" y="52573"/>
                  <a:pt x="726746" y="48049"/>
                  <a:pt x="715541" y="48049"/>
                </a:cubicBezTo>
                <a:cubicBezTo>
                  <a:pt x="704768" y="48049"/>
                  <a:pt x="694642" y="51928"/>
                  <a:pt x="686455" y="59253"/>
                </a:cubicBezTo>
                <a:cubicBezTo>
                  <a:pt x="676326" y="68087"/>
                  <a:pt x="670510" y="83385"/>
                  <a:pt x="670510" y="101052"/>
                </a:cubicBezTo>
                <a:cubicBezTo>
                  <a:pt x="670510" y="130786"/>
                  <a:pt x="686025" y="149315"/>
                  <a:pt x="710801" y="149315"/>
                </a:cubicBezTo>
                <a:cubicBezTo>
                  <a:pt x="731269" y="149315"/>
                  <a:pt x="747428" y="136602"/>
                  <a:pt x="756479" y="113332"/>
                </a:cubicBezTo>
                <a:lnTo>
                  <a:pt x="753030" y="111826"/>
                </a:lnTo>
                <a:moveTo>
                  <a:pt x="686455" y="80584"/>
                </a:moveTo>
                <a:cubicBezTo>
                  <a:pt x="688823" y="63777"/>
                  <a:pt x="696151" y="55805"/>
                  <a:pt x="709291" y="55805"/>
                </a:cubicBezTo>
                <a:cubicBezTo>
                  <a:pt x="722436" y="55805"/>
                  <a:pt x="727607" y="61837"/>
                  <a:pt x="730408" y="80584"/>
                </a:cubicBezTo>
                <a:lnTo>
                  <a:pt x="686455" y="80584"/>
                </a:lnTo>
                <a:close/>
                <a:moveTo>
                  <a:pt x="793755" y="431"/>
                </a:moveTo>
                <a:lnTo>
                  <a:pt x="792676" y="0"/>
                </a:lnTo>
                <a:cubicBezTo>
                  <a:pt x="783842" y="3018"/>
                  <a:pt x="778023" y="4958"/>
                  <a:pt x="767684" y="7759"/>
                </a:cubicBezTo>
                <a:lnTo>
                  <a:pt x="761434" y="9482"/>
                </a:lnTo>
                <a:lnTo>
                  <a:pt x="761434" y="12927"/>
                </a:lnTo>
                <a:cubicBezTo>
                  <a:pt x="762726" y="12713"/>
                  <a:pt x="763374" y="12713"/>
                  <a:pt x="765096" y="12713"/>
                </a:cubicBezTo>
                <a:cubicBezTo>
                  <a:pt x="773717" y="12713"/>
                  <a:pt x="775653" y="14653"/>
                  <a:pt x="775653" y="23701"/>
                </a:cubicBezTo>
                <a:lnTo>
                  <a:pt x="775653" y="135527"/>
                </a:lnTo>
                <a:cubicBezTo>
                  <a:pt x="775653" y="142204"/>
                  <a:pt x="793755" y="149315"/>
                  <a:pt x="811206" y="149315"/>
                </a:cubicBezTo>
                <a:cubicBezTo>
                  <a:pt x="839647" y="149315"/>
                  <a:pt x="861622" y="125614"/>
                  <a:pt x="861622" y="94803"/>
                </a:cubicBezTo>
                <a:cubicBezTo>
                  <a:pt x="861622" y="68087"/>
                  <a:pt x="845249" y="48049"/>
                  <a:pt x="823702" y="48049"/>
                </a:cubicBezTo>
                <a:cubicBezTo>
                  <a:pt x="810558" y="48049"/>
                  <a:pt x="798062" y="55591"/>
                  <a:pt x="793755" y="66361"/>
                </a:cubicBezTo>
                <a:lnTo>
                  <a:pt x="793755" y="431"/>
                </a:lnTo>
                <a:moveTo>
                  <a:pt x="793755" y="77782"/>
                </a:moveTo>
                <a:cubicBezTo>
                  <a:pt x="793755" y="69379"/>
                  <a:pt x="803881" y="61624"/>
                  <a:pt x="815085" y="61624"/>
                </a:cubicBezTo>
                <a:cubicBezTo>
                  <a:pt x="821118" y="61624"/>
                  <a:pt x="826503" y="63777"/>
                  <a:pt x="831027" y="67870"/>
                </a:cubicBezTo>
                <a:cubicBezTo>
                  <a:pt x="837921" y="74551"/>
                  <a:pt x="842662" y="89200"/>
                  <a:pt x="842662" y="104715"/>
                </a:cubicBezTo>
                <a:cubicBezTo>
                  <a:pt x="842662" y="128629"/>
                  <a:pt x="832319" y="142421"/>
                  <a:pt x="814654" y="142421"/>
                </a:cubicBezTo>
                <a:cubicBezTo>
                  <a:pt x="803450" y="142421"/>
                  <a:pt x="793755" y="137680"/>
                  <a:pt x="793755" y="132078"/>
                </a:cubicBezTo>
                <a:lnTo>
                  <a:pt x="793755" y="77782"/>
                </a:lnTo>
                <a:close/>
                <a:moveTo>
                  <a:pt x="935309" y="79505"/>
                </a:moveTo>
                <a:lnTo>
                  <a:pt x="934447" y="49989"/>
                </a:lnTo>
                <a:lnTo>
                  <a:pt x="932077" y="49989"/>
                </a:lnTo>
                <a:cubicBezTo>
                  <a:pt x="931002" y="51711"/>
                  <a:pt x="929924" y="52359"/>
                  <a:pt x="928632" y="52359"/>
                </a:cubicBezTo>
                <a:cubicBezTo>
                  <a:pt x="927340" y="52359"/>
                  <a:pt x="925183" y="51928"/>
                  <a:pt x="922812" y="50850"/>
                </a:cubicBezTo>
                <a:cubicBezTo>
                  <a:pt x="917858" y="49127"/>
                  <a:pt x="912904" y="48049"/>
                  <a:pt x="907732" y="48049"/>
                </a:cubicBezTo>
                <a:cubicBezTo>
                  <a:pt x="890709" y="48049"/>
                  <a:pt x="878429" y="59253"/>
                  <a:pt x="878429" y="74764"/>
                </a:cubicBezTo>
                <a:cubicBezTo>
                  <a:pt x="878429" y="86830"/>
                  <a:pt x="885323" y="95450"/>
                  <a:pt x="903639" y="105793"/>
                </a:cubicBezTo>
                <a:lnTo>
                  <a:pt x="916135" y="112901"/>
                </a:lnTo>
                <a:cubicBezTo>
                  <a:pt x="923674" y="117211"/>
                  <a:pt x="927340" y="122383"/>
                  <a:pt x="927340" y="129060"/>
                </a:cubicBezTo>
                <a:cubicBezTo>
                  <a:pt x="927340" y="138541"/>
                  <a:pt x="920442" y="144574"/>
                  <a:pt x="909455" y="144574"/>
                </a:cubicBezTo>
                <a:cubicBezTo>
                  <a:pt x="894588" y="144574"/>
                  <a:pt x="887046" y="136388"/>
                  <a:pt x="882092" y="114410"/>
                </a:cubicBezTo>
                <a:lnTo>
                  <a:pt x="878643" y="114410"/>
                </a:lnTo>
                <a:lnTo>
                  <a:pt x="878643" y="148023"/>
                </a:lnTo>
                <a:lnTo>
                  <a:pt x="881444" y="148023"/>
                </a:lnTo>
                <a:cubicBezTo>
                  <a:pt x="882953" y="145866"/>
                  <a:pt x="883814" y="145436"/>
                  <a:pt x="886402" y="145436"/>
                </a:cubicBezTo>
                <a:cubicBezTo>
                  <a:pt x="888772" y="145436"/>
                  <a:pt x="891356" y="145866"/>
                  <a:pt x="896311" y="147158"/>
                </a:cubicBezTo>
                <a:cubicBezTo>
                  <a:pt x="902130" y="148454"/>
                  <a:pt x="907732" y="149315"/>
                  <a:pt x="912039" y="149315"/>
                </a:cubicBezTo>
                <a:cubicBezTo>
                  <a:pt x="928845" y="149315"/>
                  <a:pt x="942420" y="136819"/>
                  <a:pt x="942420" y="121735"/>
                </a:cubicBezTo>
                <a:cubicBezTo>
                  <a:pt x="942420" y="110961"/>
                  <a:pt x="937249" y="103854"/>
                  <a:pt x="924322" y="96095"/>
                </a:cubicBezTo>
                <a:lnTo>
                  <a:pt x="901052" y="82306"/>
                </a:lnTo>
                <a:cubicBezTo>
                  <a:pt x="895019" y="78644"/>
                  <a:pt x="891787" y="73472"/>
                  <a:pt x="891787" y="67657"/>
                </a:cubicBezTo>
                <a:cubicBezTo>
                  <a:pt x="891787" y="58823"/>
                  <a:pt x="898467" y="53003"/>
                  <a:pt x="908376" y="53003"/>
                </a:cubicBezTo>
                <a:cubicBezTo>
                  <a:pt x="920659" y="53003"/>
                  <a:pt x="927123" y="60115"/>
                  <a:pt x="932077" y="79505"/>
                </a:cubicBezTo>
                <a:lnTo>
                  <a:pt x="935309" y="79505"/>
                </a:lnTo>
                <a:close/>
                <a:moveTo>
                  <a:pt x="955132" y="147158"/>
                </a:moveTo>
                <a:lnTo>
                  <a:pt x="1006196" y="147158"/>
                </a:lnTo>
                <a:lnTo>
                  <a:pt x="1006196" y="143927"/>
                </a:lnTo>
                <a:cubicBezTo>
                  <a:pt x="991977" y="142852"/>
                  <a:pt x="990467" y="140912"/>
                  <a:pt x="990251" y="125184"/>
                </a:cubicBezTo>
                <a:lnTo>
                  <a:pt x="990251" y="48693"/>
                </a:lnTo>
                <a:lnTo>
                  <a:pt x="989389" y="48049"/>
                </a:lnTo>
                <a:lnTo>
                  <a:pt x="955993" y="59898"/>
                </a:lnTo>
                <a:lnTo>
                  <a:pt x="955993" y="63129"/>
                </a:lnTo>
                <a:lnTo>
                  <a:pt x="957719" y="62916"/>
                </a:lnTo>
                <a:cubicBezTo>
                  <a:pt x="960303" y="62485"/>
                  <a:pt x="962887" y="62268"/>
                  <a:pt x="965044" y="62268"/>
                </a:cubicBezTo>
                <a:cubicBezTo>
                  <a:pt x="970216" y="62268"/>
                  <a:pt x="972152" y="65717"/>
                  <a:pt x="972152" y="75195"/>
                </a:cubicBezTo>
                <a:lnTo>
                  <a:pt x="972152" y="125184"/>
                </a:lnTo>
                <a:cubicBezTo>
                  <a:pt x="971721" y="141126"/>
                  <a:pt x="969785" y="143282"/>
                  <a:pt x="955132" y="143927"/>
                </a:cubicBezTo>
                <a:lnTo>
                  <a:pt x="955132" y="147158"/>
                </a:lnTo>
                <a:moveTo>
                  <a:pt x="979263" y="0"/>
                </a:moveTo>
                <a:cubicBezTo>
                  <a:pt x="973447" y="0"/>
                  <a:pt x="968490" y="4958"/>
                  <a:pt x="968490" y="10991"/>
                </a:cubicBezTo>
                <a:cubicBezTo>
                  <a:pt x="968490" y="17237"/>
                  <a:pt x="973230" y="21978"/>
                  <a:pt x="979263" y="21978"/>
                </a:cubicBezTo>
                <a:cubicBezTo>
                  <a:pt x="985727" y="21978"/>
                  <a:pt x="990467" y="17237"/>
                  <a:pt x="990467" y="10991"/>
                </a:cubicBezTo>
                <a:cubicBezTo>
                  <a:pt x="990467" y="4741"/>
                  <a:pt x="985513" y="0"/>
                  <a:pt x="979263" y="0"/>
                </a:cubicBezTo>
                <a:close/>
                <a:moveTo>
                  <a:pt x="1065447" y="50202"/>
                </a:moveTo>
                <a:lnTo>
                  <a:pt x="1043686" y="50202"/>
                </a:lnTo>
                <a:lnTo>
                  <a:pt x="1043686" y="25210"/>
                </a:lnTo>
                <a:cubicBezTo>
                  <a:pt x="1043686" y="23056"/>
                  <a:pt x="1043255" y="22409"/>
                  <a:pt x="1042177" y="22409"/>
                </a:cubicBezTo>
                <a:cubicBezTo>
                  <a:pt x="1029680" y="40507"/>
                  <a:pt x="1023217" y="47832"/>
                  <a:pt x="1016970" y="51494"/>
                </a:cubicBezTo>
                <a:cubicBezTo>
                  <a:pt x="1014600" y="53003"/>
                  <a:pt x="1013304" y="54296"/>
                  <a:pt x="1013304" y="55591"/>
                </a:cubicBezTo>
                <a:cubicBezTo>
                  <a:pt x="1013304" y="56235"/>
                  <a:pt x="1013521" y="56666"/>
                  <a:pt x="1014169" y="57097"/>
                </a:cubicBezTo>
                <a:lnTo>
                  <a:pt x="1025587" y="57097"/>
                </a:lnTo>
                <a:lnTo>
                  <a:pt x="1025587" y="121952"/>
                </a:lnTo>
                <a:cubicBezTo>
                  <a:pt x="1025587" y="140051"/>
                  <a:pt x="1032051" y="149315"/>
                  <a:pt x="1044764" y="149315"/>
                </a:cubicBezTo>
                <a:cubicBezTo>
                  <a:pt x="1055321" y="149315"/>
                  <a:pt x="1063507" y="144144"/>
                  <a:pt x="1070618" y="132939"/>
                </a:cubicBezTo>
                <a:lnTo>
                  <a:pt x="1067817" y="130569"/>
                </a:lnTo>
                <a:cubicBezTo>
                  <a:pt x="1063076" y="136171"/>
                  <a:pt x="1059631" y="138111"/>
                  <a:pt x="1054890" y="138111"/>
                </a:cubicBezTo>
                <a:cubicBezTo>
                  <a:pt x="1046917" y="138111"/>
                  <a:pt x="1043686" y="132295"/>
                  <a:pt x="1043686" y="118720"/>
                </a:cubicBezTo>
                <a:lnTo>
                  <a:pt x="1043686" y="57097"/>
                </a:lnTo>
                <a:lnTo>
                  <a:pt x="1065447" y="57097"/>
                </a:lnTo>
                <a:lnTo>
                  <a:pt x="1065447" y="50202"/>
                </a:lnTo>
                <a:close/>
                <a:moveTo>
                  <a:pt x="1157233" y="111826"/>
                </a:moveTo>
                <a:cubicBezTo>
                  <a:pt x="1146893" y="128199"/>
                  <a:pt x="1137625" y="134448"/>
                  <a:pt x="1123837" y="134448"/>
                </a:cubicBezTo>
                <a:cubicBezTo>
                  <a:pt x="1111557" y="134448"/>
                  <a:pt x="1102293" y="128199"/>
                  <a:pt x="1096043" y="115919"/>
                </a:cubicBezTo>
                <a:cubicBezTo>
                  <a:pt x="1092163" y="107730"/>
                  <a:pt x="1090658" y="100835"/>
                  <a:pt x="1090227" y="87478"/>
                </a:cubicBezTo>
                <a:lnTo>
                  <a:pt x="1156588" y="87478"/>
                </a:lnTo>
                <a:cubicBezTo>
                  <a:pt x="1154862" y="73472"/>
                  <a:pt x="1152709" y="67226"/>
                  <a:pt x="1147324" y="60328"/>
                </a:cubicBezTo>
                <a:cubicBezTo>
                  <a:pt x="1140857" y="52573"/>
                  <a:pt x="1130948" y="48049"/>
                  <a:pt x="1119743" y="48049"/>
                </a:cubicBezTo>
                <a:cubicBezTo>
                  <a:pt x="1108970" y="48049"/>
                  <a:pt x="1098844" y="51928"/>
                  <a:pt x="1090658" y="59253"/>
                </a:cubicBezTo>
                <a:cubicBezTo>
                  <a:pt x="1080528" y="68087"/>
                  <a:pt x="1074713" y="83385"/>
                  <a:pt x="1074713" y="101052"/>
                </a:cubicBezTo>
                <a:cubicBezTo>
                  <a:pt x="1074713" y="130786"/>
                  <a:pt x="1090227" y="149315"/>
                  <a:pt x="1115003" y="149315"/>
                </a:cubicBezTo>
                <a:cubicBezTo>
                  <a:pt x="1135472" y="149315"/>
                  <a:pt x="1151630" y="136602"/>
                  <a:pt x="1160681" y="113332"/>
                </a:cubicBezTo>
                <a:lnTo>
                  <a:pt x="1157233" y="111826"/>
                </a:lnTo>
                <a:moveTo>
                  <a:pt x="1090658" y="80584"/>
                </a:moveTo>
                <a:cubicBezTo>
                  <a:pt x="1093025" y="63777"/>
                  <a:pt x="1100353" y="55805"/>
                  <a:pt x="1113494" y="55805"/>
                </a:cubicBezTo>
                <a:cubicBezTo>
                  <a:pt x="1126638" y="55805"/>
                  <a:pt x="1131809" y="61837"/>
                  <a:pt x="1134610" y="80584"/>
                </a:cubicBezTo>
                <a:lnTo>
                  <a:pt x="1090658" y="80584"/>
                </a:lnTo>
                <a:close/>
                <a:moveTo>
                  <a:pt x="1226825" y="1509"/>
                </a:moveTo>
                <a:lnTo>
                  <a:pt x="1212389" y="1509"/>
                </a:lnTo>
                <a:lnTo>
                  <a:pt x="1163051" y="150176"/>
                </a:lnTo>
                <a:lnTo>
                  <a:pt x="1177701" y="150176"/>
                </a:lnTo>
                <a:lnTo>
                  <a:pt x="1226825" y="15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user-b">
            <a:extLst xmlns:a="http://schemas.openxmlformats.org/drawingml/2006/main">
              <a:ext uri="{FF2B5EF4-FFF2-40B4-BE49-F238E27FC236}">
                <a16:creationId xmlns:a16="http://schemas.microsoft.com/office/drawing/2014/main" id="{C7FFBD3E-1178-4E40-A2A5-AB219F3B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455" y="2118891"/>
            <a:ext cx="573461" cy="148667"/>
          </a:xfrm>
          <a:custGeom xmlns:a="http://schemas.openxmlformats.org/drawingml/2006/main">
            <a:pathLst>
              <a:path w="573461" h="148667">
                <a:moveTo>
                  <a:pt x="112253" y="136385"/>
                </a:moveTo>
                <a:cubicBezTo>
                  <a:pt x="102989" y="135954"/>
                  <a:pt x="100405" y="133153"/>
                  <a:pt x="100188" y="123888"/>
                </a:cubicBezTo>
                <a:lnTo>
                  <a:pt x="100188" y="46323"/>
                </a:lnTo>
                <a:lnTo>
                  <a:pt x="56883" y="46323"/>
                </a:lnTo>
                <a:lnTo>
                  <a:pt x="56883" y="51494"/>
                </a:lnTo>
                <a:cubicBezTo>
                  <a:pt x="67440" y="52142"/>
                  <a:pt x="70024" y="54726"/>
                  <a:pt x="70241" y="64208"/>
                </a:cubicBezTo>
                <a:lnTo>
                  <a:pt x="70241" y="125184"/>
                </a:lnTo>
                <a:cubicBezTo>
                  <a:pt x="63129" y="132292"/>
                  <a:pt x="58819" y="134662"/>
                  <a:pt x="52573" y="134662"/>
                </a:cubicBezTo>
                <a:cubicBezTo>
                  <a:pt x="43739" y="134662"/>
                  <a:pt x="40507" y="130352"/>
                  <a:pt x="40507" y="119365"/>
                </a:cubicBezTo>
                <a:lnTo>
                  <a:pt x="40507" y="46323"/>
                </a:lnTo>
                <a:lnTo>
                  <a:pt x="0" y="46323"/>
                </a:lnTo>
                <a:lnTo>
                  <a:pt x="0" y="51494"/>
                </a:lnTo>
                <a:cubicBezTo>
                  <a:pt x="8834" y="53217"/>
                  <a:pt x="10343" y="55157"/>
                  <a:pt x="10557" y="64208"/>
                </a:cubicBezTo>
                <a:lnTo>
                  <a:pt x="10557" y="118503"/>
                </a:lnTo>
                <a:cubicBezTo>
                  <a:pt x="10557" y="137463"/>
                  <a:pt x="21330" y="148667"/>
                  <a:pt x="39215" y="148667"/>
                </a:cubicBezTo>
                <a:cubicBezTo>
                  <a:pt x="50419" y="148667"/>
                  <a:pt x="57958" y="145219"/>
                  <a:pt x="70454" y="134448"/>
                </a:cubicBezTo>
                <a:lnTo>
                  <a:pt x="70454" y="148450"/>
                </a:lnTo>
                <a:cubicBezTo>
                  <a:pt x="79719" y="145219"/>
                  <a:pt x="84890" y="144357"/>
                  <a:pt x="98896" y="142852"/>
                </a:cubicBezTo>
                <a:lnTo>
                  <a:pt x="112253" y="141343"/>
                </a:lnTo>
                <a:lnTo>
                  <a:pt x="112253" y="136385"/>
                </a:lnTo>
                <a:close/>
                <a:moveTo>
                  <a:pt x="189605" y="75412"/>
                </a:moveTo>
                <a:lnTo>
                  <a:pt x="189605" y="44170"/>
                </a:lnTo>
                <a:lnTo>
                  <a:pt x="184864" y="44170"/>
                </a:lnTo>
                <a:cubicBezTo>
                  <a:pt x="183572" y="47401"/>
                  <a:pt x="182280" y="48480"/>
                  <a:pt x="179479" y="48480"/>
                </a:cubicBezTo>
                <a:cubicBezTo>
                  <a:pt x="178184" y="48480"/>
                  <a:pt x="176247" y="48049"/>
                  <a:pt x="172798" y="46971"/>
                </a:cubicBezTo>
                <a:cubicBezTo>
                  <a:pt x="165904" y="44600"/>
                  <a:pt x="160946" y="43739"/>
                  <a:pt x="155992" y="43739"/>
                </a:cubicBezTo>
                <a:cubicBezTo>
                  <a:pt x="136384" y="43739"/>
                  <a:pt x="122165" y="57097"/>
                  <a:pt x="122165" y="75195"/>
                </a:cubicBezTo>
                <a:cubicBezTo>
                  <a:pt x="122165" y="89417"/>
                  <a:pt x="130999" y="99326"/>
                  <a:pt x="152760" y="108591"/>
                </a:cubicBezTo>
                <a:cubicBezTo>
                  <a:pt x="167627" y="115055"/>
                  <a:pt x="173446" y="120443"/>
                  <a:pt x="173446" y="127337"/>
                </a:cubicBezTo>
                <a:cubicBezTo>
                  <a:pt x="173446" y="135740"/>
                  <a:pt x="166979" y="141343"/>
                  <a:pt x="157284" y="141343"/>
                </a:cubicBezTo>
                <a:cubicBezTo>
                  <a:pt x="142204" y="141343"/>
                  <a:pt x="132291" y="131647"/>
                  <a:pt x="127768" y="112901"/>
                </a:cubicBezTo>
                <a:lnTo>
                  <a:pt x="121735" y="112901"/>
                </a:lnTo>
                <a:lnTo>
                  <a:pt x="121735" y="148450"/>
                </a:lnTo>
                <a:lnTo>
                  <a:pt x="127120" y="148450"/>
                </a:lnTo>
                <a:cubicBezTo>
                  <a:pt x="129490" y="143713"/>
                  <a:pt x="130782" y="142418"/>
                  <a:pt x="132722" y="142418"/>
                </a:cubicBezTo>
                <a:cubicBezTo>
                  <a:pt x="133800" y="142418"/>
                  <a:pt x="135523" y="142852"/>
                  <a:pt x="137680" y="143713"/>
                </a:cubicBezTo>
                <a:cubicBezTo>
                  <a:pt x="143926" y="146297"/>
                  <a:pt x="154700" y="148667"/>
                  <a:pt x="160946" y="148667"/>
                </a:cubicBezTo>
                <a:cubicBezTo>
                  <a:pt x="180554" y="148667"/>
                  <a:pt x="194129" y="135310"/>
                  <a:pt x="194129" y="115919"/>
                </a:cubicBezTo>
                <a:cubicBezTo>
                  <a:pt x="194129" y="100618"/>
                  <a:pt x="185942" y="91354"/>
                  <a:pt x="164395" y="82306"/>
                </a:cubicBezTo>
                <a:cubicBezTo>
                  <a:pt x="149745" y="76056"/>
                  <a:pt x="143713" y="70671"/>
                  <a:pt x="143713" y="63346"/>
                </a:cubicBezTo>
                <a:cubicBezTo>
                  <a:pt x="143713" y="56235"/>
                  <a:pt x="149745" y="50850"/>
                  <a:pt x="157932" y="50850"/>
                </a:cubicBezTo>
                <a:cubicBezTo>
                  <a:pt x="163748" y="50850"/>
                  <a:pt x="169350" y="53217"/>
                  <a:pt x="174091" y="57744"/>
                </a:cubicBezTo>
                <a:cubicBezTo>
                  <a:pt x="178614" y="62051"/>
                  <a:pt x="180985" y="65930"/>
                  <a:pt x="184216" y="75412"/>
                </a:cubicBezTo>
                <a:lnTo>
                  <a:pt x="189605" y="75412"/>
                </a:lnTo>
                <a:close/>
                <a:moveTo>
                  <a:pt x="285700" y="118717"/>
                </a:moveTo>
                <a:cubicBezTo>
                  <a:pt x="276866" y="129277"/>
                  <a:pt x="270402" y="133153"/>
                  <a:pt x="261137" y="133153"/>
                </a:cubicBezTo>
                <a:cubicBezTo>
                  <a:pt x="252734" y="133153"/>
                  <a:pt x="246484" y="129277"/>
                  <a:pt x="241961" y="121735"/>
                </a:cubicBezTo>
                <a:cubicBezTo>
                  <a:pt x="238085" y="114841"/>
                  <a:pt x="236358" y="107730"/>
                  <a:pt x="235497" y="92863"/>
                </a:cubicBezTo>
                <a:lnTo>
                  <a:pt x="289793" y="92863"/>
                </a:lnTo>
                <a:cubicBezTo>
                  <a:pt x="288501" y="74764"/>
                  <a:pt x="285269" y="64638"/>
                  <a:pt x="278375" y="56452"/>
                </a:cubicBezTo>
                <a:cubicBezTo>
                  <a:pt x="271480" y="48049"/>
                  <a:pt x="261351" y="43739"/>
                  <a:pt x="249286" y="43739"/>
                </a:cubicBezTo>
                <a:cubicBezTo>
                  <a:pt x="222570" y="43739"/>
                  <a:pt x="204472" y="65069"/>
                  <a:pt x="204472" y="96525"/>
                </a:cubicBezTo>
                <a:cubicBezTo>
                  <a:pt x="204472" y="127985"/>
                  <a:pt x="222139" y="148667"/>
                  <a:pt x="248855" y="148667"/>
                </a:cubicBezTo>
                <a:cubicBezTo>
                  <a:pt x="266309" y="148667"/>
                  <a:pt x="276866" y="141987"/>
                  <a:pt x="290871" y="121735"/>
                </a:cubicBezTo>
                <a:lnTo>
                  <a:pt x="285700" y="118717"/>
                </a:lnTo>
                <a:moveTo>
                  <a:pt x="234419" y="84890"/>
                </a:moveTo>
                <a:cubicBezTo>
                  <a:pt x="235066" y="59036"/>
                  <a:pt x="238946" y="50419"/>
                  <a:pt x="249503" y="50419"/>
                </a:cubicBezTo>
                <a:cubicBezTo>
                  <a:pt x="259628" y="50419"/>
                  <a:pt x="262860" y="57744"/>
                  <a:pt x="263291" y="81659"/>
                </a:cubicBezTo>
                <a:lnTo>
                  <a:pt x="263291" y="84890"/>
                </a:lnTo>
                <a:lnTo>
                  <a:pt x="234419" y="84890"/>
                </a:lnTo>
                <a:close/>
                <a:moveTo>
                  <a:pt x="358310" y="140481"/>
                </a:moveTo>
                <a:cubicBezTo>
                  <a:pt x="345166" y="139834"/>
                  <a:pt x="342796" y="137032"/>
                  <a:pt x="342582" y="123458"/>
                </a:cubicBezTo>
                <a:lnTo>
                  <a:pt x="342582" y="82737"/>
                </a:lnTo>
                <a:cubicBezTo>
                  <a:pt x="342582" y="71533"/>
                  <a:pt x="348615" y="62268"/>
                  <a:pt x="355723" y="62268"/>
                </a:cubicBezTo>
                <a:cubicBezTo>
                  <a:pt x="357449" y="62268"/>
                  <a:pt x="359385" y="63777"/>
                  <a:pt x="361756" y="67223"/>
                </a:cubicBezTo>
                <a:cubicBezTo>
                  <a:pt x="365849" y="73042"/>
                  <a:pt x="369081" y="74981"/>
                  <a:pt x="374683" y="74981"/>
                </a:cubicBezTo>
                <a:cubicBezTo>
                  <a:pt x="382655" y="74981"/>
                  <a:pt x="388257" y="68949"/>
                  <a:pt x="388257" y="60759"/>
                </a:cubicBezTo>
                <a:cubicBezTo>
                  <a:pt x="388257" y="50850"/>
                  <a:pt x="380933" y="43739"/>
                  <a:pt x="370807" y="43739"/>
                </a:cubicBezTo>
                <a:cubicBezTo>
                  <a:pt x="360033" y="43739"/>
                  <a:pt x="351847" y="49341"/>
                  <a:pt x="341717" y="63991"/>
                </a:cubicBezTo>
                <a:lnTo>
                  <a:pt x="341717" y="46323"/>
                </a:lnTo>
                <a:lnTo>
                  <a:pt x="300997" y="46323"/>
                </a:lnTo>
                <a:lnTo>
                  <a:pt x="300997" y="51494"/>
                </a:lnTo>
                <a:cubicBezTo>
                  <a:pt x="310048" y="52573"/>
                  <a:pt x="312415" y="55157"/>
                  <a:pt x="312632" y="64208"/>
                </a:cubicBezTo>
                <a:lnTo>
                  <a:pt x="312632" y="127551"/>
                </a:lnTo>
                <a:cubicBezTo>
                  <a:pt x="312415" y="136602"/>
                  <a:pt x="310261" y="138972"/>
                  <a:pt x="300997" y="140481"/>
                </a:cubicBezTo>
                <a:lnTo>
                  <a:pt x="300997" y="145649"/>
                </a:lnTo>
                <a:lnTo>
                  <a:pt x="358310" y="145649"/>
                </a:lnTo>
                <a:lnTo>
                  <a:pt x="358310" y="140481"/>
                </a:lnTo>
                <a:close/>
                <a:moveTo>
                  <a:pt x="451804" y="83815"/>
                </a:moveTo>
                <a:lnTo>
                  <a:pt x="399448" y="83815"/>
                </a:lnTo>
                <a:lnTo>
                  <a:pt x="399448" y="108808"/>
                </a:lnTo>
                <a:lnTo>
                  <a:pt x="451804" y="108808"/>
                </a:lnTo>
                <a:lnTo>
                  <a:pt x="451804" y="83815"/>
                </a:lnTo>
                <a:close/>
                <a:moveTo>
                  <a:pt x="464870" y="5171"/>
                </a:moveTo>
                <a:cubicBezTo>
                  <a:pt x="474565" y="6894"/>
                  <a:pt x="476505" y="8834"/>
                  <a:pt x="476718" y="17668"/>
                </a:cubicBezTo>
                <a:lnTo>
                  <a:pt x="476718" y="148450"/>
                </a:lnTo>
                <a:lnTo>
                  <a:pt x="479306" y="148450"/>
                </a:lnTo>
                <a:lnTo>
                  <a:pt x="496326" y="136385"/>
                </a:lnTo>
                <a:cubicBezTo>
                  <a:pt x="506238" y="145436"/>
                  <a:pt x="513994" y="148667"/>
                  <a:pt x="524767" y="148667"/>
                </a:cubicBezTo>
                <a:cubicBezTo>
                  <a:pt x="553422" y="148667"/>
                  <a:pt x="573461" y="126476"/>
                  <a:pt x="573461" y="94155"/>
                </a:cubicBezTo>
                <a:cubicBezTo>
                  <a:pt x="573461" y="64208"/>
                  <a:pt x="556871" y="43739"/>
                  <a:pt x="532954" y="43739"/>
                </a:cubicBezTo>
                <a:cubicBezTo>
                  <a:pt x="522397" y="43739"/>
                  <a:pt x="514855" y="47184"/>
                  <a:pt x="506669" y="55805"/>
                </a:cubicBezTo>
                <a:lnTo>
                  <a:pt x="506669" y="0"/>
                </a:lnTo>
                <a:lnTo>
                  <a:pt x="464870" y="0"/>
                </a:lnTo>
                <a:lnTo>
                  <a:pt x="464870" y="5171"/>
                </a:lnTo>
                <a:moveTo>
                  <a:pt x="506669" y="68084"/>
                </a:moveTo>
                <a:cubicBezTo>
                  <a:pt x="510545" y="58819"/>
                  <a:pt x="514638" y="55374"/>
                  <a:pt x="521749" y="55374"/>
                </a:cubicBezTo>
                <a:cubicBezTo>
                  <a:pt x="535107" y="55374"/>
                  <a:pt x="541787" y="69593"/>
                  <a:pt x="541787" y="98034"/>
                </a:cubicBezTo>
                <a:cubicBezTo>
                  <a:pt x="541787" y="127985"/>
                  <a:pt x="535324" y="141773"/>
                  <a:pt x="521536" y="141773"/>
                </a:cubicBezTo>
                <a:cubicBezTo>
                  <a:pt x="512485" y="141773"/>
                  <a:pt x="506669" y="135093"/>
                  <a:pt x="506669" y="124750"/>
                </a:cubicBezTo>
                <a:lnTo>
                  <a:pt x="506669" y="68084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.php?op=delete">
            <a:extLst xmlns:a="http://schemas.openxmlformats.org/drawingml/2006/main">
              <a:ext uri="{FF2B5EF4-FFF2-40B4-BE49-F238E27FC236}">
                <a16:creationId xmlns:a16="http://schemas.microsoft.com/office/drawing/2014/main" id="{E934F5C8-55CB-4DEC-8E3E-E0603325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238" y="2117381"/>
            <a:ext cx="1298424" cy="193915"/>
          </a:xfrm>
          <a:custGeom xmlns:a="http://schemas.openxmlformats.org/drawingml/2006/main">
            <a:pathLst>
              <a:path w="1298424" h="193915">
                <a:moveTo>
                  <a:pt x="11852" y="125614"/>
                </a:moveTo>
                <a:cubicBezTo>
                  <a:pt x="5385" y="125614"/>
                  <a:pt x="0" y="131000"/>
                  <a:pt x="0" y="137894"/>
                </a:cubicBezTo>
                <a:cubicBezTo>
                  <a:pt x="0" y="144144"/>
                  <a:pt x="5385" y="149529"/>
                  <a:pt x="11635" y="149529"/>
                </a:cubicBezTo>
                <a:cubicBezTo>
                  <a:pt x="18315" y="149529"/>
                  <a:pt x="23918" y="144361"/>
                  <a:pt x="23918" y="137894"/>
                </a:cubicBezTo>
                <a:cubicBezTo>
                  <a:pt x="23918" y="131217"/>
                  <a:pt x="18315" y="125614"/>
                  <a:pt x="11852" y="125614"/>
                </a:cubicBezTo>
                <a:close/>
                <a:moveTo>
                  <a:pt x="39860" y="193915"/>
                </a:moveTo>
                <a:lnTo>
                  <a:pt x="92002" y="193915"/>
                </a:lnTo>
                <a:lnTo>
                  <a:pt x="92002" y="190036"/>
                </a:lnTo>
                <a:cubicBezTo>
                  <a:pt x="75843" y="189822"/>
                  <a:pt x="73256" y="187666"/>
                  <a:pt x="73042" y="173877"/>
                </a:cubicBezTo>
                <a:lnTo>
                  <a:pt x="73042" y="140051"/>
                </a:lnTo>
                <a:cubicBezTo>
                  <a:pt x="80797" y="147158"/>
                  <a:pt x="85752" y="149315"/>
                  <a:pt x="94803" y="149315"/>
                </a:cubicBezTo>
                <a:cubicBezTo>
                  <a:pt x="120443" y="149315"/>
                  <a:pt x="140047" y="125184"/>
                  <a:pt x="140047" y="93941"/>
                </a:cubicBezTo>
                <a:cubicBezTo>
                  <a:pt x="140047" y="67226"/>
                  <a:pt x="124967" y="48049"/>
                  <a:pt x="104067" y="48049"/>
                </a:cubicBezTo>
                <a:cubicBezTo>
                  <a:pt x="92002" y="48049"/>
                  <a:pt x="82520" y="53220"/>
                  <a:pt x="73042" y="65069"/>
                </a:cubicBezTo>
                <a:lnTo>
                  <a:pt x="73042" y="48480"/>
                </a:lnTo>
                <a:lnTo>
                  <a:pt x="71750" y="48049"/>
                </a:lnTo>
                <a:cubicBezTo>
                  <a:pt x="60115" y="52573"/>
                  <a:pt x="52573" y="55374"/>
                  <a:pt x="40721" y="59036"/>
                </a:cubicBezTo>
                <a:lnTo>
                  <a:pt x="40721" y="62485"/>
                </a:lnTo>
                <a:cubicBezTo>
                  <a:pt x="42661" y="62268"/>
                  <a:pt x="43953" y="62268"/>
                  <a:pt x="46109" y="62268"/>
                </a:cubicBezTo>
                <a:cubicBezTo>
                  <a:pt x="53434" y="62268"/>
                  <a:pt x="54943" y="64425"/>
                  <a:pt x="54943" y="74551"/>
                </a:cubicBezTo>
                <a:lnTo>
                  <a:pt x="54943" y="175386"/>
                </a:lnTo>
                <a:cubicBezTo>
                  <a:pt x="54943" y="186804"/>
                  <a:pt x="52573" y="188961"/>
                  <a:pt x="39860" y="190253"/>
                </a:cubicBezTo>
                <a:lnTo>
                  <a:pt x="39860" y="193915"/>
                </a:lnTo>
                <a:moveTo>
                  <a:pt x="73042" y="75195"/>
                </a:moveTo>
                <a:cubicBezTo>
                  <a:pt x="73042" y="68732"/>
                  <a:pt x="85108" y="60976"/>
                  <a:pt x="95017" y="60976"/>
                </a:cubicBezTo>
                <a:cubicBezTo>
                  <a:pt x="110962" y="60976"/>
                  <a:pt x="121518" y="77352"/>
                  <a:pt x="121518" y="102561"/>
                </a:cubicBezTo>
                <a:cubicBezTo>
                  <a:pt x="121518" y="126259"/>
                  <a:pt x="110962" y="142421"/>
                  <a:pt x="95450" y="142421"/>
                </a:cubicBezTo>
                <a:cubicBezTo>
                  <a:pt x="85321" y="142421"/>
                  <a:pt x="73042" y="134662"/>
                  <a:pt x="73042" y="128199"/>
                </a:cubicBezTo>
                <a:lnTo>
                  <a:pt x="73042" y="75195"/>
                </a:lnTo>
                <a:close/>
                <a:moveTo>
                  <a:pt x="249719" y="143927"/>
                </a:moveTo>
                <a:cubicBezTo>
                  <a:pt x="238084" y="141990"/>
                  <a:pt x="237006" y="140481"/>
                  <a:pt x="236789" y="125184"/>
                </a:cubicBezTo>
                <a:lnTo>
                  <a:pt x="236789" y="82306"/>
                </a:lnTo>
                <a:cubicBezTo>
                  <a:pt x="236789" y="59684"/>
                  <a:pt x="227955" y="48049"/>
                  <a:pt x="210287" y="48049"/>
                </a:cubicBezTo>
                <a:cubicBezTo>
                  <a:pt x="197577" y="48049"/>
                  <a:pt x="188526" y="53220"/>
                  <a:pt x="178617" y="66147"/>
                </a:cubicBezTo>
                <a:lnTo>
                  <a:pt x="178617" y="648"/>
                </a:lnTo>
                <a:lnTo>
                  <a:pt x="177539" y="0"/>
                </a:lnTo>
                <a:cubicBezTo>
                  <a:pt x="169997" y="2587"/>
                  <a:pt x="164612" y="4310"/>
                  <a:pt x="152760" y="7759"/>
                </a:cubicBezTo>
                <a:lnTo>
                  <a:pt x="146944" y="9482"/>
                </a:lnTo>
                <a:lnTo>
                  <a:pt x="146944" y="12927"/>
                </a:lnTo>
                <a:cubicBezTo>
                  <a:pt x="147805" y="12713"/>
                  <a:pt x="148236" y="12713"/>
                  <a:pt x="149528" y="12713"/>
                </a:cubicBezTo>
                <a:cubicBezTo>
                  <a:pt x="158792" y="12713"/>
                  <a:pt x="160519" y="14436"/>
                  <a:pt x="160519" y="23701"/>
                </a:cubicBezTo>
                <a:lnTo>
                  <a:pt x="160519" y="125184"/>
                </a:lnTo>
                <a:cubicBezTo>
                  <a:pt x="160088" y="140695"/>
                  <a:pt x="159009" y="142421"/>
                  <a:pt x="146727" y="143927"/>
                </a:cubicBezTo>
                <a:lnTo>
                  <a:pt x="146727" y="147158"/>
                </a:lnTo>
                <a:lnTo>
                  <a:pt x="193267" y="147158"/>
                </a:lnTo>
                <a:lnTo>
                  <a:pt x="193267" y="143927"/>
                </a:lnTo>
                <a:cubicBezTo>
                  <a:pt x="180770" y="142852"/>
                  <a:pt x="179048" y="140481"/>
                  <a:pt x="178617" y="125184"/>
                </a:cubicBezTo>
                <a:lnTo>
                  <a:pt x="178617" y="73259"/>
                </a:lnTo>
                <a:cubicBezTo>
                  <a:pt x="187665" y="63346"/>
                  <a:pt x="194128" y="59684"/>
                  <a:pt x="202748" y="59684"/>
                </a:cubicBezTo>
                <a:cubicBezTo>
                  <a:pt x="213305" y="59684"/>
                  <a:pt x="218690" y="67440"/>
                  <a:pt x="218690" y="82523"/>
                </a:cubicBezTo>
                <a:lnTo>
                  <a:pt x="218690" y="125184"/>
                </a:lnTo>
                <a:cubicBezTo>
                  <a:pt x="218259" y="140481"/>
                  <a:pt x="216320" y="142852"/>
                  <a:pt x="204040" y="143927"/>
                </a:cubicBezTo>
                <a:lnTo>
                  <a:pt x="204040" y="147158"/>
                </a:lnTo>
                <a:lnTo>
                  <a:pt x="249719" y="147158"/>
                </a:lnTo>
                <a:lnTo>
                  <a:pt x="249719" y="143927"/>
                </a:lnTo>
                <a:close/>
                <a:moveTo>
                  <a:pt x="254026" y="193915"/>
                </a:moveTo>
                <a:lnTo>
                  <a:pt x="306168" y="193915"/>
                </a:lnTo>
                <a:lnTo>
                  <a:pt x="306168" y="190036"/>
                </a:lnTo>
                <a:cubicBezTo>
                  <a:pt x="290009" y="189822"/>
                  <a:pt x="287422" y="187666"/>
                  <a:pt x="287208" y="173877"/>
                </a:cubicBezTo>
                <a:lnTo>
                  <a:pt x="287208" y="140051"/>
                </a:lnTo>
                <a:cubicBezTo>
                  <a:pt x="294964" y="147158"/>
                  <a:pt x="299918" y="149315"/>
                  <a:pt x="308969" y="149315"/>
                </a:cubicBezTo>
                <a:cubicBezTo>
                  <a:pt x="334609" y="149315"/>
                  <a:pt x="354214" y="125184"/>
                  <a:pt x="354214" y="93941"/>
                </a:cubicBezTo>
                <a:cubicBezTo>
                  <a:pt x="354214" y="67226"/>
                  <a:pt x="339133" y="48049"/>
                  <a:pt x="318234" y="48049"/>
                </a:cubicBezTo>
                <a:cubicBezTo>
                  <a:pt x="306168" y="48049"/>
                  <a:pt x="296686" y="53220"/>
                  <a:pt x="287208" y="65069"/>
                </a:cubicBezTo>
                <a:lnTo>
                  <a:pt x="287208" y="48480"/>
                </a:lnTo>
                <a:lnTo>
                  <a:pt x="285916" y="48049"/>
                </a:lnTo>
                <a:cubicBezTo>
                  <a:pt x="274281" y="52573"/>
                  <a:pt x="266739" y="55374"/>
                  <a:pt x="254887" y="59036"/>
                </a:cubicBezTo>
                <a:lnTo>
                  <a:pt x="254887" y="62485"/>
                </a:lnTo>
                <a:cubicBezTo>
                  <a:pt x="256827" y="62268"/>
                  <a:pt x="258119" y="62268"/>
                  <a:pt x="260276" y="62268"/>
                </a:cubicBezTo>
                <a:cubicBezTo>
                  <a:pt x="267601" y="62268"/>
                  <a:pt x="269110" y="64425"/>
                  <a:pt x="269110" y="74551"/>
                </a:cubicBezTo>
                <a:lnTo>
                  <a:pt x="269110" y="175386"/>
                </a:lnTo>
                <a:cubicBezTo>
                  <a:pt x="269110" y="186804"/>
                  <a:pt x="266739" y="188961"/>
                  <a:pt x="254026" y="190253"/>
                </a:cubicBezTo>
                <a:lnTo>
                  <a:pt x="254026" y="193915"/>
                </a:lnTo>
                <a:moveTo>
                  <a:pt x="287208" y="75195"/>
                </a:moveTo>
                <a:cubicBezTo>
                  <a:pt x="287208" y="68732"/>
                  <a:pt x="299274" y="60976"/>
                  <a:pt x="309183" y="60976"/>
                </a:cubicBezTo>
                <a:cubicBezTo>
                  <a:pt x="325128" y="60976"/>
                  <a:pt x="335684" y="77352"/>
                  <a:pt x="335684" y="102561"/>
                </a:cubicBezTo>
                <a:cubicBezTo>
                  <a:pt x="335684" y="126259"/>
                  <a:pt x="325128" y="142421"/>
                  <a:pt x="309617" y="142421"/>
                </a:cubicBezTo>
                <a:cubicBezTo>
                  <a:pt x="299487" y="142421"/>
                  <a:pt x="287208" y="134662"/>
                  <a:pt x="287208" y="128199"/>
                </a:cubicBezTo>
                <a:lnTo>
                  <a:pt x="287208" y="75195"/>
                </a:lnTo>
                <a:close/>
                <a:moveTo>
                  <a:pt x="412173" y="111826"/>
                </a:moveTo>
                <a:cubicBezTo>
                  <a:pt x="414543" y="97173"/>
                  <a:pt x="418206" y="88556"/>
                  <a:pt x="426178" y="78644"/>
                </a:cubicBezTo>
                <a:cubicBezTo>
                  <a:pt x="436090" y="66578"/>
                  <a:pt x="436090" y="66578"/>
                  <a:pt x="439105" y="62054"/>
                </a:cubicBezTo>
                <a:cubicBezTo>
                  <a:pt x="445999" y="51494"/>
                  <a:pt x="448800" y="43739"/>
                  <a:pt x="448800" y="34905"/>
                </a:cubicBezTo>
                <a:cubicBezTo>
                  <a:pt x="448800" y="26719"/>
                  <a:pt x="445999" y="18963"/>
                  <a:pt x="441045" y="14005"/>
                </a:cubicBezTo>
                <a:cubicBezTo>
                  <a:pt x="433720" y="6464"/>
                  <a:pt x="421007" y="1509"/>
                  <a:pt x="409158" y="1509"/>
                </a:cubicBezTo>
                <a:cubicBezTo>
                  <a:pt x="389333" y="1509"/>
                  <a:pt x="374253" y="14867"/>
                  <a:pt x="374253" y="32752"/>
                </a:cubicBezTo>
                <a:cubicBezTo>
                  <a:pt x="374253" y="41585"/>
                  <a:pt x="377702" y="46109"/>
                  <a:pt x="384596" y="46109"/>
                </a:cubicBezTo>
                <a:cubicBezTo>
                  <a:pt x="389981" y="46109"/>
                  <a:pt x="393430" y="42661"/>
                  <a:pt x="393430" y="37275"/>
                </a:cubicBezTo>
                <a:cubicBezTo>
                  <a:pt x="393430" y="34261"/>
                  <a:pt x="392135" y="31673"/>
                  <a:pt x="388903" y="28011"/>
                </a:cubicBezTo>
                <a:cubicBezTo>
                  <a:pt x="386102" y="24996"/>
                  <a:pt x="385240" y="23270"/>
                  <a:pt x="385240" y="21330"/>
                </a:cubicBezTo>
                <a:cubicBezTo>
                  <a:pt x="385240" y="14436"/>
                  <a:pt x="395153" y="7973"/>
                  <a:pt x="405496" y="7973"/>
                </a:cubicBezTo>
                <a:cubicBezTo>
                  <a:pt x="418636" y="7973"/>
                  <a:pt x="428979" y="19394"/>
                  <a:pt x="428979" y="33827"/>
                </a:cubicBezTo>
                <a:cubicBezTo>
                  <a:pt x="428979" y="43739"/>
                  <a:pt x="426178" y="55591"/>
                  <a:pt x="421007" y="67440"/>
                </a:cubicBezTo>
                <a:lnTo>
                  <a:pt x="414974" y="81228"/>
                </a:lnTo>
                <a:cubicBezTo>
                  <a:pt x="410881" y="91788"/>
                  <a:pt x="408727" y="102344"/>
                  <a:pt x="408510" y="111826"/>
                </a:cubicBezTo>
                <a:lnTo>
                  <a:pt x="412173" y="111826"/>
                </a:lnTo>
                <a:moveTo>
                  <a:pt x="410667" y="126259"/>
                </a:moveTo>
                <a:cubicBezTo>
                  <a:pt x="404200" y="126259"/>
                  <a:pt x="399246" y="131430"/>
                  <a:pt x="399246" y="138111"/>
                </a:cubicBezTo>
                <a:cubicBezTo>
                  <a:pt x="399246" y="144361"/>
                  <a:pt x="403986" y="148884"/>
                  <a:pt x="410667" y="148884"/>
                </a:cubicBezTo>
                <a:cubicBezTo>
                  <a:pt x="417561" y="148884"/>
                  <a:pt x="422516" y="144361"/>
                  <a:pt x="422516" y="137894"/>
                </a:cubicBezTo>
                <a:cubicBezTo>
                  <a:pt x="422516" y="131430"/>
                  <a:pt x="417131" y="126259"/>
                  <a:pt x="410667" y="126259"/>
                </a:cubicBezTo>
                <a:close/>
                <a:moveTo>
                  <a:pt x="509412" y="48049"/>
                </a:moveTo>
                <a:cubicBezTo>
                  <a:pt x="481185" y="48049"/>
                  <a:pt x="461794" y="68732"/>
                  <a:pt x="461794" y="98465"/>
                </a:cubicBezTo>
                <a:cubicBezTo>
                  <a:pt x="461794" y="127768"/>
                  <a:pt x="481832" y="149315"/>
                  <a:pt x="508978" y="149315"/>
                </a:cubicBezTo>
                <a:cubicBezTo>
                  <a:pt x="536128" y="149315"/>
                  <a:pt x="556810" y="126693"/>
                  <a:pt x="556810" y="96742"/>
                </a:cubicBezTo>
                <a:cubicBezTo>
                  <a:pt x="556810" y="68301"/>
                  <a:pt x="536989" y="48049"/>
                  <a:pt x="509412" y="48049"/>
                </a:cubicBezTo>
                <a:moveTo>
                  <a:pt x="506611" y="54082"/>
                </a:moveTo>
                <a:cubicBezTo>
                  <a:pt x="524710" y="54082"/>
                  <a:pt x="537420" y="74764"/>
                  <a:pt x="537420" y="104284"/>
                </a:cubicBezTo>
                <a:cubicBezTo>
                  <a:pt x="537420" y="128846"/>
                  <a:pt x="527725" y="143282"/>
                  <a:pt x="511566" y="143282"/>
                </a:cubicBezTo>
                <a:cubicBezTo>
                  <a:pt x="503163" y="143282"/>
                  <a:pt x="495190" y="138111"/>
                  <a:pt x="490666" y="129494"/>
                </a:cubicBezTo>
                <a:cubicBezTo>
                  <a:pt x="484633" y="118290"/>
                  <a:pt x="481185" y="103206"/>
                  <a:pt x="481185" y="87908"/>
                </a:cubicBezTo>
                <a:cubicBezTo>
                  <a:pt x="481185" y="67440"/>
                  <a:pt x="491097" y="54082"/>
                  <a:pt x="506611" y="54082"/>
                </a:cubicBezTo>
                <a:close/>
                <a:moveTo>
                  <a:pt x="563275" y="193915"/>
                </a:moveTo>
                <a:lnTo>
                  <a:pt x="615417" y="193915"/>
                </a:lnTo>
                <a:lnTo>
                  <a:pt x="615417" y="190036"/>
                </a:lnTo>
                <a:cubicBezTo>
                  <a:pt x="599258" y="189822"/>
                  <a:pt x="596671" y="187666"/>
                  <a:pt x="596457" y="173877"/>
                </a:cubicBezTo>
                <a:lnTo>
                  <a:pt x="596457" y="140051"/>
                </a:lnTo>
                <a:cubicBezTo>
                  <a:pt x="604213" y="147158"/>
                  <a:pt x="609167" y="149315"/>
                  <a:pt x="618218" y="149315"/>
                </a:cubicBezTo>
                <a:cubicBezTo>
                  <a:pt x="643859" y="149315"/>
                  <a:pt x="663463" y="125184"/>
                  <a:pt x="663463" y="93941"/>
                </a:cubicBezTo>
                <a:cubicBezTo>
                  <a:pt x="663463" y="67226"/>
                  <a:pt x="648382" y="48049"/>
                  <a:pt x="627483" y="48049"/>
                </a:cubicBezTo>
                <a:cubicBezTo>
                  <a:pt x="615417" y="48049"/>
                  <a:pt x="605936" y="53220"/>
                  <a:pt x="596457" y="65069"/>
                </a:cubicBezTo>
                <a:lnTo>
                  <a:pt x="596457" y="48480"/>
                </a:lnTo>
                <a:lnTo>
                  <a:pt x="595165" y="48049"/>
                </a:lnTo>
                <a:cubicBezTo>
                  <a:pt x="583530" y="52573"/>
                  <a:pt x="575988" y="55374"/>
                  <a:pt x="564136" y="59036"/>
                </a:cubicBezTo>
                <a:lnTo>
                  <a:pt x="564136" y="62485"/>
                </a:lnTo>
                <a:cubicBezTo>
                  <a:pt x="566076" y="62268"/>
                  <a:pt x="567368" y="62268"/>
                  <a:pt x="569525" y="62268"/>
                </a:cubicBezTo>
                <a:cubicBezTo>
                  <a:pt x="576850" y="62268"/>
                  <a:pt x="578359" y="64425"/>
                  <a:pt x="578359" y="74551"/>
                </a:cubicBezTo>
                <a:lnTo>
                  <a:pt x="578359" y="175386"/>
                </a:lnTo>
                <a:cubicBezTo>
                  <a:pt x="578359" y="186804"/>
                  <a:pt x="575988" y="188961"/>
                  <a:pt x="563275" y="190253"/>
                </a:cubicBezTo>
                <a:lnTo>
                  <a:pt x="563275" y="193915"/>
                </a:lnTo>
                <a:moveTo>
                  <a:pt x="596457" y="75195"/>
                </a:moveTo>
                <a:cubicBezTo>
                  <a:pt x="596457" y="68732"/>
                  <a:pt x="608523" y="60976"/>
                  <a:pt x="618432" y="60976"/>
                </a:cubicBezTo>
                <a:cubicBezTo>
                  <a:pt x="634377" y="60976"/>
                  <a:pt x="644934" y="77352"/>
                  <a:pt x="644934" y="102561"/>
                </a:cubicBezTo>
                <a:cubicBezTo>
                  <a:pt x="644934" y="126259"/>
                  <a:pt x="634377" y="142421"/>
                  <a:pt x="618866" y="142421"/>
                </a:cubicBezTo>
                <a:cubicBezTo>
                  <a:pt x="608737" y="142421"/>
                  <a:pt x="596457" y="134662"/>
                  <a:pt x="596457" y="128199"/>
                </a:cubicBezTo>
                <a:lnTo>
                  <a:pt x="596457" y="75195"/>
                </a:lnTo>
                <a:close/>
                <a:moveTo>
                  <a:pt x="785415" y="63994"/>
                </a:moveTo>
                <a:lnTo>
                  <a:pt x="676824" y="63994"/>
                </a:lnTo>
                <a:lnTo>
                  <a:pt x="676824" y="78213"/>
                </a:lnTo>
                <a:lnTo>
                  <a:pt x="785415" y="78213"/>
                </a:lnTo>
                <a:lnTo>
                  <a:pt x="785415" y="63994"/>
                </a:lnTo>
                <a:moveTo>
                  <a:pt x="785415" y="107085"/>
                </a:moveTo>
                <a:lnTo>
                  <a:pt x="676824" y="107085"/>
                </a:lnTo>
                <a:lnTo>
                  <a:pt x="676824" y="121304"/>
                </a:lnTo>
                <a:lnTo>
                  <a:pt x="785415" y="121304"/>
                </a:lnTo>
                <a:lnTo>
                  <a:pt x="785415" y="107085"/>
                </a:lnTo>
                <a:close/>
                <a:moveTo>
                  <a:pt x="895730" y="134662"/>
                </a:moveTo>
                <a:cubicBezTo>
                  <a:pt x="892929" y="134879"/>
                  <a:pt x="891637" y="134879"/>
                  <a:pt x="890772" y="134879"/>
                </a:cubicBezTo>
                <a:cubicBezTo>
                  <a:pt x="883234" y="134879"/>
                  <a:pt x="881294" y="132509"/>
                  <a:pt x="881294" y="122596"/>
                </a:cubicBezTo>
                <a:lnTo>
                  <a:pt x="881294" y="431"/>
                </a:lnTo>
                <a:lnTo>
                  <a:pt x="880216" y="0"/>
                </a:lnTo>
                <a:cubicBezTo>
                  <a:pt x="870090" y="3449"/>
                  <a:pt x="862765" y="5819"/>
                  <a:pt x="848542" y="9482"/>
                </a:cubicBezTo>
                <a:lnTo>
                  <a:pt x="848542" y="12927"/>
                </a:lnTo>
                <a:cubicBezTo>
                  <a:pt x="850269" y="12713"/>
                  <a:pt x="851344" y="12713"/>
                  <a:pt x="853283" y="12713"/>
                </a:cubicBezTo>
                <a:cubicBezTo>
                  <a:pt x="861256" y="12713"/>
                  <a:pt x="863196" y="14867"/>
                  <a:pt x="863196" y="23701"/>
                </a:cubicBezTo>
                <a:lnTo>
                  <a:pt x="863196" y="57314"/>
                </a:lnTo>
                <a:cubicBezTo>
                  <a:pt x="855006" y="50419"/>
                  <a:pt x="849190" y="48049"/>
                  <a:pt x="840570" y="48049"/>
                </a:cubicBezTo>
                <a:cubicBezTo>
                  <a:pt x="815794" y="48049"/>
                  <a:pt x="795756" y="72394"/>
                  <a:pt x="795756" y="102992"/>
                </a:cubicBezTo>
                <a:cubicBezTo>
                  <a:pt x="795756" y="130569"/>
                  <a:pt x="811701" y="149315"/>
                  <a:pt x="835615" y="149315"/>
                </a:cubicBezTo>
                <a:cubicBezTo>
                  <a:pt x="847681" y="149315"/>
                  <a:pt x="855871" y="145005"/>
                  <a:pt x="863196" y="134879"/>
                </a:cubicBezTo>
                <a:lnTo>
                  <a:pt x="863196" y="148667"/>
                </a:lnTo>
                <a:lnTo>
                  <a:pt x="864057" y="149315"/>
                </a:lnTo>
                <a:lnTo>
                  <a:pt x="895730" y="138111"/>
                </a:lnTo>
                <a:lnTo>
                  <a:pt x="895730" y="134662"/>
                </a:lnTo>
                <a:moveTo>
                  <a:pt x="863196" y="125184"/>
                </a:moveTo>
                <a:cubicBezTo>
                  <a:pt x="863196" y="126693"/>
                  <a:pt x="861687" y="129277"/>
                  <a:pt x="859533" y="131647"/>
                </a:cubicBezTo>
                <a:cubicBezTo>
                  <a:pt x="855871" y="135957"/>
                  <a:pt x="850269" y="138111"/>
                  <a:pt x="844019" y="138111"/>
                </a:cubicBezTo>
                <a:cubicBezTo>
                  <a:pt x="825920" y="138111"/>
                  <a:pt x="814285" y="120874"/>
                  <a:pt x="814285" y="94158"/>
                </a:cubicBezTo>
                <a:cubicBezTo>
                  <a:pt x="814285" y="70027"/>
                  <a:pt x="824842" y="54082"/>
                  <a:pt x="841218" y="54082"/>
                </a:cubicBezTo>
                <a:cubicBezTo>
                  <a:pt x="852853" y="54082"/>
                  <a:pt x="863196" y="64208"/>
                  <a:pt x="863196" y="75629"/>
                </a:cubicBezTo>
                <a:lnTo>
                  <a:pt x="863196" y="125184"/>
                </a:lnTo>
                <a:close/>
                <a:moveTo>
                  <a:pt x="986006" y="111826"/>
                </a:moveTo>
                <a:cubicBezTo>
                  <a:pt x="975667" y="128199"/>
                  <a:pt x="966399" y="134448"/>
                  <a:pt x="952610" y="134448"/>
                </a:cubicBezTo>
                <a:cubicBezTo>
                  <a:pt x="940331" y="134448"/>
                  <a:pt x="931066" y="128199"/>
                  <a:pt x="924817" y="115919"/>
                </a:cubicBezTo>
                <a:cubicBezTo>
                  <a:pt x="920937" y="107730"/>
                  <a:pt x="919431" y="100835"/>
                  <a:pt x="919001" y="87478"/>
                </a:cubicBezTo>
                <a:lnTo>
                  <a:pt x="985362" y="87478"/>
                </a:lnTo>
                <a:cubicBezTo>
                  <a:pt x="983636" y="73472"/>
                  <a:pt x="981482" y="67226"/>
                  <a:pt x="976097" y="60328"/>
                </a:cubicBezTo>
                <a:cubicBezTo>
                  <a:pt x="969630" y="52573"/>
                  <a:pt x="959722" y="48049"/>
                  <a:pt x="948517" y="48049"/>
                </a:cubicBezTo>
                <a:cubicBezTo>
                  <a:pt x="937744" y="48049"/>
                  <a:pt x="927618" y="51928"/>
                  <a:pt x="919431" y="59253"/>
                </a:cubicBezTo>
                <a:cubicBezTo>
                  <a:pt x="909302" y="68087"/>
                  <a:pt x="903486" y="83385"/>
                  <a:pt x="903486" y="101052"/>
                </a:cubicBezTo>
                <a:cubicBezTo>
                  <a:pt x="903486" y="130786"/>
                  <a:pt x="919001" y="149315"/>
                  <a:pt x="943776" y="149315"/>
                </a:cubicBezTo>
                <a:cubicBezTo>
                  <a:pt x="964245" y="149315"/>
                  <a:pt x="980404" y="136602"/>
                  <a:pt x="989455" y="113332"/>
                </a:cubicBezTo>
                <a:lnTo>
                  <a:pt x="986006" y="111826"/>
                </a:lnTo>
                <a:moveTo>
                  <a:pt x="919431" y="80584"/>
                </a:moveTo>
                <a:cubicBezTo>
                  <a:pt x="921798" y="63777"/>
                  <a:pt x="929127" y="55805"/>
                  <a:pt x="942267" y="55805"/>
                </a:cubicBezTo>
                <a:cubicBezTo>
                  <a:pt x="955411" y="55805"/>
                  <a:pt x="960583" y="61837"/>
                  <a:pt x="963384" y="80584"/>
                </a:cubicBezTo>
                <a:lnTo>
                  <a:pt x="919431" y="80584"/>
                </a:lnTo>
                <a:close/>
                <a:moveTo>
                  <a:pt x="998289" y="147158"/>
                </a:moveTo>
                <a:lnTo>
                  <a:pt x="1049135" y="147158"/>
                </a:lnTo>
                <a:lnTo>
                  <a:pt x="1049135" y="143927"/>
                </a:lnTo>
                <a:cubicBezTo>
                  <a:pt x="1035564" y="143282"/>
                  <a:pt x="1033194" y="141126"/>
                  <a:pt x="1032977" y="129060"/>
                </a:cubicBezTo>
                <a:lnTo>
                  <a:pt x="1032977" y="431"/>
                </a:lnTo>
                <a:lnTo>
                  <a:pt x="1032115" y="0"/>
                </a:lnTo>
                <a:cubicBezTo>
                  <a:pt x="1021128" y="3449"/>
                  <a:pt x="1013155" y="5819"/>
                  <a:pt x="997858" y="9482"/>
                </a:cubicBezTo>
                <a:lnTo>
                  <a:pt x="997858" y="12927"/>
                </a:lnTo>
                <a:lnTo>
                  <a:pt x="999150" y="12927"/>
                </a:lnTo>
                <a:cubicBezTo>
                  <a:pt x="1001520" y="12713"/>
                  <a:pt x="1004104" y="12496"/>
                  <a:pt x="1005830" y="12496"/>
                </a:cubicBezTo>
                <a:cubicBezTo>
                  <a:pt x="1012725" y="12496"/>
                  <a:pt x="1014878" y="15514"/>
                  <a:pt x="1014878" y="25640"/>
                </a:cubicBezTo>
                <a:lnTo>
                  <a:pt x="1014878" y="128416"/>
                </a:lnTo>
                <a:cubicBezTo>
                  <a:pt x="1014664" y="140051"/>
                  <a:pt x="1011646" y="143065"/>
                  <a:pt x="998289" y="143927"/>
                </a:cubicBezTo>
                <a:lnTo>
                  <a:pt x="998289" y="147158"/>
                </a:lnTo>
                <a:close/>
                <a:moveTo>
                  <a:pt x="1140491" y="111826"/>
                </a:moveTo>
                <a:cubicBezTo>
                  <a:pt x="1130151" y="128199"/>
                  <a:pt x="1120883" y="134448"/>
                  <a:pt x="1107095" y="134448"/>
                </a:cubicBezTo>
                <a:cubicBezTo>
                  <a:pt x="1094815" y="134448"/>
                  <a:pt x="1085551" y="128199"/>
                  <a:pt x="1079301" y="115919"/>
                </a:cubicBezTo>
                <a:cubicBezTo>
                  <a:pt x="1075422" y="107730"/>
                  <a:pt x="1073916" y="100835"/>
                  <a:pt x="1073485" y="87478"/>
                </a:cubicBezTo>
                <a:lnTo>
                  <a:pt x="1139846" y="87478"/>
                </a:lnTo>
                <a:cubicBezTo>
                  <a:pt x="1138120" y="73472"/>
                  <a:pt x="1135967" y="67226"/>
                  <a:pt x="1130582" y="60328"/>
                </a:cubicBezTo>
                <a:cubicBezTo>
                  <a:pt x="1124115" y="52573"/>
                  <a:pt x="1114206" y="48049"/>
                  <a:pt x="1103002" y="48049"/>
                </a:cubicBezTo>
                <a:cubicBezTo>
                  <a:pt x="1092228" y="48049"/>
                  <a:pt x="1082102" y="51928"/>
                  <a:pt x="1073916" y="59253"/>
                </a:cubicBezTo>
                <a:cubicBezTo>
                  <a:pt x="1063787" y="68087"/>
                  <a:pt x="1057971" y="83385"/>
                  <a:pt x="1057971" y="101052"/>
                </a:cubicBezTo>
                <a:cubicBezTo>
                  <a:pt x="1057971" y="130786"/>
                  <a:pt x="1073485" y="149315"/>
                  <a:pt x="1098261" y="149315"/>
                </a:cubicBezTo>
                <a:cubicBezTo>
                  <a:pt x="1118730" y="149315"/>
                  <a:pt x="1134889" y="136602"/>
                  <a:pt x="1143939" y="113332"/>
                </a:cubicBezTo>
                <a:lnTo>
                  <a:pt x="1140491" y="111826"/>
                </a:lnTo>
                <a:moveTo>
                  <a:pt x="1073916" y="80584"/>
                </a:moveTo>
                <a:cubicBezTo>
                  <a:pt x="1076283" y="63777"/>
                  <a:pt x="1083611" y="55805"/>
                  <a:pt x="1096752" y="55805"/>
                </a:cubicBezTo>
                <a:cubicBezTo>
                  <a:pt x="1109896" y="55805"/>
                  <a:pt x="1115067" y="61837"/>
                  <a:pt x="1117868" y="80584"/>
                </a:cubicBezTo>
                <a:lnTo>
                  <a:pt x="1073916" y="80584"/>
                </a:lnTo>
                <a:close/>
                <a:moveTo>
                  <a:pt x="1203189" y="50202"/>
                </a:moveTo>
                <a:lnTo>
                  <a:pt x="1181428" y="50202"/>
                </a:lnTo>
                <a:lnTo>
                  <a:pt x="1181428" y="25210"/>
                </a:lnTo>
                <a:cubicBezTo>
                  <a:pt x="1181428" y="23056"/>
                  <a:pt x="1180998" y="22409"/>
                  <a:pt x="1179919" y="22409"/>
                </a:cubicBezTo>
                <a:cubicBezTo>
                  <a:pt x="1167423" y="40507"/>
                  <a:pt x="1160959" y="47832"/>
                  <a:pt x="1154713" y="51494"/>
                </a:cubicBezTo>
                <a:cubicBezTo>
                  <a:pt x="1152342" y="53003"/>
                  <a:pt x="1151047" y="54296"/>
                  <a:pt x="1151047" y="55591"/>
                </a:cubicBezTo>
                <a:cubicBezTo>
                  <a:pt x="1151047" y="56235"/>
                  <a:pt x="1151264" y="56666"/>
                  <a:pt x="1151912" y="57097"/>
                </a:cubicBezTo>
                <a:lnTo>
                  <a:pt x="1163330" y="57097"/>
                </a:lnTo>
                <a:lnTo>
                  <a:pt x="1163330" y="121952"/>
                </a:lnTo>
                <a:cubicBezTo>
                  <a:pt x="1163330" y="140051"/>
                  <a:pt x="1169793" y="149315"/>
                  <a:pt x="1182507" y="149315"/>
                </a:cubicBezTo>
                <a:cubicBezTo>
                  <a:pt x="1193063" y="149315"/>
                  <a:pt x="1201249" y="144144"/>
                  <a:pt x="1208361" y="132939"/>
                </a:cubicBezTo>
                <a:lnTo>
                  <a:pt x="1205560" y="130569"/>
                </a:lnTo>
                <a:cubicBezTo>
                  <a:pt x="1200819" y="136171"/>
                  <a:pt x="1197373" y="138111"/>
                  <a:pt x="1192632" y="138111"/>
                </a:cubicBezTo>
                <a:cubicBezTo>
                  <a:pt x="1184660" y="138111"/>
                  <a:pt x="1181428" y="132295"/>
                  <a:pt x="1181428" y="118720"/>
                </a:cubicBezTo>
                <a:lnTo>
                  <a:pt x="1181428" y="57097"/>
                </a:lnTo>
                <a:lnTo>
                  <a:pt x="1203189" y="57097"/>
                </a:lnTo>
                <a:lnTo>
                  <a:pt x="1203189" y="50202"/>
                </a:lnTo>
                <a:close/>
                <a:moveTo>
                  <a:pt x="1294975" y="111826"/>
                </a:moveTo>
                <a:cubicBezTo>
                  <a:pt x="1284635" y="128199"/>
                  <a:pt x="1275368" y="134448"/>
                  <a:pt x="1261579" y="134448"/>
                </a:cubicBezTo>
                <a:cubicBezTo>
                  <a:pt x="1249300" y="134448"/>
                  <a:pt x="1240035" y="128199"/>
                  <a:pt x="1233785" y="115919"/>
                </a:cubicBezTo>
                <a:cubicBezTo>
                  <a:pt x="1229906" y="107730"/>
                  <a:pt x="1228400" y="100835"/>
                  <a:pt x="1227970" y="87478"/>
                </a:cubicBezTo>
                <a:lnTo>
                  <a:pt x="1294331" y="87478"/>
                </a:lnTo>
                <a:cubicBezTo>
                  <a:pt x="1292605" y="73472"/>
                  <a:pt x="1290451" y="67226"/>
                  <a:pt x="1285066" y="60328"/>
                </a:cubicBezTo>
                <a:cubicBezTo>
                  <a:pt x="1278599" y="52573"/>
                  <a:pt x="1268690" y="48049"/>
                  <a:pt x="1257486" y="48049"/>
                </a:cubicBezTo>
                <a:cubicBezTo>
                  <a:pt x="1246712" y="48049"/>
                  <a:pt x="1236587" y="51928"/>
                  <a:pt x="1228400" y="59253"/>
                </a:cubicBezTo>
                <a:cubicBezTo>
                  <a:pt x="1218271" y="68087"/>
                  <a:pt x="1212455" y="83385"/>
                  <a:pt x="1212455" y="101052"/>
                </a:cubicBezTo>
                <a:cubicBezTo>
                  <a:pt x="1212455" y="130786"/>
                  <a:pt x="1227970" y="149315"/>
                  <a:pt x="1252745" y="149315"/>
                </a:cubicBezTo>
                <a:cubicBezTo>
                  <a:pt x="1273214" y="149315"/>
                  <a:pt x="1289373" y="136602"/>
                  <a:pt x="1298424" y="113332"/>
                </a:cubicBezTo>
                <a:lnTo>
                  <a:pt x="1294975" y="111826"/>
                </a:lnTo>
                <a:moveTo>
                  <a:pt x="1228400" y="80584"/>
                </a:moveTo>
                <a:cubicBezTo>
                  <a:pt x="1230767" y="63777"/>
                  <a:pt x="1238096" y="55805"/>
                  <a:pt x="1251236" y="55805"/>
                </a:cubicBezTo>
                <a:cubicBezTo>
                  <a:pt x="1264380" y="55805"/>
                  <a:pt x="1269552" y="61837"/>
                  <a:pt x="1272353" y="80584"/>
                </a:cubicBezTo>
                <a:lnTo>
                  <a:pt x="1228400" y="805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WebApplication">
            <a:extLst xmlns:a="http://schemas.openxmlformats.org/drawingml/2006/main">
              <a:ext uri="{FF2B5EF4-FFF2-40B4-BE49-F238E27FC236}">
                <a16:creationId xmlns:a16="http://schemas.microsoft.com/office/drawing/2014/main" id="{C7475323-ACA8-4B18-B538-BC964FAB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87" y="2768907"/>
            <a:ext cx="1467498" cy="193915"/>
          </a:xfrm>
          <a:custGeom xmlns:a="http://schemas.openxmlformats.org/drawingml/2006/main">
            <a:pathLst>
              <a:path w="1467498" h="193915">
                <a:moveTo>
                  <a:pt x="199731" y="4527"/>
                </a:moveTo>
                <a:lnTo>
                  <a:pt x="157071" y="4527"/>
                </a:lnTo>
                <a:lnTo>
                  <a:pt x="157071" y="8620"/>
                </a:lnTo>
                <a:cubicBezTo>
                  <a:pt x="168058" y="9695"/>
                  <a:pt x="171937" y="12066"/>
                  <a:pt x="171937" y="17885"/>
                </a:cubicBezTo>
                <a:cubicBezTo>
                  <a:pt x="171937" y="22195"/>
                  <a:pt x="170645" y="28011"/>
                  <a:pt x="168489" y="34044"/>
                </a:cubicBezTo>
                <a:lnTo>
                  <a:pt x="141556" y="107085"/>
                </a:lnTo>
                <a:lnTo>
                  <a:pt x="113118" y="33613"/>
                </a:lnTo>
                <a:cubicBezTo>
                  <a:pt x="111609" y="29733"/>
                  <a:pt x="110961" y="28011"/>
                  <a:pt x="110531" y="27149"/>
                </a:cubicBezTo>
                <a:cubicBezTo>
                  <a:pt x="108591" y="22626"/>
                  <a:pt x="107299" y="18529"/>
                  <a:pt x="107299" y="16162"/>
                </a:cubicBezTo>
                <a:cubicBezTo>
                  <a:pt x="107299" y="10991"/>
                  <a:pt x="112257" y="8834"/>
                  <a:pt x="123888" y="8620"/>
                </a:cubicBezTo>
                <a:lnTo>
                  <a:pt x="123888" y="4527"/>
                </a:lnTo>
                <a:lnTo>
                  <a:pt x="66361" y="4527"/>
                </a:lnTo>
                <a:lnTo>
                  <a:pt x="66361" y="8620"/>
                </a:lnTo>
                <a:cubicBezTo>
                  <a:pt x="78644" y="8834"/>
                  <a:pt x="80797" y="10774"/>
                  <a:pt x="88122" y="28011"/>
                </a:cubicBezTo>
                <a:lnTo>
                  <a:pt x="95233" y="45679"/>
                </a:lnTo>
                <a:lnTo>
                  <a:pt x="72180" y="106438"/>
                </a:lnTo>
                <a:lnTo>
                  <a:pt x="41155" y="25427"/>
                </a:lnTo>
                <a:cubicBezTo>
                  <a:pt x="39646" y="21547"/>
                  <a:pt x="38784" y="17885"/>
                  <a:pt x="38784" y="15514"/>
                </a:cubicBezTo>
                <a:cubicBezTo>
                  <a:pt x="38784" y="10774"/>
                  <a:pt x="41799" y="9482"/>
                  <a:pt x="52790" y="8620"/>
                </a:cubicBezTo>
                <a:lnTo>
                  <a:pt x="52790" y="4527"/>
                </a:lnTo>
                <a:lnTo>
                  <a:pt x="0" y="4527"/>
                </a:lnTo>
                <a:lnTo>
                  <a:pt x="0" y="8620"/>
                </a:lnTo>
                <a:cubicBezTo>
                  <a:pt x="10991" y="9695"/>
                  <a:pt x="14222" y="13575"/>
                  <a:pt x="22192" y="33827"/>
                </a:cubicBezTo>
                <a:lnTo>
                  <a:pt x="63777" y="149529"/>
                </a:lnTo>
                <a:lnTo>
                  <a:pt x="67009" y="149529"/>
                </a:lnTo>
                <a:lnTo>
                  <a:pt x="100188" y="58392"/>
                </a:lnTo>
                <a:lnTo>
                  <a:pt x="134662" y="149529"/>
                </a:lnTo>
                <a:lnTo>
                  <a:pt x="137894" y="149529"/>
                </a:lnTo>
                <a:cubicBezTo>
                  <a:pt x="156423" y="93080"/>
                  <a:pt x="157932" y="88556"/>
                  <a:pt x="181850" y="23918"/>
                </a:cubicBezTo>
                <a:cubicBezTo>
                  <a:pt x="185943" y="12713"/>
                  <a:pt x="188313" y="10774"/>
                  <a:pt x="199731" y="8620"/>
                </a:cubicBezTo>
                <a:lnTo>
                  <a:pt x="199731" y="4527"/>
                </a:lnTo>
                <a:close/>
                <a:moveTo>
                  <a:pt x="289147" y="111826"/>
                </a:moveTo>
                <a:cubicBezTo>
                  <a:pt x="278807" y="128199"/>
                  <a:pt x="269539" y="134448"/>
                  <a:pt x="255751" y="134448"/>
                </a:cubicBezTo>
                <a:cubicBezTo>
                  <a:pt x="243471" y="134448"/>
                  <a:pt x="234207" y="128199"/>
                  <a:pt x="227957" y="115919"/>
                </a:cubicBezTo>
                <a:cubicBezTo>
                  <a:pt x="224078" y="107730"/>
                  <a:pt x="222572" y="100835"/>
                  <a:pt x="222141" y="87478"/>
                </a:cubicBezTo>
                <a:lnTo>
                  <a:pt x="288502" y="87478"/>
                </a:lnTo>
                <a:cubicBezTo>
                  <a:pt x="286776" y="73472"/>
                  <a:pt x="284623" y="67226"/>
                  <a:pt x="279238" y="60328"/>
                </a:cubicBezTo>
                <a:cubicBezTo>
                  <a:pt x="272771" y="52573"/>
                  <a:pt x="262862" y="48049"/>
                  <a:pt x="251658" y="48049"/>
                </a:cubicBezTo>
                <a:cubicBezTo>
                  <a:pt x="240884" y="48049"/>
                  <a:pt x="230758" y="51928"/>
                  <a:pt x="222572" y="59253"/>
                </a:cubicBezTo>
                <a:cubicBezTo>
                  <a:pt x="212443" y="68087"/>
                  <a:pt x="206627" y="83385"/>
                  <a:pt x="206627" y="101052"/>
                </a:cubicBezTo>
                <a:cubicBezTo>
                  <a:pt x="206627" y="130786"/>
                  <a:pt x="222141" y="149315"/>
                  <a:pt x="246917" y="149315"/>
                </a:cubicBezTo>
                <a:cubicBezTo>
                  <a:pt x="267386" y="149315"/>
                  <a:pt x="283545" y="136602"/>
                  <a:pt x="292596" y="113332"/>
                </a:cubicBezTo>
                <a:lnTo>
                  <a:pt x="289147" y="111826"/>
                </a:lnTo>
                <a:moveTo>
                  <a:pt x="222572" y="80584"/>
                </a:moveTo>
                <a:cubicBezTo>
                  <a:pt x="224939" y="63777"/>
                  <a:pt x="232267" y="55805"/>
                  <a:pt x="245408" y="55805"/>
                </a:cubicBezTo>
                <a:cubicBezTo>
                  <a:pt x="258552" y="55805"/>
                  <a:pt x="263723" y="61837"/>
                  <a:pt x="266524" y="80584"/>
                </a:cubicBezTo>
                <a:lnTo>
                  <a:pt x="222572" y="80584"/>
                </a:lnTo>
                <a:close/>
                <a:moveTo>
                  <a:pt x="329871" y="431"/>
                </a:moveTo>
                <a:lnTo>
                  <a:pt x="328792" y="0"/>
                </a:lnTo>
                <a:cubicBezTo>
                  <a:pt x="319958" y="3018"/>
                  <a:pt x="314139" y="4958"/>
                  <a:pt x="303800" y="7759"/>
                </a:cubicBezTo>
                <a:lnTo>
                  <a:pt x="297550" y="9482"/>
                </a:lnTo>
                <a:lnTo>
                  <a:pt x="297550" y="12927"/>
                </a:lnTo>
                <a:cubicBezTo>
                  <a:pt x="298842" y="12713"/>
                  <a:pt x="299489" y="12713"/>
                  <a:pt x="301212" y="12713"/>
                </a:cubicBezTo>
                <a:cubicBezTo>
                  <a:pt x="309832" y="12713"/>
                  <a:pt x="311769" y="14653"/>
                  <a:pt x="311769" y="23701"/>
                </a:cubicBezTo>
                <a:lnTo>
                  <a:pt x="311769" y="135527"/>
                </a:lnTo>
                <a:cubicBezTo>
                  <a:pt x="311769" y="142204"/>
                  <a:pt x="329871" y="149315"/>
                  <a:pt x="347321" y="149315"/>
                </a:cubicBezTo>
                <a:cubicBezTo>
                  <a:pt x="375763" y="149315"/>
                  <a:pt x="397737" y="125614"/>
                  <a:pt x="397737" y="94803"/>
                </a:cubicBezTo>
                <a:cubicBezTo>
                  <a:pt x="397737" y="68087"/>
                  <a:pt x="381365" y="48049"/>
                  <a:pt x="359818" y="48049"/>
                </a:cubicBezTo>
                <a:cubicBezTo>
                  <a:pt x="346674" y="48049"/>
                  <a:pt x="334177" y="55591"/>
                  <a:pt x="329871" y="66361"/>
                </a:cubicBezTo>
                <a:lnTo>
                  <a:pt x="329871" y="431"/>
                </a:lnTo>
                <a:moveTo>
                  <a:pt x="329871" y="77782"/>
                </a:moveTo>
                <a:cubicBezTo>
                  <a:pt x="329871" y="69379"/>
                  <a:pt x="339997" y="61624"/>
                  <a:pt x="351201" y="61624"/>
                </a:cubicBezTo>
                <a:cubicBezTo>
                  <a:pt x="357234" y="61624"/>
                  <a:pt x="362619" y="63777"/>
                  <a:pt x="367143" y="67870"/>
                </a:cubicBezTo>
                <a:cubicBezTo>
                  <a:pt x="374037" y="74551"/>
                  <a:pt x="378778" y="89200"/>
                  <a:pt x="378778" y="104715"/>
                </a:cubicBezTo>
                <a:cubicBezTo>
                  <a:pt x="378778" y="128629"/>
                  <a:pt x="368435" y="142421"/>
                  <a:pt x="350770" y="142421"/>
                </a:cubicBezTo>
                <a:cubicBezTo>
                  <a:pt x="339566" y="142421"/>
                  <a:pt x="329871" y="137680"/>
                  <a:pt x="329871" y="132078"/>
                </a:cubicBezTo>
                <a:lnTo>
                  <a:pt x="329871" y="77782"/>
                </a:lnTo>
                <a:close/>
                <a:moveTo>
                  <a:pt x="609535" y="143065"/>
                </a:moveTo>
                <a:cubicBezTo>
                  <a:pt x="599840" y="142421"/>
                  <a:pt x="597687" y="140264"/>
                  <a:pt x="590145" y="124322"/>
                </a:cubicBezTo>
                <a:lnTo>
                  <a:pt x="536494" y="1940"/>
                </a:lnTo>
                <a:lnTo>
                  <a:pt x="532187" y="1940"/>
                </a:lnTo>
                <a:lnTo>
                  <a:pt x="487370" y="107730"/>
                </a:lnTo>
                <a:cubicBezTo>
                  <a:pt x="473581" y="139189"/>
                  <a:pt x="470994" y="142635"/>
                  <a:pt x="460654" y="143065"/>
                </a:cubicBezTo>
                <a:lnTo>
                  <a:pt x="460654" y="147158"/>
                </a:lnTo>
                <a:lnTo>
                  <a:pt x="503315" y="147158"/>
                </a:lnTo>
                <a:lnTo>
                  <a:pt x="503315" y="143065"/>
                </a:lnTo>
                <a:cubicBezTo>
                  <a:pt x="492972" y="143065"/>
                  <a:pt x="488662" y="140481"/>
                  <a:pt x="488662" y="134231"/>
                </a:cubicBezTo>
                <a:cubicBezTo>
                  <a:pt x="488662" y="131647"/>
                  <a:pt x="489309" y="128629"/>
                  <a:pt x="490388" y="125828"/>
                </a:cubicBezTo>
                <a:lnTo>
                  <a:pt x="500297" y="100622"/>
                </a:lnTo>
                <a:lnTo>
                  <a:pt x="556749" y="100622"/>
                </a:lnTo>
                <a:lnTo>
                  <a:pt x="565583" y="121304"/>
                </a:lnTo>
                <a:cubicBezTo>
                  <a:pt x="568167" y="127123"/>
                  <a:pt x="569676" y="132726"/>
                  <a:pt x="569676" y="135740"/>
                </a:cubicBezTo>
                <a:cubicBezTo>
                  <a:pt x="569676" y="141126"/>
                  <a:pt x="566014" y="142852"/>
                  <a:pt x="554592" y="143065"/>
                </a:cubicBezTo>
                <a:lnTo>
                  <a:pt x="554592" y="147158"/>
                </a:lnTo>
                <a:lnTo>
                  <a:pt x="609535" y="147158"/>
                </a:lnTo>
                <a:lnTo>
                  <a:pt x="609535" y="143065"/>
                </a:lnTo>
                <a:moveTo>
                  <a:pt x="503959" y="91788"/>
                </a:moveTo>
                <a:lnTo>
                  <a:pt x="528738" y="32535"/>
                </a:lnTo>
                <a:lnTo>
                  <a:pt x="553731" y="91788"/>
                </a:lnTo>
                <a:lnTo>
                  <a:pt x="503959" y="91788"/>
                </a:lnTo>
                <a:close/>
                <a:moveTo>
                  <a:pt x="614060" y="193915"/>
                </a:moveTo>
                <a:lnTo>
                  <a:pt x="666202" y="193915"/>
                </a:lnTo>
                <a:lnTo>
                  <a:pt x="666202" y="190036"/>
                </a:lnTo>
                <a:cubicBezTo>
                  <a:pt x="650043" y="189822"/>
                  <a:pt x="647456" y="187666"/>
                  <a:pt x="647242" y="173877"/>
                </a:cubicBezTo>
                <a:lnTo>
                  <a:pt x="647242" y="140051"/>
                </a:lnTo>
                <a:cubicBezTo>
                  <a:pt x="654998" y="147158"/>
                  <a:pt x="659952" y="149315"/>
                  <a:pt x="669003" y="149315"/>
                </a:cubicBezTo>
                <a:cubicBezTo>
                  <a:pt x="694643" y="149315"/>
                  <a:pt x="714248" y="125184"/>
                  <a:pt x="714248" y="93941"/>
                </a:cubicBezTo>
                <a:cubicBezTo>
                  <a:pt x="714248" y="67226"/>
                  <a:pt x="699167" y="48049"/>
                  <a:pt x="678268" y="48049"/>
                </a:cubicBezTo>
                <a:cubicBezTo>
                  <a:pt x="666202" y="48049"/>
                  <a:pt x="656720" y="53220"/>
                  <a:pt x="647242" y="65069"/>
                </a:cubicBezTo>
                <a:lnTo>
                  <a:pt x="647242" y="48480"/>
                </a:lnTo>
                <a:lnTo>
                  <a:pt x="645950" y="48049"/>
                </a:lnTo>
                <a:cubicBezTo>
                  <a:pt x="634315" y="52573"/>
                  <a:pt x="626773" y="55374"/>
                  <a:pt x="614921" y="59036"/>
                </a:cubicBezTo>
                <a:lnTo>
                  <a:pt x="614921" y="62485"/>
                </a:lnTo>
                <a:cubicBezTo>
                  <a:pt x="616861" y="62268"/>
                  <a:pt x="618153" y="62268"/>
                  <a:pt x="620310" y="62268"/>
                </a:cubicBezTo>
                <a:cubicBezTo>
                  <a:pt x="627635" y="62268"/>
                  <a:pt x="629144" y="64425"/>
                  <a:pt x="629144" y="74551"/>
                </a:cubicBezTo>
                <a:lnTo>
                  <a:pt x="629144" y="175386"/>
                </a:lnTo>
                <a:cubicBezTo>
                  <a:pt x="629144" y="186804"/>
                  <a:pt x="626773" y="188961"/>
                  <a:pt x="614060" y="190253"/>
                </a:cubicBezTo>
                <a:lnTo>
                  <a:pt x="614060" y="193915"/>
                </a:lnTo>
                <a:moveTo>
                  <a:pt x="647242" y="75195"/>
                </a:moveTo>
                <a:cubicBezTo>
                  <a:pt x="647242" y="68732"/>
                  <a:pt x="659308" y="60976"/>
                  <a:pt x="669217" y="60976"/>
                </a:cubicBezTo>
                <a:cubicBezTo>
                  <a:pt x="685162" y="60976"/>
                  <a:pt x="695718" y="77352"/>
                  <a:pt x="695718" y="102561"/>
                </a:cubicBezTo>
                <a:cubicBezTo>
                  <a:pt x="695718" y="126259"/>
                  <a:pt x="685162" y="142421"/>
                  <a:pt x="669651" y="142421"/>
                </a:cubicBezTo>
                <a:cubicBezTo>
                  <a:pt x="659521" y="142421"/>
                  <a:pt x="647242" y="134662"/>
                  <a:pt x="647242" y="128199"/>
                </a:cubicBezTo>
                <a:lnTo>
                  <a:pt x="647242" y="75195"/>
                </a:lnTo>
                <a:close/>
                <a:moveTo>
                  <a:pt x="720928" y="193915"/>
                </a:moveTo>
                <a:lnTo>
                  <a:pt x="773070" y="193915"/>
                </a:lnTo>
                <a:lnTo>
                  <a:pt x="773070" y="190036"/>
                </a:lnTo>
                <a:cubicBezTo>
                  <a:pt x="756911" y="189822"/>
                  <a:pt x="754323" y="187666"/>
                  <a:pt x="754110" y="173877"/>
                </a:cubicBezTo>
                <a:lnTo>
                  <a:pt x="754110" y="140051"/>
                </a:lnTo>
                <a:cubicBezTo>
                  <a:pt x="761865" y="147158"/>
                  <a:pt x="766820" y="149315"/>
                  <a:pt x="775871" y="149315"/>
                </a:cubicBezTo>
                <a:cubicBezTo>
                  <a:pt x="801511" y="149315"/>
                  <a:pt x="821115" y="125184"/>
                  <a:pt x="821115" y="93941"/>
                </a:cubicBezTo>
                <a:cubicBezTo>
                  <a:pt x="821115" y="67226"/>
                  <a:pt x="806035" y="48049"/>
                  <a:pt x="785135" y="48049"/>
                </a:cubicBezTo>
                <a:cubicBezTo>
                  <a:pt x="773070" y="48049"/>
                  <a:pt x="763588" y="53220"/>
                  <a:pt x="754110" y="65069"/>
                </a:cubicBezTo>
                <a:lnTo>
                  <a:pt x="754110" y="48480"/>
                </a:lnTo>
                <a:lnTo>
                  <a:pt x="752818" y="48049"/>
                </a:lnTo>
                <a:cubicBezTo>
                  <a:pt x="741183" y="52573"/>
                  <a:pt x="733641" y="55374"/>
                  <a:pt x="721789" y="59036"/>
                </a:cubicBezTo>
                <a:lnTo>
                  <a:pt x="721789" y="62485"/>
                </a:lnTo>
                <a:cubicBezTo>
                  <a:pt x="723729" y="62268"/>
                  <a:pt x="725021" y="62268"/>
                  <a:pt x="727177" y="62268"/>
                </a:cubicBezTo>
                <a:cubicBezTo>
                  <a:pt x="734502" y="62268"/>
                  <a:pt x="736011" y="64425"/>
                  <a:pt x="736011" y="74551"/>
                </a:cubicBezTo>
                <a:lnTo>
                  <a:pt x="736011" y="175386"/>
                </a:lnTo>
                <a:cubicBezTo>
                  <a:pt x="736011" y="186804"/>
                  <a:pt x="733641" y="188961"/>
                  <a:pt x="720928" y="190253"/>
                </a:cubicBezTo>
                <a:lnTo>
                  <a:pt x="720928" y="193915"/>
                </a:lnTo>
                <a:moveTo>
                  <a:pt x="754110" y="75195"/>
                </a:moveTo>
                <a:cubicBezTo>
                  <a:pt x="754110" y="68732"/>
                  <a:pt x="766175" y="60976"/>
                  <a:pt x="776084" y="60976"/>
                </a:cubicBezTo>
                <a:cubicBezTo>
                  <a:pt x="792029" y="60976"/>
                  <a:pt x="802586" y="77352"/>
                  <a:pt x="802586" y="102561"/>
                </a:cubicBezTo>
                <a:cubicBezTo>
                  <a:pt x="802586" y="126259"/>
                  <a:pt x="792029" y="142421"/>
                  <a:pt x="776518" y="142421"/>
                </a:cubicBezTo>
                <a:cubicBezTo>
                  <a:pt x="766389" y="142421"/>
                  <a:pt x="754110" y="134662"/>
                  <a:pt x="754110" y="128199"/>
                </a:cubicBezTo>
                <a:lnTo>
                  <a:pt x="754110" y="75195"/>
                </a:lnTo>
                <a:close/>
                <a:moveTo>
                  <a:pt x="831029" y="147158"/>
                </a:moveTo>
                <a:lnTo>
                  <a:pt x="881876" y="147158"/>
                </a:lnTo>
                <a:lnTo>
                  <a:pt x="881876" y="143927"/>
                </a:lnTo>
                <a:cubicBezTo>
                  <a:pt x="868305" y="143282"/>
                  <a:pt x="865934" y="141126"/>
                  <a:pt x="865717" y="129060"/>
                </a:cubicBezTo>
                <a:lnTo>
                  <a:pt x="865717" y="431"/>
                </a:lnTo>
                <a:lnTo>
                  <a:pt x="864856" y="0"/>
                </a:lnTo>
                <a:cubicBezTo>
                  <a:pt x="853869" y="3449"/>
                  <a:pt x="845896" y="5819"/>
                  <a:pt x="830599" y="9482"/>
                </a:cubicBezTo>
                <a:lnTo>
                  <a:pt x="830599" y="12927"/>
                </a:lnTo>
                <a:lnTo>
                  <a:pt x="831891" y="12927"/>
                </a:lnTo>
                <a:cubicBezTo>
                  <a:pt x="834261" y="12713"/>
                  <a:pt x="836845" y="12496"/>
                  <a:pt x="838571" y="12496"/>
                </a:cubicBezTo>
                <a:cubicBezTo>
                  <a:pt x="845465" y="12496"/>
                  <a:pt x="847619" y="15514"/>
                  <a:pt x="847619" y="25640"/>
                </a:cubicBezTo>
                <a:lnTo>
                  <a:pt x="847619" y="128416"/>
                </a:lnTo>
                <a:cubicBezTo>
                  <a:pt x="847405" y="140051"/>
                  <a:pt x="844387" y="143065"/>
                  <a:pt x="831029" y="143927"/>
                </a:cubicBezTo>
                <a:lnTo>
                  <a:pt x="831029" y="147158"/>
                </a:lnTo>
                <a:close/>
                <a:moveTo>
                  <a:pt x="890495" y="147158"/>
                </a:moveTo>
                <a:lnTo>
                  <a:pt x="941559" y="147158"/>
                </a:lnTo>
                <a:lnTo>
                  <a:pt x="941559" y="143927"/>
                </a:lnTo>
                <a:cubicBezTo>
                  <a:pt x="927340" y="142852"/>
                  <a:pt x="925831" y="140912"/>
                  <a:pt x="925614" y="125184"/>
                </a:cubicBezTo>
                <a:lnTo>
                  <a:pt x="925614" y="48693"/>
                </a:lnTo>
                <a:lnTo>
                  <a:pt x="924752" y="48049"/>
                </a:lnTo>
                <a:lnTo>
                  <a:pt x="891356" y="59898"/>
                </a:lnTo>
                <a:lnTo>
                  <a:pt x="891356" y="63129"/>
                </a:lnTo>
                <a:lnTo>
                  <a:pt x="893082" y="62916"/>
                </a:lnTo>
                <a:cubicBezTo>
                  <a:pt x="895667" y="62485"/>
                  <a:pt x="898251" y="62268"/>
                  <a:pt x="900407" y="62268"/>
                </a:cubicBezTo>
                <a:cubicBezTo>
                  <a:pt x="905579" y="62268"/>
                  <a:pt x="907515" y="65717"/>
                  <a:pt x="907515" y="75195"/>
                </a:cubicBezTo>
                <a:lnTo>
                  <a:pt x="907515" y="125184"/>
                </a:lnTo>
                <a:cubicBezTo>
                  <a:pt x="907085" y="141126"/>
                  <a:pt x="905148" y="143282"/>
                  <a:pt x="890495" y="143927"/>
                </a:cubicBezTo>
                <a:lnTo>
                  <a:pt x="890495" y="147158"/>
                </a:lnTo>
                <a:moveTo>
                  <a:pt x="914626" y="0"/>
                </a:moveTo>
                <a:cubicBezTo>
                  <a:pt x="908811" y="0"/>
                  <a:pt x="903853" y="4958"/>
                  <a:pt x="903853" y="10991"/>
                </a:cubicBezTo>
                <a:cubicBezTo>
                  <a:pt x="903853" y="17237"/>
                  <a:pt x="908594" y="21978"/>
                  <a:pt x="914626" y="21978"/>
                </a:cubicBezTo>
                <a:cubicBezTo>
                  <a:pt x="921090" y="21978"/>
                  <a:pt x="925831" y="17237"/>
                  <a:pt x="925831" y="10991"/>
                </a:cubicBezTo>
                <a:cubicBezTo>
                  <a:pt x="925831" y="4741"/>
                  <a:pt x="920876" y="0"/>
                  <a:pt x="914626" y="0"/>
                </a:cubicBezTo>
                <a:close/>
                <a:moveTo>
                  <a:pt x="1031622" y="113549"/>
                </a:moveTo>
                <a:cubicBezTo>
                  <a:pt x="1021279" y="128629"/>
                  <a:pt x="1013524" y="133801"/>
                  <a:pt x="1001241" y="133801"/>
                </a:cubicBezTo>
                <a:cubicBezTo>
                  <a:pt x="981420" y="133801"/>
                  <a:pt x="967845" y="116564"/>
                  <a:pt x="967845" y="91788"/>
                </a:cubicBezTo>
                <a:cubicBezTo>
                  <a:pt x="967845" y="69379"/>
                  <a:pt x="979697" y="54296"/>
                  <a:pt x="997148" y="54296"/>
                </a:cubicBezTo>
                <a:cubicBezTo>
                  <a:pt x="1004903" y="54296"/>
                  <a:pt x="1007705" y="56452"/>
                  <a:pt x="1009861" y="64638"/>
                </a:cubicBezTo>
                <a:lnTo>
                  <a:pt x="1011153" y="69379"/>
                </a:lnTo>
                <a:cubicBezTo>
                  <a:pt x="1012876" y="75629"/>
                  <a:pt x="1016755" y="79291"/>
                  <a:pt x="1021496" y="79291"/>
                </a:cubicBezTo>
                <a:cubicBezTo>
                  <a:pt x="1027098" y="79291"/>
                  <a:pt x="1031622" y="75195"/>
                  <a:pt x="1031622" y="70241"/>
                </a:cubicBezTo>
                <a:cubicBezTo>
                  <a:pt x="1031622" y="58175"/>
                  <a:pt x="1016538" y="48049"/>
                  <a:pt x="998440" y="48049"/>
                </a:cubicBezTo>
                <a:cubicBezTo>
                  <a:pt x="987883" y="48049"/>
                  <a:pt x="976896" y="52359"/>
                  <a:pt x="968062" y="60115"/>
                </a:cubicBezTo>
                <a:cubicBezTo>
                  <a:pt x="957288" y="69593"/>
                  <a:pt x="951256" y="84246"/>
                  <a:pt x="951256" y="101483"/>
                </a:cubicBezTo>
                <a:cubicBezTo>
                  <a:pt x="951256" y="129277"/>
                  <a:pt x="968276" y="149315"/>
                  <a:pt x="992193" y="149315"/>
                </a:cubicBezTo>
                <a:cubicBezTo>
                  <a:pt x="1001889" y="149315"/>
                  <a:pt x="1010506" y="145866"/>
                  <a:pt x="1018264" y="139189"/>
                </a:cubicBezTo>
                <a:cubicBezTo>
                  <a:pt x="1024080" y="134231"/>
                  <a:pt x="1028173" y="128199"/>
                  <a:pt x="1034637" y="115488"/>
                </a:cubicBezTo>
                <a:lnTo>
                  <a:pt x="1031622" y="113549"/>
                </a:lnTo>
                <a:close/>
                <a:moveTo>
                  <a:pt x="1136764" y="132939"/>
                </a:moveTo>
                <a:cubicBezTo>
                  <a:pt x="1133102" y="135957"/>
                  <a:pt x="1130518" y="137032"/>
                  <a:pt x="1127286" y="137032"/>
                </a:cubicBezTo>
                <a:cubicBezTo>
                  <a:pt x="1122331" y="137032"/>
                  <a:pt x="1120822" y="134018"/>
                  <a:pt x="1120822" y="124536"/>
                </a:cubicBezTo>
                <a:lnTo>
                  <a:pt x="1120822" y="82523"/>
                </a:lnTo>
                <a:cubicBezTo>
                  <a:pt x="1120822" y="71319"/>
                  <a:pt x="1119744" y="65069"/>
                  <a:pt x="1116512" y="59898"/>
                </a:cubicBezTo>
                <a:cubicBezTo>
                  <a:pt x="1111771" y="52142"/>
                  <a:pt x="1102507" y="48049"/>
                  <a:pt x="1089797" y="48049"/>
                </a:cubicBezTo>
                <a:cubicBezTo>
                  <a:pt x="1069542" y="48049"/>
                  <a:pt x="1053600" y="58606"/>
                  <a:pt x="1053600" y="72180"/>
                </a:cubicBezTo>
                <a:cubicBezTo>
                  <a:pt x="1053600" y="77135"/>
                  <a:pt x="1057693" y="81445"/>
                  <a:pt x="1062864" y="81445"/>
                </a:cubicBezTo>
                <a:cubicBezTo>
                  <a:pt x="1068033" y="81445"/>
                  <a:pt x="1072560" y="77135"/>
                  <a:pt x="1072560" y="72394"/>
                </a:cubicBezTo>
                <a:cubicBezTo>
                  <a:pt x="1072560" y="71533"/>
                  <a:pt x="1072343" y="70458"/>
                  <a:pt x="1072129" y="68949"/>
                </a:cubicBezTo>
                <a:cubicBezTo>
                  <a:pt x="1071698" y="67009"/>
                  <a:pt x="1071481" y="65286"/>
                  <a:pt x="1071481" y="63777"/>
                </a:cubicBezTo>
                <a:cubicBezTo>
                  <a:pt x="1071481" y="57961"/>
                  <a:pt x="1078375" y="53220"/>
                  <a:pt x="1086996" y="53220"/>
                </a:cubicBezTo>
                <a:cubicBezTo>
                  <a:pt x="1097552" y="53220"/>
                  <a:pt x="1103368" y="59467"/>
                  <a:pt x="1103368" y="71102"/>
                </a:cubicBezTo>
                <a:lnTo>
                  <a:pt x="1103368" y="84246"/>
                </a:lnTo>
                <a:cubicBezTo>
                  <a:pt x="1070403" y="97390"/>
                  <a:pt x="1066527" y="99326"/>
                  <a:pt x="1057262" y="107516"/>
                </a:cubicBezTo>
                <a:cubicBezTo>
                  <a:pt x="1052521" y="111826"/>
                  <a:pt x="1049503" y="119151"/>
                  <a:pt x="1049503" y="126259"/>
                </a:cubicBezTo>
                <a:cubicBezTo>
                  <a:pt x="1049503" y="139834"/>
                  <a:pt x="1058985" y="149315"/>
                  <a:pt x="1072129" y="149315"/>
                </a:cubicBezTo>
                <a:cubicBezTo>
                  <a:pt x="1081607" y="149315"/>
                  <a:pt x="1090441" y="144791"/>
                  <a:pt x="1103585" y="133587"/>
                </a:cubicBezTo>
                <a:cubicBezTo>
                  <a:pt x="1104664" y="145005"/>
                  <a:pt x="1108540" y="149315"/>
                  <a:pt x="1117374" y="149315"/>
                </a:cubicBezTo>
                <a:cubicBezTo>
                  <a:pt x="1124698" y="149315"/>
                  <a:pt x="1129226" y="146728"/>
                  <a:pt x="1136764" y="138541"/>
                </a:cubicBezTo>
                <a:lnTo>
                  <a:pt x="1136764" y="132939"/>
                </a:lnTo>
                <a:moveTo>
                  <a:pt x="1103368" y="120660"/>
                </a:moveTo>
                <a:cubicBezTo>
                  <a:pt x="1103368" y="127123"/>
                  <a:pt x="1102293" y="129494"/>
                  <a:pt x="1097766" y="132078"/>
                </a:cubicBezTo>
                <a:cubicBezTo>
                  <a:pt x="1092381" y="135093"/>
                  <a:pt x="1086565" y="136819"/>
                  <a:pt x="1082038" y="136819"/>
                </a:cubicBezTo>
                <a:cubicBezTo>
                  <a:pt x="1074499" y="136819"/>
                  <a:pt x="1068467" y="129494"/>
                  <a:pt x="1068467" y="120226"/>
                </a:cubicBezTo>
                <a:lnTo>
                  <a:pt x="1068467" y="119365"/>
                </a:lnTo>
                <a:cubicBezTo>
                  <a:pt x="1068680" y="106438"/>
                  <a:pt x="1078162" y="98251"/>
                  <a:pt x="1103368" y="89417"/>
                </a:cubicBezTo>
                <a:lnTo>
                  <a:pt x="1103368" y="120660"/>
                </a:lnTo>
                <a:close/>
                <a:moveTo>
                  <a:pt x="1192138" y="50202"/>
                </a:moveTo>
                <a:lnTo>
                  <a:pt x="1170377" y="50202"/>
                </a:lnTo>
                <a:lnTo>
                  <a:pt x="1170377" y="25210"/>
                </a:lnTo>
                <a:cubicBezTo>
                  <a:pt x="1170377" y="23056"/>
                  <a:pt x="1169946" y="22409"/>
                  <a:pt x="1168868" y="22409"/>
                </a:cubicBezTo>
                <a:cubicBezTo>
                  <a:pt x="1156371" y="40507"/>
                  <a:pt x="1149908" y="47832"/>
                  <a:pt x="1143661" y="51494"/>
                </a:cubicBezTo>
                <a:cubicBezTo>
                  <a:pt x="1141291" y="53003"/>
                  <a:pt x="1139996" y="54296"/>
                  <a:pt x="1139996" y="55591"/>
                </a:cubicBezTo>
                <a:cubicBezTo>
                  <a:pt x="1139996" y="56235"/>
                  <a:pt x="1140213" y="56666"/>
                  <a:pt x="1140860" y="57097"/>
                </a:cubicBezTo>
                <a:lnTo>
                  <a:pt x="1152278" y="57097"/>
                </a:lnTo>
                <a:lnTo>
                  <a:pt x="1152278" y="121952"/>
                </a:lnTo>
                <a:cubicBezTo>
                  <a:pt x="1152278" y="140051"/>
                  <a:pt x="1158742" y="149315"/>
                  <a:pt x="1171455" y="149315"/>
                </a:cubicBezTo>
                <a:cubicBezTo>
                  <a:pt x="1182012" y="149315"/>
                  <a:pt x="1190198" y="144144"/>
                  <a:pt x="1197309" y="132939"/>
                </a:cubicBezTo>
                <a:lnTo>
                  <a:pt x="1194508" y="130569"/>
                </a:lnTo>
                <a:cubicBezTo>
                  <a:pt x="1189767" y="136171"/>
                  <a:pt x="1186322" y="138111"/>
                  <a:pt x="1181581" y="138111"/>
                </a:cubicBezTo>
                <a:cubicBezTo>
                  <a:pt x="1173608" y="138111"/>
                  <a:pt x="1170377" y="132295"/>
                  <a:pt x="1170377" y="118720"/>
                </a:cubicBezTo>
                <a:lnTo>
                  <a:pt x="1170377" y="57097"/>
                </a:lnTo>
                <a:lnTo>
                  <a:pt x="1192138" y="57097"/>
                </a:lnTo>
                <a:lnTo>
                  <a:pt x="1192138" y="50202"/>
                </a:lnTo>
                <a:close/>
                <a:moveTo>
                  <a:pt x="1199249" y="147158"/>
                </a:moveTo>
                <a:lnTo>
                  <a:pt x="1250312" y="147158"/>
                </a:lnTo>
                <a:lnTo>
                  <a:pt x="1250312" y="143927"/>
                </a:lnTo>
                <a:cubicBezTo>
                  <a:pt x="1236093" y="142852"/>
                  <a:pt x="1234584" y="140912"/>
                  <a:pt x="1234367" y="125184"/>
                </a:cubicBezTo>
                <a:lnTo>
                  <a:pt x="1234367" y="48693"/>
                </a:lnTo>
                <a:lnTo>
                  <a:pt x="1233506" y="48049"/>
                </a:lnTo>
                <a:lnTo>
                  <a:pt x="1200110" y="59898"/>
                </a:lnTo>
                <a:lnTo>
                  <a:pt x="1200110" y="63129"/>
                </a:lnTo>
                <a:lnTo>
                  <a:pt x="1201836" y="62916"/>
                </a:lnTo>
                <a:cubicBezTo>
                  <a:pt x="1204420" y="62485"/>
                  <a:pt x="1207004" y="62268"/>
                  <a:pt x="1209161" y="62268"/>
                </a:cubicBezTo>
                <a:cubicBezTo>
                  <a:pt x="1214332" y="62268"/>
                  <a:pt x="1216269" y="65717"/>
                  <a:pt x="1216269" y="75195"/>
                </a:cubicBezTo>
                <a:lnTo>
                  <a:pt x="1216269" y="125184"/>
                </a:lnTo>
                <a:cubicBezTo>
                  <a:pt x="1215838" y="141126"/>
                  <a:pt x="1213902" y="143282"/>
                  <a:pt x="1199249" y="143927"/>
                </a:cubicBezTo>
                <a:lnTo>
                  <a:pt x="1199249" y="147158"/>
                </a:lnTo>
                <a:moveTo>
                  <a:pt x="1223380" y="0"/>
                </a:moveTo>
                <a:cubicBezTo>
                  <a:pt x="1217564" y="0"/>
                  <a:pt x="1212606" y="4958"/>
                  <a:pt x="1212606" y="10991"/>
                </a:cubicBezTo>
                <a:cubicBezTo>
                  <a:pt x="1212606" y="17237"/>
                  <a:pt x="1217347" y="21978"/>
                  <a:pt x="1223380" y="21978"/>
                </a:cubicBezTo>
                <a:cubicBezTo>
                  <a:pt x="1229843" y="21978"/>
                  <a:pt x="1234584" y="17237"/>
                  <a:pt x="1234584" y="10991"/>
                </a:cubicBezTo>
                <a:cubicBezTo>
                  <a:pt x="1234584" y="4741"/>
                  <a:pt x="1229630" y="0"/>
                  <a:pt x="1223380" y="0"/>
                </a:cubicBezTo>
                <a:close/>
                <a:moveTo>
                  <a:pt x="1310212" y="48049"/>
                </a:moveTo>
                <a:cubicBezTo>
                  <a:pt x="1281984" y="48049"/>
                  <a:pt x="1262593" y="68732"/>
                  <a:pt x="1262593" y="98465"/>
                </a:cubicBezTo>
                <a:cubicBezTo>
                  <a:pt x="1262593" y="127768"/>
                  <a:pt x="1282632" y="149315"/>
                  <a:pt x="1309778" y="149315"/>
                </a:cubicBezTo>
                <a:cubicBezTo>
                  <a:pt x="1336927" y="149315"/>
                  <a:pt x="1357610" y="126693"/>
                  <a:pt x="1357610" y="96742"/>
                </a:cubicBezTo>
                <a:cubicBezTo>
                  <a:pt x="1357610" y="68301"/>
                  <a:pt x="1337789" y="48049"/>
                  <a:pt x="1310212" y="48049"/>
                </a:cubicBezTo>
                <a:moveTo>
                  <a:pt x="1307411" y="54082"/>
                </a:moveTo>
                <a:cubicBezTo>
                  <a:pt x="1325509" y="54082"/>
                  <a:pt x="1338219" y="74764"/>
                  <a:pt x="1338219" y="104284"/>
                </a:cubicBezTo>
                <a:cubicBezTo>
                  <a:pt x="1338219" y="128846"/>
                  <a:pt x="1328524" y="143282"/>
                  <a:pt x="1312365" y="143282"/>
                </a:cubicBezTo>
                <a:cubicBezTo>
                  <a:pt x="1303962" y="143282"/>
                  <a:pt x="1295989" y="138111"/>
                  <a:pt x="1291466" y="129494"/>
                </a:cubicBezTo>
                <a:cubicBezTo>
                  <a:pt x="1285433" y="118290"/>
                  <a:pt x="1281984" y="103206"/>
                  <a:pt x="1281984" y="87908"/>
                </a:cubicBezTo>
                <a:cubicBezTo>
                  <a:pt x="1281984" y="67440"/>
                  <a:pt x="1291896" y="54082"/>
                  <a:pt x="1307411" y="54082"/>
                </a:cubicBezTo>
                <a:close/>
                <a:moveTo>
                  <a:pt x="1366876" y="147158"/>
                </a:moveTo>
                <a:lnTo>
                  <a:pt x="1412555" y="147158"/>
                </a:lnTo>
                <a:lnTo>
                  <a:pt x="1412555" y="143927"/>
                </a:lnTo>
                <a:cubicBezTo>
                  <a:pt x="1401781" y="143282"/>
                  <a:pt x="1398332" y="140481"/>
                  <a:pt x="1398332" y="132726"/>
                </a:cubicBezTo>
                <a:lnTo>
                  <a:pt x="1398332" y="72180"/>
                </a:lnTo>
                <a:cubicBezTo>
                  <a:pt x="1408675" y="62485"/>
                  <a:pt x="1413416" y="59898"/>
                  <a:pt x="1420527" y="59898"/>
                </a:cubicBezTo>
                <a:cubicBezTo>
                  <a:pt x="1431084" y="59898"/>
                  <a:pt x="1436255" y="66578"/>
                  <a:pt x="1436255" y="80797"/>
                </a:cubicBezTo>
                <a:lnTo>
                  <a:pt x="1436255" y="125828"/>
                </a:lnTo>
                <a:cubicBezTo>
                  <a:pt x="1435825" y="139834"/>
                  <a:pt x="1433237" y="143282"/>
                  <a:pt x="1422681" y="143927"/>
                </a:cubicBezTo>
                <a:lnTo>
                  <a:pt x="1422681" y="147158"/>
                </a:lnTo>
                <a:lnTo>
                  <a:pt x="1467498" y="147158"/>
                </a:lnTo>
                <a:lnTo>
                  <a:pt x="1467498" y="143927"/>
                </a:lnTo>
                <a:cubicBezTo>
                  <a:pt x="1456938" y="142852"/>
                  <a:pt x="1454568" y="140264"/>
                  <a:pt x="1454354" y="129708"/>
                </a:cubicBezTo>
                <a:lnTo>
                  <a:pt x="1454354" y="80367"/>
                </a:lnTo>
                <a:cubicBezTo>
                  <a:pt x="1454354" y="60115"/>
                  <a:pt x="1444872" y="48049"/>
                  <a:pt x="1428930" y="48049"/>
                </a:cubicBezTo>
                <a:cubicBezTo>
                  <a:pt x="1419018" y="48049"/>
                  <a:pt x="1412338" y="51711"/>
                  <a:pt x="1397688" y="65500"/>
                </a:cubicBezTo>
                <a:lnTo>
                  <a:pt x="1397688" y="48480"/>
                </a:lnTo>
                <a:lnTo>
                  <a:pt x="1396179" y="48049"/>
                </a:lnTo>
                <a:cubicBezTo>
                  <a:pt x="1384975" y="52142"/>
                  <a:pt x="1377650" y="54512"/>
                  <a:pt x="1366445" y="57744"/>
                </a:cubicBezTo>
                <a:lnTo>
                  <a:pt x="1366445" y="61407"/>
                </a:lnTo>
                <a:cubicBezTo>
                  <a:pt x="1367954" y="60762"/>
                  <a:pt x="1369894" y="60545"/>
                  <a:pt x="1372265" y="60545"/>
                </a:cubicBezTo>
                <a:cubicBezTo>
                  <a:pt x="1378297" y="60545"/>
                  <a:pt x="1380234" y="63777"/>
                  <a:pt x="1380234" y="74334"/>
                </a:cubicBezTo>
                <a:lnTo>
                  <a:pt x="1380234" y="127768"/>
                </a:lnTo>
                <a:cubicBezTo>
                  <a:pt x="1380020" y="140481"/>
                  <a:pt x="1377650" y="143282"/>
                  <a:pt x="1366876" y="143927"/>
                </a:cubicBezTo>
                <a:lnTo>
                  <a:pt x="1366876" y="1471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ED9D68-0068-482E-BA62-6B432DB1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850" y="1030643"/>
            <a:ext cx="3256999" cy="911887"/>
          </a:xfrm>
          <a:custGeom xmlns:a="http://schemas.openxmlformats.org/drawingml/2006/main">
            <a:pathLst>
              <a:path w="3256999" h="911887" fill="none">
                <a:moveTo>
                  <a:pt x="0" y="911887"/>
                </a:moveTo>
                <a:lnTo>
                  <a:pt x="32569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980" cap="rnd">
            <a:solidFill>
              <a:srgbClr val="000000"/>
            </a:solidFill>
            <a:round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24CBA-3488-4B8A-954F-AE590E2B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862" y="987901"/>
            <a:ext cx="75987" cy="118576"/>
          </a:xfrm>
          <a:custGeom xmlns:a="http://schemas.openxmlformats.org/drawingml/2006/main">
            <a:pathLst>
              <a:path w="75987" h="118576" fill="none">
                <a:moveTo>
                  <a:pt x="33244" y="118576"/>
                </a:moveTo>
                <a:lnTo>
                  <a:pt x="75987" y="4274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980" cap="rnd">
            <a:solidFill>
              <a:srgbClr val="000000"/>
            </a:solidFill>
            <a:round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BAE6D4-B227-4B2A-927B-CD1EE754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850" y="2415686"/>
            <a:ext cx="3256999" cy="10"/>
          </a:xfrm>
          <a:custGeom xmlns:a="http://schemas.openxmlformats.org/drawingml/2006/main">
            <a:pathLst>
              <a:path w="3256999" h="1" fill="none">
                <a:moveTo>
                  <a:pt x="0" y="0"/>
                </a:moveTo>
                <a:lnTo>
                  <a:pt x="32569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980" cap="rnd">
            <a:solidFill>
              <a:srgbClr val="000000"/>
            </a:solidFill>
            <a:round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39E2CB-CA04-4271-8970-201F7381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263" y="2354100"/>
            <a:ext cx="61586" cy="123172"/>
          </a:xfrm>
          <a:custGeom xmlns:a="http://schemas.openxmlformats.org/drawingml/2006/main">
            <a:pathLst>
              <a:path w="61586" h="123172" fill="none">
                <a:moveTo>
                  <a:pt x="0" y="123172"/>
                </a:moveTo>
                <a:lnTo>
                  <a:pt x="61586" y="6158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980" cap="rnd">
            <a:solidFill>
              <a:srgbClr val="000000"/>
            </a:solidFill>
            <a:round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536C07-6061-4A49-9E59-02ABBE64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114" y="265107"/>
            <a:ext cx="119036" cy="132211"/>
          </a:xfrm>
          <a:custGeom xmlns:a="http://schemas.openxmlformats.org/drawingml/2006/main">
            <a:pathLst>
              <a:path w="119036" h="132211">
                <a:moveTo>
                  <a:pt x="119036" y="66182"/>
                </a:moveTo>
                <a:cubicBezTo>
                  <a:pt x="119036" y="102643"/>
                  <a:pt x="92379" y="132211"/>
                  <a:pt x="59441" y="132211"/>
                </a:cubicBezTo>
                <a:cubicBezTo>
                  <a:pt x="26657" y="132211"/>
                  <a:pt x="0" y="102643"/>
                  <a:pt x="0" y="66182"/>
                </a:cubicBezTo>
                <a:cubicBezTo>
                  <a:pt x="0" y="29567"/>
                  <a:pt x="26657" y="0"/>
                  <a:pt x="59441" y="0"/>
                </a:cubicBezTo>
                <a:cubicBezTo>
                  <a:pt x="92379" y="0"/>
                  <a:pt x="119036" y="29567"/>
                  <a:pt x="119036" y="661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857EED-D639-423E-81B7-91C2DC5D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114" y="265107"/>
            <a:ext cx="119036" cy="132211"/>
          </a:xfrm>
          <a:custGeom xmlns:a="http://schemas.openxmlformats.org/drawingml/2006/main">
            <a:pathLst>
              <a:path w="119036" h="132211" fill="none">
                <a:moveTo>
                  <a:pt x="119036" y="66182"/>
                </a:moveTo>
                <a:cubicBezTo>
                  <a:pt x="119036" y="29567"/>
                  <a:pt x="92379" y="0"/>
                  <a:pt x="59441" y="0"/>
                </a:cubicBezTo>
                <a:cubicBezTo>
                  <a:pt x="26657" y="0"/>
                  <a:pt x="0" y="29567"/>
                  <a:pt x="0" y="66182"/>
                </a:cubicBezTo>
                <a:cubicBezTo>
                  <a:pt x="0" y="102643"/>
                  <a:pt x="26657" y="132211"/>
                  <a:pt x="59441" y="132211"/>
                </a:cubicBezTo>
                <a:cubicBezTo>
                  <a:pt x="92379" y="132211"/>
                  <a:pt x="119036" y="102643"/>
                  <a:pt x="119036" y="6618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980" cap="rnd">
            <a:solidFill>
              <a:srgbClr val="000000"/>
            </a:solidFill>
            <a:round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67DEB-96B0-4D43-9749-698FA470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16" y="265107"/>
            <a:ext cx="119036" cy="132211"/>
          </a:xfrm>
          <a:custGeom xmlns:a="http://schemas.openxmlformats.org/drawingml/2006/main">
            <a:pathLst>
              <a:path w="119036" h="132211">
                <a:moveTo>
                  <a:pt x="119036" y="66182"/>
                </a:moveTo>
                <a:cubicBezTo>
                  <a:pt x="119036" y="102643"/>
                  <a:pt x="92379" y="132211"/>
                  <a:pt x="59441" y="132211"/>
                </a:cubicBezTo>
                <a:cubicBezTo>
                  <a:pt x="26657" y="132211"/>
                  <a:pt x="0" y="102643"/>
                  <a:pt x="0" y="66182"/>
                </a:cubicBezTo>
                <a:cubicBezTo>
                  <a:pt x="0" y="29567"/>
                  <a:pt x="26657" y="0"/>
                  <a:pt x="59441" y="0"/>
                </a:cubicBezTo>
                <a:cubicBezTo>
                  <a:pt x="92379" y="0"/>
                  <a:pt x="119036" y="29567"/>
                  <a:pt x="119036" y="661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A8AECD-4F69-4959-839A-D9F3DBF7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16" y="265107"/>
            <a:ext cx="119036" cy="132211"/>
          </a:xfrm>
          <a:custGeom xmlns:a="http://schemas.openxmlformats.org/drawingml/2006/main">
            <a:pathLst>
              <a:path w="119036" h="132211" fill="none">
                <a:moveTo>
                  <a:pt x="119036" y="66182"/>
                </a:moveTo>
                <a:cubicBezTo>
                  <a:pt x="119036" y="29567"/>
                  <a:pt x="92379" y="0"/>
                  <a:pt x="59441" y="0"/>
                </a:cubicBezTo>
                <a:cubicBezTo>
                  <a:pt x="26657" y="0"/>
                  <a:pt x="0" y="29567"/>
                  <a:pt x="0" y="66182"/>
                </a:cubicBezTo>
                <a:cubicBezTo>
                  <a:pt x="0" y="102643"/>
                  <a:pt x="26657" y="132211"/>
                  <a:pt x="59441" y="132211"/>
                </a:cubicBezTo>
                <a:cubicBezTo>
                  <a:pt x="92379" y="132211"/>
                  <a:pt x="119036" y="102643"/>
                  <a:pt x="119036" y="6618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980" cap="rnd">
            <a:solidFill>
              <a:srgbClr val="000000"/>
            </a:solidFill>
            <a:round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0D441E-5E40-4D37-ADB7-E6E7A5DF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866" y="265107"/>
            <a:ext cx="118883" cy="132211"/>
          </a:xfrm>
          <a:custGeom xmlns:a="http://schemas.openxmlformats.org/drawingml/2006/main">
            <a:pathLst>
              <a:path w="118883" h="132211">
                <a:moveTo>
                  <a:pt x="118883" y="66182"/>
                </a:moveTo>
                <a:cubicBezTo>
                  <a:pt x="118883" y="102643"/>
                  <a:pt x="92226" y="132211"/>
                  <a:pt x="59441" y="132211"/>
                </a:cubicBezTo>
                <a:cubicBezTo>
                  <a:pt x="26503" y="132211"/>
                  <a:pt x="0" y="102643"/>
                  <a:pt x="0" y="66182"/>
                </a:cubicBezTo>
                <a:cubicBezTo>
                  <a:pt x="0" y="29567"/>
                  <a:pt x="26503" y="0"/>
                  <a:pt x="59441" y="0"/>
                </a:cubicBezTo>
                <a:cubicBezTo>
                  <a:pt x="92226" y="0"/>
                  <a:pt x="118883" y="29567"/>
                  <a:pt x="118883" y="661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17D799-42A1-4B1F-ACE9-28850C08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866" y="265107"/>
            <a:ext cx="118883" cy="132211"/>
          </a:xfrm>
          <a:custGeom xmlns:a="http://schemas.openxmlformats.org/drawingml/2006/main">
            <a:pathLst>
              <a:path w="118883" h="132211" fill="none">
                <a:moveTo>
                  <a:pt x="118883" y="66182"/>
                </a:moveTo>
                <a:cubicBezTo>
                  <a:pt x="118883" y="29567"/>
                  <a:pt x="92226" y="0"/>
                  <a:pt x="59441" y="0"/>
                </a:cubicBezTo>
                <a:cubicBezTo>
                  <a:pt x="26503" y="0"/>
                  <a:pt x="0" y="29567"/>
                  <a:pt x="0" y="66182"/>
                </a:cubicBezTo>
                <a:cubicBezTo>
                  <a:pt x="0" y="102643"/>
                  <a:pt x="26503" y="132211"/>
                  <a:pt x="59441" y="132211"/>
                </a:cubicBezTo>
                <a:cubicBezTo>
                  <a:pt x="92226" y="132211"/>
                  <a:pt x="118883" y="102643"/>
                  <a:pt x="118883" y="6618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980" cap="rnd">
            <a:solidFill>
              <a:srgbClr val="000000"/>
            </a:solidFill>
            <a:round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4BA9E9-445F-479B-873E-564B2365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114" y="265107"/>
            <a:ext cx="119036" cy="132211"/>
          </a:xfrm>
          <a:custGeom xmlns:a="http://schemas.openxmlformats.org/drawingml/2006/main">
            <a:pathLst>
              <a:path w="119036" h="132211">
                <a:moveTo>
                  <a:pt x="119036" y="66182"/>
                </a:moveTo>
                <a:cubicBezTo>
                  <a:pt x="119036" y="102643"/>
                  <a:pt x="92379" y="132211"/>
                  <a:pt x="59441" y="132211"/>
                </a:cubicBezTo>
                <a:cubicBezTo>
                  <a:pt x="26657" y="132211"/>
                  <a:pt x="0" y="102643"/>
                  <a:pt x="0" y="66182"/>
                </a:cubicBezTo>
                <a:cubicBezTo>
                  <a:pt x="0" y="29567"/>
                  <a:pt x="26657" y="0"/>
                  <a:pt x="59441" y="0"/>
                </a:cubicBezTo>
                <a:cubicBezTo>
                  <a:pt x="92379" y="0"/>
                  <a:pt x="119036" y="29567"/>
                  <a:pt x="119036" y="661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B773B3-E91F-4BF9-8963-800D6556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114" y="265107"/>
            <a:ext cx="119036" cy="132211"/>
          </a:xfrm>
          <a:custGeom xmlns:a="http://schemas.openxmlformats.org/drawingml/2006/main">
            <a:pathLst>
              <a:path w="119036" h="132211" fill="none">
                <a:moveTo>
                  <a:pt x="119036" y="66182"/>
                </a:moveTo>
                <a:cubicBezTo>
                  <a:pt x="119036" y="29567"/>
                  <a:pt x="92379" y="0"/>
                  <a:pt x="59441" y="0"/>
                </a:cubicBezTo>
                <a:cubicBezTo>
                  <a:pt x="26657" y="0"/>
                  <a:pt x="0" y="29567"/>
                  <a:pt x="0" y="66182"/>
                </a:cubicBezTo>
                <a:cubicBezTo>
                  <a:pt x="0" y="102643"/>
                  <a:pt x="26657" y="132211"/>
                  <a:pt x="59441" y="132211"/>
                </a:cubicBezTo>
                <a:cubicBezTo>
                  <a:pt x="92379" y="132211"/>
                  <a:pt x="119036" y="102643"/>
                  <a:pt x="119036" y="6618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980" cap="rnd">
            <a:solidFill>
              <a:srgbClr val="000000"/>
            </a:solidFill>
            <a:round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6F3A0-1AD1-4018-B2B7-04D3C56B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16" y="265107"/>
            <a:ext cx="119036" cy="132211"/>
          </a:xfrm>
          <a:custGeom xmlns:a="http://schemas.openxmlformats.org/drawingml/2006/main">
            <a:pathLst>
              <a:path w="119036" h="132211">
                <a:moveTo>
                  <a:pt x="119036" y="66182"/>
                </a:moveTo>
                <a:cubicBezTo>
                  <a:pt x="119036" y="102643"/>
                  <a:pt x="92379" y="132211"/>
                  <a:pt x="59441" y="132211"/>
                </a:cubicBezTo>
                <a:cubicBezTo>
                  <a:pt x="26657" y="132211"/>
                  <a:pt x="0" y="102643"/>
                  <a:pt x="0" y="66182"/>
                </a:cubicBezTo>
                <a:cubicBezTo>
                  <a:pt x="0" y="29567"/>
                  <a:pt x="26657" y="0"/>
                  <a:pt x="59441" y="0"/>
                </a:cubicBezTo>
                <a:cubicBezTo>
                  <a:pt x="92379" y="0"/>
                  <a:pt x="119036" y="29567"/>
                  <a:pt x="119036" y="661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D74311-4E21-453D-9835-BCB4A120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16" y="265107"/>
            <a:ext cx="119036" cy="132211"/>
          </a:xfrm>
          <a:custGeom xmlns:a="http://schemas.openxmlformats.org/drawingml/2006/main">
            <a:pathLst>
              <a:path w="119036" h="132211" fill="none">
                <a:moveTo>
                  <a:pt x="119036" y="66182"/>
                </a:moveTo>
                <a:cubicBezTo>
                  <a:pt x="119036" y="29567"/>
                  <a:pt x="92379" y="0"/>
                  <a:pt x="59441" y="0"/>
                </a:cubicBezTo>
                <a:cubicBezTo>
                  <a:pt x="26657" y="0"/>
                  <a:pt x="0" y="29567"/>
                  <a:pt x="0" y="66182"/>
                </a:cubicBezTo>
                <a:cubicBezTo>
                  <a:pt x="0" y="102643"/>
                  <a:pt x="26657" y="132211"/>
                  <a:pt x="59441" y="132211"/>
                </a:cubicBezTo>
                <a:cubicBezTo>
                  <a:pt x="92379" y="132211"/>
                  <a:pt x="119036" y="102643"/>
                  <a:pt x="119036" y="6618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980" cap="rnd">
            <a:solidFill>
              <a:srgbClr val="000000"/>
            </a:solidFill>
            <a:round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2E150-E348-4030-9C6D-61419039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866" y="265107"/>
            <a:ext cx="118883" cy="132211"/>
          </a:xfrm>
          <a:custGeom xmlns:a="http://schemas.openxmlformats.org/drawingml/2006/main">
            <a:pathLst>
              <a:path w="118883" h="132211">
                <a:moveTo>
                  <a:pt x="118883" y="66182"/>
                </a:moveTo>
                <a:cubicBezTo>
                  <a:pt x="118883" y="102643"/>
                  <a:pt x="92226" y="132211"/>
                  <a:pt x="59441" y="132211"/>
                </a:cubicBezTo>
                <a:cubicBezTo>
                  <a:pt x="26503" y="132211"/>
                  <a:pt x="0" y="102643"/>
                  <a:pt x="0" y="66182"/>
                </a:cubicBezTo>
                <a:cubicBezTo>
                  <a:pt x="0" y="29567"/>
                  <a:pt x="26503" y="0"/>
                  <a:pt x="59441" y="0"/>
                </a:cubicBezTo>
                <a:cubicBezTo>
                  <a:pt x="92226" y="0"/>
                  <a:pt x="118883" y="29567"/>
                  <a:pt x="118883" y="661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2C215-CB78-426D-A665-133022CB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866" y="265107"/>
            <a:ext cx="118883" cy="132211"/>
          </a:xfrm>
          <a:custGeom xmlns:a="http://schemas.openxmlformats.org/drawingml/2006/main">
            <a:pathLst>
              <a:path w="118883" h="132211" fill="none">
                <a:moveTo>
                  <a:pt x="118883" y="66182"/>
                </a:moveTo>
                <a:cubicBezTo>
                  <a:pt x="118883" y="29567"/>
                  <a:pt x="92226" y="0"/>
                  <a:pt x="59441" y="0"/>
                </a:cubicBezTo>
                <a:cubicBezTo>
                  <a:pt x="26503" y="0"/>
                  <a:pt x="0" y="29567"/>
                  <a:pt x="0" y="66182"/>
                </a:cubicBezTo>
                <a:cubicBezTo>
                  <a:pt x="0" y="102643"/>
                  <a:pt x="26503" y="132211"/>
                  <a:pt x="59441" y="132211"/>
                </a:cubicBezTo>
                <a:cubicBezTo>
                  <a:pt x="92226" y="132211"/>
                  <a:pt x="118883" y="102643"/>
                  <a:pt x="118883" y="6618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980" cap="rnd">
            <a:solidFill>
              <a:srgbClr val="000000"/>
            </a:solidFill>
            <a:round/>
          </a:ln>
        </p:spPr>
      </p:sp>
      <p:sp>
        <p:nvSpPr>
          <p:cNvPr id="48" name="Text UserA(Victim)">
            <a:extLst xmlns:a="http://schemas.openxmlformats.org/drawingml/2006/main">
              <a:ext uri="{FF2B5EF4-FFF2-40B4-BE49-F238E27FC236}">
                <a16:creationId xmlns:a16="http://schemas.microsoft.com/office/drawing/2014/main" id="{D0F2CC18-CC53-473A-BC4F-828900C4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4" y="988814"/>
            <a:ext cx="1416917" cy="185729"/>
          </a:xfrm>
          <a:custGeom xmlns:a="http://schemas.openxmlformats.org/drawingml/2006/main">
            <a:pathLst>
              <a:path w="1416917" h="185729">
                <a:moveTo>
                  <a:pt x="148881" y="6897"/>
                </a:moveTo>
                <a:lnTo>
                  <a:pt x="98896" y="6897"/>
                </a:lnTo>
                <a:lnTo>
                  <a:pt x="98896" y="10991"/>
                </a:lnTo>
                <a:cubicBezTo>
                  <a:pt x="115485" y="12066"/>
                  <a:pt x="118717" y="16376"/>
                  <a:pt x="119148" y="38567"/>
                </a:cubicBezTo>
                <a:lnTo>
                  <a:pt x="119148" y="96742"/>
                </a:lnTo>
                <a:cubicBezTo>
                  <a:pt x="119148" y="111395"/>
                  <a:pt x="117856" y="119582"/>
                  <a:pt x="114193" y="126045"/>
                </a:cubicBezTo>
                <a:cubicBezTo>
                  <a:pt x="108377" y="136388"/>
                  <a:pt x="94586" y="143065"/>
                  <a:pt x="78427" y="143065"/>
                </a:cubicBezTo>
                <a:cubicBezTo>
                  <a:pt x="63129" y="143065"/>
                  <a:pt x="52573" y="137897"/>
                  <a:pt x="46754" y="127768"/>
                </a:cubicBezTo>
                <a:cubicBezTo>
                  <a:pt x="42878" y="120874"/>
                  <a:pt x="41368" y="112901"/>
                  <a:pt x="41368" y="99330"/>
                </a:cubicBezTo>
                <a:lnTo>
                  <a:pt x="41368" y="30381"/>
                </a:lnTo>
                <a:cubicBezTo>
                  <a:pt x="41582" y="14653"/>
                  <a:pt x="43739" y="12500"/>
                  <a:pt x="60976" y="10991"/>
                </a:cubicBezTo>
                <a:lnTo>
                  <a:pt x="60976" y="6897"/>
                </a:lnTo>
                <a:lnTo>
                  <a:pt x="0" y="6897"/>
                </a:lnTo>
                <a:lnTo>
                  <a:pt x="0" y="10991"/>
                </a:lnTo>
                <a:cubicBezTo>
                  <a:pt x="17020" y="12283"/>
                  <a:pt x="19177" y="14436"/>
                  <a:pt x="19391" y="30381"/>
                </a:cubicBezTo>
                <a:lnTo>
                  <a:pt x="19391" y="97604"/>
                </a:lnTo>
                <a:cubicBezTo>
                  <a:pt x="19391" y="134879"/>
                  <a:pt x="36845" y="152547"/>
                  <a:pt x="73472" y="152547"/>
                </a:cubicBezTo>
                <a:cubicBezTo>
                  <a:pt x="96956" y="152547"/>
                  <a:pt x="113115" y="145005"/>
                  <a:pt x="121518" y="130355"/>
                </a:cubicBezTo>
                <a:cubicBezTo>
                  <a:pt x="126690" y="121304"/>
                  <a:pt x="128629" y="111395"/>
                  <a:pt x="128629" y="94803"/>
                </a:cubicBezTo>
                <a:lnTo>
                  <a:pt x="128629" y="38567"/>
                </a:lnTo>
                <a:cubicBezTo>
                  <a:pt x="129060" y="15945"/>
                  <a:pt x="131430" y="12930"/>
                  <a:pt x="148881" y="10991"/>
                </a:cubicBezTo>
                <a:lnTo>
                  <a:pt x="148881" y="6897"/>
                </a:lnTo>
                <a:close/>
                <a:moveTo>
                  <a:pt x="219336" y="81876"/>
                </a:moveTo>
                <a:lnTo>
                  <a:pt x="218475" y="52359"/>
                </a:lnTo>
                <a:lnTo>
                  <a:pt x="216105" y="52359"/>
                </a:lnTo>
                <a:cubicBezTo>
                  <a:pt x="215030" y="54082"/>
                  <a:pt x="213951" y="54729"/>
                  <a:pt x="212659" y="54729"/>
                </a:cubicBezTo>
                <a:cubicBezTo>
                  <a:pt x="211367" y="54729"/>
                  <a:pt x="209211" y="54299"/>
                  <a:pt x="206840" y="53220"/>
                </a:cubicBezTo>
                <a:cubicBezTo>
                  <a:pt x="201886" y="51498"/>
                  <a:pt x="196931" y="50419"/>
                  <a:pt x="191760" y="50419"/>
                </a:cubicBezTo>
                <a:cubicBezTo>
                  <a:pt x="174736" y="50419"/>
                  <a:pt x="162457" y="61624"/>
                  <a:pt x="162457" y="77135"/>
                </a:cubicBezTo>
                <a:cubicBezTo>
                  <a:pt x="162457" y="89200"/>
                  <a:pt x="169351" y="97821"/>
                  <a:pt x="187667" y="108164"/>
                </a:cubicBezTo>
                <a:lnTo>
                  <a:pt x="200163" y="115272"/>
                </a:lnTo>
                <a:cubicBezTo>
                  <a:pt x="207701" y="119582"/>
                  <a:pt x="211367" y="124753"/>
                  <a:pt x="211367" y="131430"/>
                </a:cubicBezTo>
                <a:cubicBezTo>
                  <a:pt x="211367" y="140912"/>
                  <a:pt x="204470" y="146945"/>
                  <a:pt x="193482" y="146945"/>
                </a:cubicBezTo>
                <a:cubicBezTo>
                  <a:pt x="178616" y="146945"/>
                  <a:pt x="171074" y="138758"/>
                  <a:pt x="166119" y="116781"/>
                </a:cubicBezTo>
                <a:lnTo>
                  <a:pt x="162671" y="116781"/>
                </a:lnTo>
                <a:lnTo>
                  <a:pt x="162671" y="150393"/>
                </a:lnTo>
                <a:lnTo>
                  <a:pt x="165472" y="150393"/>
                </a:lnTo>
                <a:cubicBezTo>
                  <a:pt x="166981" y="148237"/>
                  <a:pt x="167842" y="147806"/>
                  <a:pt x="170429" y="147806"/>
                </a:cubicBezTo>
                <a:cubicBezTo>
                  <a:pt x="172800" y="147806"/>
                  <a:pt x="175384" y="148237"/>
                  <a:pt x="180338" y="149529"/>
                </a:cubicBezTo>
                <a:cubicBezTo>
                  <a:pt x="186158" y="150824"/>
                  <a:pt x="191760" y="151686"/>
                  <a:pt x="196067" y="151686"/>
                </a:cubicBezTo>
                <a:cubicBezTo>
                  <a:pt x="212873" y="151686"/>
                  <a:pt x="226448" y="139189"/>
                  <a:pt x="226448" y="124105"/>
                </a:cubicBezTo>
                <a:cubicBezTo>
                  <a:pt x="226448" y="113332"/>
                  <a:pt x="221276" y="106224"/>
                  <a:pt x="208349" y="98465"/>
                </a:cubicBezTo>
                <a:lnTo>
                  <a:pt x="185079" y="84677"/>
                </a:lnTo>
                <a:cubicBezTo>
                  <a:pt x="179046" y="81014"/>
                  <a:pt x="175815" y="75843"/>
                  <a:pt x="175815" y="70027"/>
                </a:cubicBezTo>
                <a:cubicBezTo>
                  <a:pt x="175815" y="61193"/>
                  <a:pt x="182495" y="55374"/>
                  <a:pt x="192404" y="55374"/>
                </a:cubicBezTo>
                <a:cubicBezTo>
                  <a:pt x="204687" y="55374"/>
                  <a:pt x="211150" y="62485"/>
                  <a:pt x="216105" y="81876"/>
                </a:cubicBezTo>
                <a:lnTo>
                  <a:pt x="219336" y="81876"/>
                </a:lnTo>
                <a:close/>
                <a:moveTo>
                  <a:pt x="323619" y="114196"/>
                </a:moveTo>
                <a:cubicBezTo>
                  <a:pt x="313280" y="130569"/>
                  <a:pt x="304012" y="136819"/>
                  <a:pt x="290223" y="136819"/>
                </a:cubicBezTo>
                <a:cubicBezTo>
                  <a:pt x="277944" y="136819"/>
                  <a:pt x="268679" y="130569"/>
                  <a:pt x="262430" y="118290"/>
                </a:cubicBezTo>
                <a:cubicBezTo>
                  <a:pt x="258550" y="110100"/>
                  <a:pt x="257044" y="103206"/>
                  <a:pt x="256614" y="89848"/>
                </a:cubicBezTo>
                <a:lnTo>
                  <a:pt x="322975" y="89848"/>
                </a:lnTo>
                <a:cubicBezTo>
                  <a:pt x="321249" y="75843"/>
                  <a:pt x="319095" y="69596"/>
                  <a:pt x="313710" y="62699"/>
                </a:cubicBezTo>
                <a:cubicBezTo>
                  <a:pt x="307243" y="54943"/>
                  <a:pt x="297335" y="50419"/>
                  <a:pt x="286130" y="50419"/>
                </a:cubicBezTo>
                <a:cubicBezTo>
                  <a:pt x="275357" y="50419"/>
                  <a:pt x="265231" y="54299"/>
                  <a:pt x="257044" y="61624"/>
                </a:cubicBezTo>
                <a:cubicBezTo>
                  <a:pt x="246915" y="70458"/>
                  <a:pt x="241099" y="85755"/>
                  <a:pt x="241099" y="103423"/>
                </a:cubicBezTo>
                <a:cubicBezTo>
                  <a:pt x="241099" y="133156"/>
                  <a:pt x="256614" y="151686"/>
                  <a:pt x="281389" y="151686"/>
                </a:cubicBezTo>
                <a:cubicBezTo>
                  <a:pt x="301858" y="151686"/>
                  <a:pt x="318017" y="138972"/>
                  <a:pt x="327068" y="115702"/>
                </a:cubicBezTo>
                <a:lnTo>
                  <a:pt x="323619" y="114196"/>
                </a:lnTo>
                <a:moveTo>
                  <a:pt x="257044" y="82954"/>
                </a:moveTo>
                <a:cubicBezTo>
                  <a:pt x="259411" y="66147"/>
                  <a:pt x="266740" y="58175"/>
                  <a:pt x="279880" y="58175"/>
                </a:cubicBezTo>
                <a:cubicBezTo>
                  <a:pt x="293024" y="58175"/>
                  <a:pt x="298196" y="64208"/>
                  <a:pt x="300997" y="82954"/>
                </a:cubicBezTo>
                <a:lnTo>
                  <a:pt x="257044" y="82954"/>
                </a:lnTo>
                <a:close/>
                <a:moveTo>
                  <a:pt x="330514" y="149529"/>
                </a:moveTo>
                <a:lnTo>
                  <a:pt x="382225" y="149529"/>
                </a:lnTo>
                <a:lnTo>
                  <a:pt x="382225" y="146297"/>
                </a:lnTo>
                <a:cubicBezTo>
                  <a:pt x="367789" y="145866"/>
                  <a:pt x="364341" y="142852"/>
                  <a:pt x="363910" y="130138"/>
                </a:cubicBezTo>
                <a:lnTo>
                  <a:pt x="363910" y="81662"/>
                </a:lnTo>
                <a:cubicBezTo>
                  <a:pt x="363910" y="74764"/>
                  <a:pt x="372961" y="63994"/>
                  <a:pt x="378994" y="63994"/>
                </a:cubicBezTo>
                <a:cubicBezTo>
                  <a:pt x="380286" y="63994"/>
                  <a:pt x="382225" y="65069"/>
                  <a:pt x="384596" y="67226"/>
                </a:cubicBezTo>
                <a:cubicBezTo>
                  <a:pt x="387828" y="70458"/>
                  <a:pt x="390412" y="71533"/>
                  <a:pt x="393213" y="71533"/>
                </a:cubicBezTo>
                <a:cubicBezTo>
                  <a:pt x="398384" y="71533"/>
                  <a:pt x="401616" y="67870"/>
                  <a:pt x="401616" y="61837"/>
                </a:cubicBezTo>
                <a:cubicBezTo>
                  <a:pt x="401616" y="54729"/>
                  <a:pt x="397092" y="50419"/>
                  <a:pt x="389767" y="50419"/>
                </a:cubicBezTo>
                <a:cubicBezTo>
                  <a:pt x="380716" y="50419"/>
                  <a:pt x="374684" y="55160"/>
                  <a:pt x="363910" y="70671"/>
                </a:cubicBezTo>
                <a:lnTo>
                  <a:pt x="363910" y="50850"/>
                </a:lnTo>
                <a:lnTo>
                  <a:pt x="362835" y="50419"/>
                </a:lnTo>
                <a:cubicBezTo>
                  <a:pt x="350769" y="55160"/>
                  <a:pt x="343010" y="58175"/>
                  <a:pt x="330945" y="62054"/>
                </a:cubicBezTo>
                <a:lnTo>
                  <a:pt x="330945" y="65500"/>
                </a:lnTo>
                <a:cubicBezTo>
                  <a:pt x="333963" y="64855"/>
                  <a:pt x="335902" y="64638"/>
                  <a:pt x="338487" y="64638"/>
                </a:cubicBezTo>
                <a:cubicBezTo>
                  <a:pt x="343872" y="64638"/>
                  <a:pt x="345811" y="68087"/>
                  <a:pt x="345811" y="77565"/>
                </a:cubicBezTo>
                <a:lnTo>
                  <a:pt x="345811" y="131430"/>
                </a:lnTo>
                <a:cubicBezTo>
                  <a:pt x="345381" y="142635"/>
                  <a:pt x="344089" y="143930"/>
                  <a:pt x="330514" y="146297"/>
                </a:cubicBezTo>
                <a:lnTo>
                  <a:pt x="330514" y="149529"/>
                </a:lnTo>
                <a:close/>
                <a:moveTo>
                  <a:pt x="607165" y="145436"/>
                </a:moveTo>
                <a:cubicBezTo>
                  <a:pt x="597469" y="144791"/>
                  <a:pt x="595316" y="142635"/>
                  <a:pt x="587774" y="126693"/>
                </a:cubicBezTo>
                <a:lnTo>
                  <a:pt x="534123" y="4310"/>
                </a:lnTo>
                <a:lnTo>
                  <a:pt x="529816" y="4310"/>
                </a:lnTo>
                <a:lnTo>
                  <a:pt x="484999" y="110100"/>
                </a:lnTo>
                <a:cubicBezTo>
                  <a:pt x="471210" y="141560"/>
                  <a:pt x="468623" y="145005"/>
                  <a:pt x="458283" y="145436"/>
                </a:cubicBezTo>
                <a:lnTo>
                  <a:pt x="458283" y="149529"/>
                </a:lnTo>
                <a:lnTo>
                  <a:pt x="500944" y="149529"/>
                </a:lnTo>
                <a:lnTo>
                  <a:pt x="500944" y="145436"/>
                </a:lnTo>
                <a:cubicBezTo>
                  <a:pt x="490601" y="145436"/>
                  <a:pt x="486291" y="142852"/>
                  <a:pt x="486291" y="136602"/>
                </a:cubicBezTo>
                <a:cubicBezTo>
                  <a:pt x="486291" y="134018"/>
                  <a:pt x="486939" y="131000"/>
                  <a:pt x="488017" y="128199"/>
                </a:cubicBezTo>
                <a:lnTo>
                  <a:pt x="497926" y="102992"/>
                </a:lnTo>
                <a:lnTo>
                  <a:pt x="554378" y="102992"/>
                </a:lnTo>
                <a:lnTo>
                  <a:pt x="563212" y="123675"/>
                </a:lnTo>
                <a:cubicBezTo>
                  <a:pt x="565796" y="129494"/>
                  <a:pt x="567305" y="135096"/>
                  <a:pt x="567305" y="138111"/>
                </a:cubicBezTo>
                <a:cubicBezTo>
                  <a:pt x="567305" y="143496"/>
                  <a:pt x="563643" y="145222"/>
                  <a:pt x="552221" y="145436"/>
                </a:cubicBezTo>
                <a:lnTo>
                  <a:pt x="552221" y="149529"/>
                </a:lnTo>
                <a:lnTo>
                  <a:pt x="607165" y="149529"/>
                </a:lnTo>
                <a:lnTo>
                  <a:pt x="607165" y="145436"/>
                </a:lnTo>
                <a:moveTo>
                  <a:pt x="501588" y="94158"/>
                </a:moveTo>
                <a:lnTo>
                  <a:pt x="526367" y="34905"/>
                </a:lnTo>
                <a:lnTo>
                  <a:pt x="551360" y="94158"/>
                </a:lnTo>
                <a:lnTo>
                  <a:pt x="501588" y="94158"/>
                </a:lnTo>
                <a:close/>
                <a:moveTo>
                  <a:pt x="730251" y="0"/>
                </a:moveTo>
                <a:cubicBezTo>
                  <a:pt x="716890" y="7111"/>
                  <a:pt x="710857" y="11635"/>
                  <a:pt x="702454" y="20469"/>
                </a:cubicBezTo>
                <a:cubicBezTo>
                  <a:pt x="684142" y="40293"/>
                  <a:pt x="674230" y="65717"/>
                  <a:pt x="674230" y="93728"/>
                </a:cubicBezTo>
                <a:cubicBezTo>
                  <a:pt x="674230" y="113549"/>
                  <a:pt x="679618" y="132295"/>
                  <a:pt x="689958" y="148884"/>
                </a:cubicBezTo>
                <a:cubicBezTo>
                  <a:pt x="699870" y="164396"/>
                  <a:pt x="709135" y="173016"/>
                  <a:pt x="730251" y="185729"/>
                </a:cubicBezTo>
                <a:lnTo>
                  <a:pt x="730251" y="179696"/>
                </a:lnTo>
                <a:cubicBezTo>
                  <a:pt x="717969" y="171724"/>
                  <a:pt x="712583" y="166335"/>
                  <a:pt x="708056" y="156640"/>
                </a:cubicBezTo>
                <a:cubicBezTo>
                  <a:pt x="701593" y="143282"/>
                  <a:pt x="698578" y="123461"/>
                  <a:pt x="698578" y="93941"/>
                </a:cubicBezTo>
                <a:cubicBezTo>
                  <a:pt x="698578" y="63994"/>
                  <a:pt x="701593" y="42447"/>
                  <a:pt x="707626" y="29520"/>
                </a:cubicBezTo>
                <a:cubicBezTo>
                  <a:pt x="711936" y="20038"/>
                  <a:pt x="717321" y="14436"/>
                  <a:pt x="730251" y="5819"/>
                </a:cubicBezTo>
                <a:lnTo>
                  <a:pt x="730251" y="0"/>
                </a:lnTo>
                <a:close/>
                <a:moveTo>
                  <a:pt x="887103" y="3879"/>
                </a:moveTo>
                <a:lnTo>
                  <a:pt x="841211" y="3879"/>
                </a:lnTo>
                <a:lnTo>
                  <a:pt x="841211" y="9265"/>
                </a:lnTo>
                <a:cubicBezTo>
                  <a:pt x="856295" y="10129"/>
                  <a:pt x="859740" y="11852"/>
                  <a:pt x="859740" y="18746"/>
                </a:cubicBezTo>
                <a:cubicBezTo>
                  <a:pt x="859740" y="22195"/>
                  <a:pt x="859096" y="24779"/>
                  <a:pt x="855433" y="34044"/>
                </a:cubicBezTo>
                <a:lnTo>
                  <a:pt x="828067" y="104932"/>
                </a:lnTo>
                <a:lnTo>
                  <a:pt x="798333" y="32965"/>
                </a:lnTo>
                <a:cubicBezTo>
                  <a:pt x="794240" y="23056"/>
                  <a:pt x="793379" y="20686"/>
                  <a:pt x="793379" y="17454"/>
                </a:cubicBezTo>
                <a:cubicBezTo>
                  <a:pt x="793379" y="12500"/>
                  <a:pt x="796611" y="10129"/>
                  <a:pt x="804800" y="9699"/>
                </a:cubicBezTo>
                <a:cubicBezTo>
                  <a:pt x="805875" y="9699"/>
                  <a:pt x="808676" y="9482"/>
                  <a:pt x="811908" y="9265"/>
                </a:cubicBezTo>
                <a:lnTo>
                  <a:pt x="811908" y="3879"/>
                </a:lnTo>
                <a:lnTo>
                  <a:pt x="739514" y="3879"/>
                </a:lnTo>
                <a:lnTo>
                  <a:pt x="739514" y="9265"/>
                </a:lnTo>
                <a:cubicBezTo>
                  <a:pt x="750288" y="10774"/>
                  <a:pt x="752227" y="12500"/>
                  <a:pt x="757613" y="24348"/>
                </a:cubicBezTo>
                <a:lnTo>
                  <a:pt x="812770" y="153408"/>
                </a:lnTo>
                <a:lnTo>
                  <a:pt x="818589" y="153408"/>
                </a:lnTo>
                <a:lnTo>
                  <a:pt x="867713" y="26932"/>
                </a:lnTo>
                <a:cubicBezTo>
                  <a:pt x="872884" y="13575"/>
                  <a:pt x="875899" y="10774"/>
                  <a:pt x="887103" y="9265"/>
                </a:cubicBezTo>
                <a:lnTo>
                  <a:pt x="887103" y="3879"/>
                </a:lnTo>
                <a:close/>
                <a:moveTo>
                  <a:pt x="945277" y="144361"/>
                </a:moveTo>
                <a:cubicBezTo>
                  <a:pt x="937953" y="143496"/>
                  <a:pt x="935151" y="140264"/>
                  <a:pt x="935151" y="132078"/>
                </a:cubicBezTo>
                <a:lnTo>
                  <a:pt x="935151" y="50202"/>
                </a:lnTo>
                <a:lnTo>
                  <a:pt x="893783" y="50202"/>
                </a:lnTo>
                <a:lnTo>
                  <a:pt x="893783" y="55374"/>
                </a:lnTo>
                <a:cubicBezTo>
                  <a:pt x="903265" y="57097"/>
                  <a:pt x="904987" y="59036"/>
                  <a:pt x="905201" y="68087"/>
                </a:cubicBezTo>
                <a:lnTo>
                  <a:pt x="905201" y="131430"/>
                </a:lnTo>
                <a:cubicBezTo>
                  <a:pt x="904987" y="140481"/>
                  <a:pt x="903478" y="142204"/>
                  <a:pt x="893783" y="144361"/>
                </a:cubicBezTo>
                <a:lnTo>
                  <a:pt x="893783" y="149529"/>
                </a:lnTo>
                <a:lnTo>
                  <a:pt x="945277" y="149529"/>
                </a:lnTo>
                <a:lnTo>
                  <a:pt x="945277" y="144361"/>
                </a:lnTo>
                <a:moveTo>
                  <a:pt x="920068" y="648"/>
                </a:moveTo>
                <a:cubicBezTo>
                  <a:pt x="910803" y="648"/>
                  <a:pt x="903265" y="8190"/>
                  <a:pt x="903265" y="17237"/>
                </a:cubicBezTo>
                <a:cubicBezTo>
                  <a:pt x="903265" y="26932"/>
                  <a:pt x="910372" y="34044"/>
                  <a:pt x="919854" y="34044"/>
                </a:cubicBezTo>
                <a:cubicBezTo>
                  <a:pt x="929336" y="34044"/>
                  <a:pt x="936660" y="26932"/>
                  <a:pt x="936660" y="17454"/>
                </a:cubicBezTo>
                <a:cubicBezTo>
                  <a:pt x="936660" y="7973"/>
                  <a:pt x="929336" y="648"/>
                  <a:pt x="920068" y="648"/>
                </a:cubicBezTo>
                <a:close/>
                <a:moveTo>
                  <a:pt x="1039648" y="126045"/>
                </a:moveTo>
                <a:cubicBezTo>
                  <a:pt x="1031679" y="135096"/>
                  <a:pt x="1026077" y="138111"/>
                  <a:pt x="1017243" y="138111"/>
                </a:cubicBezTo>
                <a:cubicBezTo>
                  <a:pt x="998497" y="138111"/>
                  <a:pt x="986645" y="119365"/>
                  <a:pt x="986645" y="90065"/>
                </a:cubicBezTo>
                <a:cubicBezTo>
                  <a:pt x="986645" y="67870"/>
                  <a:pt x="993542" y="54299"/>
                  <a:pt x="1004746" y="54299"/>
                </a:cubicBezTo>
                <a:cubicBezTo>
                  <a:pt x="1008192" y="54299"/>
                  <a:pt x="1011424" y="56022"/>
                  <a:pt x="1012716" y="58392"/>
                </a:cubicBezTo>
                <a:cubicBezTo>
                  <a:pt x="1013794" y="60332"/>
                  <a:pt x="1013794" y="60332"/>
                  <a:pt x="1013794" y="69379"/>
                </a:cubicBezTo>
                <a:cubicBezTo>
                  <a:pt x="1014011" y="80153"/>
                  <a:pt x="1017673" y="84894"/>
                  <a:pt x="1025860" y="84894"/>
                </a:cubicBezTo>
                <a:cubicBezTo>
                  <a:pt x="1034911" y="84894"/>
                  <a:pt x="1040513" y="79722"/>
                  <a:pt x="1040513" y="71319"/>
                </a:cubicBezTo>
                <a:cubicBezTo>
                  <a:pt x="1040513" y="57961"/>
                  <a:pt x="1026077" y="47618"/>
                  <a:pt x="1007114" y="47618"/>
                </a:cubicBezTo>
                <a:cubicBezTo>
                  <a:pt x="977814" y="47618"/>
                  <a:pt x="956267" y="70458"/>
                  <a:pt x="956267" y="101483"/>
                </a:cubicBezTo>
                <a:cubicBezTo>
                  <a:pt x="956267" y="131430"/>
                  <a:pt x="975444" y="152547"/>
                  <a:pt x="1002376" y="152547"/>
                </a:cubicBezTo>
                <a:cubicBezTo>
                  <a:pt x="1018965" y="152547"/>
                  <a:pt x="1031031" y="145866"/>
                  <a:pt x="1043528" y="129925"/>
                </a:cubicBezTo>
                <a:lnTo>
                  <a:pt x="1039648" y="126045"/>
                </a:lnTo>
                <a:close/>
                <a:moveTo>
                  <a:pt x="1110320" y="50202"/>
                </a:moveTo>
                <a:lnTo>
                  <a:pt x="1090068" y="50202"/>
                </a:lnTo>
                <a:lnTo>
                  <a:pt x="1090068" y="13792"/>
                </a:lnTo>
                <a:lnTo>
                  <a:pt x="1084679" y="13792"/>
                </a:lnTo>
                <a:cubicBezTo>
                  <a:pt x="1071539" y="32321"/>
                  <a:pt x="1062919" y="42016"/>
                  <a:pt x="1048913" y="53865"/>
                </a:cubicBezTo>
                <a:lnTo>
                  <a:pt x="1048913" y="59684"/>
                </a:lnTo>
                <a:lnTo>
                  <a:pt x="1060117" y="59684"/>
                </a:lnTo>
                <a:lnTo>
                  <a:pt x="1060117" y="129494"/>
                </a:lnTo>
                <a:cubicBezTo>
                  <a:pt x="1060117" y="143496"/>
                  <a:pt x="1069382" y="152116"/>
                  <a:pt x="1084249" y="152116"/>
                </a:cubicBezTo>
                <a:cubicBezTo>
                  <a:pt x="1098685" y="152116"/>
                  <a:pt x="1107305" y="145653"/>
                  <a:pt x="1116136" y="127985"/>
                </a:cubicBezTo>
                <a:lnTo>
                  <a:pt x="1110750" y="125614"/>
                </a:lnTo>
                <a:cubicBezTo>
                  <a:pt x="1106440" y="133801"/>
                  <a:pt x="1102995" y="136819"/>
                  <a:pt x="1098471" y="136819"/>
                </a:cubicBezTo>
                <a:cubicBezTo>
                  <a:pt x="1092438" y="136819"/>
                  <a:pt x="1090068" y="133156"/>
                  <a:pt x="1090068" y="124536"/>
                </a:cubicBezTo>
                <a:lnTo>
                  <a:pt x="1090068" y="59684"/>
                </a:lnTo>
                <a:lnTo>
                  <a:pt x="1110320" y="59684"/>
                </a:lnTo>
                <a:lnTo>
                  <a:pt x="1110320" y="50202"/>
                </a:lnTo>
                <a:close/>
                <a:moveTo>
                  <a:pt x="1171294" y="144361"/>
                </a:moveTo>
                <a:cubicBezTo>
                  <a:pt x="1163969" y="143496"/>
                  <a:pt x="1161168" y="140264"/>
                  <a:pt x="1161168" y="132078"/>
                </a:cubicBezTo>
                <a:lnTo>
                  <a:pt x="1161168" y="50202"/>
                </a:lnTo>
                <a:lnTo>
                  <a:pt x="1119800" y="50202"/>
                </a:lnTo>
                <a:lnTo>
                  <a:pt x="1119800" y="55374"/>
                </a:lnTo>
                <a:cubicBezTo>
                  <a:pt x="1129281" y="57097"/>
                  <a:pt x="1131004" y="59036"/>
                  <a:pt x="1131218" y="68087"/>
                </a:cubicBezTo>
                <a:lnTo>
                  <a:pt x="1131218" y="131430"/>
                </a:lnTo>
                <a:cubicBezTo>
                  <a:pt x="1131004" y="140481"/>
                  <a:pt x="1129495" y="142204"/>
                  <a:pt x="1119800" y="144361"/>
                </a:cubicBezTo>
                <a:lnTo>
                  <a:pt x="1119800" y="149529"/>
                </a:lnTo>
                <a:lnTo>
                  <a:pt x="1171294" y="149529"/>
                </a:lnTo>
                <a:lnTo>
                  <a:pt x="1171294" y="144361"/>
                </a:lnTo>
                <a:moveTo>
                  <a:pt x="1146085" y="648"/>
                </a:moveTo>
                <a:cubicBezTo>
                  <a:pt x="1136820" y="648"/>
                  <a:pt x="1129281" y="8190"/>
                  <a:pt x="1129281" y="17237"/>
                </a:cubicBezTo>
                <a:cubicBezTo>
                  <a:pt x="1129281" y="26932"/>
                  <a:pt x="1136389" y="34044"/>
                  <a:pt x="1145871" y="34044"/>
                </a:cubicBezTo>
                <a:cubicBezTo>
                  <a:pt x="1155352" y="34044"/>
                  <a:pt x="1162677" y="26932"/>
                  <a:pt x="1162677" y="17454"/>
                </a:cubicBezTo>
                <a:cubicBezTo>
                  <a:pt x="1162677" y="7973"/>
                  <a:pt x="1155352" y="648"/>
                  <a:pt x="1146085" y="648"/>
                </a:cubicBezTo>
                <a:close/>
                <a:moveTo>
                  <a:pt x="1352066" y="144361"/>
                </a:moveTo>
                <a:cubicBezTo>
                  <a:pt x="1343879" y="144144"/>
                  <a:pt x="1341078" y="140912"/>
                  <a:pt x="1341292" y="132078"/>
                </a:cubicBezTo>
                <a:lnTo>
                  <a:pt x="1341292" y="77999"/>
                </a:lnTo>
                <a:cubicBezTo>
                  <a:pt x="1341292" y="59467"/>
                  <a:pt x="1329874" y="47618"/>
                  <a:pt x="1312206" y="47618"/>
                </a:cubicBezTo>
                <a:cubicBezTo>
                  <a:pt x="1299924" y="47618"/>
                  <a:pt x="1291520" y="52573"/>
                  <a:pt x="1280533" y="66364"/>
                </a:cubicBezTo>
                <a:cubicBezTo>
                  <a:pt x="1274070" y="52790"/>
                  <a:pt x="1266528" y="47618"/>
                  <a:pt x="1252953" y="47618"/>
                </a:cubicBezTo>
                <a:cubicBezTo>
                  <a:pt x="1239165" y="47618"/>
                  <a:pt x="1229469" y="53434"/>
                  <a:pt x="1221280" y="66364"/>
                </a:cubicBezTo>
                <a:lnTo>
                  <a:pt x="1221280" y="50202"/>
                </a:lnTo>
                <a:lnTo>
                  <a:pt x="1180128" y="50202"/>
                </a:lnTo>
                <a:lnTo>
                  <a:pt x="1180128" y="55374"/>
                </a:lnTo>
                <a:cubicBezTo>
                  <a:pt x="1189179" y="56452"/>
                  <a:pt x="1191763" y="59036"/>
                  <a:pt x="1191980" y="68087"/>
                </a:cubicBezTo>
                <a:lnTo>
                  <a:pt x="1191980" y="131430"/>
                </a:lnTo>
                <a:cubicBezTo>
                  <a:pt x="1191763" y="140481"/>
                  <a:pt x="1189610" y="142852"/>
                  <a:pt x="1180128" y="144361"/>
                </a:cubicBezTo>
                <a:lnTo>
                  <a:pt x="1180128" y="149529"/>
                </a:lnTo>
                <a:lnTo>
                  <a:pt x="1231840" y="149529"/>
                </a:lnTo>
                <a:lnTo>
                  <a:pt x="1231840" y="144361"/>
                </a:lnTo>
                <a:cubicBezTo>
                  <a:pt x="1224515" y="143496"/>
                  <a:pt x="1221927" y="140481"/>
                  <a:pt x="1221927" y="132078"/>
                </a:cubicBezTo>
                <a:lnTo>
                  <a:pt x="1221927" y="74551"/>
                </a:lnTo>
                <a:cubicBezTo>
                  <a:pt x="1221927" y="73259"/>
                  <a:pt x="1225376" y="69379"/>
                  <a:pt x="1228177" y="67009"/>
                </a:cubicBezTo>
                <a:cubicBezTo>
                  <a:pt x="1232701" y="63563"/>
                  <a:pt x="1236147" y="62054"/>
                  <a:pt x="1240026" y="62054"/>
                </a:cubicBezTo>
                <a:cubicBezTo>
                  <a:pt x="1248429" y="62054"/>
                  <a:pt x="1251661" y="67009"/>
                  <a:pt x="1251661" y="79936"/>
                </a:cubicBezTo>
                <a:lnTo>
                  <a:pt x="1251661" y="132078"/>
                </a:lnTo>
                <a:cubicBezTo>
                  <a:pt x="1251878" y="140481"/>
                  <a:pt x="1249077" y="143713"/>
                  <a:pt x="1241318" y="144361"/>
                </a:cubicBezTo>
                <a:lnTo>
                  <a:pt x="1241318" y="149529"/>
                </a:lnTo>
                <a:lnTo>
                  <a:pt x="1291737" y="149529"/>
                </a:lnTo>
                <a:lnTo>
                  <a:pt x="1291737" y="144361"/>
                </a:lnTo>
                <a:cubicBezTo>
                  <a:pt x="1284412" y="143713"/>
                  <a:pt x="1281611" y="140264"/>
                  <a:pt x="1281611" y="132078"/>
                </a:cubicBezTo>
                <a:lnTo>
                  <a:pt x="1281611" y="74551"/>
                </a:lnTo>
                <a:cubicBezTo>
                  <a:pt x="1281611" y="73472"/>
                  <a:pt x="1285057" y="69379"/>
                  <a:pt x="1287858" y="67226"/>
                </a:cubicBezTo>
                <a:cubicBezTo>
                  <a:pt x="1292599" y="63563"/>
                  <a:pt x="1296047" y="62054"/>
                  <a:pt x="1299924" y="62054"/>
                </a:cubicBezTo>
                <a:cubicBezTo>
                  <a:pt x="1308113" y="62054"/>
                  <a:pt x="1311345" y="67226"/>
                  <a:pt x="1311345" y="79936"/>
                </a:cubicBezTo>
                <a:lnTo>
                  <a:pt x="1311345" y="132078"/>
                </a:lnTo>
                <a:cubicBezTo>
                  <a:pt x="1311559" y="140698"/>
                  <a:pt x="1308757" y="143930"/>
                  <a:pt x="1300785" y="144361"/>
                </a:cubicBezTo>
                <a:lnTo>
                  <a:pt x="1300785" y="149529"/>
                </a:lnTo>
                <a:lnTo>
                  <a:pt x="1352066" y="149529"/>
                </a:lnTo>
                <a:lnTo>
                  <a:pt x="1352066" y="144361"/>
                </a:lnTo>
                <a:close/>
                <a:moveTo>
                  <a:pt x="1360899" y="185729"/>
                </a:moveTo>
                <a:cubicBezTo>
                  <a:pt x="1374257" y="178618"/>
                  <a:pt x="1380290" y="174094"/>
                  <a:pt x="1388693" y="165043"/>
                </a:cubicBezTo>
                <a:cubicBezTo>
                  <a:pt x="1407008" y="145436"/>
                  <a:pt x="1416917" y="119799"/>
                  <a:pt x="1416917" y="92002"/>
                </a:cubicBezTo>
                <a:cubicBezTo>
                  <a:pt x="1416917" y="72397"/>
                  <a:pt x="1411532" y="53434"/>
                  <a:pt x="1401189" y="36845"/>
                </a:cubicBezTo>
                <a:cubicBezTo>
                  <a:pt x="1391280" y="21334"/>
                  <a:pt x="1382016" y="12713"/>
                  <a:pt x="1360899" y="0"/>
                </a:cubicBezTo>
                <a:lnTo>
                  <a:pt x="1360899" y="6033"/>
                </a:lnTo>
                <a:cubicBezTo>
                  <a:pt x="1373182" y="13792"/>
                  <a:pt x="1378567" y="19394"/>
                  <a:pt x="1383091" y="29089"/>
                </a:cubicBezTo>
                <a:cubicBezTo>
                  <a:pt x="1389554" y="42447"/>
                  <a:pt x="1392572" y="62268"/>
                  <a:pt x="1392572" y="91788"/>
                </a:cubicBezTo>
                <a:cubicBezTo>
                  <a:pt x="1392572" y="121521"/>
                  <a:pt x="1389554" y="143282"/>
                  <a:pt x="1383521" y="156209"/>
                </a:cubicBezTo>
                <a:cubicBezTo>
                  <a:pt x="1379214" y="165691"/>
                  <a:pt x="1373826" y="171293"/>
                  <a:pt x="1360899" y="179910"/>
                </a:cubicBezTo>
                <a:lnTo>
                  <a:pt x="1360899" y="185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91744d1f2480a"/>
          <a:stretch xmlns:a="http://schemas.openxmlformats.org/drawingml/2006/main"/>
        </p:blipFill>
        <p:spPr>
          <a:xfrm xmlns:a="http://schemas.openxmlformats.org/drawingml/2006/main">
            <a:off x="291421" y="1719304"/>
            <a:ext cx="1006120" cy="1006120"/>
          </a:xfrm>
          <a:prstGeom xmlns:a="http://schemas.openxmlformats.org/drawingml/2006/main" prst="rect">
            <a:avLst/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43beb6439469b"/>
          <a:stretch xmlns:a="http://schemas.openxmlformats.org/drawingml/2006/main"/>
        </p:blipFill>
        <p:spPr>
          <a:xfrm xmlns:a="http://schemas.openxmlformats.org/drawingml/2006/main">
            <a:off x="378270" y="64723"/>
            <a:ext cx="851925" cy="851925"/>
          </a:xfrm>
          <a:prstGeom xmlns:a="http://schemas.openxmlformats.org/drawingml/2006/main" prst="rect">
            <a:avLst/>
          </a:prstGeom>
        </p:spPr>
      </p:pic>
      <p:sp>
        <p:nvSpPr>
          <p:cNvPr id="51" name="Text UserB(Attacker)">
            <a:extLst xmlns:a="http://schemas.openxmlformats.org/drawingml/2006/main">
              <a:ext uri="{FF2B5EF4-FFF2-40B4-BE49-F238E27FC236}">
                <a16:creationId xmlns:a16="http://schemas.microsoft.com/office/drawing/2014/main" id="{486AFB38-AF0C-4345-B552-5830C23D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0" y="2727450"/>
            <a:ext cx="1594659" cy="185412"/>
          </a:xfrm>
          <a:custGeom xmlns:a="http://schemas.openxmlformats.org/drawingml/2006/main">
            <a:pathLst>
              <a:path w="1594659" h="185412">
                <a:moveTo>
                  <a:pt x="148627" y="6886"/>
                </a:moveTo>
                <a:lnTo>
                  <a:pt x="98727" y="6886"/>
                </a:lnTo>
                <a:lnTo>
                  <a:pt x="98727" y="10972"/>
                </a:lnTo>
                <a:cubicBezTo>
                  <a:pt x="115288" y="12045"/>
                  <a:pt x="118514" y="16348"/>
                  <a:pt x="118944" y="38502"/>
                </a:cubicBezTo>
                <a:lnTo>
                  <a:pt x="118944" y="96577"/>
                </a:lnTo>
                <a:cubicBezTo>
                  <a:pt x="118944" y="111205"/>
                  <a:pt x="117654" y="119378"/>
                  <a:pt x="113998" y="125830"/>
                </a:cubicBezTo>
                <a:cubicBezTo>
                  <a:pt x="108192" y="136155"/>
                  <a:pt x="94424" y="142821"/>
                  <a:pt x="78293" y="142821"/>
                </a:cubicBezTo>
                <a:cubicBezTo>
                  <a:pt x="63022" y="142821"/>
                  <a:pt x="52483" y="137662"/>
                  <a:pt x="46674" y="127550"/>
                </a:cubicBezTo>
                <a:cubicBezTo>
                  <a:pt x="42804" y="120667"/>
                  <a:pt x="41298" y="112708"/>
                  <a:pt x="41298" y="99160"/>
                </a:cubicBezTo>
                <a:lnTo>
                  <a:pt x="41298" y="30329"/>
                </a:lnTo>
                <a:cubicBezTo>
                  <a:pt x="41511" y="14628"/>
                  <a:pt x="43664" y="12478"/>
                  <a:pt x="60872" y="10972"/>
                </a:cubicBezTo>
                <a:lnTo>
                  <a:pt x="60872" y="6886"/>
                </a:lnTo>
                <a:lnTo>
                  <a:pt x="0" y="6886"/>
                </a:lnTo>
                <a:lnTo>
                  <a:pt x="0" y="10972"/>
                </a:lnTo>
                <a:cubicBezTo>
                  <a:pt x="16991" y="12262"/>
                  <a:pt x="19144" y="14411"/>
                  <a:pt x="19357" y="30329"/>
                </a:cubicBezTo>
                <a:lnTo>
                  <a:pt x="19357" y="97437"/>
                </a:lnTo>
                <a:cubicBezTo>
                  <a:pt x="19357" y="134649"/>
                  <a:pt x="36782" y="152287"/>
                  <a:pt x="73347" y="152287"/>
                </a:cubicBezTo>
                <a:cubicBezTo>
                  <a:pt x="96791" y="152287"/>
                  <a:pt x="112922" y="144758"/>
                  <a:pt x="121311" y="130133"/>
                </a:cubicBezTo>
                <a:cubicBezTo>
                  <a:pt x="126473" y="121097"/>
                  <a:pt x="128410" y="111205"/>
                  <a:pt x="128410" y="94641"/>
                </a:cubicBezTo>
                <a:lnTo>
                  <a:pt x="128410" y="38502"/>
                </a:lnTo>
                <a:cubicBezTo>
                  <a:pt x="128840" y="15918"/>
                  <a:pt x="131206" y="12908"/>
                  <a:pt x="148627" y="10972"/>
                </a:cubicBezTo>
                <a:lnTo>
                  <a:pt x="148627" y="6886"/>
                </a:lnTo>
                <a:close/>
                <a:moveTo>
                  <a:pt x="219177" y="81736"/>
                </a:moveTo>
                <a:lnTo>
                  <a:pt x="218317" y="52270"/>
                </a:lnTo>
                <a:lnTo>
                  <a:pt x="215951" y="52270"/>
                </a:lnTo>
                <a:cubicBezTo>
                  <a:pt x="214878" y="53990"/>
                  <a:pt x="213801" y="54636"/>
                  <a:pt x="212511" y="54636"/>
                </a:cubicBezTo>
                <a:cubicBezTo>
                  <a:pt x="211222" y="54636"/>
                  <a:pt x="209069" y="54206"/>
                  <a:pt x="206702" y="53130"/>
                </a:cubicBezTo>
                <a:cubicBezTo>
                  <a:pt x="201756" y="51410"/>
                  <a:pt x="196810" y="50333"/>
                  <a:pt x="191648" y="50333"/>
                </a:cubicBezTo>
                <a:cubicBezTo>
                  <a:pt x="174653" y="50333"/>
                  <a:pt x="162395" y="61519"/>
                  <a:pt x="162395" y="77003"/>
                </a:cubicBezTo>
                <a:cubicBezTo>
                  <a:pt x="162395" y="89048"/>
                  <a:pt x="169277" y="97654"/>
                  <a:pt x="187561" y="107979"/>
                </a:cubicBezTo>
                <a:lnTo>
                  <a:pt x="200036" y="115075"/>
                </a:lnTo>
                <a:cubicBezTo>
                  <a:pt x="207562" y="119378"/>
                  <a:pt x="211222" y="124540"/>
                  <a:pt x="211222" y="131206"/>
                </a:cubicBezTo>
                <a:cubicBezTo>
                  <a:pt x="211222" y="140671"/>
                  <a:pt x="204336" y="146694"/>
                  <a:pt x="193367" y="146694"/>
                </a:cubicBezTo>
                <a:cubicBezTo>
                  <a:pt x="178526" y="146694"/>
                  <a:pt x="170997" y="138522"/>
                  <a:pt x="166051" y="116581"/>
                </a:cubicBezTo>
                <a:lnTo>
                  <a:pt x="162608" y="116581"/>
                </a:lnTo>
                <a:lnTo>
                  <a:pt x="162608" y="150137"/>
                </a:lnTo>
                <a:lnTo>
                  <a:pt x="165404" y="150137"/>
                </a:lnTo>
                <a:cubicBezTo>
                  <a:pt x="166911" y="147984"/>
                  <a:pt x="167771" y="147554"/>
                  <a:pt x="170354" y="147554"/>
                </a:cubicBezTo>
                <a:cubicBezTo>
                  <a:pt x="172720" y="147554"/>
                  <a:pt x="175300" y="147984"/>
                  <a:pt x="180246" y="149274"/>
                </a:cubicBezTo>
                <a:cubicBezTo>
                  <a:pt x="186055" y="150567"/>
                  <a:pt x="191648" y="151427"/>
                  <a:pt x="195947" y="151427"/>
                </a:cubicBezTo>
                <a:cubicBezTo>
                  <a:pt x="212725" y="151427"/>
                  <a:pt x="226276" y="138952"/>
                  <a:pt x="226276" y="123894"/>
                </a:cubicBezTo>
                <a:cubicBezTo>
                  <a:pt x="226276" y="113138"/>
                  <a:pt x="221114" y="106043"/>
                  <a:pt x="208209" y="98297"/>
                </a:cubicBezTo>
                <a:lnTo>
                  <a:pt x="184978" y="84532"/>
                </a:lnTo>
                <a:cubicBezTo>
                  <a:pt x="178956" y="80876"/>
                  <a:pt x="175730" y="75713"/>
                  <a:pt x="175730" y="69907"/>
                </a:cubicBezTo>
                <a:cubicBezTo>
                  <a:pt x="175730" y="61089"/>
                  <a:pt x="182399" y="55279"/>
                  <a:pt x="192291" y="55279"/>
                </a:cubicBezTo>
                <a:cubicBezTo>
                  <a:pt x="204553" y="55279"/>
                  <a:pt x="211005" y="62378"/>
                  <a:pt x="215951" y="81736"/>
                </a:cubicBezTo>
                <a:lnTo>
                  <a:pt x="219177" y="81736"/>
                </a:lnTo>
                <a:close/>
                <a:moveTo>
                  <a:pt x="323497" y="114002"/>
                </a:moveTo>
                <a:cubicBezTo>
                  <a:pt x="313175" y="130346"/>
                  <a:pt x="303923" y="136585"/>
                  <a:pt x="290158" y="136585"/>
                </a:cubicBezTo>
                <a:cubicBezTo>
                  <a:pt x="277900" y="136585"/>
                  <a:pt x="268651" y="130346"/>
                  <a:pt x="262412" y="118088"/>
                </a:cubicBezTo>
                <a:cubicBezTo>
                  <a:pt x="258539" y="109912"/>
                  <a:pt x="257036" y="103030"/>
                  <a:pt x="256606" y="89695"/>
                </a:cubicBezTo>
                <a:lnTo>
                  <a:pt x="322854" y="89695"/>
                </a:lnTo>
                <a:cubicBezTo>
                  <a:pt x="321131" y="75713"/>
                  <a:pt x="318981" y="69477"/>
                  <a:pt x="313605" y="62592"/>
                </a:cubicBezTo>
                <a:cubicBezTo>
                  <a:pt x="307149" y="54849"/>
                  <a:pt x="297257" y="50333"/>
                  <a:pt x="286072" y="50333"/>
                </a:cubicBezTo>
                <a:cubicBezTo>
                  <a:pt x="275317" y="50333"/>
                  <a:pt x="265208" y="54206"/>
                  <a:pt x="257036" y="61519"/>
                </a:cubicBezTo>
                <a:cubicBezTo>
                  <a:pt x="246924" y="70337"/>
                  <a:pt x="241118" y="85609"/>
                  <a:pt x="241118" y="103246"/>
                </a:cubicBezTo>
                <a:cubicBezTo>
                  <a:pt x="241118" y="132929"/>
                  <a:pt x="256606" y="151427"/>
                  <a:pt x="281339" y="151427"/>
                </a:cubicBezTo>
                <a:cubicBezTo>
                  <a:pt x="301773" y="151427"/>
                  <a:pt x="317905" y="138735"/>
                  <a:pt x="326940" y="115505"/>
                </a:cubicBezTo>
                <a:lnTo>
                  <a:pt x="323497" y="114002"/>
                </a:lnTo>
                <a:moveTo>
                  <a:pt x="257036" y="82812"/>
                </a:moveTo>
                <a:cubicBezTo>
                  <a:pt x="259399" y="66035"/>
                  <a:pt x="266715" y="58076"/>
                  <a:pt x="279833" y="58076"/>
                </a:cubicBezTo>
                <a:cubicBezTo>
                  <a:pt x="292955" y="58076"/>
                  <a:pt x="298117" y="64098"/>
                  <a:pt x="300913" y="82812"/>
                </a:cubicBezTo>
                <a:lnTo>
                  <a:pt x="257036" y="82812"/>
                </a:lnTo>
                <a:close/>
                <a:moveTo>
                  <a:pt x="330595" y="149274"/>
                </a:moveTo>
                <a:lnTo>
                  <a:pt x="382218" y="149274"/>
                </a:lnTo>
                <a:lnTo>
                  <a:pt x="382218" y="146047"/>
                </a:lnTo>
                <a:cubicBezTo>
                  <a:pt x="367807" y="145617"/>
                  <a:pt x="364364" y="142608"/>
                  <a:pt x="363934" y="129916"/>
                </a:cubicBezTo>
                <a:lnTo>
                  <a:pt x="363934" y="81523"/>
                </a:lnTo>
                <a:cubicBezTo>
                  <a:pt x="363934" y="74637"/>
                  <a:pt x="372970" y="63885"/>
                  <a:pt x="378992" y="63885"/>
                </a:cubicBezTo>
                <a:cubicBezTo>
                  <a:pt x="380282" y="63885"/>
                  <a:pt x="382218" y="64958"/>
                  <a:pt x="384585" y="67111"/>
                </a:cubicBezTo>
                <a:cubicBezTo>
                  <a:pt x="387811" y="70337"/>
                  <a:pt x="390391" y="71411"/>
                  <a:pt x="393187" y="71411"/>
                </a:cubicBezTo>
                <a:cubicBezTo>
                  <a:pt x="398350" y="71411"/>
                  <a:pt x="401576" y="67754"/>
                  <a:pt x="401576" y="61732"/>
                </a:cubicBezTo>
                <a:cubicBezTo>
                  <a:pt x="401576" y="54636"/>
                  <a:pt x="397060" y="50333"/>
                  <a:pt x="389747" y="50333"/>
                </a:cubicBezTo>
                <a:cubicBezTo>
                  <a:pt x="380712" y="50333"/>
                  <a:pt x="374689" y="55066"/>
                  <a:pt x="363934" y="70551"/>
                </a:cubicBezTo>
                <a:lnTo>
                  <a:pt x="363934" y="50763"/>
                </a:lnTo>
                <a:lnTo>
                  <a:pt x="362861" y="50333"/>
                </a:lnTo>
                <a:cubicBezTo>
                  <a:pt x="350816" y="55066"/>
                  <a:pt x="343070" y="58076"/>
                  <a:pt x="331025" y="61948"/>
                </a:cubicBezTo>
                <a:lnTo>
                  <a:pt x="331025" y="65388"/>
                </a:lnTo>
                <a:cubicBezTo>
                  <a:pt x="334038" y="64745"/>
                  <a:pt x="335974" y="64528"/>
                  <a:pt x="338554" y="64528"/>
                </a:cubicBezTo>
                <a:cubicBezTo>
                  <a:pt x="343930" y="64528"/>
                  <a:pt x="345867" y="67971"/>
                  <a:pt x="345867" y="77433"/>
                </a:cubicBezTo>
                <a:lnTo>
                  <a:pt x="345867" y="131206"/>
                </a:lnTo>
                <a:cubicBezTo>
                  <a:pt x="345437" y="142391"/>
                  <a:pt x="344147" y="143684"/>
                  <a:pt x="330595" y="146047"/>
                </a:cubicBezTo>
                <a:lnTo>
                  <a:pt x="330595" y="149274"/>
                </a:lnTo>
                <a:close/>
                <a:moveTo>
                  <a:pt x="458577" y="10972"/>
                </a:moveTo>
                <a:cubicBezTo>
                  <a:pt x="476644" y="12045"/>
                  <a:pt x="479011" y="14198"/>
                  <a:pt x="479224" y="30329"/>
                </a:cubicBezTo>
                <a:lnTo>
                  <a:pt x="479224" y="125830"/>
                </a:lnTo>
                <a:cubicBezTo>
                  <a:pt x="479011" y="141961"/>
                  <a:pt x="476214" y="144544"/>
                  <a:pt x="458577" y="145188"/>
                </a:cubicBezTo>
                <a:lnTo>
                  <a:pt x="458577" y="149274"/>
                </a:lnTo>
                <a:lnTo>
                  <a:pt x="530417" y="149274"/>
                </a:lnTo>
                <a:cubicBezTo>
                  <a:pt x="546978" y="149274"/>
                  <a:pt x="562466" y="144758"/>
                  <a:pt x="570422" y="137445"/>
                </a:cubicBezTo>
                <a:cubicBezTo>
                  <a:pt x="578168" y="130563"/>
                  <a:pt x="582467" y="120884"/>
                  <a:pt x="582467" y="110559"/>
                </a:cubicBezTo>
                <a:cubicBezTo>
                  <a:pt x="582467" y="101093"/>
                  <a:pt x="578811" y="92491"/>
                  <a:pt x="571928" y="86252"/>
                </a:cubicBezTo>
                <a:cubicBezTo>
                  <a:pt x="565476" y="80446"/>
                  <a:pt x="559670" y="77866"/>
                  <a:pt x="545688" y="74423"/>
                </a:cubicBezTo>
                <a:cubicBezTo>
                  <a:pt x="556874" y="71627"/>
                  <a:pt x="561390" y="69477"/>
                  <a:pt x="566552" y="64958"/>
                </a:cubicBezTo>
                <a:cubicBezTo>
                  <a:pt x="571928" y="60229"/>
                  <a:pt x="575155" y="52483"/>
                  <a:pt x="575155" y="43451"/>
                </a:cubicBezTo>
                <a:cubicBezTo>
                  <a:pt x="575155" y="19361"/>
                  <a:pt x="555797" y="6886"/>
                  <a:pt x="518802" y="6886"/>
                </a:cubicBezTo>
                <a:lnTo>
                  <a:pt x="458577" y="6886"/>
                </a:lnTo>
                <a:lnTo>
                  <a:pt x="458577" y="10972"/>
                </a:lnTo>
                <a:moveTo>
                  <a:pt x="501164" y="79156"/>
                </a:moveTo>
                <a:cubicBezTo>
                  <a:pt x="522028" y="79156"/>
                  <a:pt x="531920" y="80446"/>
                  <a:pt x="539666" y="83672"/>
                </a:cubicBezTo>
                <a:cubicBezTo>
                  <a:pt x="551924" y="88618"/>
                  <a:pt x="557734" y="97437"/>
                  <a:pt x="557734" y="110775"/>
                </a:cubicBezTo>
                <a:cubicBezTo>
                  <a:pt x="557734" y="122387"/>
                  <a:pt x="553217" y="130776"/>
                  <a:pt x="544612" y="135725"/>
                </a:cubicBezTo>
                <a:cubicBezTo>
                  <a:pt x="537730" y="139595"/>
                  <a:pt x="528911" y="141318"/>
                  <a:pt x="514716" y="141318"/>
                </a:cubicBezTo>
                <a:cubicBezTo>
                  <a:pt x="504174" y="141318"/>
                  <a:pt x="501164" y="139382"/>
                  <a:pt x="501164" y="132499"/>
                </a:cubicBezTo>
                <a:lnTo>
                  <a:pt x="501164" y="79156"/>
                </a:lnTo>
                <a:moveTo>
                  <a:pt x="501164" y="70767"/>
                </a:moveTo>
                <a:lnTo>
                  <a:pt x="501164" y="21297"/>
                </a:lnTo>
                <a:cubicBezTo>
                  <a:pt x="501378" y="16564"/>
                  <a:pt x="502238" y="15271"/>
                  <a:pt x="505897" y="15058"/>
                </a:cubicBezTo>
                <a:lnTo>
                  <a:pt x="515359" y="14841"/>
                </a:lnTo>
                <a:cubicBezTo>
                  <a:pt x="539236" y="14198"/>
                  <a:pt x="553217" y="25167"/>
                  <a:pt x="553217" y="44311"/>
                </a:cubicBezTo>
                <a:cubicBezTo>
                  <a:pt x="553217" y="61302"/>
                  <a:pt x="542246" y="70337"/>
                  <a:pt x="521598" y="70551"/>
                </a:cubicBezTo>
                <a:lnTo>
                  <a:pt x="501164" y="70767"/>
                </a:lnTo>
                <a:close/>
                <a:moveTo>
                  <a:pt x="718378" y="0"/>
                </a:moveTo>
                <a:cubicBezTo>
                  <a:pt x="705040" y="7099"/>
                  <a:pt x="699017" y="11615"/>
                  <a:pt x="690629" y="20434"/>
                </a:cubicBezTo>
                <a:cubicBezTo>
                  <a:pt x="672348" y="40225"/>
                  <a:pt x="662452" y="65605"/>
                  <a:pt x="662452" y="93568"/>
                </a:cubicBezTo>
                <a:cubicBezTo>
                  <a:pt x="662452" y="113355"/>
                  <a:pt x="667832" y="132069"/>
                  <a:pt x="678154" y="148630"/>
                </a:cubicBezTo>
                <a:cubicBezTo>
                  <a:pt x="688049" y="164115"/>
                  <a:pt x="697298" y="172721"/>
                  <a:pt x="718378" y="185412"/>
                </a:cubicBezTo>
                <a:lnTo>
                  <a:pt x="718378" y="179390"/>
                </a:lnTo>
                <a:cubicBezTo>
                  <a:pt x="706116" y="171431"/>
                  <a:pt x="700740" y="166051"/>
                  <a:pt x="696221" y="156373"/>
                </a:cubicBezTo>
                <a:cubicBezTo>
                  <a:pt x="689769" y="143038"/>
                  <a:pt x="686759" y="123250"/>
                  <a:pt x="686759" y="93781"/>
                </a:cubicBezTo>
                <a:cubicBezTo>
                  <a:pt x="686759" y="63885"/>
                  <a:pt x="689769" y="42374"/>
                  <a:pt x="695791" y="29469"/>
                </a:cubicBezTo>
                <a:cubicBezTo>
                  <a:pt x="700094" y="20004"/>
                  <a:pt x="705470" y="14411"/>
                  <a:pt x="718378" y="5809"/>
                </a:cubicBezTo>
                <a:lnTo>
                  <a:pt x="718378" y="0"/>
                </a:lnTo>
                <a:close/>
                <a:moveTo>
                  <a:pt x="872383" y="143898"/>
                </a:moveTo>
                <a:cubicBezTo>
                  <a:pt x="862917" y="143898"/>
                  <a:pt x="860551" y="140888"/>
                  <a:pt x="848936" y="114002"/>
                </a:cubicBezTo>
                <a:lnTo>
                  <a:pt x="800972" y="863"/>
                </a:lnTo>
                <a:lnTo>
                  <a:pt x="794950" y="863"/>
                </a:lnTo>
                <a:lnTo>
                  <a:pt x="747199" y="118731"/>
                </a:lnTo>
                <a:cubicBezTo>
                  <a:pt x="739024" y="138952"/>
                  <a:pt x="736444" y="141961"/>
                  <a:pt x="726119" y="143898"/>
                </a:cubicBezTo>
                <a:lnTo>
                  <a:pt x="726119" y="149274"/>
                </a:lnTo>
                <a:lnTo>
                  <a:pt x="769783" y="149274"/>
                </a:lnTo>
                <a:lnTo>
                  <a:pt x="769783" y="143898"/>
                </a:lnTo>
                <a:cubicBezTo>
                  <a:pt x="756878" y="143038"/>
                  <a:pt x="752145" y="140671"/>
                  <a:pt x="752145" y="135079"/>
                </a:cubicBezTo>
                <a:cubicBezTo>
                  <a:pt x="752145" y="132283"/>
                  <a:pt x="753652" y="127120"/>
                  <a:pt x="758385" y="115505"/>
                </a:cubicBezTo>
                <a:lnTo>
                  <a:pt x="761611" y="106903"/>
                </a:lnTo>
                <a:lnTo>
                  <a:pt x="810004" y="106903"/>
                </a:lnTo>
                <a:cubicBezTo>
                  <a:pt x="817320" y="123894"/>
                  <a:pt x="819900" y="131423"/>
                  <a:pt x="819900" y="136155"/>
                </a:cubicBezTo>
                <a:cubicBezTo>
                  <a:pt x="819900" y="140888"/>
                  <a:pt x="817104" y="142821"/>
                  <a:pt x="809575" y="143251"/>
                </a:cubicBezTo>
                <a:cubicBezTo>
                  <a:pt x="808501" y="143468"/>
                  <a:pt x="805705" y="143684"/>
                  <a:pt x="802692" y="143898"/>
                </a:cubicBezTo>
                <a:lnTo>
                  <a:pt x="802692" y="149274"/>
                </a:lnTo>
                <a:lnTo>
                  <a:pt x="872383" y="149274"/>
                </a:lnTo>
                <a:lnTo>
                  <a:pt x="872383" y="143898"/>
                </a:lnTo>
                <a:moveTo>
                  <a:pt x="764837" y="98514"/>
                </a:moveTo>
                <a:lnTo>
                  <a:pt x="785054" y="46247"/>
                </a:lnTo>
                <a:lnTo>
                  <a:pt x="806778" y="98514"/>
                </a:lnTo>
                <a:lnTo>
                  <a:pt x="764837" y="98514"/>
                </a:lnTo>
                <a:close/>
                <a:moveTo>
                  <a:pt x="944223" y="50117"/>
                </a:moveTo>
                <a:lnTo>
                  <a:pt x="924005" y="50117"/>
                </a:lnTo>
                <a:lnTo>
                  <a:pt x="924005" y="13768"/>
                </a:lnTo>
                <a:lnTo>
                  <a:pt x="918626" y="13768"/>
                </a:lnTo>
                <a:cubicBezTo>
                  <a:pt x="905508" y="32266"/>
                  <a:pt x="896902" y="41944"/>
                  <a:pt x="882921" y="53773"/>
                </a:cubicBezTo>
                <a:lnTo>
                  <a:pt x="882921" y="59582"/>
                </a:lnTo>
                <a:lnTo>
                  <a:pt x="894106" y="59582"/>
                </a:lnTo>
                <a:lnTo>
                  <a:pt x="894106" y="129273"/>
                </a:lnTo>
                <a:cubicBezTo>
                  <a:pt x="894106" y="143251"/>
                  <a:pt x="903355" y="151857"/>
                  <a:pt x="918196" y="151857"/>
                </a:cubicBezTo>
                <a:cubicBezTo>
                  <a:pt x="932608" y="151857"/>
                  <a:pt x="941213" y="145404"/>
                  <a:pt x="950029" y="127766"/>
                </a:cubicBezTo>
                <a:lnTo>
                  <a:pt x="944653" y="125400"/>
                </a:lnTo>
                <a:cubicBezTo>
                  <a:pt x="940350" y="133572"/>
                  <a:pt x="936910" y="136585"/>
                  <a:pt x="932394" y="136585"/>
                </a:cubicBezTo>
                <a:cubicBezTo>
                  <a:pt x="926372" y="136585"/>
                  <a:pt x="924005" y="132929"/>
                  <a:pt x="924005" y="124324"/>
                </a:cubicBezTo>
                <a:lnTo>
                  <a:pt x="924005" y="59582"/>
                </a:lnTo>
                <a:lnTo>
                  <a:pt x="944223" y="59582"/>
                </a:lnTo>
                <a:lnTo>
                  <a:pt x="944223" y="50117"/>
                </a:lnTo>
                <a:close/>
                <a:moveTo>
                  <a:pt x="1015848" y="50117"/>
                </a:moveTo>
                <a:lnTo>
                  <a:pt x="995631" y="50117"/>
                </a:lnTo>
                <a:lnTo>
                  <a:pt x="995631" y="13768"/>
                </a:lnTo>
                <a:lnTo>
                  <a:pt x="990252" y="13768"/>
                </a:lnTo>
                <a:cubicBezTo>
                  <a:pt x="977133" y="32266"/>
                  <a:pt x="968528" y="41944"/>
                  <a:pt x="954546" y="53773"/>
                </a:cubicBezTo>
                <a:lnTo>
                  <a:pt x="954546" y="59582"/>
                </a:lnTo>
                <a:lnTo>
                  <a:pt x="965732" y="59582"/>
                </a:lnTo>
                <a:lnTo>
                  <a:pt x="965732" y="129273"/>
                </a:lnTo>
                <a:cubicBezTo>
                  <a:pt x="965732" y="143251"/>
                  <a:pt x="974980" y="151857"/>
                  <a:pt x="989822" y="151857"/>
                </a:cubicBezTo>
                <a:cubicBezTo>
                  <a:pt x="1004233" y="151857"/>
                  <a:pt x="1012839" y="145404"/>
                  <a:pt x="1021654" y="127766"/>
                </a:cubicBezTo>
                <a:lnTo>
                  <a:pt x="1016278" y="125400"/>
                </a:lnTo>
                <a:cubicBezTo>
                  <a:pt x="1011976" y="133572"/>
                  <a:pt x="1008536" y="136585"/>
                  <a:pt x="1004020" y="136585"/>
                </a:cubicBezTo>
                <a:cubicBezTo>
                  <a:pt x="997997" y="136585"/>
                  <a:pt x="995631" y="132929"/>
                  <a:pt x="995631" y="124324"/>
                </a:cubicBezTo>
                <a:lnTo>
                  <a:pt x="995631" y="59582"/>
                </a:lnTo>
                <a:lnTo>
                  <a:pt x="1015848" y="59582"/>
                </a:lnTo>
                <a:lnTo>
                  <a:pt x="1015848" y="50117"/>
                </a:lnTo>
                <a:close/>
                <a:moveTo>
                  <a:pt x="1123609" y="135509"/>
                </a:moveTo>
                <a:lnTo>
                  <a:pt x="1121459" y="137662"/>
                </a:lnTo>
                <a:cubicBezTo>
                  <a:pt x="1120813" y="138305"/>
                  <a:pt x="1120170" y="138522"/>
                  <a:pt x="1119093" y="138522"/>
                </a:cubicBezTo>
                <a:cubicBezTo>
                  <a:pt x="1116080" y="138522"/>
                  <a:pt x="1114577" y="136799"/>
                  <a:pt x="1114577" y="133142"/>
                </a:cubicBezTo>
                <a:lnTo>
                  <a:pt x="1114577" y="77003"/>
                </a:lnTo>
                <a:cubicBezTo>
                  <a:pt x="1114577" y="58722"/>
                  <a:pt x="1098229" y="47537"/>
                  <a:pt x="1071986" y="47537"/>
                </a:cubicBezTo>
                <a:cubicBezTo>
                  <a:pt x="1047683" y="47537"/>
                  <a:pt x="1031335" y="58506"/>
                  <a:pt x="1031335" y="74637"/>
                </a:cubicBezTo>
                <a:cubicBezTo>
                  <a:pt x="1031335" y="83672"/>
                  <a:pt x="1036497" y="88835"/>
                  <a:pt x="1045316" y="88835"/>
                </a:cubicBezTo>
                <a:cubicBezTo>
                  <a:pt x="1053918" y="88835"/>
                  <a:pt x="1059941" y="83672"/>
                  <a:pt x="1059941" y="76360"/>
                </a:cubicBezTo>
                <a:cubicBezTo>
                  <a:pt x="1059941" y="73347"/>
                  <a:pt x="1058868" y="70551"/>
                  <a:pt x="1056071" y="67111"/>
                </a:cubicBezTo>
                <a:cubicBezTo>
                  <a:pt x="1054135" y="64958"/>
                  <a:pt x="1053488" y="63668"/>
                  <a:pt x="1053488" y="62378"/>
                </a:cubicBezTo>
                <a:cubicBezTo>
                  <a:pt x="1053488" y="57862"/>
                  <a:pt x="1059298" y="54419"/>
                  <a:pt x="1067040" y="54419"/>
                </a:cubicBezTo>
                <a:cubicBezTo>
                  <a:pt x="1079732" y="54419"/>
                  <a:pt x="1085108" y="60229"/>
                  <a:pt x="1085108" y="73347"/>
                </a:cubicBezTo>
                <a:lnTo>
                  <a:pt x="1085108" y="89048"/>
                </a:lnTo>
                <a:cubicBezTo>
                  <a:pt x="1059511" y="96794"/>
                  <a:pt x="1048972" y="100880"/>
                  <a:pt x="1041013" y="106473"/>
                </a:cubicBezTo>
                <a:cubicBezTo>
                  <a:pt x="1031551" y="112925"/>
                  <a:pt x="1027249" y="120237"/>
                  <a:pt x="1027249" y="129486"/>
                </a:cubicBezTo>
                <a:cubicBezTo>
                  <a:pt x="1027249" y="142608"/>
                  <a:pt x="1037144" y="152287"/>
                  <a:pt x="1051122" y="152287"/>
                </a:cubicBezTo>
                <a:cubicBezTo>
                  <a:pt x="1063384" y="152287"/>
                  <a:pt x="1073279" y="147984"/>
                  <a:pt x="1085108" y="137229"/>
                </a:cubicBezTo>
                <a:cubicBezTo>
                  <a:pt x="1087474" y="148200"/>
                  <a:pt x="1092207" y="152287"/>
                  <a:pt x="1102745" y="152287"/>
                </a:cubicBezTo>
                <a:cubicBezTo>
                  <a:pt x="1111994" y="152287"/>
                  <a:pt x="1118663" y="148844"/>
                  <a:pt x="1126835" y="140025"/>
                </a:cubicBezTo>
                <a:lnTo>
                  <a:pt x="1123609" y="135509"/>
                </a:lnTo>
                <a:moveTo>
                  <a:pt x="1084894" y="127766"/>
                </a:moveTo>
                <a:cubicBezTo>
                  <a:pt x="1079085" y="134436"/>
                  <a:pt x="1074782" y="137015"/>
                  <a:pt x="1069623" y="137015"/>
                </a:cubicBezTo>
                <a:cubicBezTo>
                  <a:pt x="1063167" y="137015"/>
                  <a:pt x="1058651" y="131206"/>
                  <a:pt x="1058651" y="122604"/>
                </a:cubicBezTo>
                <a:cubicBezTo>
                  <a:pt x="1058651" y="110129"/>
                  <a:pt x="1067687" y="101093"/>
                  <a:pt x="1084894" y="96577"/>
                </a:cubicBezTo>
                <a:lnTo>
                  <a:pt x="1084894" y="127766"/>
                </a:lnTo>
                <a:close/>
                <a:moveTo>
                  <a:pt x="1217173" y="125830"/>
                </a:moveTo>
                <a:cubicBezTo>
                  <a:pt x="1209217" y="134865"/>
                  <a:pt x="1203625" y="137875"/>
                  <a:pt x="1194806" y="137875"/>
                </a:cubicBezTo>
                <a:cubicBezTo>
                  <a:pt x="1176092" y="137875"/>
                  <a:pt x="1164260" y="119161"/>
                  <a:pt x="1164260" y="89911"/>
                </a:cubicBezTo>
                <a:cubicBezTo>
                  <a:pt x="1164260" y="67754"/>
                  <a:pt x="1171146" y="54206"/>
                  <a:pt x="1182331" y="54206"/>
                </a:cubicBezTo>
                <a:cubicBezTo>
                  <a:pt x="1185770" y="54206"/>
                  <a:pt x="1188997" y="55926"/>
                  <a:pt x="1190287" y="58292"/>
                </a:cubicBezTo>
                <a:cubicBezTo>
                  <a:pt x="1191363" y="60229"/>
                  <a:pt x="1191363" y="60229"/>
                  <a:pt x="1191363" y="69261"/>
                </a:cubicBezTo>
                <a:cubicBezTo>
                  <a:pt x="1191580" y="80016"/>
                  <a:pt x="1195236" y="84749"/>
                  <a:pt x="1203408" y="84749"/>
                </a:cubicBezTo>
                <a:cubicBezTo>
                  <a:pt x="1212444" y="84749"/>
                  <a:pt x="1218036" y="79586"/>
                  <a:pt x="1218036" y="71197"/>
                </a:cubicBezTo>
                <a:cubicBezTo>
                  <a:pt x="1218036" y="57862"/>
                  <a:pt x="1203625" y="47537"/>
                  <a:pt x="1184694" y="47537"/>
                </a:cubicBezTo>
                <a:cubicBezTo>
                  <a:pt x="1155444" y="47537"/>
                  <a:pt x="1133934" y="70337"/>
                  <a:pt x="1133934" y="101310"/>
                </a:cubicBezTo>
                <a:cubicBezTo>
                  <a:pt x="1133934" y="131206"/>
                  <a:pt x="1153078" y="152287"/>
                  <a:pt x="1179965" y="152287"/>
                </a:cubicBezTo>
                <a:cubicBezTo>
                  <a:pt x="1196526" y="152287"/>
                  <a:pt x="1208571" y="145617"/>
                  <a:pt x="1221046" y="129703"/>
                </a:cubicBezTo>
                <a:lnTo>
                  <a:pt x="1217173" y="125830"/>
                </a:lnTo>
                <a:close/>
                <a:moveTo>
                  <a:pt x="1334401" y="50117"/>
                </a:moveTo>
                <a:lnTo>
                  <a:pt x="1288370" y="50117"/>
                </a:lnTo>
                <a:lnTo>
                  <a:pt x="1288370" y="55066"/>
                </a:lnTo>
                <a:cubicBezTo>
                  <a:pt x="1294823" y="56139"/>
                  <a:pt x="1298479" y="56999"/>
                  <a:pt x="1299555" y="57646"/>
                </a:cubicBezTo>
                <a:cubicBezTo>
                  <a:pt x="1300415" y="58292"/>
                  <a:pt x="1301059" y="59582"/>
                  <a:pt x="1301059" y="60659"/>
                </a:cubicBezTo>
                <a:cubicBezTo>
                  <a:pt x="1301059" y="62808"/>
                  <a:pt x="1298909" y="66681"/>
                  <a:pt x="1296542" y="69048"/>
                </a:cubicBezTo>
                <a:lnTo>
                  <a:pt x="1269013" y="96577"/>
                </a:lnTo>
                <a:lnTo>
                  <a:pt x="1269013" y="3873"/>
                </a:lnTo>
                <a:lnTo>
                  <a:pt x="1228788" y="3873"/>
                </a:lnTo>
                <a:lnTo>
                  <a:pt x="1228788" y="9035"/>
                </a:lnTo>
                <a:cubicBezTo>
                  <a:pt x="1235670" y="9249"/>
                  <a:pt x="1238897" y="13122"/>
                  <a:pt x="1239113" y="21510"/>
                </a:cubicBezTo>
                <a:lnTo>
                  <a:pt x="1239113" y="131206"/>
                </a:lnTo>
                <a:cubicBezTo>
                  <a:pt x="1238897" y="139812"/>
                  <a:pt x="1235457" y="143898"/>
                  <a:pt x="1228788" y="144114"/>
                </a:cubicBezTo>
                <a:lnTo>
                  <a:pt x="1228788" y="149274"/>
                </a:lnTo>
                <a:lnTo>
                  <a:pt x="1280195" y="149274"/>
                </a:lnTo>
                <a:lnTo>
                  <a:pt x="1280195" y="144114"/>
                </a:lnTo>
                <a:cubicBezTo>
                  <a:pt x="1270086" y="142608"/>
                  <a:pt x="1269226" y="141318"/>
                  <a:pt x="1269013" y="131206"/>
                </a:cubicBezTo>
                <a:lnTo>
                  <a:pt x="1269013" y="106686"/>
                </a:lnTo>
                <a:lnTo>
                  <a:pt x="1273959" y="101523"/>
                </a:lnTo>
                <a:lnTo>
                  <a:pt x="1294393" y="130346"/>
                </a:lnTo>
                <a:cubicBezTo>
                  <a:pt x="1298262" y="135725"/>
                  <a:pt x="1299555" y="138305"/>
                  <a:pt x="1299555" y="140025"/>
                </a:cubicBezTo>
                <a:cubicBezTo>
                  <a:pt x="1299555" y="142608"/>
                  <a:pt x="1296542" y="143898"/>
                  <a:pt x="1290520" y="144114"/>
                </a:cubicBezTo>
                <a:lnTo>
                  <a:pt x="1290520" y="149274"/>
                </a:lnTo>
                <a:lnTo>
                  <a:pt x="1340853" y="149274"/>
                </a:lnTo>
                <a:lnTo>
                  <a:pt x="1340853" y="144114"/>
                </a:lnTo>
                <a:cubicBezTo>
                  <a:pt x="1338487" y="144114"/>
                  <a:pt x="1337410" y="143468"/>
                  <a:pt x="1335474" y="140888"/>
                </a:cubicBezTo>
                <a:lnTo>
                  <a:pt x="1293746" y="83242"/>
                </a:lnTo>
                <a:cubicBezTo>
                  <a:pt x="1315257" y="60659"/>
                  <a:pt x="1320849" y="56786"/>
                  <a:pt x="1334401" y="55066"/>
                </a:cubicBezTo>
                <a:lnTo>
                  <a:pt x="1334401" y="50117"/>
                </a:lnTo>
                <a:close/>
                <a:moveTo>
                  <a:pt x="1430115" y="122387"/>
                </a:moveTo>
                <a:cubicBezTo>
                  <a:pt x="1421296" y="132929"/>
                  <a:pt x="1414844" y="136799"/>
                  <a:pt x="1405595" y="136799"/>
                </a:cubicBezTo>
                <a:cubicBezTo>
                  <a:pt x="1397206" y="136799"/>
                  <a:pt x="1390967" y="132929"/>
                  <a:pt x="1386451" y="125400"/>
                </a:cubicBezTo>
                <a:cubicBezTo>
                  <a:pt x="1382581" y="118518"/>
                  <a:pt x="1380858" y="111419"/>
                  <a:pt x="1379998" y="96577"/>
                </a:cubicBezTo>
                <a:lnTo>
                  <a:pt x="1434201" y="96577"/>
                </a:lnTo>
                <a:cubicBezTo>
                  <a:pt x="1432911" y="78510"/>
                  <a:pt x="1429685" y="68401"/>
                  <a:pt x="1422802" y="60229"/>
                </a:cubicBezTo>
                <a:cubicBezTo>
                  <a:pt x="1415920" y="51840"/>
                  <a:pt x="1405808" y="47537"/>
                  <a:pt x="1393763" y="47537"/>
                </a:cubicBezTo>
                <a:cubicBezTo>
                  <a:pt x="1367093" y="47537"/>
                  <a:pt x="1349026" y="68831"/>
                  <a:pt x="1349026" y="100233"/>
                </a:cubicBezTo>
                <a:cubicBezTo>
                  <a:pt x="1349026" y="131639"/>
                  <a:pt x="1366663" y="152287"/>
                  <a:pt x="1393333" y="152287"/>
                </a:cubicBezTo>
                <a:cubicBezTo>
                  <a:pt x="1410757" y="152287"/>
                  <a:pt x="1421296" y="145617"/>
                  <a:pt x="1435278" y="125400"/>
                </a:cubicBezTo>
                <a:lnTo>
                  <a:pt x="1430115" y="122387"/>
                </a:lnTo>
                <a:moveTo>
                  <a:pt x="1378922" y="88618"/>
                </a:moveTo>
                <a:cubicBezTo>
                  <a:pt x="1379568" y="62808"/>
                  <a:pt x="1383441" y="54206"/>
                  <a:pt x="1393980" y="54206"/>
                </a:cubicBezTo>
                <a:cubicBezTo>
                  <a:pt x="1404088" y="54206"/>
                  <a:pt x="1407315" y="61519"/>
                  <a:pt x="1407744" y="85392"/>
                </a:cubicBezTo>
                <a:lnTo>
                  <a:pt x="1407744" y="88618"/>
                </a:lnTo>
                <a:lnTo>
                  <a:pt x="1378922" y="88618"/>
                </a:lnTo>
                <a:close/>
                <a:moveTo>
                  <a:pt x="1502602" y="144114"/>
                </a:moveTo>
                <a:cubicBezTo>
                  <a:pt x="1489480" y="143468"/>
                  <a:pt x="1487114" y="140671"/>
                  <a:pt x="1486901" y="127120"/>
                </a:cubicBezTo>
                <a:lnTo>
                  <a:pt x="1486901" y="86469"/>
                </a:lnTo>
                <a:cubicBezTo>
                  <a:pt x="1486901" y="75283"/>
                  <a:pt x="1492923" y="66035"/>
                  <a:pt x="1500019" y="66035"/>
                </a:cubicBezTo>
                <a:cubicBezTo>
                  <a:pt x="1501742" y="66035"/>
                  <a:pt x="1503675" y="67541"/>
                  <a:pt x="1506042" y="70981"/>
                </a:cubicBezTo>
                <a:cubicBezTo>
                  <a:pt x="1510128" y="76790"/>
                  <a:pt x="1513354" y="78726"/>
                  <a:pt x="1518946" y="78726"/>
                </a:cubicBezTo>
                <a:cubicBezTo>
                  <a:pt x="1526905" y="78726"/>
                  <a:pt x="1532498" y="72704"/>
                  <a:pt x="1532498" y="64528"/>
                </a:cubicBezTo>
                <a:cubicBezTo>
                  <a:pt x="1532498" y="54636"/>
                  <a:pt x="1525186" y="47537"/>
                  <a:pt x="1515077" y="47537"/>
                </a:cubicBezTo>
                <a:cubicBezTo>
                  <a:pt x="1504322" y="47537"/>
                  <a:pt x="1496149" y="53130"/>
                  <a:pt x="1486037" y="67754"/>
                </a:cubicBezTo>
                <a:lnTo>
                  <a:pt x="1486037" y="50117"/>
                </a:lnTo>
                <a:lnTo>
                  <a:pt x="1445386" y="50117"/>
                </a:lnTo>
                <a:lnTo>
                  <a:pt x="1445386" y="55279"/>
                </a:lnTo>
                <a:cubicBezTo>
                  <a:pt x="1454422" y="56356"/>
                  <a:pt x="1456785" y="58936"/>
                  <a:pt x="1457001" y="67971"/>
                </a:cubicBezTo>
                <a:lnTo>
                  <a:pt x="1457001" y="131206"/>
                </a:lnTo>
                <a:cubicBezTo>
                  <a:pt x="1456785" y="140241"/>
                  <a:pt x="1454635" y="142608"/>
                  <a:pt x="1445386" y="144114"/>
                </a:cubicBezTo>
                <a:lnTo>
                  <a:pt x="1445386" y="149274"/>
                </a:lnTo>
                <a:lnTo>
                  <a:pt x="1502602" y="149274"/>
                </a:lnTo>
                <a:lnTo>
                  <a:pt x="1502602" y="144114"/>
                </a:lnTo>
                <a:close/>
                <a:moveTo>
                  <a:pt x="1538736" y="185412"/>
                </a:moveTo>
                <a:cubicBezTo>
                  <a:pt x="1552071" y="178313"/>
                  <a:pt x="1558093" y="173797"/>
                  <a:pt x="1566482" y="164762"/>
                </a:cubicBezTo>
                <a:cubicBezTo>
                  <a:pt x="1584767" y="145188"/>
                  <a:pt x="1594659" y="119594"/>
                  <a:pt x="1594659" y="91845"/>
                </a:cubicBezTo>
                <a:cubicBezTo>
                  <a:pt x="1594659" y="72274"/>
                  <a:pt x="1589283" y="53343"/>
                  <a:pt x="1578957" y="36782"/>
                </a:cubicBezTo>
                <a:cubicBezTo>
                  <a:pt x="1569065" y="21297"/>
                  <a:pt x="1559817" y="12692"/>
                  <a:pt x="1538736" y="0"/>
                </a:cubicBezTo>
                <a:lnTo>
                  <a:pt x="1538736" y="6023"/>
                </a:lnTo>
                <a:cubicBezTo>
                  <a:pt x="1550998" y="13768"/>
                  <a:pt x="1556374" y="19361"/>
                  <a:pt x="1560890" y="29039"/>
                </a:cubicBezTo>
                <a:cubicBezTo>
                  <a:pt x="1567342" y="42374"/>
                  <a:pt x="1570355" y="62162"/>
                  <a:pt x="1570355" y="91631"/>
                </a:cubicBezTo>
                <a:cubicBezTo>
                  <a:pt x="1570355" y="121314"/>
                  <a:pt x="1567342" y="143038"/>
                  <a:pt x="1561320" y="155943"/>
                </a:cubicBezTo>
                <a:cubicBezTo>
                  <a:pt x="1557020" y="165408"/>
                  <a:pt x="1551641" y="171001"/>
                  <a:pt x="1538736" y="179603"/>
                </a:cubicBezTo>
                <a:lnTo>
                  <a:pt x="1538736" y="1854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520047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2026-09-05T08:54:16.7520000Z</dcterms:created>
  <dcterms:modified xsi:type="dcterms:W3CDTF">2026-09-05T08:54:16.7520000Z</dcterms:modified>
</coreProperties>
</file>